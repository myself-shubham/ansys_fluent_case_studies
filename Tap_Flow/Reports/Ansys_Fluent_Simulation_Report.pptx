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341" r:id="rId2"/>
    <p:sldId id="336" r:id="rId3"/>
    <p:sldId id="315" r:id="rId4"/>
    <p:sldId id="316" r:id="rId5"/>
    <p:sldId id="340" r:id="rId6"/>
    <p:sldId id="317" r:id="rId7"/>
    <p:sldId id="268" r:id="rId8"/>
    <p:sldId id="269" r:id="rId9"/>
    <p:sldId id="342" r:id="rId10"/>
    <p:sldId id="343" r:id="rId11"/>
    <p:sldId id="270" r:id="rId12"/>
    <p:sldId id="308" r:id="rId13"/>
    <p:sldId id="309" r:id="rId14"/>
    <p:sldId id="355" r:id="rId36"/>
    <p:sldId id="310" r:id="rId15"/>
    <p:sldId id="356" r:id="rId37"/>
    <p:sldId id="357" r:id="rId38"/>
    <p:sldId id="274" r:id="rId16"/>
    <p:sldId id="311" r:id="rId17"/>
    <p:sldId id="358" r:id="rId39"/>
    <p:sldId id="359" r:id="rId40"/>
    <p:sldId id="276" r:id="rId18"/>
    <p:sldId id="278" r:id="rId19"/>
    <p:sldId id="344" r:id="rId22"/>
    <p:sldId id="281" r:id="rId23"/>
    <p:sldId id="346" r:id="rId26"/>
    <p:sldId id="282" r:id="rId27"/>
    <p:sldId id="347" r:id="rId28"/>
    <p:sldId id="283" r:id="rId29"/>
    <p:sldId id="349" r:id="rId32"/>
    <p:sldId id="285" r:id="rId33"/>
    <p:sldId id="354" r:id="rId42"/>
    <p:sldId id="288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 autoAdjust="0"/>
    <p:restoredTop sz="86389" autoAdjust="0"/>
  </p:normalViewPr>
  <p:slideViewPr>
    <p:cSldViewPr snapToGrid="0" snapToObjects="1">
      <p:cViewPr varScale="1">
        <p:scale>
          <a:sx n="79" d="100"/>
          <a:sy n="79" d="100"/>
        </p:scale>
        <p:origin x="132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16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8" Type="http://schemas.openxmlformats.org/officeDocument/2006/relationships/notesMaster" Target="notesMasters/notesMaster1.xml"/><Relationship Id="rId49" Type="http://schemas.openxmlformats.org/officeDocument/2006/relationships/handoutMaster" Target="handoutMasters/handout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Residuals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continuity</c:v>
                </c:pt>
              </c:strCache>
            </c:strRef>
          </c:tx>
          <c:xVal>
            <c:numRef>
              <c:f>Sheet1!$A$2:$A$1001</c:f>
              <c:numCache>
                <c:formatCode>General</c:formatCode>
                <c:ptCount val="1000"/>
                <c:pt idx="0">
                  <c:v>4.0</c:v>
                </c:pt>
                <c:pt idx="1">
                  <c:v>8.0</c:v>
                </c:pt>
                <c:pt idx="2">
                  <c:v>12.0</c:v>
                </c:pt>
                <c:pt idx="3">
                  <c:v>16.0</c:v>
                </c:pt>
                <c:pt idx="4">
                  <c:v>20.0</c:v>
                </c:pt>
                <c:pt idx="5">
                  <c:v>24.0</c:v>
                </c:pt>
                <c:pt idx="6">
                  <c:v>28.0</c:v>
                </c:pt>
                <c:pt idx="7">
                  <c:v>32.0</c:v>
                </c:pt>
                <c:pt idx="8">
                  <c:v>36.0</c:v>
                </c:pt>
                <c:pt idx="9">
                  <c:v>40.0</c:v>
                </c:pt>
                <c:pt idx="10">
                  <c:v>44.0</c:v>
                </c:pt>
                <c:pt idx="11">
                  <c:v>48.0</c:v>
                </c:pt>
                <c:pt idx="12">
                  <c:v>52.0</c:v>
                </c:pt>
                <c:pt idx="13">
                  <c:v>56.0</c:v>
                </c:pt>
                <c:pt idx="14">
                  <c:v>60.0</c:v>
                </c:pt>
                <c:pt idx="15">
                  <c:v>64.0</c:v>
                </c:pt>
                <c:pt idx="16">
                  <c:v>68.0</c:v>
                </c:pt>
                <c:pt idx="17">
                  <c:v>72.0</c:v>
                </c:pt>
                <c:pt idx="18">
                  <c:v>76.0</c:v>
                </c:pt>
                <c:pt idx="19">
                  <c:v>80.0</c:v>
                </c:pt>
                <c:pt idx="20">
                  <c:v>84.0</c:v>
                </c:pt>
                <c:pt idx="21">
                  <c:v>88.0</c:v>
                </c:pt>
                <c:pt idx="22">
                  <c:v>92.0</c:v>
                </c:pt>
                <c:pt idx="23">
                  <c:v>96.0</c:v>
                </c:pt>
                <c:pt idx="24">
                  <c:v>100.0</c:v>
                </c:pt>
                <c:pt idx="25">
                  <c:v>104.0</c:v>
                </c:pt>
                <c:pt idx="26">
                  <c:v>108.0</c:v>
                </c:pt>
                <c:pt idx="27">
                  <c:v>112.0</c:v>
                </c:pt>
                <c:pt idx="28">
                  <c:v>116.0</c:v>
                </c:pt>
                <c:pt idx="29">
                  <c:v>120.0</c:v>
                </c:pt>
                <c:pt idx="30">
                  <c:v>124.0</c:v>
                </c:pt>
                <c:pt idx="31">
                  <c:v>128.0</c:v>
                </c:pt>
                <c:pt idx="32">
                  <c:v>132.0</c:v>
                </c:pt>
                <c:pt idx="33">
                  <c:v>136.0</c:v>
                </c:pt>
                <c:pt idx="34">
                  <c:v>140.0</c:v>
                </c:pt>
                <c:pt idx="35">
                  <c:v>144.0</c:v>
                </c:pt>
                <c:pt idx="36">
                  <c:v>148.0</c:v>
                </c:pt>
                <c:pt idx="37">
                  <c:v>152.0</c:v>
                </c:pt>
                <c:pt idx="38">
                  <c:v>156.0</c:v>
                </c:pt>
                <c:pt idx="39">
                  <c:v>160.0</c:v>
                </c:pt>
                <c:pt idx="40">
                  <c:v>164.0</c:v>
                </c:pt>
                <c:pt idx="41">
                  <c:v>168.0</c:v>
                </c:pt>
                <c:pt idx="42">
                  <c:v>172.0</c:v>
                </c:pt>
                <c:pt idx="43">
                  <c:v>176.0</c:v>
                </c:pt>
                <c:pt idx="44">
                  <c:v>180.0</c:v>
                </c:pt>
                <c:pt idx="45">
                  <c:v>184.0</c:v>
                </c:pt>
                <c:pt idx="46">
                  <c:v>188.0</c:v>
                </c:pt>
                <c:pt idx="47">
                  <c:v>192.0</c:v>
                </c:pt>
                <c:pt idx="48">
                  <c:v>196.0</c:v>
                </c:pt>
                <c:pt idx="49">
                  <c:v>200.0</c:v>
                </c:pt>
                <c:pt idx="50">
                  <c:v>204.0</c:v>
                </c:pt>
                <c:pt idx="51">
                  <c:v>208.0</c:v>
                </c:pt>
                <c:pt idx="52">
                  <c:v>212.0</c:v>
                </c:pt>
                <c:pt idx="53">
                  <c:v>216.0</c:v>
                </c:pt>
                <c:pt idx="54">
                  <c:v>220.0</c:v>
                </c:pt>
                <c:pt idx="55">
                  <c:v>224.0</c:v>
                </c:pt>
                <c:pt idx="56">
                  <c:v>228.0</c:v>
                </c:pt>
                <c:pt idx="57">
                  <c:v>232.0</c:v>
                </c:pt>
                <c:pt idx="58">
                  <c:v>236.0</c:v>
                </c:pt>
                <c:pt idx="59">
                  <c:v>240.0</c:v>
                </c:pt>
                <c:pt idx="60">
                  <c:v>244.0</c:v>
                </c:pt>
                <c:pt idx="61">
                  <c:v>248.0</c:v>
                </c:pt>
                <c:pt idx="62">
                  <c:v>252.0</c:v>
                </c:pt>
                <c:pt idx="63">
                  <c:v>256.0</c:v>
                </c:pt>
                <c:pt idx="64">
                  <c:v>260.0</c:v>
                </c:pt>
                <c:pt idx="65">
                  <c:v>264.0</c:v>
                </c:pt>
                <c:pt idx="66">
                  <c:v>268.0</c:v>
                </c:pt>
                <c:pt idx="67">
                  <c:v>272.0</c:v>
                </c:pt>
                <c:pt idx="68">
                  <c:v>276.0</c:v>
                </c:pt>
                <c:pt idx="69">
                  <c:v>280.0</c:v>
                </c:pt>
                <c:pt idx="70">
                  <c:v>284.0</c:v>
                </c:pt>
                <c:pt idx="71">
                  <c:v>288.0</c:v>
                </c:pt>
                <c:pt idx="72">
                  <c:v>292.0</c:v>
                </c:pt>
                <c:pt idx="73">
                  <c:v>296.0</c:v>
                </c:pt>
                <c:pt idx="74">
                  <c:v>300.0</c:v>
                </c:pt>
                <c:pt idx="75">
                  <c:v>304.0</c:v>
                </c:pt>
                <c:pt idx="76">
                  <c:v>308.0</c:v>
                </c:pt>
                <c:pt idx="77">
                  <c:v>312.0</c:v>
                </c:pt>
                <c:pt idx="78">
                  <c:v>316.0</c:v>
                </c:pt>
                <c:pt idx="79">
                  <c:v>320.0</c:v>
                </c:pt>
                <c:pt idx="80">
                  <c:v>324.0</c:v>
                </c:pt>
                <c:pt idx="81">
                  <c:v>328.0</c:v>
                </c:pt>
                <c:pt idx="82">
                  <c:v>332.0</c:v>
                </c:pt>
                <c:pt idx="83">
                  <c:v>336.0</c:v>
                </c:pt>
                <c:pt idx="84">
                  <c:v>340.0</c:v>
                </c:pt>
                <c:pt idx="85">
                  <c:v>344.0</c:v>
                </c:pt>
                <c:pt idx="86">
                  <c:v>348.0</c:v>
                </c:pt>
                <c:pt idx="87">
                  <c:v>352.0</c:v>
                </c:pt>
                <c:pt idx="88">
                  <c:v>356.0</c:v>
                </c:pt>
                <c:pt idx="89">
                  <c:v>360.0</c:v>
                </c:pt>
                <c:pt idx="90">
                  <c:v>364.0</c:v>
                </c:pt>
                <c:pt idx="91">
                  <c:v>368.0</c:v>
                </c:pt>
                <c:pt idx="92">
                  <c:v>372.0</c:v>
                </c:pt>
                <c:pt idx="93">
                  <c:v>376.0</c:v>
                </c:pt>
                <c:pt idx="94">
                  <c:v>380.0</c:v>
                </c:pt>
                <c:pt idx="95">
                  <c:v>384.0</c:v>
                </c:pt>
                <c:pt idx="96">
                  <c:v>388.0</c:v>
                </c:pt>
                <c:pt idx="97">
                  <c:v>392.0</c:v>
                </c:pt>
                <c:pt idx="98">
                  <c:v>396.0</c:v>
                </c:pt>
                <c:pt idx="99">
                  <c:v>400.0</c:v>
                </c:pt>
                <c:pt idx="100">
                  <c:v>404.0</c:v>
                </c:pt>
                <c:pt idx="101">
                  <c:v>408.0</c:v>
                </c:pt>
                <c:pt idx="102">
                  <c:v>412.0</c:v>
                </c:pt>
                <c:pt idx="103">
                  <c:v>416.0</c:v>
                </c:pt>
                <c:pt idx="104">
                  <c:v>420.0</c:v>
                </c:pt>
                <c:pt idx="105">
                  <c:v>424.0</c:v>
                </c:pt>
                <c:pt idx="106">
                  <c:v>428.0</c:v>
                </c:pt>
                <c:pt idx="107">
                  <c:v>432.0</c:v>
                </c:pt>
                <c:pt idx="108">
                  <c:v>436.0</c:v>
                </c:pt>
                <c:pt idx="109">
                  <c:v>440.0</c:v>
                </c:pt>
                <c:pt idx="110">
                  <c:v>444.0</c:v>
                </c:pt>
                <c:pt idx="111">
                  <c:v>448.0</c:v>
                </c:pt>
                <c:pt idx="112">
                  <c:v>452.0</c:v>
                </c:pt>
                <c:pt idx="113">
                  <c:v>456.0</c:v>
                </c:pt>
                <c:pt idx="114">
                  <c:v>460.0</c:v>
                </c:pt>
                <c:pt idx="115">
                  <c:v>464.0</c:v>
                </c:pt>
                <c:pt idx="116">
                  <c:v>468.0</c:v>
                </c:pt>
                <c:pt idx="117">
                  <c:v>472.0</c:v>
                </c:pt>
                <c:pt idx="118">
                  <c:v>476.0</c:v>
                </c:pt>
                <c:pt idx="119">
                  <c:v>480.0</c:v>
                </c:pt>
                <c:pt idx="120">
                  <c:v>484.0</c:v>
                </c:pt>
                <c:pt idx="121">
                  <c:v>488.0</c:v>
                </c:pt>
                <c:pt idx="122">
                  <c:v>492.0</c:v>
                </c:pt>
                <c:pt idx="123">
                  <c:v>496.0</c:v>
                </c:pt>
                <c:pt idx="124">
                  <c:v>500.0</c:v>
                </c:pt>
                <c:pt idx="125">
                  <c:v>504.0</c:v>
                </c:pt>
                <c:pt idx="126">
                  <c:v>508.0</c:v>
                </c:pt>
                <c:pt idx="127">
                  <c:v>512.0</c:v>
                </c:pt>
                <c:pt idx="128">
                  <c:v>516.0</c:v>
                </c:pt>
                <c:pt idx="129">
                  <c:v>520.0</c:v>
                </c:pt>
                <c:pt idx="130">
                  <c:v>524.0</c:v>
                </c:pt>
                <c:pt idx="131">
                  <c:v>528.0</c:v>
                </c:pt>
                <c:pt idx="132">
                  <c:v>532.0</c:v>
                </c:pt>
                <c:pt idx="133">
                  <c:v>536.0</c:v>
                </c:pt>
                <c:pt idx="134">
                  <c:v>540.0</c:v>
                </c:pt>
                <c:pt idx="135">
                  <c:v>544.0</c:v>
                </c:pt>
                <c:pt idx="136">
                  <c:v>548.0</c:v>
                </c:pt>
                <c:pt idx="137">
                  <c:v>552.0</c:v>
                </c:pt>
                <c:pt idx="138">
                  <c:v>556.0</c:v>
                </c:pt>
                <c:pt idx="139">
                  <c:v>560.0</c:v>
                </c:pt>
                <c:pt idx="140">
                  <c:v>564.0</c:v>
                </c:pt>
                <c:pt idx="141">
                  <c:v>568.0</c:v>
                </c:pt>
                <c:pt idx="142">
                  <c:v>572.0</c:v>
                </c:pt>
                <c:pt idx="143">
                  <c:v>576.0</c:v>
                </c:pt>
                <c:pt idx="144">
                  <c:v>580.0</c:v>
                </c:pt>
                <c:pt idx="145">
                  <c:v>584.0</c:v>
                </c:pt>
                <c:pt idx="146">
                  <c:v>588.0</c:v>
                </c:pt>
                <c:pt idx="147">
                  <c:v>592.0</c:v>
                </c:pt>
                <c:pt idx="148">
                  <c:v>596.0</c:v>
                </c:pt>
                <c:pt idx="149">
                  <c:v>600.0</c:v>
                </c:pt>
                <c:pt idx="150">
                  <c:v>604.0</c:v>
                </c:pt>
                <c:pt idx="151">
                  <c:v>608.0</c:v>
                </c:pt>
                <c:pt idx="152">
                  <c:v>612.0</c:v>
                </c:pt>
                <c:pt idx="153">
                  <c:v>616.0</c:v>
                </c:pt>
                <c:pt idx="154">
                  <c:v>620.0</c:v>
                </c:pt>
                <c:pt idx="155">
                  <c:v>624.0</c:v>
                </c:pt>
                <c:pt idx="156">
                  <c:v>628.0</c:v>
                </c:pt>
                <c:pt idx="157">
                  <c:v>632.0</c:v>
                </c:pt>
                <c:pt idx="158">
                  <c:v>636.0</c:v>
                </c:pt>
                <c:pt idx="159">
                  <c:v>640.0</c:v>
                </c:pt>
                <c:pt idx="160">
                  <c:v>644.0</c:v>
                </c:pt>
                <c:pt idx="161">
                  <c:v>648.0</c:v>
                </c:pt>
                <c:pt idx="162">
                  <c:v>652.0</c:v>
                </c:pt>
                <c:pt idx="163">
                  <c:v>656.0</c:v>
                </c:pt>
                <c:pt idx="164">
                  <c:v>660.0</c:v>
                </c:pt>
                <c:pt idx="165">
                  <c:v>664.0</c:v>
                </c:pt>
                <c:pt idx="166">
                  <c:v>668.0</c:v>
                </c:pt>
                <c:pt idx="167">
                  <c:v>672.0</c:v>
                </c:pt>
                <c:pt idx="168">
                  <c:v>676.0</c:v>
                </c:pt>
                <c:pt idx="169">
                  <c:v>680.0</c:v>
                </c:pt>
                <c:pt idx="170">
                  <c:v>684.0</c:v>
                </c:pt>
                <c:pt idx="171">
                  <c:v>688.0</c:v>
                </c:pt>
                <c:pt idx="172">
                  <c:v>692.0</c:v>
                </c:pt>
                <c:pt idx="173">
                  <c:v>696.0</c:v>
                </c:pt>
                <c:pt idx="174">
                  <c:v>700.0</c:v>
                </c:pt>
                <c:pt idx="175">
                  <c:v>704.0</c:v>
                </c:pt>
                <c:pt idx="176">
                  <c:v>708.0</c:v>
                </c:pt>
                <c:pt idx="177">
                  <c:v>712.0</c:v>
                </c:pt>
                <c:pt idx="178">
                  <c:v>716.0</c:v>
                </c:pt>
                <c:pt idx="179">
                  <c:v>720.0</c:v>
                </c:pt>
                <c:pt idx="180">
                  <c:v>724.0</c:v>
                </c:pt>
                <c:pt idx="181">
                  <c:v>728.0</c:v>
                </c:pt>
                <c:pt idx="182">
                  <c:v>732.0</c:v>
                </c:pt>
                <c:pt idx="183">
                  <c:v>736.0</c:v>
                </c:pt>
                <c:pt idx="184">
                  <c:v>740.0</c:v>
                </c:pt>
                <c:pt idx="185">
                  <c:v>744.0</c:v>
                </c:pt>
                <c:pt idx="186">
                  <c:v>748.0</c:v>
                </c:pt>
                <c:pt idx="187">
                  <c:v>752.0</c:v>
                </c:pt>
                <c:pt idx="188">
                  <c:v>756.0</c:v>
                </c:pt>
                <c:pt idx="189">
                  <c:v>760.0</c:v>
                </c:pt>
                <c:pt idx="190">
                  <c:v>764.0</c:v>
                </c:pt>
                <c:pt idx="191">
                  <c:v>768.0</c:v>
                </c:pt>
                <c:pt idx="192">
                  <c:v>772.0</c:v>
                </c:pt>
                <c:pt idx="193">
                  <c:v>776.0</c:v>
                </c:pt>
                <c:pt idx="194">
                  <c:v>780.0</c:v>
                </c:pt>
                <c:pt idx="195">
                  <c:v>784.0</c:v>
                </c:pt>
                <c:pt idx="196">
                  <c:v>788.0</c:v>
                </c:pt>
                <c:pt idx="197">
                  <c:v>792.0</c:v>
                </c:pt>
                <c:pt idx="198">
                  <c:v>796.0</c:v>
                </c:pt>
                <c:pt idx="199">
                  <c:v>800.0</c:v>
                </c:pt>
                <c:pt idx="200">
                  <c:v>804.0</c:v>
                </c:pt>
                <c:pt idx="201">
                  <c:v>808.0</c:v>
                </c:pt>
                <c:pt idx="202">
                  <c:v>812.0</c:v>
                </c:pt>
                <c:pt idx="203">
                  <c:v>816.0</c:v>
                </c:pt>
                <c:pt idx="204">
                  <c:v>820.0</c:v>
                </c:pt>
                <c:pt idx="205">
                  <c:v>824.0</c:v>
                </c:pt>
                <c:pt idx="206">
                  <c:v>828.0</c:v>
                </c:pt>
                <c:pt idx="207">
                  <c:v>832.0</c:v>
                </c:pt>
                <c:pt idx="208">
                  <c:v>836.0</c:v>
                </c:pt>
                <c:pt idx="209">
                  <c:v>840.0</c:v>
                </c:pt>
                <c:pt idx="210">
                  <c:v>844.0</c:v>
                </c:pt>
                <c:pt idx="211">
                  <c:v>848.0</c:v>
                </c:pt>
                <c:pt idx="212">
                  <c:v>852.0</c:v>
                </c:pt>
                <c:pt idx="213">
                  <c:v>856.0</c:v>
                </c:pt>
                <c:pt idx="214">
                  <c:v>860.0</c:v>
                </c:pt>
                <c:pt idx="215">
                  <c:v>864.0</c:v>
                </c:pt>
                <c:pt idx="216">
                  <c:v>868.0</c:v>
                </c:pt>
                <c:pt idx="217">
                  <c:v>872.0</c:v>
                </c:pt>
                <c:pt idx="218">
                  <c:v>876.0</c:v>
                </c:pt>
                <c:pt idx="219">
                  <c:v>880.0</c:v>
                </c:pt>
                <c:pt idx="220">
                  <c:v>884.0</c:v>
                </c:pt>
                <c:pt idx="221">
                  <c:v>888.0</c:v>
                </c:pt>
                <c:pt idx="222">
                  <c:v>892.0</c:v>
                </c:pt>
                <c:pt idx="223">
                  <c:v>896.0</c:v>
                </c:pt>
                <c:pt idx="224">
                  <c:v>900.0</c:v>
                </c:pt>
                <c:pt idx="225">
                  <c:v>904.0</c:v>
                </c:pt>
                <c:pt idx="226">
                  <c:v>908.0</c:v>
                </c:pt>
                <c:pt idx="227">
                  <c:v>912.0</c:v>
                </c:pt>
                <c:pt idx="228">
                  <c:v>916.0</c:v>
                </c:pt>
                <c:pt idx="229">
                  <c:v>920.0</c:v>
                </c:pt>
                <c:pt idx="230">
                  <c:v>924.0</c:v>
                </c:pt>
                <c:pt idx="231">
                  <c:v>928.0</c:v>
                </c:pt>
                <c:pt idx="232">
                  <c:v>932.0</c:v>
                </c:pt>
                <c:pt idx="233">
                  <c:v>936.0</c:v>
                </c:pt>
                <c:pt idx="234">
                  <c:v>940.0</c:v>
                </c:pt>
                <c:pt idx="235">
                  <c:v>944.0</c:v>
                </c:pt>
                <c:pt idx="236">
                  <c:v>948.0</c:v>
                </c:pt>
                <c:pt idx="237">
                  <c:v>952.0</c:v>
                </c:pt>
                <c:pt idx="238">
                  <c:v>956.0</c:v>
                </c:pt>
                <c:pt idx="239">
                  <c:v>960.0</c:v>
                </c:pt>
                <c:pt idx="240">
                  <c:v>964.0</c:v>
                </c:pt>
                <c:pt idx="241">
                  <c:v>968.0</c:v>
                </c:pt>
                <c:pt idx="242">
                  <c:v>972.0</c:v>
                </c:pt>
                <c:pt idx="243">
                  <c:v>976.0</c:v>
                </c:pt>
                <c:pt idx="244">
                  <c:v>980.0</c:v>
                </c:pt>
                <c:pt idx="245">
                  <c:v>984.0</c:v>
                </c:pt>
                <c:pt idx="246">
                  <c:v>988.0</c:v>
                </c:pt>
                <c:pt idx="247">
                  <c:v>992.0</c:v>
                </c:pt>
                <c:pt idx="248">
                  <c:v>996.0</c:v>
                </c:pt>
                <c:pt idx="249">
                  <c:v>1000.0</c:v>
                </c:pt>
                <c:pt idx="250">
                  <c:v>1002.0</c:v>
                </c:pt>
                <c:pt idx="251">
                  <c:v>1004.0</c:v>
                </c:pt>
                <c:pt idx="252">
                  <c:v>1006.0</c:v>
                </c:pt>
                <c:pt idx="253">
                  <c:v>1008.0</c:v>
                </c:pt>
                <c:pt idx="254">
                  <c:v>1010.0</c:v>
                </c:pt>
                <c:pt idx="255">
                  <c:v>1012.0</c:v>
                </c:pt>
                <c:pt idx="256">
                  <c:v>1014.0</c:v>
                </c:pt>
                <c:pt idx="257">
                  <c:v>1016.0</c:v>
                </c:pt>
                <c:pt idx="258">
                  <c:v>1018.0</c:v>
                </c:pt>
                <c:pt idx="259">
                  <c:v>1020.0</c:v>
                </c:pt>
                <c:pt idx="260">
                  <c:v>1022.0</c:v>
                </c:pt>
                <c:pt idx="261">
                  <c:v>1024.0</c:v>
                </c:pt>
                <c:pt idx="262">
                  <c:v>1026.0</c:v>
                </c:pt>
                <c:pt idx="263">
                  <c:v>1028.0</c:v>
                </c:pt>
                <c:pt idx="264">
                  <c:v>1030.0</c:v>
                </c:pt>
                <c:pt idx="265">
                  <c:v>1032.0</c:v>
                </c:pt>
                <c:pt idx="266">
                  <c:v>1034.0</c:v>
                </c:pt>
                <c:pt idx="267">
                  <c:v>1036.0</c:v>
                </c:pt>
                <c:pt idx="268">
                  <c:v>1038.0</c:v>
                </c:pt>
                <c:pt idx="269">
                  <c:v>1040.0</c:v>
                </c:pt>
                <c:pt idx="270">
                  <c:v>1042.0</c:v>
                </c:pt>
                <c:pt idx="271">
                  <c:v>1044.0</c:v>
                </c:pt>
                <c:pt idx="272">
                  <c:v>1046.0</c:v>
                </c:pt>
                <c:pt idx="273">
                  <c:v>1048.0</c:v>
                </c:pt>
                <c:pt idx="274">
                  <c:v>1050.0</c:v>
                </c:pt>
                <c:pt idx="275">
                  <c:v>1052.0</c:v>
                </c:pt>
                <c:pt idx="276">
                  <c:v>1054.0</c:v>
                </c:pt>
                <c:pt idx="277">
                  <c:v>1056.0</c:v>
                </c:pt>
                <c:pt idx="278">
                  <c:v>1058.0</c:v>
                </c:pt>
                <c:pt idx="279">
                  <c:v>1060.0</c:v>
                </c:pt>
                <c:pt idx="280">
                  <c:v>1062.0</c:v>
                </c:pt>
                <c:pt idx="281">
                  <c:v>1064.0</c:v>
                </c:pt>
                <c:pt idx="282">
                  <c:v>1066.0</c:v>
                </c:pt>
                <c:pt idx="283">
                  <c:v>1068.0</c:v>
                </c:pt>
                <c:pt idx="284">
                  <c:v>1070.0</c:v>
                </c:pt>
                <c:pt idx="285">
                  <c:v>1072.0</c:v>
                </c:pt>
                <c:pt idx="286">
                  <c:v>1074.0</c:v>
                </c:pt>
                <c:pt idx="287">
                  <c:v>1076.0</c:v>
                </c:pt>
                <c:pt idx="288">
                  <c:v>1078.0</c:v>
                </c:pt>
                <c:pt idx="289">
                  <c:v>1080.0</c:v>
                </c:pt>
                <c:pt idx="290">
                  <c:v>1082.0</c:v>
                </c:pt>
                <c:pt idx="291">
                  <c:v>1084.0</c:v>
                </c:pt>
                <c:pt idx="292">
                  <c:v>1086.0</c:v>
                </c:pt>
                <c:pt idx="293">
                  <c:v>1088.0</c:v>
                </c:pt>
                <c:pt idx="294">
                  <c:v>1090.0</c:v>
                </c:pt>
                <c:pt idx="295">
                  <c:v>1092.0</c:v>
                </c:pt>
                <c:pt idx="296">
                  <c:v>1094.0</c:v>
                </c:pt>
                <c:pt idx="297">
                  <c:v>1096.0</c:v>
                </c:pt>
                <c:pt idx="298">
                  <c:v>1098.0</c:v>
                </c:pt>
                <c:pt idx="299">
                  <c:v>1100.0</c:v>
                </c:pt>
                <c:pt idx="300">
                  <c:v>1102.0</c:v>
                </c:pt>
                <c:pt idx="301">
                  <c:v>1104.0</c:v>
                </c:pt>
                <c:pt idx="302">
                  <c:v>1106.0</c:v>
                </c:pt>
                <c:pt idx="303">
                  <c:v>1108.0</c:v>
                </c:pt>
                <c:pt idx="304">
                  <c:v>1110.0</c:v>
                </c:pt>
                <c:pt idx="305">
                  <c:v>1112.0</c:v>
                </c:pt>
                <c:pt idx="306">
                  <c:v>1114.0</c:v>
                </c:pt>
                <c:pt idx="307">
                  <c:v>1116.0</c:v>
                </c:pt>
                <c:pt idx="308">
                  <c:v>1118.0</c:v>
                </c:pt>
                <c:pt idx="309">
                  <c:v>1120.0</c:v>
                </c:pt>
                <c:pt idx="310">
                  <c:v>1122.0</c:v>
                </c:pt>
                <c:pt idx="311">
                  <c:v>1124.0</c:v>
                </c:pt>
                <c:pt idx="312">
                  <c:v>1126.0</c:v>
                </c:pt>
                <c:pt idx="313">
                  <c:v>1128.0</c:v>
                </c:pt>
                <c:pt idx="314">
                  <c:v>1130.0</c:v>
                </c:pt>
                <c:pt idx="315">
                  <c:v>1132.0</c:v>
                </c:pt>
                <c:pt idx="316">
                  <c:v>1134.0</c:v>
                </c:pt>
                <c:pt idx="317">
                  <c:v>1136.0</c:v>
                </c:pt>
                <c:pt idx="318">
                  <c:v>1138.0</c:v>
                </c:pt>
                <c:pt idx="319">
                  <c:v>1140.0</c:v>
                </c:pt>
                <c:pt idx="320">
                  <c:v>1142.0</c:v>
                </c:pt>
                <c:pt idx="321">
                  <c:v>1144.0</c:v>
                </c:pt>
                <c:pt idx="322">
                  <c:v>1146.0</c:v>
                </c:pt>
                <c:pt idx="323">
                  <c:v>1148.0</c:v>
                </c:pt>
                <c:pt idx="324">
                  <c:v>1150.0</c:v>
                </c:pt>
                <c:pt idx="325">
                  <c:v>1152.0</c:v>
                </c:pt>
                <c:pt idx="326">
                  <c:v>1154.0</c:v>
                </c:pt>
                <c:pt idx="327">
                  <c:v>1156.0</c:v>
                </c:pt>
                <c:pt idx="328">
                  <c:v>1158.0</c:v>
                </c:pt>
                <c:pt idx="329">
                  <c:v>1160.0</c:v>
                </c:pt>
                <c:pt idx="330">
                  <c:v>1162.0</c:v>
                </c:pt>
                <c:pt idx="331">
                  <c:v>1164.0</c:v>
                </c:pt>
                <c:pt idx="332">
                  <c:v>1166.0</c:v>
                </c:pt>
                <c:pt idx="333">
                  <c:v>1168.0</c:v>
                </c:pt>
                <c:pt idx="334">
                  <c:v>1170.0</c:v>
                </c:pt>
                <c:pt idx="335">
                  <c:v>1172.0</c:v>
                </c:pt>
                <c:pt idx="336">
                  <c:v>1174.0</c:v>
                </c:pt>
                <c:pt idx="337">
                  <c:v>1176.0</c:v>
                </c:pt>
                <c:pt idx="338">
                  <c:v>1178.0</c:v>
                </c:pt>
                <c:pt idx="339">
                  <c:v>1180.0</c:v>
                </c:pt>
                <c:pt idx="340">
                  <c:v>1182.0</c:v>
                </c:pt>
                <c:pt idx="341">
                  <c:v>1184.0</c:v>
                </c:pt>
                <c:pt idx="342">
                  <c:v>1186.0</c:v>
                </c:pt>
                <c:pt idx="343">
                  <c:v>1188.0</c:v>
                </c:pt>
                <c:pt idx="344">
                  <c:v>1190.0</c:v>
                </c:pt>
                <c:pt idx="345">
                  <c:v>1192.0</c:v>
                </c:pt>
                <c:pt idx="346">
                  <c:v>1194.0</c:v>
                </c:pt>
                <c:pt idx="347">
                  <c:v>1196.0</c:v>
                </c:pt>
                <c:pt idx="348">
                  <c:v>1198.0</c:v>
                </c:pt>
                <c:pt idx="349">
                  <c:v>1200.0</c:v>
                </c:pt>
                <c:pt idx="350">
                  <c:v>1202.0</c:v>
                </c:pt>
                <c:pt idx="351">
                  <c:v>1204.0</c:v>
                </c:pt>
                <c:pt idx="352">
                  <c:v>1206.0</c:v>
                </c:pt>
                <c:pt idx="353">
                  <c:v>1208.0</c:v>
                </c:pt>
                <c:pt idx="354">
                  <c:v>1210.0</c:v>
                </c:pt>
                <c:pt idx="355">
                  <c:v>1212.0</c:v>
                </c:pt>
                <c:pt idx="356">
                  <c:v>1214.0</c:v>
                </c:pt>
                <c:pt idx="357">
                  <c:v>1216.0</c:v>
                </c:pt>
                <c:pt idx="358">
                  <c:v>1218.0</c:v>
                </c:pt>
                <c:pt idx="359">
                  <c:v>1220.0</c:v>
                </c:pt>
                <c:pt idx="360">
                  <c:v>1222.0</c:v>
                </c:pt>
                <c:pt idx="361">
                  <c:v>1224.0</c:v>
                </c:pt>
                <c:pt idx="362">
                  <c:v>1226.0</c:v>
                </c:pt>
                <c:pt idx="363">
                  <c:v>1228.0</c:v>
                </c:pt>
                <c:pt idx="364">
                  <c:v>1230.0</c:v>
                </c:pt>
                <c:pt idx="365">
                  <c:v>1232.0</c:v>
                </c:pt>
                <c:pt idx="366">
                  <c:v>1234.0</c:v>
                </c:pt>
                <c:pt idx="367">
                  <c:v>1236.0</c:v>
                </c:pt>
                <c:pt idx="368">
                  <c:v>1238.0</c:v>
                </c:pt>
                <c:pt idx="369">
                  <c:v>1240.0</c:v>
                </c:pt>
                <c:pt idx="370">
                  <c:v>1242.0</c:v>
                </c:pt>
                <c:pt idx="371">
                  <c:v>1244.0</c:v>
                </c:pt>
                <c:pt idx="372">
                  <c:v>1246.0</c:v>
                </c:pt>
                <c:pt idx="373">
                  <c:v>1248.0</c:v>
                </c:pt>
                <c:pt idx="374">
                  <c:v>1250.0</c:v>
                </c:pt>
                <c:pt idx="375">
                  <c:v>1252.0</c:v>
                </c:pt>
                <c:pt idx="376">
                  <c:v>1254.0</c:v>
                </c:pt>
                <c:pt idx="377">
                  <c:v>1256.0</c:v>
                </c:pt>
                <c:pt idx="378">
                  <c:v>1258.0</c:v>
                </c:pt>
                <c:pt idx="379">
                  <c:v>1260.0</c:v>
                </c:pt>
                <c:pt idx="380">
                  <c:v>1262.0</c:v>
                </c:pt>
                <c:pt idx="381">
                  <c:v>1264.0</c:v>
                </c:pt>
                <c:pt idx="382">
                  <c:v>1266.0</c:v>
                </c:pt>
                <c:pt idx="383">
                  <c:v>1268.0</c:v>
                </c:pt>
                <c:pt idx="384">
                  <c:v>1270.0</c:v>
                </c:pt>
                <c:pt idx="385">
                  <c:v>1272.0</c:v>
                </c:pt>
                <c:pt idx="386">
                  <c:v>1274.0</c:v>
                </c:pt>
                <c:pt idx="387">
                  <c:v>1276.0</c:v>
                </c:pt>
                <c:pt idx="388">
                  <c:v>1278.0</c:v>
                </c:pt>
                <c:pt idx="389">
                  <c:v>1280.0</c:v>
                </c:pt>
                <c:pt idx="390">
                  <c:v>1282.0</c:v>
                </c:pt>
                <c:pt idx="391">
                  <c:v>1284.0</c:v>
                </c:pt>
                <c:pt idx="392">
                  <c:v>1286.0</c:v>
                </c:pt>
                <c:pt idx="393">
                  <c:v>1288.0</c:v>
                </c:pt>
                <c:pt idx="394">
                  <c:v>1290.0</c:v>
                </c:pt>
                <c:pt idx="395">
                  <c:v>1292.0</c:v>
                </c:pt>
                <c:pt idx="396">
                  <c:v>1294.0</c:v>
                </c:pt>
                <c:pt idx="397">
                  <c:v>1296.0</c:v>
                </c:pt>
                <c:pt idx="398">
                  <c:v>1298.0</c:v>
                </c:pt>
                <c:pt idx="399">
                  <c:v>1300.0</c:v>
                </c:pt>
                <c:pt idx="400">
                  <c:v>1302.0</c:v>
                </c:pt>
                <c:pt idx="401">
                  <c:v>1304.0</c:v>
                </c:pt>
                <c:pt idx="402">
                  <c:v>1306.0</c:v>
                </c:pt>
                <c:pt idx="403">
                  <c:v>1308.0</c:v>
                </c:pt>
                <c:pt idx="404">
                  <c:v>1310.0</c:v>
                </c:pt>
                <c:pt idx="405">
                  <c:v>1312.0</c:v>
                </c:pt>
                <c:pt idx="406">
                  <c:v>1314.0</c:v>
                </c:pt>
                <c:pt idx="407">
                  <c:v>1316.0</c:v>
                </c:pt>
                <c:pt idx="408">
                  <c:v>1318.0</c:v>
                </c:pt>
                <c:pt idx="409">
                  <c:v>1320.0</c:v>
                </c:pt>
                <c:pt idx="410">
                  <c:v>1322.0</c:v>
                </c:pt>
                <c:pt idx="411">
                  <c:v>1324.0</c:v>
                </c:pt>
                <c:pt idx="412">
                  <c:v>1326.0</c:v>
                </c:pt>
                <c:pt idx="413">
                  <c:v>1328.0</c:v>
                </c:pt>
                <c:pt idx="414">
                  <c:v>1330.0</c:v>
                </c:pt>
                <c:pt idx="415">
                  <c:v>1332.0</c:v>
                </c:pt>
                <c:pt idx="416">
                  <c:v>1334.0</c:v>
                </c:pt>
                <c:pt idx="417">
                  <c:v>1336.0</c:v>
                </c:pt>
                <c:pt idx="418">
                  <c:v>1338.0</c:v>
                </c:pt>
                <c:pt idx="419">
                  <c:v>1340.0</c:v>
                </c:pt>
                <c:pt idx="420">
                  <c:v>1342.0</c:v>
                </c:pt>
                <c:pt idx="421">
                  <c:v>1344.0</c:v>
                </c:pt>
                <c:pt idx="422">
                  <c:v>1346.0</c:v>
                </c:pt>
                <c:pt idx="423">
                  <c:v>1348.0</c:v>
                </c:pt>
                <c:pt idx="424">
                  <c:v>1350.0</c:v>
                </c:pt>
                <c:pt idx="425">
                  <c:v>1352.0</c:v>
                </c:pt>
                <c:pt idx="426">
                  <c:v>1354.0</c:v>
                </c:pt>
                <c:pt idx="427">
                  <c:v>1356.0</c:v>
                </c:pt>
                <c:pt idx="428">
                  <c:v>1358.0</c:v>
                </c:pt>
                <c:pt idx="429">
                  <c:v>1360.0</c:v>
                </c:pt>
                <c:pt idx="430">
                  <c:v>1362.0</c:v>
                </c:pt>
                <c:pt idx="431">
                  <c:v>1364.0</c:v>
                </c:pt>
                <c:pt idx="432">
                  <c:v>1366.0</c:v>
                </c:pt>
                <c:pt idx="433">
                  <c:v>1368.0</c:v>
                </c:pt>
                <c:pt idx="434">
                  <c:v>1370.0</c:v>
                </c:pt>
                <c:pt idx="435">
                  <c:v>1372.0</c:v>
                </c:pt>
                <c:pt idx="436">
                  <c:v>1374.0</c:v>
                </c:pt>
                <c:pt idx="437">
                  <c:v>1376.0</c:v>
                </c:pt>
                <c:pt idx="438">
                  <c:v>1378.0</c:v>
                </c:pt>
                <c:pt idx="439">
                  <c:v>1380.0</c:v>
                </c:pt>
                <c:pt idx="440">
                  <c:v>1382.0</c:v>
                </c:pt>
                <c:pt idx="441">
                  <c:v>1384.0</c:v>
                </c:pt>
                <c:pt idx="442">
                  <c:v>1386.0</c:v>
                </c:pt>
                <c:pt idx="443">
                  <c:v>1388.0</c:v>
                </c:pt>
                <c:pt idx="444">
                  <c:v>1390.0</c:v>
                </c:pt>
                <c:pt idx="445">
                  <c:v>1392.0</c:v>
                </c:pt>
                <c:pt idx="446">
                  <c:v>1394.0</c:v>
                </c:pt>
                <c:pt idx="447">
                  <c:v>1396.0</c:v>
                </c:pt>
                <c:pt idx="448">
                  <c:v>1398.0</c:v>
                </c:pt>
                <c:pt idx="449">
                  <c:v>1400.0</c:v>
                </c:pt>
                <c:pt idx="450">
                  <c:v>1402.0</c:v>
                </c:pt>
                <c:pt idx="451">
                  <c:v>1404.0</c:v>
                </c:pt>
                <c:pt idx="452">
                  <c:v>1406.0</c:v>
                </c:pt>
                <c:pt idx="453">
                  <c:v>1408.0</c:v>
                </c:pt>
                <c:pt idx="454">
                  <c:v>1410.0</c:v>
                </c:pt>
                <c:pt idx="455">
                  <c:v>1412.0</c:v>
                </c:pt>
                <c:pt idx="456">
                  <c:v>1414.0</c:v>
                </c:pt>
                <c:pt idx="457">
                  <c:v>1416.0</c:v>
                </c:pt>
                <c:pt idx="458">
                  <c:v>1418.0</c:v>
                </c:pt>
                <c:pt idx="459">
                  <c:v>1420.0</c:v>
                </c:pt>
                <c:pt idx="460">
                  <c:v>1422.0</c:v>
                </c:pt>
                <c:pt idx="461">
                  <c:v>1424.0</c:v>
                </c:pt>
                <c:pt idx="462">
                  <c:v>1426.0</c:v>
                </c:pt>
                <c:pt idx="463">
                  <c:v>1428.0</c:v>
                </c:pt>
                <c:pt idx="464">
                  <c:v>1430.0</c:v>
                </c:pt>
                <c:pt idx="465">
                  <c:v>1432.0</c:v>
                </c:pt>
                <c:pt idx="466">
                  <c:v>1434.0</c:v>
                </c:pt>
                <c:pt idx="467">
                  <c:v>1436.0</c:v>
                </c:pt>
                <c:pt idx="468">
                  <c:v>1438.0</c:v>
                </c:pt>
                <c:pt idx="469">
                  <c:v>1440.0</c:v>
                </c:pt>
                <c:pt idx="470">
                  <c:v>1442.0</c:v>
                </c:pt>
                <c:pt idx="471">
                  <c:v>1444.0</c:v>
                </c:pt>
                <c:pt idx="472">
                  <c:v>1446.0</c:v>
                </c:pt>
                <c:pt idx="473">
                  <c:v>1448.0</c:v>
                </c:pt>
                <c:pt idx="474">
                  <c:v>1450.0</c:v>
                </c:pt>
                <c:pt idx="475">
                  <c:v>1452.0</c:v>
                </c:pt>
                <c:pt idx="476">
                  <c:v>1454.0</c:v>
                </c:pt>
                <c:pt idx="477">
                  <c:v>1456.0</c:v>
                </c:pt>
                <c:pt idx="478">
                  <c:v>1458.0</c:v>
                </c:pt>
                <c:pt idx="479">
                  <c:v>1460.0</c:v>
                </c:pt>
                <c:pt idx="480">
                  <c:v>1462.0</c:v>
                </c:pt>
                <c:pt idx="481">
                  <c:v>1464.0</c:v>
                </c:pt>
                <c:pt idx="482">
                  <c:v>1466.0</c:v>
                </c:pt>
                <c:pt idx="483">
                  <c:v>1468.0</c:v>
                </c:pt>
                <c:pt idx="484">
                  <c:v>1470.0</c:v>
                </c:pt>
                <c:pt idx="485">
                  <c:v>1472.0</c:v>
                </c:pt>
                <c:pt idx="486">
                  <c:v>1474.0</c:v>
                </c:pt>
                <c:pt idx="487">
                  <c:v>1476.0</c:v>
                </c:pt>
                <c:pt idx="488">
                  <c:v>1478.0</c:v>
                </c:pt>
                <c:pt idx="489">
                  <c:v>1480.0</c:v>
                </c:pt>
                <c:pt idx="490">
                  <c:v>1482.0</c:v>
                </c:pt>
                <c:pt idx="491">
                  <c:v>1484.0</c:v>
                </c:pt>
                <c:pt idx="492">
                  <c:v>1486.0</c:v>
                </c:pt>
                <c:pt idx="493">
                  <c:v>1488.0</c:v>
                </c:pt>
                <c:pt idx="494">
                  <c:v>1490.0</c:v>
                </c:pt>
                <c:pt idx="495">
                  <c:v>1492.0</c:v>
                </c:pt>
                <c:pt idx="496">
                  <c:v>1494.0</c:v>
                </c:pt>
                <c:pt idx="497">
                  <c:v>1496.0</c:v>
                </c:pt>
                <c:pt idx="498">
                  <c:v>1498.0</c:v>
                </c:pt>
                <c:pt idx="499">
                  <c:v>1500.0</c:v>
                </c:pt>
                <c:pt idx="500">
                  <c:v>1501.0</c:v>
                </c:pt>
                <c:pt idx="501">
                  <c:v>1502.0</c:v>
                </c:pt>
                <c:pt idx="502">
                  <c:v>1503.0</c:v>
                </c:pt>
                <c:pt idx="503">
                  <c:v>1504.0</c:v>
                </c:pt>
                <c:pt idx="504">
                  <c:v>1505.0</c:v>
                </c:pt>
                <c:pt idx="505">
                  <c:v>1506.0</c:v>
                </c:pt>
                <c:pt idx="506">
                  <c:v>1507.0</c:v>
                </c:pt>
                <c:pt idx="507">
                  <c:v>1508.0</c:v>
                </c:pt>
                <c:pt idx="508">
                  <c:v>1509.0</c:v>
                </c:pt>
                <c:pt idx="509">
                  <c:v>1510.0</c:v>
                </c:pt>
                <c:pt idx="510">
                  <c:v>1511.0</c:v>
                </c:pt>
                <c:pt idx="511">
                  <c:v>1512.0</c:v>
                </c:pt>
                <c:pt idx="512">
                  <c:v>1513.0</c:v>
                </c:pt>
                <c:pt idx="513">
                  <c:v>1514.0</c:v>
                </c:pt>
                <c:pt idx="514">
                  <c:v>1515.0</c:v>
                </c:pt>
                <c:pt idx="515">
                  <c:v>1516.0</c:v>
                </c:pt>
                <c:pt idx="516">
                  <c:v>1517.0</c:v>
                </c:pt>
                <c:pt idx="517">
                  <c:v>1518.0</c:v>
                </c:pt>
                <c:pt idx="518">
                  <c:v>1519.0</c:v>
                </c:pt>
                <c:pt idx="519">
                  <c:v>1520.0</c:v>
                </c:pt>
                <c:pt idx="520">
                  <c:v>1521.0</c:v>
                </c:pt>
                <c:pt idx="521">
                  <c:v>1522.0</c:v>
                </c:pt>
                <c:pt idx="522">
                  <c:v>1523.0</c:v>
                </c:pt>
                <c:pt idx="523">
                  <c:v>1524.0</c:v>
                </c:pt>
                <c:pt idx="524">
                  <c:v>1525.0</c:v>
                </c:pt>
                <c:pt idx="525">
                  <c:v>1526.0</c:v>
                </c:pt>
                <c:pt idx="526">
                  <c:v>1527.0</c:v>
                </c:pt>
                <c:pt idx="527">
                  <c:v>1528.0</c:v>
                </c:pt>
                <c:pt idx="528">
                  <c:v>1529.0</c:v>
                </c:pt>
                <c:pt idx="529">
                  <c:v>1530.0</c:v>
                </c:pt>
                <c:pt idx="530">
                  <c:v>1531.0</c:v>
                </c:pt>
                <c:pt idx="531">
                  <c:v>1532.0</c:v>
                </c:pt>
                <c:pt idx="532">
                  <c:v>1533.0</c:v>
                </c:pt>
                <c:pt idx="533">
                  <c:v>1534.0</c:v>
                </c:pt>
                <c:pt idx="534">
                  <c:v>1535.0</c:v>
                </c:pt>
                <c:pt idx="535">
                  <c:v>1536.0</c:v>
                </c:pt>
                <c:pt idx="536">
                  <c:v>1537.0</c:v>
                </c:pt>
                <c:pt idx="537">
                  <c:v>1538.0</c:v>
                </c:pt>
                <c:pt idx="538">
                  <c:v>1539.0</c:v>
                </c:pt>
                <c:pt idx="539">
                  <c:v>1540.0</c:v>
                </c:pt>
                <c:pt idx="540">
                  <c:v>1541.0</c:v>
                </c:pt>
                <c:pt idx="541">
                  <c:v>1542.0</c:v>
                </c:pt>
                <c:pt idx="542">
                  <c:v>1543.0</c:v>
                </c:pt>
                <c:pt idx="543">
                  <c:v>1544.0</c:v>
                </c:pt>
                <c:pt idx="544">
                  <c:v>1545.0</c:v>
                </c:pt>
                <c:pt idx="545">
                  <c:v>1546.0</c:v>
                </c:pt>
                <c:pt idx="546">
                  <c:v>1547.0</c:v>
                </c:pt>
                <c:pt idx="547">
                  <c:v>1548.0</c:v>
                </c:pt>
                <c:pt idx="548">
                  <c:v>1549.0</c:v>
                </c:pt>
                <c:pt idx="549">
                  <c:v>1550.0</c:v>
                </c:pt>
                <c:pt idx="550">
                  <c:v>1551.0</c:v>
                </c:pt>
                <c:pt idx="551">
                  <c:v>1552.0</c:v>
                </c:pt>
                <c:pt idx="552">
                  <c:v>1553.0</c:v>
                </c:pt>
                <c:pt idx="553">
                  <c:v>1554.0</c:v>
                </c:pt>
                <c:pt idx="554">
                  <c:v>1555.0</c:v>
                </c:pt>
                <c:pt idx="555">
                  <c:v>1556.0</c:v>
                </c:pt>
                <c:pt idx="556">
                  <c:v>1557.0</c:v>
                </c:pt>
                <c:pt idx="557">
                  <c:v>1558.0</c:v>
                </c:pt>
                <c:pt idx="558">
                  <c:v>1559.0</c:v>
                </c:pt>
                <c:pt idx="559">
                  <c:v>1560.0</c:v>
                </c:pt>
                <c:pt idx="560">
                  <c:v>1561.0</c:v>
                </c:pt>
                <c:pt idx="561">
                  <c:v>1562.0</c:v>
                </c:pt>
                <c:pt idx="562">
                  <c:v>1563.0</c:v>
                </c:pt>
                <c:pt idx="563">
                  <c:v>1564.0</c:v>
                </c:pt>
                <c:pt idx="564">
                  <c:v>1565.0</c:v>
                </c:pt>
                <c:pt idx="565">
                  <c:v>1566.0</c:v>
                </c:pt>
                <c:pt idx="566">
                  <c:v>1567.0</c:v>
                </c:pt>
                <c:pt idx="567">
                  <c:v>1568.0</c:v>
                </c:pt>
                <c:pt idx="568">
                  <c:v>1569.0</c:v>
                </c:pt>
                <c:pt idx="569">
                  <c:v>1570.0</c:v>
                </c:pt>
                <c:pt idx="570">
                  <c:v>1571.0</c:v>
                </c:pt>
                <c:pt idx="571">
                  <c:v>1572.0</c:v>
                </c:pt>
                <c:pt idx="572">
                  <c:v>1573.0</c:v>
                </c:pt>
                <c:pt idx="573">
                  <c:v>1574.0</c:v>
                </c:pt>
                <c:pt idx="574">
                  <c:v>1575.0</c:v>
                </c:pt>
                <c:pt idx="575">
                  <c:v>1576.0</c:v>
                </c:pt>
                <c:pt idx="576">
                  <c:v>1577.0</c:v>
                </c:pt>
                <c:pt idx="577">
                  <c:v>1578.0</c:v>
                </c:pt>
                <c:pt idx="578">
                  <c:v>1579.0</c:v>
                </c:pt>
                <c:pt idx="579">
                  <c:v>1580.0</c:v>
                </c:pt>
                <c:pt idx="580">
                  <c:v>1581.0</c:v>
                </c:pt>
                <c:pt idx="581">
                  <c:v>1582.0</c:v>
                </c:pt>
                <c:pt idx="582">
                  <c:v>1583.0</c:v>
                </c:pt>
                <c:pt idx="583">
                  <c:v>1584.0</c:v>
                </c:pt>
                <c:pt idx="584">
                  <c:v>1585.0</c:v>
                </c:pt>
                <c:pt idx="585">
                  <c:v>1586.0</c:v>
                </c:pt>
                <c:pt idx="586">
                  <c:v>1587.0</c:v>
                </c:pt>
                <c:pt idx="587">
                  <c:v>1588.0</c:v>
                </c:pt>
                <c:pt idx="588">
                  <c:v>1589.0</c:v>
                </c:pt>
                <c:pt idx="589">
                  <c:v>1590.0</c:v>
                </c:pt>
                <c:pt idx="590">
                  <c:v>1591.0</c:v>
                </c:pt>
                <c:pt idx="591">
                  <c:v>1592.0</c:v>
                </c:pt>
                <c:pt idx="592">
                  <c:v>1593.0</c:v>
                </c:pt>
                <c:pt idx="593">
                  <c:v>1594.0</c:v>
                </c:pt>
                <c:pt idx="594">
                  <c:v>1595.0</c:v>
                </c:pt>
                <c:pt idx="595">
                  <c:v>1596.0</c:v>
                </c:pt>
                <c:pt idx="596">
                  <c:v>1597.0</c:v>
                </c:pt>
                <c:pt idx="597">
                  <c:v>1598.0</c:v>
                </c:pt>
                <c:pt idx="598">
                  <c:v>1599.0</c:v>
                </c:pt>
                <c:pt idx="599">
                  <c:v>1600.0</c:v>
                </c:pt>
                <c:pt idx="600">
                  <c:v>1601.0</c:v>
                </c:pt>
                <c:pt idx="601">
                  <c:v>1602.0</c:v>
                </c:pt>
                <c:pt idx="602">
                  <c:v>1603.0</c:v>
                </c:pt>
                <c:pt idx="603">
                  <c:v>1604.0</c:v>
                </c:pt>
                <c:pt idx="604">
                  <c:v>1605.0</c:v>
                </c:pt>
                <c:pt idx="605">
                  <c:v>1606.0</c:v>
                </c:pt>
                <c:pt idx="606">
                  <c:v>1607.0</c:v>
                </c:pt>
                <c:pt idx="607">
                  <c:v>1608.0</c:v>
                </c:pt>
                <c:pt idx="608">
                  <c:v>1609.0</c:v>
                </c:pt>
                <c:pt idx="609">
                  <c:v>1610.0</c:v>
                </c:pt>
                <c:pt idx="610">
                  <c:v>1611.0</c:v>
                </c:pt>
                <c:pt idx="611">
                  <c:v>1612.0</c:v>
                </c:pt>
                <c:pt idx="612">
                  <c:v>1613.0</c:v>
                </c:pt>
                <c:pt idx="613">
                  <c:v>1614.0</c:v>
                </c:pt>
                <c:pt idx="614">
                  <c:v>1615.0</c:v>
                </c:pt>
                <c:pt idx="615">
                  <c:v>1616.0</c:v>
                </c:pt>
                <c:pt idx="616">
                  <c:v>1617.0</c:v>
                </c:pt>
                <c:pt idx="617">
                  <c:v>1618.0</c:v>
                </c:pt>
                <c:pt idx="618">
                  <c:v>1619.0</c:v>
                </c:pt>
                <c:pt idx="619">
                  <c:v>1620.0</c:v>
                </c:pt>
                <c:pt idx="620">
                  <c:v>1621.0</c:v>
                </c:pt>
                <c:pt idx="621">
                  <c:v>1622.0</c:v>
                </c:pt>
                <c:pt idx="622">
                  <c:v>1623.0</c:v>
                </c:pt>
                <c:pt idx="623">
                  <c:v>1624.0</c:v>
                </c:pt>
                <c:pt idx="624">
                  <c:v>1625.0</c:v>
                </c:pt>
                <c:pt idx="625">
                  <c:v>1626.0</c:v>
                </c:pt>
                <c:pt idx="626">
                  <c:v>1627.0</c:v>
                </c:pt>
                <c:pt idx="627">
                  <c:v>1628.0</c:v>
                </c:pt>
                <c:pt idx="628">
                  <c:v>1629.0</c:v>
                </c:pt>
                <c:pt idx="629">
                  <c:v>1630.0</c:v>
                </c:pt>
                <c:pt idx="630">
                  <c:v>1631.0</c:v>
                </c:pt>
                <c:pt idx="631">
                  <c:v>1632.0</c:v>
                </c:pt>
                <c:pt idx="632">
                  <c:v>1633.0</c:v>
                </c:pt>
                <c:pt idx="633">
                  <c:v>1634.0</c:v>
                </c:pt>
                <c:pt idx="634">
                  <c:v>1635.0</c:v>
                </c:pt>
                <c:pt idx="635">
                  <c:v>1636.0</c:v>
                </c:pt>
                <c:pt idx="636">
                  <c:v>1637.0</c:v>
                </c:pt>
                <c:pt idx="637">
                  <c:v>1638.0</c:v>
                </c:pt>
                <c:pt idx="638">
                  <c:v>1639.0</c:v>
                </c:pt>
                <c:pt idx="639">
                  <c:v>1640.0</c:v>
                </c:pt>
                <c:pt idx="640">
                  <c:v>1641.0</c:v>
                </c:pt>
                <c:pt idx="641">
                  <c:v>1642.0</c:v>
                </c:pt>
                <c:pt idx="642">
                  <c:v>1643.0</c:v>
                </c:pt>
                <c:pt idx="643">
                  <c:v>1644.0</c:v>
                </c:pt>
                <c:pt idx="644">
                  <c:v>1645.0</c:v>
                </c:pt>
                <c:pt idx="645">
                  <c:v>1646.0</c:v>
                </c:pt>
                <c:pt idx="646">
                  <c:v>1647.0</c:v>
                </c:pt>
                <c:pt idx="647">
                  <c:v>1648.0</c:v>
                </c:pt>
                <c:pt idx="648">
                  <c:v>1649.0</c:v>
                </c:pt>
                <c:pt idx="649">
                  <c:v>1650.0</c:v>
                </c:pt>
                <c:pt idx="650">
                  <c:v>1651.0</c:v>
                </c:pt>
                <c:pt idx="651">
                  <c:v>1652.0</c:v>
                </c:pt>
                <c:pt idx="652">
                  <c:v>1653.0</c:v>
                </c:pt>
                <c:pt idx="653">
                  <c:v>1654.0</c:v>
                </c:pt>
                <c:pt idx="654">
                  <c:v>1655.0</c:v>
                </c:pt>
                <c:pt idx="655">
                  <c:v>1656.0</c:v>
                </c:pt>
                <c:pt idx="656">
                  <c:v>1657.0</c:v>
                </c:pt>
                <c:pt idx="657">
                  <c:v>1658.0</c:v>
                </c:pt>
                <c:pt idx="658">
                  <c:v>1659.0</c:v>
                </c:pt>
                <c:pt idx="659">
                  <c:v>1660.0</c:v>
                </c:pt>
                <c:pt idx="660">
                  <c:v>1661.0</c:v>
                </c:pt>
                <c:pt idx="661">
                  <c:v>1662.0</c:v>
                </c:pt>
                <c:pt idx="662">
                  <c:v>1663.0</c:v>
                </c:pt>
                <c:pt idx="663">
                  <c:v>1664.0</c:v>
                </c:pt>
                <c:pt idx="664">
                  <c:v>1665.0</c:v>
                </c:pt>
                <c:pt idx="665">
                  <c:v>1666.0</c:v>
                </c:pt>
                <c:pt idx="666">
                  <c:v>1667.0</c:v>
                </c:pt>
                <c:pt idx="667">
                  <c:v>1668.0</c:v>
                </c:pt>
                <c:pt idx="668">
                  <c:v>1669.0</c:v>
                </c:pt>
                <c:pt idx="669">
                  <c:v>1670.0</c:v>
                </c:pt>
                <c:pt idx="670">
                  <c:v>1671.0</c:v>
                </c:pt>
                <c:pt idx="671">
                  <c:v>1672.0</c:v>
                </c:pt>
                <c:pt idx="672">
                  <c:v>1673.0</c:v>
                </c:pt>
                <c:pt idx="673">
                  <c:v>1674.0</c:v>
                </c:pt>
                <c:pt idx="674">
                  <c:v>1675.0</c:v>
                </c:pt>
                <c:pt idx="675">
                  <c:v>1676.0</c:v>
                </c:pt>
                <c:pt idx="676">
                  <c:v>1677.0</c:v>
                </c:pt>
                <c:pt idx="677">
                  <c:v>1678.0</c:v>
                </c:pt>
                <c:pt idx="678">
                  <c:v>1679.0</c:v>
                </c:pt>
                <c:pt idx="679">
                  <c:v>1680.0</c:v>
                </c:pt>
                <c:pt idx="680">
                  <c:v>1681.0</c:v>
                </c:pt>
                <c:pt idx="681">
                  <c:v>1682.0</c:v>
                </c:pt>
                <c:pt idx="682">
                  <c:v>1683.0</c:v>
                </c:pt>
                <c:pt idx="683">
                  <c:v>1684.0</c:v>
                </c:pt>
                <c:pt idx="684">
                  <c:v>1685.0</c:v>
                </c:pt>
                <c:pt idx="685">
                  <c:v>1686.0</c:v>
                </c:pt>
                <c:pt idx="686">
                  <c:v>1687.0</c:v>
                </c:pt>
                <c:pt idx="687">
                  <c:v>1688.0</c:v>
                </c:pt>
                <c:pt idx="688">
                  <c:v>1689.0</c:v>
                </c:pt>
                <c:pt idx="689">
                  <c:v>1690.0</c:v>
                </c:pt>
                <c:pt idx="690">
                  <c:v>1691.0</c:v>
                </c:pt>
                <c:pt idx="691">
                  <c:v>1692.0</c:v>
                </c:pt>
                <c:pt idx="692">
                  <c:v>1693.0</c:v>
                </c:pt>
                <c:pt idx="693">
                  <c:v>1694.0</c:v>
                </c:pt>
                <c:pt idx="694">
                  <c:v>1695.0</c:v>
                </c:pt>
                <c:pt idx="695">
                  <c:v>1696.0</c:v>
                </c:pt>
                <c:pt idx="696">
                  <c:v>1697.0</c:v>
                </c:pt>
                <c:pt idx="697">
                  <c:v>1698.0</c:v>
                </c:pt>
                <c:pt idx="698">
                  <c:v>1699.0</c:v>
                </c:pt>
                <c:pt idx="699">
                  <c:v>1700.0</c:v>
                </c:pt>
                <c:pt idx="700">
                  <c:v>1701.0</c:v>
                </c:pt>
                <c:pt idx="701">
                  <c:v>1702.0</c:v>
                </c:pt>
                <c:pt idx="702">
                  <c:v>1703.0</c:v>
                </c:pt>
                <c:pt idx="703">
                  <c:v>1704.0</c:v>
                </c:pt>
                <c:pt idx="704">
                  <c:v>1705.0</c:v>
                </c:pt>
                <c:pt idx="705">
                  <c:v>1706.0</c:v>
                </c:pt>
                <c:pt idx="706">
                  <c:v>1707.0</c:v>
                </c:pt>
                <c:pt idx="707">
                  <c:v>1708.0</c:v>
                </c:pt>
                <c:pt idx="708">
                  <c:v>1709.0</c:v>
                </c:pt>
                <c:pt idx="709">
                  <c:v>1710.0</c:v>
                </c:pt>
                <c:pt idx="710">
                  <c:v>1711.0</c:v>
                </c:pt>
                <c:pt idx="711">
                  <c:v>1712.0</c:v>
                </c:pt>
                <c:pt idx="712">
                  <c:v>1713.0</c:v>
                </c:pt>
                <c:pt idx="713">
                  <c:v>1714.0</c:v>
                </c:pt>
                <c:pt idx="714">
                  <c:v>1715.0</c:v>
                </c:pt>
                <c:pt idx="715">
                  <c:v>1716.0</c:v>
                </c:pt>
                <c:pt idx="716">
                  <c:v>1717.0</c:v>
                </c:pt>
                <c:pt idx="717">
                  <c:v>1718.0</c:v>
                </c:pt>
                <c:pt idx="718">
                  <c:v>1719.0</c:v>
                </c:pt>
                <c:pt idx="719">
                  <c:v>1720.0</c:v>
                </c:pt>
                <c:pt idx="720">
                  <c:v>1721.0</c:v>
                </c:pt>
                <c:pt idx="721">
                  <c:v>1722.0</c:v>
                </c:pt>
                <c:pt idx="722">
                  <c:v>1723.0</c:v>
                </c:pt>
                <c:pt idx="723">
                  <c:v>1724.0</c:v>
                </c:pt>
                <c:pt idx="724">
                  <c:v>1725.0</c:v>
                </c:pt>
                <c:pt idx="725">
                  <c:v>1726.0</c:v>
                </c:pt>
                <c:pt idx="726">
                  <c:v>1727.0</c:v>
                </c:pt>
                <c:pt idx="727">
                  <c:v>1728.0</c:v>
                </c:pt>
                <c:pt idx="728">
                  <c:v>1729.0</c:v>
                </c:pt>
                <c:pt idx="729">
                  <c:v>1730.0</c:v>
                </c:pt>
                <c:pt idx="730">
                  <c:v>1731.0</c:v>
                </c:pt>
                <c:pt idx="731">
                  <c:v>1732.0</c:v>
                </c:pt>
                <c:pt idx="732">
                  <c:v>1733.0</c:v>
                </c:pt>
                <c:pt idx="733">
                  <c:v>1734.0</c:v>
                </c:pt>
                <c:pt idx="734">
                  <c:v>1735.0</c:v>
                </c:pt>
                <c:pt idx="735">
                  <c:v>1736.0</c:v>
                </c:pt>
                <c:pt idx="736">
                  <c:v>1737.0</c:v>
                </c:pt>
                <c:pt idx="737">
                  <c:v>1738.0</c:v>
                </c:pt>
                <c:pt idx="738">
                  <c:v>1739.0</c:v>
                </c:pt>
                <c:pt idx="739">
                  <c:v>1740.0</c:v>
                </c:pt>
                <c:pt idx="740">
                  <c:v>1741.0</c:v>
                </c:pt>
                <c:pt idx="741">
                  <c:v>1742.0</c:v>
                </c:pt>
                <c:pt idx="742">
                  <c:v>1743.0</c:v>
                </c:pt>
                <c:pt idx="743">
                  <c:v>1744.0</c:v>
                </c:pt>
                <c:pt idx="744">
                  <c:v>1745.0</c:v>
                </c:pt>
                <c:pt idx="745">
                  <c:v>1746.0</c:v>
                </c:pt>
                <c:pt idx="746">
                  <c:v>1747.0</c:v>
                </c:pt>
                <c:pt idx="747">
                  <c:v>1748.0</c:v>
                </c:pt>
                <c:pt idx="748">
                  <c:v>1749.0</c:v>
                </c:pt>
                <c:pt idx="749">
                  <c:v>1750.0</c:v>
                </c:pt>
                <c:pt idx="750">
                  <c:v>1751.0</c:v>
                </c:pt>
                <c:pt idx="751">
                  <c:v>1752.0</c:v>
                </c:pt>
                <c:pt idx="752">
                  <c:v>1753.0</c:v>
                </c:pt>
                <c:pt idx="753">
                  <c:v>1754.0</c:v>
                </c:pt>
                <c:pt idx="754">
                  <c:v>1755.0</c:v>
                </c:pt>
                <c:pt idx="755">
                  <c:v>1756.0</c:v>
                </c:pt>
                <c:pt idx="756">
                  <c:v>1757.0</c:v>
                </c:pt>
                <c:pt idx="757">
                  <c:v>1758.0</c:v>
                </c:pt>
                <c:pt idx="758">
                  <c:v>1759.0</c:v>
                </c:pt>
                <c:pt idx="759">
                  <c:v>1760.0</c:v>
                </c:pt>
                <c:pt idx="760">
                  <c:v>1761.0</c:v>
                </c:pt>
                <c:pt idx="761">
                  <c:v>1762.0</c:v>
                </c:pt>
                <c:pt idx="762">
                  <c:v>1763.0</c:v>
                </c:pt>
                <c:pt idx="763">
                  <c:v>1764.0</c:v>
                </c:pt>
                <c:pt idx="764">
                  <c:v>1765.0</c:v>
                </c:pt>
                <c:pt idx="765">
                  <c:v>1766.0</c:v>
                </c:pt>
                <c:pt idx="766">
                  <c:v>1767.0</c:v>
                </c:pt>
                <c:pt idx="767">
                  <c:v>1768.0</c:v>
                </c:pt>
                <c:pt idx="768">
                  <c:v>1769.0</c:v>
                </c:pt>
                <c:pt idx="769">
                  <c:v>1770.0</c:v>
                </c:pt>
                <c:pt idx="770">
                  <c:v>1771.0</c:v>
                </c:pt>
                <c:pt idx="771">
                  <c:v>1772.0</c:v>
                </c:pt>
                <c:pt idx="772">
                  <c:v>1773.0</c:v>
                </c:pt>
                <c:pt idx="773">
                  <c:v>1774.0</c:v>
                </c:pt>
                <c:pt idx="774">
                  <c:v>1775.0</c:v>
                </c:pt>
                <c:pt idx="775">
                  <c:v>1776.0</c:v>
                </c:pt>
                <c:pt idx="776">
                  <c:v>1777.0</c:v>
                </c:pt>
                <c:pt idx="777">
                  <c:v>1778.0</c:v>
                </c:pt>
                <c:pt idx="778">
                  <c:v>1779.0</c:v>
                </c:pt>
                <c:pt idx="779">
                  <c:v>1780.0</c:v>
                </c:pt>
                <c:pt idx="780">
                  <c:v>1781.0</c:v>
                </c:pt>
                <c:pt idx="781">
                  <c:v>1782.0</c:v>
                </c:pt>
                <c:pt idx="782">
                  <c:v>1783.0</c:v>
                </c:pt>
                <c:pt idx="783">
                  <c:v>1784.0</c:v>
                </c:pt>
                <c:pt idx="784">
                  <c:v>1785.0</c:v>
                </c:pt>
                <c:pt idx="785">
                  <c:v>1786.0</c:v>
                </c:pt>
                <c:pt idx="786">
                  <c:v>1787.0</c:v>
                </c:pt>
                <c:pt idx="787">
                  <c:v>1788.0</c:v>
                </c:pt>
                <c:pt idx="788">
                  <c:v>1789.0</c:v>
                </c:pt>
                <c:pt idx="789">
                  <c:v>1790.0</c:v>
                </c:pt>
                <c:pt idx="790">
                  <c:v>1791.0</c:v>
                </c:pt>
                <c:pt idx="791">
                  <c:v>1792.0</c:v>
                </c:pt>
                <c:pt idx="792">
                  <c:v>1793.0</c:v>
                </c:pt>
                <c:pt idx="793">
                  <c:v>1794.0</c:v>
                </c:pt>
                <c:pt idx="794">
                  <c:v>1795.0</c:v>
                </c:pt>
                <c:pt idx="795">
                  <c:v>1796.0</c:v>
                </c:pt>
                <c:pt idx="796">
                  <c:v>1797.0</c:v>
                </c:pt>
                <c:pt idx="797">
                  <c:v>1798.0</c:v>
                </c:pt>
                <c:pt idx="798">
                  <c:v>1799.0</c:v>
                </c:pt>
                <c:pt idx="799">
                  <c:v>1800.0</c:v>
                </c:pt>
                <c:pt idx="800">
                  <c:v>1801.0</c:v>
                </c:pt>
                <c:pt idx="801">
                  <c:v>1802.0</c:v>
                </c:pt>
                <c:pt idx="802">
                  <c:v>1803.0</c:v>
                </c:pt>
                <c:pt idx="803">
                  <c:v>1804.0</c:v>
                </c:pt>
                <c:pt idx="804">
                  <c:v>1805.0</c:v>
                </c:pt>
                <c:pt idx="805">
                  <c:v>1806.0</c:v>
                </c:pt>
                <c:pt idx="806">
                  <c:v>1807.0</c:v>
                </c:pt>
                <c:pt idx="807">
                  <c:v>1808.0</c:v>
                </c:pt>
                <c:pt idx="808">
                  <c:v>1809.0</c:v>
                </c:pt>
                <c:pt idx="809">
                  <c:v>1810.0</c:v>
                </c:pt>
                <c:pt idx="810">
                  <c:v>1811.0</c:v>
                </c:pt>
                <c:pt idx="811">
                  <c:v>1812.0</c:v>
                </c:pt>
                <c:pt idx="812">
                  <c:v>1813.0</c:v>
                </c:pt>
                <c:pt idx="813">
                  <c:v>1814.0</c:v>
                </c:pt>
                <c:pt idx="814">
                  <c:v>1815.0</c:v>
                </c:pt>
                <c:pt idx="815">
                  <c:v>1816.0</c:v>
                </c:pt>
                <c:pt idx="816">
                  <c:v>1817.0</c:v>
                </c:pt>
                <c:pt idx="817">
                  <c:v>1818.0</c:v>
                </c:pt>
                <c:pt idx="818">
                  <c:v>1819.0</c:v>
                </c:pt>
                <c:pt idx="819">
                  <c:v>1820.0</c:v>
                </c:pt>
                <c:pt idx="820">
                  <c:v>1821.0</c:v>
                </c:pt>
                <c:pt idx="821">
                  <c:v>1822.0</c:v>
                </c:pt>
                <c:pt idx="822">
                  <c:v>1823.0</c:v>
                </c:pt>
                <c:pt idx="823">
                  <c:v>1824.0</c:v>
                </c:pt>
                <c:pt idx="824">
                  <c:v>1825.0</c:v>
                </c:pt>
                <c:pt idx="825">
                  <c:v>1826.0</c:v>
                </c:pt>
                <c:pt idx="826">
                  <c:v>1827.0</c:v>
                </c:pt>
                <c:pt idx="827">
                  <c:v>1828.0</c:v>
                </c:pt>
                <c:pt idx="828">
                  <c:v>1829.0</c:v>
                </c:pt>
                <c:pt idx="829">
                  <c:v>1830.0</c:v>
                </c:pt>
                <c:pt idx="830">
                  <c:v>1831.0</c:v>
                </c:pt>
                <c:pt idx="831">
                  <c:v>1832.0</c:v>
                </c:pt>
                <c:pt idx="832">
                  <c:v>1833.0</c:v>
                </c:pt>
                <c:pt idx="833">
                  <c:v>1834.0</c:v>
                </c:pt>
                <c:pt idx="834">
                  <c:v>1835.0</c:v>
                </c:pt>
                <c:pt idx="835">
                  <c:v>1836.0</c:v>
                </c:pt>
                <c:pt idx="836">
                  <c:v>1837.0</c:v>
                </c:pt>
                <c:pt idx="837">
                  <c:v>1838.0</c:v>
                </c:pt>
                <c:pt idx="838">
                  <c:v>1839.0</c:v>
                </c:pt>
                <c:pt idx="839">
                  <c:v>1840.0</c:v>
                </c:pt>
                <c:pt idx="840">
                  <c:v>1841.0</c:v>
                </c:pt>
                <c:pt idx="841">
                  <c:v>1842.0</c:v>
                </c:pt>
                <c:pt idx="842">
                  <c:v>1843.0</c:v>
                </c:pt>
                <c:pt idx="843">
                  <c:v>1844.0</c:v>
                </c:pt>
                <c:pt idx="844">
                  <c:v>1845.0</c:v>
                </c:pt>
                <c:pt idx="845">
                  <c:v>1846.0</c:v>
                </c:pt>
                <c:pt idx="846">
                  <c:v>1847.0</c:v>
                </c:pt>
                <c:pt idx="847">
                  <c:v>1848.0</c:v>
                </c:pt>
                <c:pt idx="848">
                  <c:v>1849.0</c:v>
                </c:pt>
                <c:pt idx="849">
                  <c:v>1850.0</c:v>
                </c:pt>
                <c:pt idx="850">
                  <c:v>1851.0</c:v>
                </c:pt>
                <c:pt idx="851">
                  <c:v>1852.0</c:v>
                </c:pt>
                <c:pt idx="852">
                  <c:v>1853.0</c:v>
                </c:pt>
                <c:pt idx="853">
                  <c:v>1854.0</c:v>
                </c:pt>
                <c:pt idx="854">
                  <c:v>1855.0</c:v>
                </c:pt>
                <c:pt idx="855">
                  <c:v>1856.0</c:v>
                </c:pt>
                <c:pt idx="856">
                  <c:v>1857.0</c:v>
                </c:pt>
                <c:pt idx="857">
                  <c:v>1858.0</c:v>
                </c:pt>
                <c:pt idx="858">
                  <c:v>1859.0</c:v>
                </c:pt>
                <c:pt idx="859">
                  <c:v>1860.0</c:v>
                </c:pt>
                <c:pt idx="860">
                  <c:v>1861.0</c:v>
                </c:pt>
                <c:pt idx="861">
                  <c:v>1862.0</c:v>
                </c:pt>
                <c:pt idx="862">
                  <c:v>1863.0</c:v>
                </c:pt>
                <c:pt idx="863">
                  <c:v>1864.0</c:v>
                </c:pt>
                <c:pt idx="864">
                  <c:v>1865.0</c:v>
                </c:pt>
                <c:pt idx="865">
                  <c:v>1866.0</c:v>
                </c:pt>
                <c:pt idx="866">
                  <c:v>1867.0</c:v>
                </c:pt>
                <c:pt idx="867">
                  <c:v>1868.0</c:v>
                </c:pt>
                <c:pt idx="868">
                  <c:v>1869.0</c:v>
                </c:pt>
                <c:pt idx="869">
                  <c:v>1870.0</c:v>
                </c:pt>
                <c:pt idx="870">
                  <c:v>1871.0</c:v>
                </c:pt>
                <c:pt idx="871">
                  <c:v>1872.0</c:v>
                </c:pt>
                <c:pt idx="872">
                  <c:v>1873.0</c:v>
                </c:pt>
                <c:pt idx="873">
                  <c:v>1874.0</c:v>
                </c:pt>
                <c:pt idx="874">
                  <c:v>1875.0</c:v>
                </c:pt>
                <c:pt idx="875">
                  <c:v>1876.0</c:v>
                </c:pt>
                <c:pt idx="876">
                  <c:v>1877.0</c:v>
                </c:pt>
                <c:pt idx="877">
                  <c:v>1878.0</c:v>
                </c:pt>
                <c:pt idx="878">
                  <c:v>1879.0</c:v>
                </c:pt>
                <c:pt idx="879">
                  <c:v>1880.0</c:v>
                </c:pt>
                <c:pt idx="880">
                  <c:v>1881.0</c:v>
                </c:pt>
                <c:pt idx="881">
                  <c:v>1882.0</c:v>
                </c:pt>
                <c:pt idx="882">
                  <c:v>1883.0</c:v>
                </c:pt>
                <c:pt idx="883">
                  <c:v>1884.0</c:v>
                </c:pt>
                <c:pt idx="884">
                  <c:v>1885.0</c:v>
                </c:pt>
                <c:pt idx="885">
                  <c:v>1886.0</c:v>
                </c:pt>
                <c:pt idx="886">
                  <c:v>1887.0</c:v>
                </c:pt>
                <c:pt idx="887">
                  <c:v>1888.0</c:v>
                </c:pt>
                <c:pt idx="888">
                  <c:v>1889.0</c:v>
                </c:pt>
                <c:pt idx="889">
                  <c:v>1890.0</c:v>
                </c:pt>
                <c:pt idx="890">
                  <c:v>1891.0</c:v>
                </c:pt>
                <c:pt idx="891">
                  <c:v>1892.0</c:v>
                </c:pt>
                <c:pt idx="892">
                  <c:v>1893.0</c:v>
                </c:pt>
                <c:pt idx="893">
                  <c:v>1894.0</c:v>
                </c:pt>
                <c:pt idx="894">
                  <c:v>1895.0</c:v>
                </c:pt>
                <c:pt idx="895">
                  <c:v>1896.0</c:v>
                </c:pt>
                <c:pt idx="896">
                  <c:v>1897.0</c:v>
                </c:pt>
                <c:pt idx="897">
                  <c:v>1898.0</c:v>
                </c:pt>
                <c:pt idx="898">
                  <c:v>1899.0</c:v>
                </c:pt>
                <c:pt idx="899">
                  <c:v>1900.0</c:v>
                </c:pt>
                <c:pt idx="900">
                  <c:v>1901.0</c:v>
                </c:pt>
                <c:pt idx="901">
                  <c:v>1902.0</c:v>
                </c:pt>
                <c:pt idx="902">
                  <c:v>1903.0</c:v>
                </c:pt>
                <c:pt idx="903">
                  <c:v>1904.0</c:v>
                </c:pt>
                <c:pt idx="904">
                  <c:v>1905.0</c:v>
                </c:pt>
                <c:pt idx="905">
                  <c:v>1906.0</c:v>
                </c:pt>
                <c:pt idx="906">
                  <c:v>1907.0</c:v>
                </c:pt>
                <c:pt idx="907">
                  <c:v>1908.0</c:v>
                </c:pt>
                <c:pt idx="908">
                  <c:v>1909.0</c:v>
                </c:pt>
                <c:pt idx="909">
                  <c:v>1910.0</c:v>
                </c:pt>
                <c:pt idx="910">
                  <c:v>1911.0</c:v>
                </c:pt>
                <c:pt idx="911">
                  <c:v>1912.0</c:v>
                </c:pt>
                <c:pt idx="912">
                  <c:v>1913.0</c:v>
                </c:pt>
                <c:pt idx="913">
                  <c:v>1914.0</c:v>
                </c:pt>
                <c:pt idx="914">
                  <c:v>1915.0</c:v>
                </c:pt>
                <c:pt idx="915">
                  <c:v>1916.0</c:v>
                </c:pt>
                <c:pt idx="916">
                  <c:v>1917.0</c:v>
                </c:pt>
                <c:pt idx="917">
                  <c:v>1918.0</c:v>
                </c:pt>
                <c:pt idx="918">
                  <c:v>1919.0</c:v>
                </c:pt>
                <c:pt idx="919">
                  <c:v>1920.0</c:v>
                </c:pt>
                <c:pt idx="920">
                  <c:v>1921.0</c:v>
                </c:pt>
                <c:pt idx="921">
                  <c:v>1922.0</c:v>
                </c:pt>
                <c:pt idx="922">
                  <c:v>1923.0</c:v>
                </c:pt>
                <c:pt idx="923">
                  <c:v>1924.0</c:v>
                </c:pt>
                <c:pt idx="924">
                  <c:v>1925.0</c:v>
                </c:pt>
                <c:pt idx="925">
                  <c:v>1926.0</c:v>
                </c:pt>
                <c:pt idx="926">
                  <c:v>1927.0</c:v>
                </c:pt>
                <c:pt idx="927">
                  <c:v>1928.0</c:v>
                </c:pt>
                <c:pt idx="928">
                  <c:v>1929.0</c:v>
                </c:pt>
                <c:pt idx="929">
                  <c:v>1930.0</c:v>
                </c:pt>
                <c:pt idx="930">
                  <c:v>1931.0</c:v>
                </c:pt>
                <c:pt idx="931">
                  <c:v>1932.0</c:v>
                </c:pt>
                <c:pt idx="932">
                  <c:v>1933.0</c:v>
                </c:pt>
                <c:pt idx="933">
                  <c:v>1934.0</c:v>
                </c:pt>
                <c:pt idx="934">
                  <c:v>1935.0</c:v>
                </c:pt>
                <c:pt idx="935">
                  <c:v>1936.0</c:v>
                </c:pt>
                <c:pt idx="936">
                  <c:v>1937.0</c:v>
                </c:pt>
                <c:pt idx="937">
                  <c:v>1938.0</c:v>
                </c:pt>
                <c:pt idx="938">
                  <c:v>1939.0</c:v>
                </c:pt>
                <c:pt idx="939">
                  <c:v>1940.0</c:v>
                </c:pt>
                <c:pt idx="940">
                  <c:v>1941.0</c:v>
                </c:pt>
                <c:pt idx="941">
                  <c:v>1942.0</c:v>
                </c:pt>
                <c:pt idx="942">
                  <c:v>1943.0</c:v>
                </c:pt>
                <c:pt idx="943">
                  <c:v>1944.0</c:v>
                </c:pt>
                <c:pt idx="944">
                  <c:v>1945.0</c:v>
                </c:pt>
                <c:pt idx="945">
                  <c:v>1946.0</c:v>
                </c:pt>
                <c:pt idx="946">
                  <c:v>1947.0</c:v>
                </c:pt>
                <c:pt idx="947">
                  <c:v>1948.0</c:v>
                </c:pt>
                <c:pt idx="948">
                  <c:v>1949.0</c:v>
                </c:pt>
                <c:pt idx="949">
                  <c:v>1950.0</c:v>
                </c:pt>
                <c:pt idx="950">
                  <c:v>1951.0</c:v>
                </c:pt>
                <c:pt idx="951">
                  <c:v>1952.0</c:v>
                </c:pt>
                <c:pt idx="952">
                  <c:v>1953.0</c:v>
                </c:pt>
                <c:pt idx="953">
                  <c:v>1954.0</c:v>
                </c:pt>
                <c:pt idx="954">
                  <c:v>1955.0</c:v>
                </c:pt>
                <c:pt idx="955">
                  <c:v>1956.0</c:v>
                </c:pt>
                <c:pt idx="956">
                  <c:v>1957.0</c:v>
                </c:pt>
                <c:pt idx="957">
                  <c:v>1958.0</c:v>
                </c:pt>
                <c:pt idx="958">
                  <c:v>1959.0</c:v>
                </c:pt>
                <c:pt idx="959">
                  <c:v>1960.0</c:v>
                </c:pt>
                <c:pt idx="960">
                  <c:v>1961.0</c:v>
                </c:pt>
                <c:pt idx="961">
                  <c:v>1962.0</c:v>
                </c:pt>
                <c:pt idx="962">
                  <c:v>1963.0</c:v>
                </c:pt>
                <c:pt idx="963">
                  <c:v>1964.0</c:v>
                </c:pt>
                <c:pt idx="964">
                  <c:v>1965.0</c:v>
                </c:pt>
                <c:pt idx="965">
                  <c:v>1966.0</c:v>
                </c:pt>
                <c:pt idx="966">
                  <c:v>1967.0</c:v>
                </c:pt>
                <c:pt idx="967">
                  <c:v>1968.0</c:v>
                </c:pt>
                <c:pt idx="968">
                  <c:v>1969.0</c:v>
                </c:pt>
                <c:pt idx="969">
                  <c:v>1970.0</c:v>
                </c:pt>
                <c:pt idx="970">
                  <c:v>1971.0</c:v>
                </c:pt>
                <c:pt idx="971">
                  <c:v>1972.0</c:v>
                </c:pt>
                <c:pt idx="972">
                  <c:v>1973.0</c:v>
                </c:pt>
                <c:pt idx="973">
                  <c:v>1974.0</c:v>
                </c:pt>
                <c:pt idx="974">
                  <c:v>1975.0</c:v>
                </c:pt>
                <c:pt idx="975">
                  <c:v>1976.0</c:v>
                </c:pt>
                <c:pt idx="976">
                  <c:v>1977.0</c:v>
                </c:pt>
                <c:pt idx="977">
                  <c:v>1978.0</c:v>
                </c:pt>
                <c:pt idx="978">
                  <c:v>1979.0</c:v>
                </c:pt>
                <c:pt idx="979">
                  <c:v>1980.0</c:v>
                </c:pt>
                <c:pt idx="980">
                  <c:v>1981.0</c:v>
                </c:pt>
                <c:pt idx="981">
                  <c:v>1982.0</c:v>
                </c:pt>
                <c:pt idx="982">
                  <c:v>1983.0</c:v>
                </c:pt>
                <c:pt idx="983">
                  <c:v>1984.0</c:v>
                </c:pt>
                <c:pt idx="984">
                  <c:v>1985.0</c:v>
                </c:pt>
                <c:pt idx="985">
                  <c:v>1986.0</c:v>
                </c:pt>
                <c:pt idx="986">
                  <c:v>1987.0</c:v>
                </c:pt>
                <c:pt idx="987">
                  <c:v>1988.0</c:v>
                </c:pt>
                <c:pt idx="988">
                  <c:v>1989.0</c:v>
                </c:pt>
                <c:pt idx="989">
                  <c:v>1990.0</c:v>
                </c:pt>
                <c:pt idx="990">
                  <c:v>1991.0</c:v>
                </c:pt>
                <c:pt idx="991">
                  <c:v>1992.0</c:v>
                </c:pt>
                <c:pt idx="992">
                  <c:v>1993.0</c:v>
                </c:pt>
                <c:pt idx="993">
                  <c:v>1994.0</c:v>
                </c:pt>
                <c:pt idx="994">
                  <c:v>1995.0</c:v>
                </c:pt>
                <c:pt idx="995">
                  <c:v>1996.0</c:v>
                </c:pt>
                <c:pt idx="996">
                  <c:v>1997.0</c:v>
                </c:pt>
                <c:pt idx="997">
                  <c:v>1998.0</c:v>
                </c:pt>
                <c:pt idx="998">
                  <c:v>1999.0</c:v>
                </c:pt>
                <c:pt idx="999">
                  <c:v>2000.0</c:v>
                </c:pt>
              </c:numCache>
            </c:numRef>
          </c:xVal>
          <c:yVal>
            <c:numRef>
              <c:f>Sheet1!$B$2:$B$1001</c:f>
              <c:numCache>
                <c:formatCode>General</c:formatCode>
                <c:ptCount val="1000"/>
                <c:pt idx="0">
                  <c:v>0.015684526</c:v>
                </c:pt>
                <c:pt idx="1">
                  <c:v>0.0041406621</c:v>
                </c:pt>
                <c:pt idx="2">
                  <c:v>0.001403278</c:v>
                </c:pt>
                <c:pt idx="3">
                  <c:v>0.00086522253</c:v>
                </c:pt>
                <c:pt idx="4">
                  <c:v>0.00068800282</c:v>
                </c:pt>
                <c:pt idx="5">
                  <c:v>0.0006235579</c:v>
                </c:pt>
                <c:pt idx="6">
                  <c:v>0.0006178916</c:v>
                </c:pt>
                <c:pt idx="7">
                  <c:v>0.0006113686</c:v>
                </c:pt>
                <c:pt idx="8">
                  <c:v>0.00057987892</c:v>
                </c:pt>
                <c:pt idx="9">
                  <c:v>0.00054676665</c:v>
                </c:pt>
                <c:pt idx="10">
                  <c:v>0.00054422415</c:v>
                </c:pt>
                <c:pt idx="11">
                  <c:v>0.00059113441</c:v>
                </c:pt>
                <c:pt idx="12">
                  <c:v>0.00061138643</c:v>
                </c:pt>
                <c:pt idx="13">
                  <c:v>0.00050775152</c:v>
                </c:pt>
                <c:pt idx="14">
                  <c:v>0.00042470897</c:v>
                </c:pt>
                <c:pt idx="15">
                  <c:v>0.00037665675</c:v>
                </c:pt>
                <c:pt idx="16">
                  <c:v>0.00034205017</c:v>
                </c:pt>
                <c:pt idx="17">
                  <c:v>0.00030796946</c:v>
                </c:pt>
                <c:pt idx="18">
                  <c:v>0.00029779463</c:v>
                </c:pt>
                <c:pt idx="19">
                  <c:v>0.00030468166</c:v>
                </c:pt>
                <c:pt idx="20">
                  <c:v>0.00031549364</c:v>
                </c:pt>
                <c:pt idx="21">
                  <c:v>0.00032769776</c:v>
                </c:pt>
                <c:pt idx="22">
                  <c:v>0.0003357955</c:v>
                </c:pt>
                <c:pt idx="23">
                  <c:v>0.0003224688</c:v>
                </c:pt>
                <c:pt idx="24">
                  <c:v>0.00029623197</c:v>
                </c:pt>
                <c:pt idx="25">
                  <c:v>0.00028276279</c:v>
                </c:pt>
                <c:pt idx="26">
                  <c:v>0.00025778603</c:v>
                </c:pt>
                <c:pt idx="27">
                  <c:v>0.00023082651</c:v>
                </c:pt>
                <c:pt idx="28">
                  <c:v>0.00022691299</c:v>
                </c:pt>
                <c:pt idx="29">
                  <c:v>0.00022985277</c:v>
                </c:pt>
                <c:pt idx="30">
                  <c:v>0.00023230084</c:v>
                </c:pt>
                <c:pt idx="31">
                  <c:v>0.00023955718</c:v>
                </c:pt>
                <c:pt idx="32">
                  <c:v>0.00023186056</c:v>
                </c:pt>
                <c:pt idx="33">
                  <c:v>0.00023430884</c:v>
                </c:pt>
                <c:pt idx="34">
                  <c:v>0.00024567711</c:v>
                </c:pt>
                <c:pt idx="35">
                  <c:v>0.00024173641</c:v>
                </c:pt>
                <c:pt idx="36">
                  <c:v>0.00024604974</c:v>
                </c:pt>
                <c:pt idx="37">
                  <c:v>0.00024437774</c:v>
                </c:pt>
                <c:pt idx="38">
                  <c:v>0.00024475988</c:v>
                </c:pt>
                <c:pt idx="39">
                  <c:v>0.00022994267</c:v>
                </c:pt>
                <c:pt idx="40">
                  <c:v>0.00022556892</c:v>
                </c:pt>
                <c:pt idx="41">
                  <c:v>0.00021636919</c:v>
                </c:pt>
                <c:pt idx="42">
                  <c:v>0.00021045033</c:v>
                </c:pt>
                <c:pt idx="43">
                  <c:v>0.00020323315</c:v>
                </c:pt>
                <c:pt idx="44">
                  <c:v>0.00019561687</c:v>
                </c:pt>
                <c:pt idx="45">
                  <c:v>0.00019092379</c:v>
                </c:pt>
                <c:pt idx="46">
                  <c:v>0.00018464075</c:v>
                </c:pt>
                <c:pt idx="47">
                  <c:v>0.00018320597</c:v>
                </c:pt>
                <c:pt idx="48">
                  <c:v>0.00018706566</c:v>
                </c:pt>
                <c:pt idx="49">
                  <c:v>0.00019704568</c:v>
                </c:pt>
                <c:pt idx="50">
                  <c:v>0.00021079767</c:v>
                </c:pt>
                <c:pt idx="51">
                  <c:v>0.00022561338</c:v>
                </c:pt>
                <c:pt idx="52">
                  <c:v>0.00023392124</c:v>
                </c:pt>
                <c:pt idx="53">
                  <c:v>0.00023421247</c:v>
                </c:pt>
                <c:pt idx="54">
                  <c:v>0.00023787854</c:v>
                </c:pt>
                <c:pt idx="55">
                  <c:v>0.00024605557</c:v>
                </c:pt>
                <c:pt idx="56">
                  <c:v>0.00024889418</c:v>
                </c:pt>
                <c:pt idx="57">
                  <c:v>0.00025733251</c:v>
                </c:pt>
                <c:pt idx="58">
                  <c:v>0.00026618168</c:v>
                </c:pt>
                <c:pt idx="59">
                  <c:v>0.00027415888</c:v>
                </c:pt>
                <c:pt idx="60">
                  <c:v>0.00027316434</c:v>
                </c:pt>
                <c:pt idx="61">
                  <c:v>0.00025452601</c:v>
                </c:pt>
                <c:pt idx="62">
                  <c:v>0.00023817345</c:v>
                </c:pt>
                <c:pt idx="63">
                  <c:v>0.00023914726</c:v>
                </c:pt>
                <c:pt idx="64">
                  <c:v>0.00024024993</c:v>
                </c:pt>
                <c:pt idx="65">
                  <c:v>0.00024516242</c:v>
                </c:pt>
                <c:pt idx="66">
                  <c:v>0.00025854804</c:v>
                </c:pt>
                <c:pt idx="67">
                  <c:v>0.00025341087</c:v>
                </c:pt>
                <c:pt idx="68">
                  <c:v>0.00026156936</c:v>
                </c:pt>
                <c:pt idx="69">
                  <c:v>0.00027532534</c:v>
                </c:pt>
                <c:pt idx="70">
                  <c:v>0.00027692154</c:v>
                </c:pt>
                <c:pt idx="71">
                  <c:v>0.00028695555</c:v>
                </c:pt>
                <c:pt idx="72">
                  <c:v>0.00030066488</c:v>
                </c:pt>
                <c:pt idx="73">
                  <c:v>0.0002997708</c:v>
                </c:pt>
                <c:pt idx="74">
                  <c:v>0.00028919062</c:v>
                </c:pt>
                <c:pt idx="75">
                  <c:v>0.00028815659</c:v>
                </c:pt>
                <c:pt idx="76">
                  <c:v>0.00028537501</c:v>
                </c:pt>
                <c:pt idx="77">
                  <c:v>0.00029589588</c:v>
                </c:pt>
                <c:pt idx="78">
                  <c:v>0.00030767936</c:v>
                </c:pt>
                <c:pt idx="79">
                  <c:v>0.00032759667</c:v>
                </c:pt>
                <c:pt idx="80">
                  <c:v>0.00038747405</c:v>
                </c:pt>
                <c:pt idx="81">
                  <c:v>0.0004652098</c:v>
                </c:pt>
                <c:pt idx="82">
                  <c:v>0.00053038266</c:v>
                </c:pt>
                <c:pt idx="83">
                  <c:v>0.00050400908</c:v>
                </c:pt>
                <c:pt idx="84">
                  <c:v>0.00050678057</c:v>
                </c:pt>
                <c:pt idx="85">
                  <c:v>0.00053796281</c:v>
                </c:pt>
                <c:pt idx="86">
                  <c:v>0.00064818397</c:v>
                </c:pt>
                <c:pt idx="87">
                  <c:v>0.00067999723</c:v>
                </c:pt>
                <c:pt idx="88">
                  <c:v>0.0006465514</c:v>
                </c:pt>
                <c:pt idx="89">
                  <c:v>0.00060863683</c:v>
                </c:pt>
                <c:pt idx="90">
                  <c:v>0.00060089042</c:v>
                </c:pt>
                <c:pt idx="91">
                  <c:v>0.00058422684</c:v>
                </c:pt>
                <c:pt idx="92">
                  <c:v>0.00051028032</c:v>
                </c:pt>
                <c:pt idx="93">
                  <c:v>0.00048150258</c:v>
                </c:pt>
                <c:pt idx="94">
                  <c:v>0.00047109407</c:v>
                </c:pt>
                <c:pt idx="95">
                  <c:v>0.00046867348</c:v>
                </c:pt>
                <c:pt idx="96">
                  <c:v>0.00046721684</c:v>
                </c:pt>
                <c:pt idx="97">
                  <c:v>0.0004507902</c:v>
                </c:pt>
                <c:pt idx="98">
                  <c:v>0.00043516751</c:v>
                </c:pt>
                <c:pt idx="99">
                  <c:v>0.00044656493</c:v>
                </c:pt>
                <c:pt idx="100">
                  <c:v>0.00047242344</c:v>
                </c:pt>
                <c:pt idx="101">
                  <c:v>0.00048806566</c:v>
                </c:pt>
                <c:pt idx="102">
                  <c:v>0.00049990458</c:v>
                </c:pt>
                <c:pt idx="103">
                  <c:v>0.00051486583</c:v>
                </c:pt>
                <c:pt idx="104">
                  <c:v>0.00054825407</c:v>
                </c:pt>
                <c:pt idx="105">
                  <c:v>0.00062595559</c:v>
                </c:pt>
                <c:pt idx="106">
                  <c:v>0.00068083046</c:v>
                </c:pt>
                <c:pt idx="107">
                  <c:v>0.00069283774</c:v>
                </c:pt>
                <c:pt idx="108">
                  <c:v>0.00067673751</c:v>
                </c:pt>
                <c:pt idx="109">
                  <c:v>0.00062646813</c:v>
                </c:pt>
                <c:pt idx="110">
                  <c:v>0.00060611043</c:v>
                </c:pt>
                <c:pt idx="111">
                  <c:v>0.00063644967</c:v>
                </c:pt>
                <c:pt idx="112">
                  <c:v>0.00066784185</c:v>
                </c:pt>
                <c:pt idx="113">
                  <c:v>0.00066012826</c:v>
                </c:pt>
                <c:pt idx="114">
                  <c:v>0.00068354349</c:v>
                </c:pt>
                <c:pt idx="115">
                  <c:v>0.00071957772</c:v>
                </c:pt>
                <c:pt idx="116">
                  <c:v>0.00068778529</c:v>
                </c:pt>
                <c:pt idx="117">
                  <c:v>0.00063286324</c:v>
                </c:pt>
                <c:pt idx="118">
                  <c:v>0.00061434157</c:v>
                </c:pt>
                <c:pt idx="119">
                  <c:v>0.00059412095</c:v>
                </c:pt>
                <c:pt idx="120">
                  <c:v>0.00061464874</c:v>
                </c:pt>
                <c:pt idx="121">
                  <c:v>0.00064314848</c:v>
                </c:pt>
                <c:pt idx="122">
                  <c:v>0.00065579088</c:v>
                </c:pt>
                <c:pt idx="123">
                  <c:v>0.00065023314</c:v>
                </c:pt>
                <c:pt idx="124">
                  <c:v>0.00064498756</c:v>
                </c:pt>
                <c:pt idx="125">
                  <c:v>0.0006668092</c:v>
                </c:pt>
                <c:pt idx="126">
                  <c:v>0.00066767534</c:v>
                </c:pt>
                <c:pt idx="127">
                  <c:v>0.00072453842</c:v>
                </c:pt>
                <c:pt idx="128">
                  <c:v>0.00078256498</c:v>
                </c:pt>
                <c:pt idx="129">
                  <c:v>0.00082987756</c:v>
                </c:pt>
                <c:pt idx="130">
                  <c:v>0.00079693062</c:v>
                </c:pt>
                <c:pt idx="131">
                  <c:v>0.00069201137</c:v>
                </c:pt>
                <c:pt idx="132">
                  <c:v>0.00061772449</c:v>
                </c:pt>
                <c:pt idx="133">
                  <c:v>0.00055800626</c:v>
                </c:pt>
                <c:pt idx="134">
                  <c:v>0.00056891254</c:v>
                </c:pt>
                <c:pt idx="135">
                  <c:v>0.00056628595</c:v>
                </c:pt>
                <c:pt idx="136">
                  <c:v>0.00057469365</c:v>
                </c:pt>
                <c:pt idx="137">
                  <c:v>0.00055877003</c:v>
                </c:pt>
                <c:pt idx="138">
                  <c:v>0.00057367013</c:v>
                </c:pt>
                <c:pt idx="139">
                  <c:v>0.00058218088</c:v>
                </c:pt>
                <c:pt idx="140">
                  <c:v>0.00057245896</c:v>
                </c:pt>
                <c:pt idx="141">
                  <c:v>0.0005418084</c:v>
                </c:pt>
                <c:pt idx="142">
                  <c:v>0.000525555</c:v>
                </c:pt>
                <c:pt idx="143">
                  <c:v>0.00052483716</c:v>
                </c:pt>
                <c:pt idx="144">
                  <c:v>0.0005186221</c:v>
                </c:pt>
                <c:pt idx="145">
                  <c:v>0.00052418471</c:v>
                </c:pt>
                <c:pt idx="146">
                  <c:v>0.00052692814</c:v>
                </c:pt>
                <c:pt idx="147">
                  <c:v>0.00054345068</c:v>
                </c:pt>
                <c:pt idx="148">
                  <c:v>0.00052790876</c:v>
                </c:pt>
                <c:pt idx="149">
                  <c:v>0.00056292156</c:v>
                </c:pt>
                <c:pt idx="150">
                  <c:v>0.00057620741</c:v>
                </c:pt>
                <c:pt idx="151">
                  <c:v>0.00060013704</c:v>
                </c:pt>
                <c:pt idx="152">
                  <c:v>0.00063486072</c:v>
                </c:pt>
                <c:pt idx="153">
                  <c:v>0.00068589863</c:v>
                </c:pt>
                <c:pt idx="154">
                  <c:v>0.00070849164</c:v>
                </c:pt>
                <c:pt idx="155">
                  <c:v>0.00071826947</c:v>
                </c:pt>
                <c:pt idx="156">
                  <c:v>0.00065616136</c:v>
                </c:pt>
                <c:pt idx="157">
                  <c:v>0.00058800245</c:v>
                </c:pt>
                <c:pt idx="158">
                  <c:v>0.00052600435</c:v>
                </c:pt>
                <c:pt idx="159">
                  <c:v>0.00046676874</c:v>
                </c:pt>
                <c:pt idx="160">
                  <c:v>0.00042047687</c:v>
                </c:pt>
                <c:pt idx="161">
                  <c:v>0.00042032239</c:v>
                </c:pt>
                <c:pt idx="162">
                  <c:v>0.0004463632</c:v>
                </c:pt>
                <c:pt idx="163">
                  <c:v>0.00046259416</c:v>
                </c:pt>
                <c:pt idx="164">
                  <c:v>0.00045970553</c:v>
                </c:pt>
                <c:pt idx="165">
                  <c:v>0.00043856002</c:v>
                </c:pt>
                <c:pt idx="166">
                  <c:v>0.00040953384</c:v>
                </c:pt>
                <c:pt idx="167">
                  <c:v>0.00038613426</c:v>
                </c:pt>
                <c:pt idx="168">
                  <c:v>0.00036481176</c:v>
                </c:pt>
                <c:pt idx="169">
                  <c:v>0.00033962074</c:v>
                </c:pt>
                <c:pt idx="170">
                  <c:v>0.00032180224</c:v>
                </c:pt>
                <c:pt idx="171">
                  <c:v>0.00030343849</c:v>
                </c:pt>
                <c:pt idx="172">
                  <c:v>0.00030226933</c:v>
                </c:pt>
                <c:pt idx="173">
                  <c:v>0.00030056408</c:v>
                </c:pt>
                <c:pt idx="174">
                  <c:v>0.00030342339</c:v>
                </c:pt>
                <c:pt idx="175">
                  <c:v>0.00030151114</c:v>
                </c:pt>
                <c:pt idx="176">
                  <c:v>0.00032091197</c:v>
                </c:pt>
                <c:pt idx="177">
                  <c:v>0.00031699362</c:v>
                </c:pt>
                <c:pt idx="178">
                  <c:v>0.00033350095</c:v>
                </c:pt>
                <c:pt idx="179">
                  <c:v>0.00035434628</c:v>
                </c:pt>
                <c:pt idx="180">
                  <c:v>0.00039434762</c:v>
                </c:pt>
                <c:pt idx="181">
                  <c:v>0.0004186385</c:v>
                </c:pt>
                <c:pt idx="182">
                  <c:v>0.00047355116</c:v>
                </c:pt>
                <c:pt idx="183">
                  <c:v>0.00050672171</c:v>
                </c:pt>
                <c:pt idx="184">
                  <c:v>0.00057173811</c:v>
                </c:pt>
                <c:pt idx="185">
                  <c:v>0.00057856074</c:v>
                </c:pt>
                <c:pt idx="186">
                  <c:v>0.00058850031</c:v>
                </c:pt>
                <c:pt idx="187">
                  <c:v>0.00053153346</c:v>
                </c:pt>
                <c:pt idx="188">
                  <c:v>0.00050851677</c:v>
                </c:pt>
                <c:pt idx="189">
                  <c:v>0.00045283356</c:v>
                </c:pt>
                <c:pt idx="190">
                  <c:v>0.00040864703</c:v>
                </c:pt>
                <c:pt idx="191">
                  <c:v>0.0003736599</c:v>
                </c:pt>
                <c:pt idx="192">
                  <c:v>0.00036968572</c:v>
                </c:pt>
                <c:pt idx="193">
                  <c:v>0.00036794914</c:v>
                </c:pt>
                <c:pt idx="194">
                  <c:v>0.00037040122</c:v>
                </c:pt>
                <c:pt idx="195">
                  <c:v>0.00036828187</c:v>
                </c:pt>
                <c:pt idx="196">
                  <c:v>0.00034839956</c:v>
                </c:pt>
                <c:pt idx="197">
                  <c:v>0.00033671971</c:v>
                </c:pt>
                <c:pt idx="198">
                  <c:v>0.00032721137</c:v>
                </c:pt>
                <c:pt idx="199">
                  <c:v>0.0003186799</c:v>
                </c:pt>
                <c:pt idx="200">
                  <c:v>0.00030458269</c:v>
                </c:pt>
                <c:pt idx="201">
                  <c:v>0.00030409992</c:v>
                </c:pt>
                <c:pt idx="202">
                  <c:v>0.00030666722</c:v>
                </c:pt>
                <c:pt idx="203">
                  <c:v>0.00029088717</c:v>
                </c:pt>
                <c:pt idx="204">
                  <c:v>0.00029179951</c:v>
                </c:pt>
                <c:pt idx="205">
                  <c:v>0.00030159418</c:v>
                </c:pt>
                <c:pt idx="206">
                  <c:v>0.00030737712</c:v>
                </c:pt>
                <c:pt idx="207">
                  <c:v>0.00032656525</c:v>
                </c:pt>
                <c:pt idx="208">
                  <c:v>0.00036681637</c:v>
                </c:pt>
                <c:pt idx="209">
                  <c:v>0.00040388188</c:v>
                </c:pt>
                <c:pt idx="210">
                  <c:v>0.00043145442</c:v>
                </c:pt>
                <c:pt idx="211">
                  <c:v>0.0004842752</c:v>
                </c:pt>
                <c:pt idx="212">
                  <c:v>0.00054135678</c:v>
                </c:pt>
                <c:pt idx="213">
                  <c:v>0.00056718734</c:v>
                </c:pt>
                <c:pt idx="214">
                  <c:v>0.00061945214</c:v>
                </c:pt>
                <c:pt idx="215">
                  <c:v>0.00062028409</c:v>
                </c:pt>
                <c:pt idx="216">
                  <c:v>0.00061372196</c:v>
                </c:pt>
                <c:pt idx="217">
                  <c:v>0.00056252599</c:v>
                </c:pt>
                <c:pt idx="218">
                  <c:v>0.00051117682</c:v>
                </c:pt>
                <c:pt idx="219">
                  <c:v>0.00046647304</c:v>
                </c:pt>
                <c:pt idx="220">
                  <c:v>0.00042373299</c:v>
                </c:pt>
                <c:pt idx="221">
                  <c:v>0.00038917749</c:v>
                </c:pt>
                <c:pt idx="222">
                  <c:v>0.00037660674</c:v>
                </c:pt>
                <c:pt idx="223">
                  <c:v>0.00038203297</c:v>
                </c:pt>
                <c:pt idx="224">
                  <c:v>0.00038787418</c:v>
                </c:pt>
                <c:pt idx="225">
                  <c:v>0.0003810765</c:v>
                </c:pt>
                <c:pt idx="226">
                  <c:v>0.00036716712</c:v>
                </c:pt>
                <c:pt idx="227">
                  <c:v>0.00035676056</c:v>
                </c:pt>
                <c:pt idx="228">
                  <c:v>0.00034467931</c:v>
                </c:pt>
                <c:pt idx="229">
                  <c:v>0.00033820711</c:v>
                </c:pt>
                <c:pt idx="230">
                  <c:v>0.000326682</c:v>
                </c:pt>
                <c:pt idx="231">
                  <c:v>0.00032828822</c:v>
                </c:pt>
                <c:pt idx="232">
                  <c:v>0.00033563097</c:v>
                </c:pt>
                <c:pt idx="233">
                  <c:v>0.00033324916</c:v>
                </c:pt>
                <c:pt idx="234">
                  <c:v>0.00032243708</c:v>
                </c:pt>
                <c:pt idx="235">
                  <c:v>0.00032870068</c:v>
                </c:pt>
                <c:pt idx="236">
                  <c:v>0.00034317395</c:v>
                </c:pt>
                <c:pt idx="237">
                  <c:v>0.00037066714</c:v>
                </c:pt>
                <c:pt idx="238">
                  <c:v>0.00041150302</c:v>
                </c:pt>
                <c:pt idx="239">
                  <c:v>0.00044370671</c:v>
                </c:pt>
                <c:pt idx="240">
                  <c:v>0.00051294013</c:v>
                </c:pt>
                <c:pt idx="241">
                  <c:v>0.00055813434</c:v>
                </c:pt>
                <c:pt idx="242">
                  <c:v>0.00058554231</c:v>
                </c:pt>
                <c:pt idx="243">
                  <c:v>0.00061353342</c:v>
                </c:pt>
                <c:pt idx="244">
                  <c:v>0.00061499048</c:v>
                </c:pt>
                <c:pt idx="245">
                  <c:v>0.00063812301</c:v>
                </c:pt>
                <c:pt idx="246">
                  <c:v>0.00057249689</c:v>
                </c:pt>
                <c:pt idx="247">
                  <c:v>0.00053673931</c:v>
                </c:pt>
                <c:pt idx="248">
                  <c:v>0.00048089257</c:v>
                </c:pt>
                <c:pt idx="249">
                  <c:v>0.00044364083</c:v>
                </c:pt>
                <c:pt idx="250">
                  <c:v>0.00042352247</c:v>
                </c:pt>
                <c:pt idx="251">
                  <c:v>0.00040711425</c:v>
                </c:pt>
                <c:pt idx="252">
                  <c:v>0.0003960492</c:v>
                </c:pt>
                <c:pt idx="253">
                  <c:v>0.00039380303</c:v>
                </c:pt>
                <c:pt idx="254">
                  <c:v>0.00040078479</c:v>
                </c:pt>
                <c:pt idx="255">
                  <c:v>0.00040739509</c:v>
                </c:pt>
                <c:pt idx="256">
                  <c:v>0.00040912522</c:v>
                </c:pt>
                <c:pt idx="257">
                  <c:v>0.00040475687</c:v>
                </c:pt>
                <c:pt idx="258">
                  <c:v>0.0003980405</c:v>
                </c:pt>
                <c:pt idx="259">
                  <c:v>0.00039244146</c:v>
                </c:pt>
                <c:pt idx="260">
                  <c:v>0.00038395622</c:v>
                </c:pt>
                <c:pt idx="261">
                  <c:v>0.00037838444</c:v>
                </c:pt>
                <c:pt idx="262">
                  <c:v>0.00037048129</c:v>
                </c:pt>
                <c:pt idx="263">
                  <c:v>0.00036097149</c:v>
                </c:pt>
                <c:pt idx="264">
                  <c:v>0.00035216883</c:v>
                </c:pt>
                <c:pt idx="265">
                  <c:v>0.00034678939</c:v>
                </c:pt>
                <c:pt idx="266">
                  <c:v>0.00033985557</c:v>
                </c:pt>
                <c:pt idx="267">
                  <c:v>0.0003412881</c:v>
                </c:pt>
                <c:pt idx="268">
                  <c:v>0.00034577063</c:v>
                </c:pt>
                <c:pt idx="269">
                  <c:v>0.00034849039</c:v>
                </c:pt>
                <c:pt idx="270">
                  <c:v>0.00035115191</c:v>
                </c:pt>
                <c:pt idx="271">
                  <c:v>0.00034576263</c:v>
                </c:pt>
                <c:pt idx="272">
                  <c:v>0.00034209529</c:v>
                </c:pt>
                <c:pt idx="273">
                  <c:v>0.00033698959</c:v>
                </c:pt>
                <c:pt idx="274">
                  <c:v>0.0003298226</c:v>
                </c:pt>
                <c:pt idx="275">
                  <c:v>0.00033034628</c:v>
                </c:pt>
                <c:pt idx="276">
                  <c:v>0.0003264376</c:v>
                </c:pt>
                <c:pt idx="277">
                  <c:v>0.00032152441</c:v>
                </c:pt>
                <c:pt idx="278">
                  <c:v>0.00031745482</c:v>
                </c:pt>
                <c:pt idx="279">
                  <c:v>0.00032108586</c:v>
                </c:pt>
                <c:pt idx="280">
                  <c:v>0.00032592813</c:v>
                </c:pt>
                <c:pt idx="281">
                  <c:v>0.00033610249</c:v>
                </c:pt>
                <c:pt idx="282">
                  <c:v>0.00035044002</c:v>
                </c:pt>
                <c:pt idx="283">
                  <c:v>0.00037392148</c:v>
                </c:pt>
                <c:pt idx="284">
                  <c:v>0.00038995491</c:v>
                </c:pt>
                <c:pt idx="285">
                  <c:v>0.00041486879</c:v>
                </c:pt>
                <c:pt idx="286">
                  <c:v>0.00043923043</c:v>
                </c:pt>
                <c:pt idx="287">
                  <c:v>0.00045042552</c:v>
                </c:pt>
                <c:pt idx="288">
                  <c:v>0.00047934689</c:v>
                </c:pt>
                <c:pt idx="289">
                  <c:v>0.00052249928</c:v>
                </c:pt>
                <c:pt idx="290">
                  <c:v>0.00055288253</c:v>
                </c:pt>
                <c:pt idx="291">
                  <c:v>0.00056133831</c:v>
                </c:pt>
                <c:pt idx="292">
                  <c:v>0.00057095351</c:v>
                </c:pt>
                <c:pt idx="293">
                  <c:v>0.00058561139</c:v>
                </c:pt>
                <c:pt idx="294">
                  <c:v>0.00060998309</c:v>
                </c:pt>
                <c:pt idx="295">
                  <c:v>0.00061525778</c:v>
                </c:pt>
                <c:pt idx="296">
                  <c:v>0.00063798347</c:v>
                </c:pt>
                <c:pt idx="297">
                  <c:v>0.00061462362</c:v>
                </c:pt>
                <c:pt idx="298">
                  <c:v>0.0006349488</c:v>
                </c:pt>
                <c:pt idx="299">
                  <c:v>0.00064278029</c:v>
                </c:pt>
                <c:pt idx="300">
                  <c:v>0.00060800933</c:v>
                </c:pt>
                <c:pt idx="301">
                  <c:v>0.00057033361</c:v>
                </c:pt>
                <c:pt idx="302">
                  <c:v>0.00056355156</c:v>
                </c:pt>
                <c:pt idx="303">
                  <c:v>0.00052987279</c:v>
                </c:pt>
                <c:pt idx="304">
                  <c:v>0.00049979814</c:v>
                </c:pt>
                <c:pt idx="305">
                  <c:v>0.00048399095</c:v>
                </c:pt>
                <c:pt idx="306">
                  <c:v>0.00046562865</c:v>
                </c:pt>
                <c:pt idx="307">
                  <c:v>0.00044090551</c:v>
                </c:pt>
                <c:pt idx="308">
                  <c:v>0.00042154554</c:v>
                </c:pt>
                <c:pt idx="309">
                  <c:v>0.00040798668</c:v>
                </c:pt>
                <c:pt idx="310">
                  <c:v>0.00040339742</c:v>
                </c:pt>
                <c:pt idx="311">
                  <c:v>0.00040428365</c:v>
                </c:pt>
                <c:pt idx="312">
                  <c:v>0.00040755227</c:v>
                </c:pt>
                <c:pt idx="313">
                  <c:v>0.00041103272</c:v>
                </c:pt>
                <c:pt idx="314">
                  <c:v>0.00041161784</c:v>
                </c:pt>
                <c:pt idx="315">
                  <c:v>0.00040901929</c:v>
                </c:pt>
                <c:pt idx="316">
                  <c:v>0.00040548377</c:v>
                </c:pt>
                <c:pt idx="317">
                  <c:v>0.0004042496</c:v>
                </c:pt>
                <c:pt idx="318">
                  <c:v>0.00039868797</c:v>
                </c:pt>
                <c:pt idx="319">
                  <c:v>0.00039108335</c:v>
                </c:pt>
                <c:pt idx="320">
                  <c:v>0.00038417724</c:v>
                </c:pt>
                <c:pt idx="321">
                  <c:v>0.00037642713</c:v>
                </c:pt>
                <c:pt idx="322">
                  <c:v>0.00037219232</c:v>
                </c:pt>
                <c:pt idx="323">
                  <c:v>0.00037288137</c:v>
                </c:pt>
                <c:pt idx="324">
                  <c:v>0.00037138836</c:v>
                </c:pt>
                <c:pt idx="325">
                  <c:v>0.00036702928</c:v>
                </c:pt>
                <c:pt idx="326">
                  <c:v>0.00036866663</c:v>
                </c:pt>
                <c:pt idx="327">
                  <c:v>0.00036921983</c:v>
                </c:pt>
                <c:pt idx="328">
                  <c:v>0.00037674546</c:v>
                </c:pt>
                <c:pt idx="329">
                  <c:v>0.00037889107</c:v>
                </c:pt>
                <c:pt idx="330">
                  <c:v>0.00037061367</c:v>
                </c:pt>
                <c:pt idx="331">
                  <c:v>0.00036831283</c:v>
                </c:pt>
                <c:pt idx="332">
                  <c:v>0.00035898508</c:v>
                </c:pt>
                <c:pt idx="333">
                  <c:v>0.00035298192</c:v>
                </c:pt>
                <c:pt idx="334">
                  <c:v>0.00035118317</c:v>
                </c:pt>
                <c:pt idx="335">
                  <c:v>0.00035074055</c:v>
                </c:pt>
                <c:pt idx="336">
                  <c:v>0.00035087937</c:v>
                </c:pt>
                <c:pt idx="337">
                  <c:v>0.00035874883</c:v>
                </c:pt>
                <c:pt idx="338">
                  <c:v>0.00036759946</c:v>
                </c:pt>
                <c:pt idx="339">
                  <c:v>0.00038375705</c:v>
                </c:pt>
                <c:pt idx="340">
                  <c:v>0.00040659608</c:v>
                </c:pt>
                <c:pt idx="341">
                  <c:v>0.00042804103</c:v>
                </c:pt>
                <c:pt idx="342">
                  <c:v>0.00046732193</c:v>
                </c:pt>
                <c:pt idx="343">
                  <c:v>0.00047941127</c:v>
                </c:pt>
                <c:pt idx="344">
                  <c:v>0.00048926633</c:v>
                </c:pt>
                <c:pt idx="345">
                  <c:v>0.00053452933</c:v>
                </c:pt>
                <c:pt idx="346">
                  <c:v>0.00056784948</c:v>
                </c:pt>
                <c:pt idx="347">
                  <c:v>0.00058154658</c:v>
                </c:pt>
                <c:pt idx="348">
                  <c:v>0.00058170397</c:v>
                </c:pt>
                <c:pt idx="349">
                  <c:v>0.00059295969</c:v>
                </c:pt>
                <c:pt idx="350">
                  <c:v>0.00060889601</c:v>
                </c:pt>
                <c:pt idx="351">
                  <c:v>0.00062023454</c:v>
                </c:pt>
                <c:pt idx="352">
                  <c:v>0.00064315312</c:v>
                </c:pt>
                <c:pt idx="353">
                  <c:v>0.00063108979</c:v>
                </c:pt>
                <c:pt idx="354">
                  <c:v>0.00064200531</c:v>
                </c:pt>
                <c:pt idx="355">
                  <c:v>0.00066485306</c:v>
                </c:pt>
                <c:pt idx="356">
                  <c:v>0.00064879315</c:v>
                </c:pt>
                <c:pt idx="357">
                  <c:v>0.00058917621</c:v>
                </c:pt>
                <c:pt idx="358">
                  <c:v>0.00057271011</c:v>
                </c:pt>
                <c:pt idx="359">
                  <c:v>0.00055475828</c:v>
                </c:pt>
                <c:pt idx="360">
                  <c:v>0.00051954714</c:v>
                </c:pt>
                <c:pt idx="361">
                  <c:v>0.00049067564</c:v>
                </c:pt>
                <c:pt idx="362">
                  <c:v>0.00048223908</c:v>
                </c:pt>
                <c:pt idx="363">
                  <c:v>0.00046909396</c:v>
                </c:pt>
                <c:pt idx="364">
                  <c:v>0.00045612604</c:v>
                </c:pt>
                <c:pt idx="365">
                  <c:v>0.00044489864</c:v>
                </c:pt>
                <c:pt idx="366">
                  <c:v>0.00043479296</c:v>
                </c:pt>
                <c:pt idx="367">
                  <c:v>0.00043756004</c:v>
                </c:pt>
                <c:pt idx="368">
                  <c:v>0.00044554123</c:v>
                </c:pt>
                <c:pt idx="369">
                  <c:v>0.00045121933</c:v>
                </c:pt>
                <c:pt idx="370">
                  <c:v>0.0004567964</c:v>
                </c:pt>
                <c:pt idx="371">
                  <c:v>0.00044883284</c:v>
                </c:pt>
                <c:pt idx="372">
                  <c:v>0.0004348881</c:v>
                </c:pt>
                <c:pt idx="373">
                  <c:v>0.00043362032</c:v>
                </c:pt>
                <c:pt idx="374">
                  <c:v>0.00042821163</c:v>
                </c:pt>
                <c:pt idx="375">
                  <c:v>0.00041951288</c:v>
                </c:pt>
                <c:pt idx="376">
                  <c:v>0.00041119153</c:v>
                </c:pt>
                <c:pt idx="377">
                  <c:v>0.00040432652</c:v>
                </c:pt>
                <c:pt idx="378">
                  <c:v>0.00039743844</c:v>
                </c:pt>
                <c:pt idx="379">
                  <c:v>0.00039006721</c:v>
                </c:pt>
                <c:pt idx="380">
                  <c:v>0.00038721522</c:v>
                </c:pt>
                <c:pt idx="381">
                  <c:v>0.0003878691</c:v>
                </c:pt>
                <c:pt idx="382">
                  <c:v>0.00039464536</c:v>
                </c:pt>
                <c:pt idx="383">
                  <c:v>0.00040135391</c:v>
                </c:pt>
                <c:pt idx="384">
                  <c:v>0.00040177239</c:v>
                </c:pt>
                <c:pt idx="385">
                  <c:v>0.00040293349</c:v>
                </c:pt>
                <c:pt idx="386">
                  <c:v>0.00039997089</c:v>
                </c:pt>
                <c:pt idx="387">
                  <c:v>0.0003873207</c:v>
                </c:pt>
                <c:pt idx="388">
                  <c:v>0.00037553318</c:v>
                </c:pt>
                <c:pt idx="389">
                  <c:v>0.0003766063</c:v>
                </c:pt>
                <c:pt idx="390">
                  <c:v>0.00037497006</c:v>
                </c:pt>
                <c:pt idx="391">
                  <c:v>0.00037593462</c:v>
                </c:pt>
                <c:pt idx="392">
                  <c:v>0.00037748322</c:v>
                </c:pt>
                <c:pt idx="393">
                  <c:v>0.00038632789</c:v>
                </c:pt>
                <c:pt idx="394">
                  <c:v>0.00039295513</c:v>
                </c:pt>
                <c:pt idx="395">
                  <c:v>0.00041690859</c:v>
                </c:pt>
                <c:pt idx="396">
                  <c:v>0.00043899105</c:v>
                </c:pt>
                <c:pt idx="397">
                  <c:v>0.00048178199</c:v>
                </c:pt>
                <c:pt idx="398">
                  <c:v>0.00049696525</c:v>
                </c:pt>
                <c:pt idx="399">
                  <c:v>0.00049983063</c:v>
                </c:pt>
                <c:pt idx="400">
                  <c:v>0.0005371809</c:v>
                </c:pt>
                <c:pt idx="401">
                  <c:v>0.00056962071</c:v>
                </c:pt>
                <c:pt idx="402">
                  <c:v>0.00058768339</c:v>
                </c:pt>
                <c:pt idx="403">
                  <c:v>0.00058306889</c:v>
                </c:pt>
                <c:pt idx="404">
                  <c:v>0.00058909354</c:v>
                </c:pt>
                <c:pt idx="405">
                  <c:v>0.00060646113</c:v>
                </c:pt>
                <c:pt idx="406">
                  <c:v>0.00062445762</c:v>
                </c:pt>
                <c:pt idx="407">
                  <c:v>0.00063010648</c:v>
                </c:pt>
                <c:pt idx="408">
                  <c:v>0.00064805815</c:v>
                </c:pt>
                <c:pt idx="409">
                  <c:v>0.00063436692</c:v>
                </c:pt>
                <c:pt idx="410">
                  <c:v>0.00065194015</c:v>
                </c:pt>
                <c:pt idx="411">
                  <c:v>0.00067044828</c:v>
                </c:pt>
                <c:pt idx="412">
                  <c:v>0.0006282382</c:v>
                </c:pt>
                <c:pt idx="413">
                  <c:v>0.00057803553</c:v>
                </c:pt>
                <c:pt idx="414">
                  <c:v>0.00056466962</c:v>
                </c:pt>
                <c:pt idx="415">
                  <c:v>0.00053935102</c:v>
                </c:pt>
                <c:pt idx="416">
                  <c:v>0.00051329701</c:v>
                </c:pt>
                <c:pt idx="417">
                  <c:v>0.00049562137</c:v>
                </c:pt>
                <c:pt idx="418">
                  <c:v>0.00048371929</c:v>
                </c:pt>
                <c:pt idx="419">
                  <c:v>0.0004780583</c:v>
                </c:pt>
                <c:pt idx="420">
                  <c:v>0.00046868093</c:v>
                </c:pt>
                <c:pt idx="421">
                  <c:v>0.00045508548</c:v>
                </c:pt>
                <c:pt idx="422">
                  <c:v>0.00044267796</c:v>
                </c:pt>
                <c:pt idx="423">
                  <c:v>0.00043850759</c:v>
                </c:pt>
                <c:pt idx="424">
                  <c:v>0.00045120124</c:v>
                </c:pt>
                <c:pt idx="425">
                  <c:v>0.00045597902</c:v>
                </c:pt>
                <c:pt idx="426">
                  <c:v>0.00045123228</c:v>
                </c:pt>
                <c:pt idx="427">
                  <c:v>0.00045008724</c:v>
                </c:pt>
                <c:pt idx="428">
                  <c:v>0.00044944835</c:v>
                </c:pt>
                <c:pt idx="429">
                  <c:v>0.00044052163</c:v>
                </c:pt>
                <c:pt idx="430">
                  <c:v>0.00043264371</c:v>
                </c:pt>
                <c:pt idx="431">
                  <c:v>0.00043197315</c:v>
                </c:pt>
                <c:pt idx="432">
                  <c:v>0.0004328246</c:v>
                </c:pt>
                <c:pt idx="433">
                  <c:v>0.0004258632</c:v>
                </c:pt>
                <c:pt idx="434">
                  <c:v>0.00041250687</c:v>
                </c:pt>
                <c:pt idx="435">
                  <c:v>0.00040754957</c:v>
                </c:pt>
                <c:pt idx="436">
                  <c:v>0.00040489257</c:v>
                </c:pt>
                <c:pt idx="437">
                  <c:v>0.00041284441</c:v>
                </c:pt>
                <c:pt idx="438">
                  <c:v>0.00041788444</c:v>
                </c:pt>
                <c:pt idx="439">
                  <c:v>0.00042730512</c:v>
                </c:pt>
                <c:pt idx="440">
                  <c:v>0.00043335039</c:v>
                </c:pt>
                <c:pt idx="441">
                  <c:v>0.00042987796</c:v>
                </c:pt>
                <c:pt idx="442">
                  <c:v>0.00041671453</c:v>
                </c:pt>
                <c:pt idx="443">
                  <c:v>0.00041164682</c:v>
                </c:pt>
                <c:pt idx="444">
                  <c:v>0.00040802737</c:v>
                </c:pt>
                <c:pt idx="445">
                  <c:v>0.00041302918</c:v>
                </c:pt>
                <c:pt idx="446">
                  <c:v>0.00041210088</c:v>
                </c:pt>
                <c:pt idx="447">
                  <c:v>0.00041767962</c:v>
                </c:pt>
                <c:pt idx="448">
                  <c:v>0.00041990366</c:v>
                </c:pt>
                <c:pt idx="449">
                  <c:v>0.00043370495</c:v>
                </c:pt>
                <c:pt idx="450">
                  <c:v>0.00045229096</c:v>
                </c:pt>
                <c:pt idx="451">
                  <c:v>0.00048230672</c:v>
                </c:pt>
                <c:pt idx="452">
                  <c:v>0.00051467031</c:v>
                </c:pt>
                <c:pt idx="453">
                  <c:v>0.00052091017</c:v>
                </c:pt>
                <c:pt idx="454">
                  <c:v>0.00053744668</c:v>
                </c:pt>
                <c:pt idx="455">
                  <c:v>0.00057242388</c:v>
                </c:pt>
                <c:pt idx="456">
                  <c:v>0.00060185709</c:v>
                </c:pt>
                <c:pt idx="457">
                  <c:v>0.00060568028</c:v>
                </c:pt>
                <c:pt idx="458">
                  <c:v>0.00059701406</c:v>
                </c:pt>
                <c:pt idx="459">
                  <c:v>0.00061035892</c:v>
                </c:pt>
                <c:pt idx="460">
                  <c:v>0.00062792131</c:v>
                </c:pt>
                <c:pt idx="461">
                  <c:v>0.00064746591</c:v>
                </c:pt>
                <c:pt idx="462">
                  <c:v>0.00066789834</c:v>
                </c:pt>
                <c:pt idx="463">
                  <c:v>0.0006793932</c:v>
                </c:pt>
                <c:pt idx="464">
                  <c:v>0.00066836659</c:v>
                </c:pt>
                <c:pt idx="465">
                  <c:v>0.00067532237</c:v>
                </c:pt>
                <c:pt idx="466">
                  <c:v>0.00069724069</c:v>
                </c:pt>
                <c:pt idx="467">
                  <c:v>0.00064339253</c:v>
                </c:pt>
                <c:pt idx="468">
                  <c:v>0.00060094421</c:v>
                </c:pt>
                <c:pt idx="469">
                  <c:v>0.00058850136</c:v>
                </c:pt>
                <c:pt idx="470">
                  <c:v>0.00055802332</c:v>
                </c:pt>
                <c:pt idx="471">
                  <c:v>0.00053679681</c:v>
                </c:pt>
                <c:pt idx="472">
                  <c:v>0.00051952845</c:v>
                </c:pt>
                <c:pt idx="473">
                  <c:v>0.00050444056</c:v>
                </c:pt>
                <c:pt idx="474">
                  <c:v>0.00049759679</c:v>
                </c:pt>
                <c:pt idx="475">
                  <c:v>0.00048602522</c:v>
                </c:pt>
                <c:pt idx="476">
                  <c:v>0.00047360313</c:v>
                </c:pt>
                <c:pt idx="477">
                  <c:v>0.00046600651</c:v>
                </c:pt>
                <c:pt idx="478">
                  <c:v>0.00046907398</c:v>
                </c:pt>
                <c:pt idx="479">
                  <c:v>0.00047194295</c:v>
                </c:pt>
                <c:pt idx="480">
                  <c:v>0.00046723484</c:v>
                </c:pt>
                <c:pt idx="481">
                  <c:v>0.00047011325</c:v>
                </c:pt>
                <c:pt idx="482">
                  <c:v>0.00047418515</c:v>
                </c:pt>
                <c:pt idx="483">
                  <c:v>0.00047095737</c:v>
                </c:pt>
                <c:pt idx="484">
                  <c:v>0.00046558222</c:v>
                </c:pt>
                <c:pt idx="485">
                  <c:v>0.00045579748</c:v>
                </c:pt>
                <c:pt idx="486">
                  <c:v>0.00045173074</c:v>
                </c:pt>
                <c:pt idx="487">
                  <c:v>0.00044593096</c:v>
                </c:pt>
                <c:pt idx="488">
                  <c:v>0.00043885402</c:v>
                </c:pt>
                <c:pt idx="489">
                  <c:v>0.00043503157</c:v>
                </c:pt>
                <c:pt idx="490">
                  <c:v>0.00043111915</c:v>
                </c:pt>
                <c:pt idx="491">
                  <c:v>0.00043522571</c:v>
                </c:pt>
                <c:pt idx="492">
                  <c:v>0.00043637928</c:v>
                </c:pt>
                <c:pt idx="493">
                  <c:v>0.00043217482</c:v>
                </c:pt>
                <c:pt idx="494">
                  <c:v>0.00043869395</c:v>
                </c:pt>
                <c:pt idx="495">
                  <c:v>0.00043238069</c:v>
                </c:pt>
                <c:pt idx="496">
                  <c:v>0.00042106052</c:v>
                </c:pt>
                <c:pt idx="497">
                  <c:v>0.00042401276</c:v>
                </c:pt>
                <c:pt idx="498">
                  <c:v>0.00041978662</c:v>
                </c:pt>
                <c:pt idx="499">
                  <c:v>0.00042379148</c:v>
                </c:pt>
                <c:pt idx="500">
                  <c:v>0.0004211034</c:v>
                </c:pt>
                <c:pt idx="501">
                  <c:v>0.00041758323</c:v>
                </c:pt>
                <c:pt idx="502">
                  <c:v>0.00041702057</c:v>
                </c:pt>
                <c:pt idx="503">
                  <c:v>0.00041924547</c:v>
                </c:pt>
                <c:pt idx="504">
                  <c:v>0.00041578163</c:v>
                </c:pt>
                <c:pt idx="505">
                  <c:v>0.0004180925</c:v>
                </c:pt>
                <c:pt idx="506">
                  <c:v>0.000425977</c:v>
                </c:pt>
                <c:pt idx="507">
                  <c:v>0.00043456743</c:v>
                </c:pt>
                <c:pt idx="508">
                  <c:v>0.00044568179</c:v>
                </c:pt>
                <c:pt idx="509">
                  <c:v>0.00045539626</c:v>
                </c:pt>
                <c:pt idx="510">
                  <c:v>0.00046327152</c:v>
                </c:pt>
                <c:pt idx="511">
                  <c:v>0.00047543415</c:v>
                </c:pt>
                <c:pt idx="512">
                  <c:v>0.00049636291</c:v>
                </c:pt>
                <c:pt idx="513">
                  <c:v>0.00051450067</c:v>
                </c:pt>
                <c:pt idx="514">
                  <c:v>0.00051757968</c:v>
                </c:pt>
                <c:pt idx="515">
                  <c:v>0.00052029045</c:v>
                </c:pt>
                <c:pt idx="516">
                  <c:v>0.00051924911</c:v>
                </c:pt>
                <c:pt idx="517">
                  <c:v>0.0005346794</c:v>
                </c:pt>
                <c:pt idx="518">
                  <c:v>0.00056003243</c:v>
                </c:pt>
                <c:pt idx="519">
                  <c:v>0.00057264831</c:v>
                </c:pt>
                <c:pt idx="520">
                  <c:v>0.000587711</c:v>
                </c:pt>
                <c:pt idx="521">
                  <c:v>0.00060300717</c:v>
                </c:pt>
                <c:pt idx="522">
                  <c:v>0.0006154306</c:v>
                </c:pt>
                <c:pt idx="523">
                  <c:v>0.00061661458</c:v>
                </c:pt>
                <c:pt idx="524">
                  <c:v>0.00061049398</c:v>
                </c:pt>
                <c:pt idx="525">
                  <c:v>0.00060963758</c:v>
                </c:pt>
                <c:pt idx="526">
                  <c:v>0.00061095183</c:v>
                </c:pt>
                <c:pt idx="527">
                  <c:v>0.0006210557</c:v>
                </c:pt>
                <c:pt idx="528">
                  <c:v>0.00062967579</c:v>
                </c:pt>
                <c:pt idx="529">
                  <c:v>0.00063430788</c:v>
                </c:pt>
                <c:pt idx="530">
                  <c:v>0.00064554943</c:v>
                </c:pt>
                <c:pt idx="531">
                  <c:v>0.00065652241</c:v>
                </c:pt>
                <c:pt idx="532">
                  <c:v>0.00066496793</c:v>
                </c:pt>
                <c:pt idx="533">
                  <c:v>0.00067412921</c:v>
                </c:pt>
                <c:pt idx="534">
                  <c:v>0.00068442376</c:v>
                </c:pt>
                <c:pt idx="535">
                  <c:v>0.00068185464</c:v>
                </c:pt>
                <c:pt idx="536">
                  <c:v>0.00066753189</c:v>
                </c:pt>
                <c:pt idx="537">
                  <c:v>0.00067819937</c:v>
                </c:pt>
                <c:pt idx="538">
                  <c:v>0.00069532377</c:v>
                </c:pt>
                <c:pt idx="539">
                  <c:v>0.00069695646</c:v>
                </c:pt>
                <c:pt idx="540">
                  <c:v>0.00071493417</c:v>
                </c:pt>
                <c:pt idx="541">
                  <c:v>0.00071157162</c:v>
                </c:pt>
                <c:pt idx="542">
                  <c:v>0.00067959917</c:v>
                </c:pt>
                <c:pt idx="543">
                  <c:v>0.00064666939</c:v>
                </c:pt>
                <c:pt idx="544">
                  <c:v>0.00061867255</c:v>
                </c:pt>
                <c:pt idx="545">
                  <c:v>0.00060260812</c:v>
                </c:pt>
                <c:pt idx="546">
                  <c:v>0.00059828997</c:v>
                </c:pt>
                <c:pt idx="547">
                  <c:v>0.00059294639</c:v>
                </c:pt>
                <c:pt idx="548">
                  <c:v>0.00057894175</c:v>
                </c:pt>
                <c:pt idx="549">
                  <c:v>0.00057053177</c:v>
                </c:pt>
                <c:pt idx="550">
                  <c:v>0.00056050587</c:v>
                </c:pt>
                <c:pt idx="551">
                  <c:v>0.0005466348</c:v>
                </c:pt>
                <c:pt idx="552">
                  <c:v>0.00053657061</c:v>
                </c:pt>
                <c:pt idx="553">
                  <c:v>0.00052316101</c:v>
                </c:pt>
                <c:pt idx="554">
                  <c:v>0.0005153438</c:v>
                </c:pt>
                <c:pt idx="555">
                  <c:v>0.00050822636</c:v>
                </c:pt>
                <c:pt idx="556">
                  <c:v>0.00050404363</c:v>
                </c:pt>
                <c:pt idx="557">
                  <c:v>0.00049835271</c:v>
                </c:pt>
                <c:pt idx="558">
                  <c:v>0.00049503344</c:v>
                </c:pt>
                <c:pt idx="559">
                  <c:v>0.00049005273</c:v>
                </c:pt>
                <c:pt idx="560">
                  <c:v>0.00048189161</c:v>
                </c:pt>
                <c:pt idx="561">
                  <c:v>0.00047608188</c:v>
                </c:pt>
                <c:pt idx="562">
                  <c:v>0.00046978302</c:v>
                </c:pt>
                <c:pt idx="563">
                  <c:v>0.00046514428</c:v>
                </c:pt>
                <c:pt idx="564">
                  <c:v>0.0004609062</c:v>
                </c:pt>
                <c:pt idx="565">
                  <c:v>0.00046234726</c:v>
                </c:pt>
                <c:pt idx="566">
                  <c:v>0.00046578821</c:v>
                </c:pt>
                <c:pt idx="567">
                  <c:v>0.00046742397</c:v>
                </c:pt>
                <c:pt idx="568">
                  <c:v>0.00046930597</c:v>
                </c:pt>
                <c:pt idx="569">
                  <c:v>0.00046718709</c:v>
                </c:pt>
                <c:pt idx="570">
                  <c:v>0.00046370281</c:v>
                </c:pt>
                <c:pt idx="571">
                  <c:v>0.00046153681</c:v>
                </c:pt>
                <c:pt idx="572">
                  <c:v>0.00045885266</c:v>
                </c:pt>
                <c:pt idx="573">
                  <c:v>0.00045567421</c:v>
                </c:pt>
                <c:pt idx="574">
                  <c:v>0.00045740794</c:v>
                </c:pt>
                <c:pt idx="575">
                  <c:v>0.00045839532</c:v>
                </c:pt>
                <c:pt idx="576">
                  <c:v>0.00045655463</c:v>
                </c:pt>
                <c:pt idx="577">
                  <c:v>0.00045740082</c:v>
                </c:pt>
                <c:pt idx="578">
                  <c:v>0.00045331924</c:v>
                </c:pt>
                <c:pt idx="579">
                  <c:v>0.00045006673</c:v>
                </c:pt>
                <c:pt idx="580">
                  <c:v>0.00044708656</c:v>
                </c:pt>
                <c:pt idx="581">
                  <c:v>0.00044686012</c:v>
                </c:pt>
                <c:pt idx="582">
                  <c:v>0.00044601863</c:v>
                </c:pt>
                <c:pt idx="583">
                  <c:v>0.00044424196</c:v>
                </c:pt>
                <c:pt idx="584">
                  <c:v>0.00044046436</c:v>
                </c:pt>
                <c:pt idx="585">
                  <c:v>0.00043428997</c:v>
                </c:pt>
                <c:pt idx="586">
                  <c:v>0.00042982868</c:v>
                </c:pt>
                <c:pt idx="587">
                  <c:v>0.00042682727</c:v>
                </c:pt>
                <c:pt idx="588">
                  <c:v>0.00042452824</c:v>
                </c:pt>
                <c:pt idx="589">
                  <c:v>0.00042260262</c:v>
                </c:pt>
                <c:pt idx="590">
                  <c:v>0.00042426386</c:v>
                </c:pt>
                <c:pt idx="591">
                  <c:v>0.00042828235</c:v>
                </c:pt>
                <c:pt idx="592">
                  <c:v>0.00042869303</c:v>
                </c:pt>
                <c:pt idx="593">
                  <c:v>0.0004244666</c:v>
                </c:pt>
                <c:pt idx="594">
                  <c:v>0.0004196215</c:v>
                </c:pt>
                <c:pt idx="595">
                  <c:v>0.0004211472</c:v>
                </c:pt>
                <c:pt idx="596">
                  <c:v>0.00042529542</c:v>
                </c:pt>
                <c:pt idx="597">
                  <c:v>0.00042558748</c:v>
                </c:pt>
                <c:pt idx="598">
                  <c:v>0.00042628879</c:v>
                </c:pt>
                <c:pt idx="599">
                  <c:v>0.00042105525</c:v>
                </c:pt>
                <c:pt idx="600">
                  <c:v>0.00041446728</c:v>
                </c:pt>
                <c:pt idx="601">
                  <c:v>0.00040659299</c:v>
                </c:pt>
                <c:pt idx="602">
                  <c:v>0.00040181326</c:v>
                </c:pt>
                <c:pt idx="603">
                  <c:v>0.00040207066</c:v>
                </c:pt>
                <c:pt idx="604">
                  <c:v>0.00040154223</c:v>
                </c:pt>
                <c:pt idx="605">
                  <c:v>0.0003991866</c:v>
                </c:pt>
                <c:pt idx="606">
                  <c:v>0.00040084703</c:v>
                </c:pt>
                <c:pt idx="607">
                  <c:v>0.00040082006</c:v>
                </c:pt>
                <c:pt idx="608">
                  <c:v>0.00039810093</c:v>
                </c:pt>
                <c:pt idx="609">
                  <c:v>0.00039442757</c:v>
                </c:pt>
                <c:pt idx="610">
                  <c:v>0.00039502518</c:v>
                </c:pt>
                <c:pt idx="611">
                  <c:v>0.00040000253</c:v>
                </c:pt>
                <c:pt idx="612">
                  <c:v>0.00040137479</c:v>
                </c:pt>
                <c:pt idx="613">
                  <c:v>0.00039850967</c:v>
                </c:pt>
                <c:pt idx="614">
                  <c:v>0.00040063475</c:v>
                </c:pt>
                <c:pt idx="615">
                  <c:v>0.00040784204</c:v>
                </c:pt>
                <c:pt idx="616">
                  <c:v>0.00041506839</c:v>
                </c:pt>
                <c:pt idx="617">
                  <c:v>0.0004252345</c:v>
                </c:pt>
                <c:pt idx="618">
                  <c:v>0.00043518594</c:v>
                </c:pt>
                <c:pt idx="619">
                  <c:v>0.00044521697</c:v>
                </c:pt>
                <c:pt idx="620">
                  <c:v>0.00046014285</c:v>
                </c:pt>
                <c:pt idx="621">
                  <c:v>0.00048281284</c:v>
                </c:pt>
                <c:pt idx="622">
                  <c:v>0.00050243484</c:v>
                </c:pt>
                <c:pt idx="623">
                  <c:v>0.00050476002</c:v>
                </c:pt>
                <c:pt idx="624">
                  <c:v>0.00051094316</c:v>
                </c:pt>
                <c:pt idx="625">
                  <c:v>0.00050967249</c:v>
                </c:pt>
                <c:pt idx="626">
                  <c:v>0.00052170454</c:v>
                </c:pt>
                <c:pt idx="627">
                  <c:v>0.00054447049</c:v>
                </c:pt>
                <c:pt idx="628">
                  <c:v>0.00056161277</c:v>
                </c:pt>
                <c:pt idx="629">
                  <c:v>0.00058164883</c:v>
                </c:pt>
                <c:pt idx="630">
                  <c:v>0.0005943919</c:v>
                </c:pt>
                <c:pt idx="631">
                  <c:v>0.00060475444</c:v>
                </c:pt>
                <c:pt idx="632">
                  <c:v>0.00060234678</c:v>
                </c:pt>
                <c:pt idx="633">
                  <c:v>0.0005948542</c:v>
                </c:pt>
                <c:pt idx="634">
                  <c:v>0.0005915611</c:v>
                </c:pt>
                <c:pt idx="635">
                  <c:v>0.00059498144</c:v>
                </c:pt>
                <c:pt idx="636">
                  <c:v>0.00060298432</c:v>
                </c:pt>
                <c:pt idx="637">
                  <c:v>0.00061299887</c:v>
                </c:pt>
                <c:pt idx="638">
                  <c:v>0.00061665293</c:v>
                </c:pt>
                <c:pt idx="639">
                  <c:v>0.00062897684</c:v>
                </c:pt>
                <c:pt idx="640">
                  <c:v>0.00063746403</c:v>
                </c:pt>
                <c:pt idx="641">
                  <c:v>0.0006456095</c:v>
                </c:pt>
                <c:pt idx="642">
                  <c:v>0.00065273822</c:v>
                </c:pt>
                <c:pt idx="643">
                  <c:v>0.00066389097</c:v>
                </c:pt>
                <c:pt idx="644">
                  <c:v>0.00067547056</c:v>
                </c:pt>
                <c:pt idx="645">
                  <c:v>0.00066596198</c:v>
                </c:pt>
                <c:pt idx="646">
                  <c:v>0.00065849727</c:v>
                </c:pt>
                <c:pt idx="647">
                  <c:v>0.00065958347</c:v>
                </c:pt>
                <c:pt idx="648">
                  <c:v>0.000660718</c:v>
                </c:pt>
                <c:pt idx="649">
                  <c:v>0.00067869109</c:v>
                </c:pt>
                <c:pt idx="650">
                  <c:v>0.00069981856</c:v>
                </c:pt>
                <c:pt idx="651">
                  <c:v>0.00068715697</c:v>
                </c:pt>
                <c:pt idx="652">
                  <c:v>0.00065901284</c:v>
                </c:pt>
                <c:pt idx="653">
                  <c:v>0.00063424128</c:v>
                </c:pt>
                <c:pt idx="654">
                  <c:v>0.00060286803</c:v>
                </c:pt>
                <c:pt idx="655">
                  <c:v>0.00059073764</c:v>
                </c:pt>
                <c:pt idx="656">
                  <c:v>0.0005878762</c:v>
                </c:pt>
                <c:pt idx="657">
                  <c:v>0.0005773114</c:v>
                </c:pt>
                <c:pt idx="658">
                  <c:v>0.00056455352</c:v>
                </c:pt>
                <c:pt idx="659">
                  <c:v>0.00055358099</c:v>
                </c:pt>
                <c:pt idx="660">
                  <c:v>0.00054141096</c:v>
                </c:pt>
                <c:pt idx="661">
                  <c:v>0.00053109446</c:v>
                </c:pt>
                <c:pt idx="662">
                  <c:v>0.00052411632</c:v>
                </c:pt>
                <c:pt idx="663">
                  <c:v>0.00051587429</c:v>
                </c:pt>
                <c:pt idx="664">
                  <c:v>0.00050488295</c:v>
                </c:pt>
                <c:pt idx="665">
                  <c:v>0.00049937137</c:v>
                </c:pt>
                <c:pt idx="666">
                  <c:v>0.00049546935</c:v>
                </c:pt>
                <c:pt idx="667">
                  <c:v>0.0004960513</c:v>
                </c:pt>
                <c:pt idx="668">
                  <c:v>0.00049333649</c:v>
                </c:pt>
                <c:pt idx="669">
                  <c:v>0.00048715679</c:v>
                </c:pt>
                <c:pt idx="670">
                  <c:v>0.0004802083</c:v>
                </c:pt>
                <c:pt idx="671">
                  <c:v>0.00047566877</c:v>
                </c:pt>
                <c:pt idx="672">
                  <c:v>0.00047098662</c:v>
                </c:pt>
                <c:pt idx="673">
                  <c:v>0.00046959228</c:v>
                </c:pt>
                <c:pt idx="674">
                  <c:v>0.00047090188</c:v>
                </c:pt>
                <c:pt idx="675">
                  <c:v>0.00047405507</c:v>
                </c:pt>
                <c:pt idx="676">
                  <c:v>0.0004767423</c:v>
                </c:pt>
                <c:pt idx="677">
                  <c:v>0.00047844065</c:v>
                </c:pt>
                <c:pt idx="678">
                  <c:v>0.00047693383</c:v>
                </c:pt>
                <c:pt idx="679">
                  <c:v>0.00047536933</c:v>
                </c:pt>
                <c:pt idx="680">
                  <c:v>0.00047217121</c:v>
                </c:pt>
                <c:pt idx="681">
                  <c:v>0.00047083128</c:v>
                </c:pt>
                <c:pt idx="682">
                  <c:v>0.00047022057</c:v>
                </c:pt>
                <c:pt idx="683">
                  <c:v>0.00047100936</c:v>
                </c:pt>
                <c:pt idx="684">
                  <c:v>0.00047170038</c:v>
                </c:pt>
                <c:pt idx="685">
                  <c:v>0.00047579267</c:v>
                </c:pt>
                <c:pt idx="686">
                  <c:v>0.00047374609</c:v>
                </c:pt>
                <c:pt idx="687">
                  <c:v>0.0004682577</c:v>
                </c:pt>
                <c:pt idx="688">
                  <c:v>0.00046736771</c:v>
                </c:pt>
                <c:pt idx="689">
                  <c:v>0.00046791179</c:v>
                </c:pt>
                <c:pt idx="690">
                  <c:v>0.00046739237</c:v>
                </c:pt>
                <c:pt idx="691">
                  <c:v>0.0004647384</c:v>
                </c:pt>
                <c:pt idx="692">
                  <c:v>0.00046009402</c:v>
                </c:pt>
                <c:pt idx="693">
                  <c:v>0.00045563338</c:v>
                </c:pt>
                <c:pt idx="694">
                  <c:v>0.00045191614</c:v>
                </c:pt>
                <c:pt idx="695">
                  <c:v>0.00045015636</c:v>
                </c:pt>
                <c:pt idx="696">
                  <c:v>0.00045010076</c:v>
                </c:pt>
                <c:pt idx="697">
                  <c:v>0.00044995131</c:v>
                </c:pt>
                <c:pt idx="698">
                  <c:v>0.00044981354</c:v>
                </c:pt>
                <c:pt idx="699">
                  <c:v>0.000451675</c:v>
                </c:pt>
                <c:pt idx="700">
                  <c:v>0.00045691133</c:v>
                </c:pt>
                <c:pt idx="701">
                  <c:v>0.00045814848</c:v>
                </c:pt>
                <c:pt idx="702">
                  <c:v>0.00045424533</c:v>
                </c:pt>
                <c:pt idx="703">
                  <c:v>0.00045234109</c:v>
                </c:pt>
                <c:pt idx="704">
                  <c:v>0.00045899579</c:v>
                </c:pt>
                <c:pt idx="705">
                  <c:v>0.0004642405</c:v>
                </c:pt>
                <c:pt idx="706">
                  <c:v>0.00046591742</c:v>
                </c:pt>
                <c:pt idx="707">
                  <c:v>0.00046043975</c:v>
                </c:pt>
                <c:pt idx="708">
                  <c:v>0.00045539826</c:v>
                </c:pt>
                <c:pt idx="709">
                  <c:v>0.00044824948</c:v>
                </c:pt>
                <c:pt idx="710">
                  <c:v>0.00044470515</c:v>
                </c:pt>
                <c:pt idx="711">
                  <c:v>0.00044179879</c:v>
                </c:pt>
                <c:pt idx="712">
                  <c:v>0.0004394965</c:v>
                </c:pt>
                <c:pt idx="713">
                  <c:v>0.0004352738</c:v>
                </c:pt>
                <c:pt idx="714">
                  <c:v>0.00043151952</c:v>
                </c:pt>
                <c:pt idx="715">
                  <c:v>0.00043694992</c:v>
                </c:pt>
                <c:pt idx="716">
                  <c:v>0.00043381346</c:v>
                </c:pt>
                <c:pt idx="717">
                  <c:v>0.00042762098</c:v>
                </c:pt>
                <c:pt idx="718">
                  <c:v>0.00042262336</c:v>
                </c:pt>
                <c:pt idx="719">
                  <c:v>0.00041934591</c:v>
                </c:pt>
                <c:pt idx="720">
                  <c:v>0.00042059534</c:v>
                </c:pt>
                <c:pt idx="721">
                  <c:v>0.00041515639</c:v>
                </c:pt>
                <c:pt idx="722">
                  <c:v>0.00041534589</c:v>
                </c:pt>
                <c:pt idx="723">
                  <c:v>0.00041967889</c:v>
                </c:pt>
                <c:pt idx="724">
                  <c:v>0.0004282221</c:v>
                </c:pt>
                <c:pt idx="725">
                  <c:v>0.00043931573</c:v>
                </c:pt>
                <c:pt idx="726">
                  <c:v>0.00044680349</c:v>
                </c:pt>
                <c:pt idx="727">
                  <c:v>0.00045087084</c:v>
                </c:pt>
                <c:pt idx="728">
                  <c:v>0.0004665788</c:v>
                </c:pt>
                <c:pt idx="729">
                  <c:v>0.00048942095</c:v>
                </c:pt>
                <c:pt idx="730">
                  <c:v>0.00050686721</c:v>
                </c:pt>
                <c:pt idx="731">
                  <c:v>0.00051163377</c:v>
                </c:pt>
                <c:pt idx="732">
                  <c:v>0.00051433789</c:v>
                </c:pt>
                <c:pt idx="733">
                  <c:v>0.0005140989</c:v>
                </c:pt>
                <c:pt idx="734">
                  <c:v>0.00053514032</c:v>
                </c:pt>
                <c:pt idx="735">
                  <c:v>0.00056280872</c:v>
                </c:pt>
                <c:pt idx="736">
                  <c:v>0.00057623241</c:v>
                </c:pt>
                <c:pt idx="737">
                  <c:v>0.00058400997</c:v>
                </c:pt>
                <c:pt idx="738">
                  <c:v>0.00060383946</c:v>
                </c:pt>
                <c:pt idx="739">
                  <c:v>0.00061321005</c:v>
                </c:pt>
                <c:pt idx="740">
                  <c:v>0.00061801281</c:v>
                </c:pt>
                <c:pt idx="741">
                  <c:v>0.00061646753</c:v>
                </c:pt>
                <c:pt idx="742">
                  <c:v>0.00061479358</c:v>
                </c:pt>
                <c:pt idx="743">
                  <c:v>0.00061865685</c:v>
                </c:pt>
                <c:pt idx="744">
                  <c:v>0.00062885084</c:v>
                </c:pt>
                <c:pt idx="745">
                  <c:v>0.00063433532</c:v>
                </c:pt>
                <c:pt idx="746">
                  <c:v>0.00064342747</c:v>
                </c:pt>
                <c:pt idx="747">
                  <c:v>0.00065454039</c:v>
                </c:pt>
                <c:pt idx="748">
                  <c:v>0.00066342092</c:v>
                </c:pt>
                <c:pt idx="749">
                  <c:v>0.00067332872</c:v>
                </c:pt>
                <c:pt idx="750">
                  <c:v>0.00068492573</c:v>
                </c:pt>
                <c:pt idx="751">
                  <c:v>0.00067892813</c:v>
                </c:pt>
                <c:pt idx="752">
                  <c:v>0.00066658084</c:v>
                </c:pt>
                <c:pt idx="753">
                  <c:v>0.0006703278</c:v>
                </c:pt>
                <c:pt idx="754">
                  <c:v>0.00069072153</c:v>
                </c:pt>
                <c:pt idx="755">
                  <c:v>0.00070503205</c:v>
                </c:pt>
                <c:pt idx="756">
                  <c:v>0.00070881054</c:v>
                </c:pt>
                <c:pt idx="757">
                  <c:v>0.00071131433</c:v>
                </c:pt>
                <c:pt idx="758">
                  <c:v>0.00069325726</c:v>
                </c:pt>
                <c:pt idx="759">
                  <c:v>0.0006592232</c:v>
                </c:pt>
                <c:pt idx="760">
                  <c:v>0.00062523731</c:v>
                </c:pt>
                <c:pt idx="761">
                  <c:v>0.00061023776</c:v>
                </c:pt>
                <c:pt idx="762">
                  <c:v>0.00060499534</c:v>
                </c:pt>
                <c:pt idx="763">
                  <c:v>0.00059677117</c:v>
                </c:pt>
                <c:pt idx="764">
                  <c:v>0.00058238811</c:v>
                </c:pt>
                <c:pt idx="765">
                  <c:v>0.00056661717</c:v>
                </c:pt>
                <c:pt idx="766">
                  <c:v>0.00055466214</c:v>
                </c:pt>
                <c:pt idx="767">
                  <c:v>0.00053872913</c:v>
                </c:pt>
                <c:pt idx="768">
                  <c:v>0.00052983425</c:v>
                </c:pt>
                <c:pt idx="769">
                  <c:v>0.00052330236</c:v>
                </c:pt>
                <c:pt idx="770">
                  <c:v>0.00051381036</c:v>
                </c:pt>
                <c:pt idx="771">
                  <c:v>0.0005079018</c:v>
                </c:pt>
                <c:pt idx="772">
                  <c:v>0.00050350797</c:v>
                </c:pt>
                <c:pt idx="773">
                  <c:v>0.00049599551</c:v>
                </c:pt>
                <c:pt idx="774">
                  <c:v>0.00048813775</c:v>
                </c:pt>
                <c:pt idx="775">
                  <c:v>0.00048111411</c:v>
                </c:pt>
                <c:pt idx="776">
                  <c:v>0.00047457726</c:v>
                </c:pt>
                <c:pt idx="777">
                  <c:v>0.00046667075</c:v>
                </c:pt>
                <c:pt idx="778">
                  <c:v>0.00046128064</c:v>
                </c:pt>
                <c:pt idx="779">
                  <c:v>0.00045239245</c:v>
                </c:pt>
                <c:pt idx="780">
                  <c:v>0.00044892816</c:v>
                </c:pt>
                <c:pt idx="781">
                  <c:v>0.00044530595</c:v>
                </c:pt>
                <c:pt idx="782">
                  <c:v>0.00044589819</c:v>
                </c:pt>
                <c:pt idx="783">
                  <c:v>0.00044995159</c:v>
                </c:pt>
                <c:pt idx="784">
                  <c:v>0.00045260807</c:v>
                </c:pt>
                <c:pt idx="785">
                  <c:v>0.0004530186</c:v>
                </c:pt>
                <c:pt idx="786">
                  <c:v>0.00045178306</c:v>
                </c:pt>
                <c:pt idx="787">
                  <c:v>0.00044851086</c:v>
                </c:pt>
                <c:pt idx="788">
                  <c:v>0.00044575983</c:v>
                </c:pt>
                <c:pt idx="789">
                  <c:v>0.0004420429</c:v>
                </c:pt>
                <c:pt idx="790">
                  <c:v>0.00044026263</c:v>
                </c:pt>
                <c:pt idx="791">
                  <c:v>0.00043866348</c:v>
                </c:pt>
                <c:pt idx="792">
                  <c:v>0.00043641943</c:v>
                </c:pt>
                <c:pt idx="793">
                  <c:v>0.00043138865</c:v>
                </c:pt>
                <c:pt idx="794">
                  <c:v>0.00042887874</c:v>
                </c:pt>
                <c:pt idx="795">
                  <c:v>0.00042675652</c:v>
                </c:pt>
                <c:pt idx="796">
                  <c:v>0.00042416404</c:v>
                </c:pt>
                <c:pt idx="797">
                  <c:v>0.00042436095</c:v>
                </c:pt>
                <c:pt idx="798">
                  <c:v>0.00042807245</c:v>
                </c:pt>
                <c:pt idx="799">
                  <c:v>0.00042911498</c:v>
                </c:pt>
                <c:pt idx="800">
                  <c:v>0.00042392403</c:v>
                </c:pt>
                <c:pt idx="801">
                  <c:v>0.00041866955</c:v>
                </c:pt>
                <c:pt idx="802">
                  <c:v>0.00041521074</c:v>
                </c:pt>
                <c:pt idx="803">
                  <c:v>0.00041301762</c:v>
                </c:pt>
                <c:pt idx="804">
                  <c:v>0.00041238321</c:v>
                </c:pt>
                <c:pt idx="805">
                  <c:v>0.0004106993</c:v>
                </c:pt>
                <c:pt idx="806">
                  <c:v>0.0004061414</c:v>
                </c:pt>
                <c:pt idx="807">
                  <c:v>0.00040587568</c:v>
                </c:pt>
                <c:pt idx="808">
                  <c:v>0.00040434439</c:v>
                </c:pt>
                <c:pt idx="809">
                  <c:v>0.00040700814</c:v>
                </c:pt>
                <c:pt idx="810">
                  <c:v>0.00040457115</c:v>
                </c:pt>
                <c:pt idx="811">
                  <c:v>0.00040510357</c:v>
                </c:pt>
                <c:pt idx="812">
                  <c:v>0.00040718079</c:v>
                </c:pt>
                <c:pt idx="813">
                  <c:v>0.00040677162</c:v>
                </c:pt>
                <c:pt idx="814">
                  <c:v>0.0004077357</c:v>
                </c:pt>
                <c:pt idx="815">
                  <c:v>0.00040790685</c:v>
                </c:pt>
                <c:pt idx="816">
                  <c:v>0.00040712335</c:v>
                </c:pt>
                <c:pt idx="817">
                  <c:v>0.00039840141</c:v>
                </c:pt>
                <c:pt idx="818">
                  <c:v>0.00039132701</c:v>
                </c:pt>
                <c:pt idx="819">
                  <c:v>0.00038605498</c:v>
                </c:pt>
                <c:pt idx="820">
                  <c:v>0.00038051258</c:v>
                </c:pt>
                <c:pt idx="821">
                  <c:v>0.0003798059</c:v>
                </c:pt>
                <c:pt idx="822">
                  <c:v>0.00037380751</c:v>
                </c:pt>
                <c:pt idx="823">
                  <c:v>0.00037346233</c:v>
                </c:pt>
                <c:pt idx="824">
                  <c:v>0.00037390532</c:v>
                </c:pt>
                <c:pt idx="825">
                  <c:v>0.00037577262</c:v>
                </c:pt>
                <c:pt idx="826">
                  <c:v>0.00037323375</c:v>
                </c:pt>
                <c:pt idx="827">
                  <c:v>0.00037567724</c:v>
                </c:pt>
                <c:pt idx="828">
                  <c:v>0.00038083209</c:v>
                </c:pt>
                <c:pt idx="829">
                  <c:v>0.00038652968</c:v>
                </c:pt>
                <c:pt idx="830">
                  <c:v>0.00038441733</c:v>
                </c:pt>
                <c:pt idx="831">
                  <c:v>0.00038770585</c:v>
                </c:pt>
                <c:pt idx="832">
                  <c:v>0.00039312374</c:v>
                </c:pt>
                <c:pt idx="833">
                  <c:v>0.00040240276</c:v>
                </c:pt>
                <c:pt idx="834">
                  <c:v>0.00041052455</c:v>
                </c:pt>
                <c:pt idx="835">
                  <c:v>0.00041957311</c:v>
                </c:pt>
                <c:pt idx="836">
                  <c:v>0.00042945147</c:v>
                </c:pt>
                <c:pt idx="837">
                  <c:v>0.00044567913</c:v>
                </c:pt>
                <c:pt idx="838">
                  <c:v>0.00046484325</c:v>
                </c:pt>
                <c:pt idx="839">
                  <c:v>0.00048844377</c:v>
                </c:pt>
                <c:pt idx="840">
                  <c:v>0.00049507086</c:v>
                </c:pt>
                <c:pt idx="841">
                  <c:v>0.00050251261</c:v>
                </c:pt>
                <c:pt idx="842">
                  <c:v>0.00050492191</c:v>
                </c:pt>
                <c:pt idx="843">
                  <c:v>0.00050913061</c:v>
                </c:pt>
                <c:pt idx="844">
                  <c:v>0.0005232614</c:v>
                </c:pt>
                <c:pt idx="845">
                  <c:v>0.00054378817</c:v>
                </c:pt>
                <c:pt idx="846">
                  <c:v>0.00056495278</c:v>
                </c:pt>
                <c:pt idx="847">
                  <c:v>0.00058153324</c:v>
                </c:pt>
                <c:pt idx="848">
                  <c:v>0.00058646955</c:v>
                </c:pt>
                <c:pt idx="849">
                  <c:v>0.00058763337</c:v>
                </c:pt>
                <c:pt idx="850">
                  <c:v>0.00057883935</c:v>
                </c:pt>
                <c:pt idx="851">
                  <c:v>0.00057136418</c:v>
                </c:pt>
                <c:pt idx="852">
                  <c:v>0.00056160758</c:v>
                </c:pt>
                <c:pt idx="853">
                  <c:v>0.00056399048</c:v>
                </c:pt>
                <c:pt idx="854">
                  <c:v>0.000568327</c:v>
                </c:pt>
                <c:pt idx="855">
                  <c:v>0.00056864085</c:v>
                </c:pt>
                <c:pt idx="856">
                  <c:v>0.00058147768</c:v>
                </c:pt>
                <c:pt idx="857">
                  <c:v>0.00059110195</c:v>
                </c:pt>
                <c:pt idx="858">
                  <c:v>0.00059275207</c:v>
                </c:pt>
                <c:pt idx="859">
                  <c:v>0.00060152071</c:v>
                </c:pt>
                <c:pt idx="860">
                  <c:v>0.00061058487</c:v>
                </c:pt>
                <c:pt idx="861">
                  <c:v>0.00062424178</c:v>
                </c:pt>
                <c:pt idx="862">
                  <c:v>0.00062268301</c:v>
                </c:pt>
                <c:pt idx="863">
                  <c:v>0.00063357179</c:v>
                </c:pt>
                <c:pt idx="864">
                  <c:v>0.00063626348</c:v>
                </c:pt>
                <c:pt idx="865">
                  <c:v>0.00063121271</c:v>
                </c:pt>
                <c:pt idx="866">
                  <c:v>0.00062965512</c:v>
                </c:pt>
                <c:pt idx="867">
                  <c:v>0.00064001598</c:v>
                </c:pt>
                <c:pt idx="868">
                  <c:v>0.00064528096</c:v>
                </c:pt>
                <c:pt idx="869">
                  <c:v>0.00064617264</c:v>
                </c:pt>
                <c:pt idx="870">
                  <c:v>0.00064103392</c:v>
                </c:pt>
                <c:pt idx="871">
                  <c:v>0.00062250449</c:v>
                </c:pt>
                <c:pt idx="872">
                  <c:v>0.00061049788</c:v>
                </c:pt>
                <c:pt idx="873">
                  <c:v>0.00059055874</c:v>
                </c:pt>
                <c:pt idx="874">
                  <c:v>0.00057168843</c:v>
                </c:pt>
                <c:pt idx="875">
                  <c:v>0.00055299645</c:v>
                </c:pt>
                <c:pt idx="876">
                  <c:v>0.00054480501</c:v>
                </c:pt>
                <c:pt idx="877">
                  <c:v>0.00052933077</c:v>
                </c:pt>
                <c:pt idx="878">
                  <c:v>0.00051710029</c:v>
                </c:pt>
                <c:pt idx="879">
                  <c:v>0.00051069702</c:v>
                </c:pt>
                <c:pt idx="880">
                  <c:v>0.00050144475</c:v>
                </c:pt>
                <c:pt idx="881">
                  <c:v>0.00049315922</c:v>
                </c:pt>
                <c:pt idx="882">
                  <c:v>0.00048862384</c:v>
                </c:pt>
                <c:pt idx="883">
                  <c:v>0.00048476674</c:v>
                </c:pt>
                <c:pt idx="884">
                  <c:v>0.00048198106</c:v>
                </c:pt>
                <c:pt idx="885">
                  <c:v>0.00048066151</c:v>
                </c:pt>
                <c:pt idx="886">
                  <c:v>0.00047544682</c:v>
                </c:pt>
                <c:pt idx="887">
                  <c:v>0.00047202309</c:v>
                </c:pt>
                <c:pt idx="888">
                  <c:v>0.00046948082</c:v>
                </c:pt>
                <c:pt idx="889">
                  <c:v>0.00046936218</c:v>
                </c:pt>
                <c:pt idx="890">
                  <c:v>0.00047014179</c:v>
                </c:pt>
                <c:pt idx="891">
                  <c:v>0.00047160114</c:v>
                </c:pt>
                <c:pt idx="892">
                  <c:v>0.00047275776</c:v>
                </c:pt>
                <c:pt idx="893">
                  <c:v>0.00047346426</c:v>
                </c:pt>
                <c:pt idx="894">
                  <c:v>0.00047478013</c:v>
                </c:pt>
                <c:pt idx="895">
                  <c:v>0.00047542626</c:v>
                </c:pt>
                <c:pt idx="896">
                  <c:v>0.00047442391</c:v>
                </c:pt>
                <c:pt idx="897">
                  <c:v>0.00047750576</c:v>
                </c:pt>
                <c:pt idx="898">
                  <c:v>0.00047986313</c:v>
                </c:pt>
                <c:pt idx="899">
                  <c:v>0.00048108252</c:v>
                </c:pt>
                <c:pt idx="900">
                  <c:v>0.00048497493</c:v>
                </c:pt>
                <c:pt idx="901">
                  <c:v>0.00048894633</c:v>
                </c:pt>
                <c:pt idx="902">
                  <c:v>0.00049044129</c:v>
                </c:pt>
                <c:pt idx="903">
                  <c:v>0.00049432695</c:v>
                </c:pt>
                <c:pt idx="904">
                  <c:v>0.00049306355</c:v>
                </c:pt>
                <c:pt idx="905">
                  <c:v>0.00048944222</c:v>
                </c:pt>
                <c:pt idx="906">
                  <c:v>0.0004894139</c:v>
                </c:pt>
                <c:pt idx="907">
                  <c:v>0.00048981408</c:v>
                </c:pt>
                <c:pt idx="908">
                  <c:v>0.0004900875</c:v>
                </c:pt>
                <c:pt idx="909">
                  <c:v>0.00048948947</c:v>
                </c:pt>
                <c:pt idx="910">
                  <c:v>0.00048701529</c:v>
                </c:pt>
                <c:pt idx="911">
                  <c:v>0.00048357299</c:v>
                </c:pt>
                <c:pt idx="912">
                  <c:v>0.00048312733</c:v>
                </c:pt>
                <c:pt idx="913">
                  <c:v>0.00048436735</c:v>
                </c:pt>
                <c:pt idx="914">
                  <c:v>0.0004850049</c:v>
                </c:pt>
                <c:pt idx="915">
                  <c:v>0.00048704479</c:v>
                </c:pt>
                <c:pt idx="916">
                  <c:v>0.00048958014</c:v>
                </c:pt>
                <c:pt idx="917">
                  <c:v>0.00048486526</c:v>
                </c:pt>
                <c:pt idx="918">
                  <c:v>0.00048261484</c:v>
                </c:pt>
                <c:pt idx="919">
                  <c:v>0.00048319921</c:v>
                </c:pt>
                <c:pt idx="920">
                  <c:v>0.00048783547</c:v>
                </c:pt>
                <c:pt idx="921">
                  <c:v>0.00049471605</c:v>
                </c:pt>
                <c:pt idx="922">
                  <c:v>0.00049580455</c:v>
                </c:pt>
                <c:pt idx="923">
                  <c:v>0.00049787779</c:v>
                </c:pt>
                <c:pt idx="924">
                  <c:v>0.00049778051</c:v>
                </c:pt>
                <c:pt idx="925">
                  <c:v>0.00049690569</c:v>
                </c:pt>
                <c:pt idx="926">
                  <c:v>0.00049682727</c:v>
                </c:pt>
                <c:pt idx="927">
                  <c:v>0.00050057343</c:v>
                </c:pt>
                <c:pt idx="928">
                  <c:v>0.00049833671</c:v>
                </c:pt>
                <c:pt idx="929">
                  <c:v>0.00049509948</c:v>
                </c:pt>
                <c:pt idx="930">
                  <c:v>0.00049343349</c:v>
                </c:pt>
                <c:pt idx="931">
                  <c:v>0.00049390357</c:v>
                </c:pt>
                <c:pt idx="932">
                  <c:v>0.00050502356</c:v>
                </c:pt>
                <c:pt idx="933">
                  <c:v>0.00049674103</c:v>
                </c:pt>
                <c:pt idx="934">
                  <c:v>0.00048677676</c:v>
                </c:pt>
                <c:pt idx="935">
                  <c:v>0.00047714436</c:v>
                </c:pt>
                <c:pt idx="936">
                  <c:v>0.00047155027</c:v>
                </c:pt>
                <c:pt idx="937">
                  <c:v>0.00047116909</c:v>
                </c:pt>
                <c:pt idx="938">
                  <c:v>0.00047218396</c:v>
                </c:pt>
                <c:pt idx="939">
                  <c:v>0.0004790277</c:v>
                </c:pt>
                <c:pt idx="940">
                  <c:v>0.0004853672</c:v>
                </c:pt>
                <c:pt idx="941">
                  <c:v>0.0004932359</c:v>
                </c:pt>
                <c:pt idx="942">
                  <c:v>0.00050188147</c:v>
                </c:pt>
                <c:pt idx="943">
                  <c:v>0.00051571088</c:v>
                </c:pt>
                <c:pt idx="944">
                  <c:v>0.00052318958</c:v>
                </c:pt>
                <c:pt idx="945">
                  <c:v>0.00053332341</c:v>
                </c:pt>
                <c:pt idx="946">
                  <c:v>0.00053669505</c:v>
                </c:pt>
                <c:pt idx="947">
                  <c:v>0.00053650255</c:v>
                </c:pt>
                <c:pt idx="948">
                  <c:v>0.00055156614</c:v>
                </c:pt>
                <c:pt idx="949">
                  <c:v>0.0005737194</c:v>
                </c:pt>
                <c:pt idx="950">
                  <c:v>0.00058122649</c:v>
                </c:pt>
                <c:pt idx="951">
                  <c:v>0.00059187971</c:v>
                </c:pt>
                <c:pt idx="952">
                  <c:v>0.00060516731</c:v>
                </c:pt>
                <c:pt idx="953">
                  <c:v>0.00061443216</c:v>
                </c:pt>
                <c:pt idx="954">
                  <c:v>0.00063181496</c:v>
                </c:pt>
                <c:pt idx="955">
                  <c:v>0.00064272279</c:v>
                </c:pt>
                <c:pt idx="956">
                  <c:v>0.00064718229</c:v>
                </c:pt>
                <c:pt idx="957">
                  <c:v>0.00065117134</c:v>
                </c:pt>
                <c:pt idx="958">
                  <c:v>0.00066342988</c:v>
                </c:pt>
                <c:pt idx="959">
                  <c:v>0.00066848384</c:v>
                </c:pt>
                <c:pt idx="960">
                  <c:v>0.00067823599</c:v>
                </c:pt>
                <c:pt idx="961">
                  <c:v>0.00070248098</c:v>
                </c:pt>
                <c:pt idx="962">
                  <c:v>0.00069891083</c:v>
                </c:pt>
                <c:pt idx="963">
                  <c:v>0.00070435918</c:v>
                </c:pt>
                <c:pt idx="964">
                  <c:v>0.00070947267</c:v>
                </c:pt>
                <c:pt idx="965">
                  <c:v>0.00069403637</c:v>
                </c:pt>
                <c:pt idx="966">
                  <c:v>0.00068119625</c:v>
                </c:pt>
                <c:pt idx="967">
                  <c:v>0.00069850159</c:v>
                </c:pt>
                <c:pt idx="968">
                  <c:v>0.00071403266</c:v>
                </c:pt>
                <c:pt idx="969">
                  <c:v>0.00071051713</c:v>
                </c:pt>
                <c:pt idx="970">
                  <c:v>0.00070385767</c:v>
                </c:pt>
                <c:pt idx="971">
                  <c:v>0.0007059334</c:v>
                </c:pt>
                <c:pt idx="972">
                  <c:v>0.00069579513</c:v>
                </c:pt>
                <c:pt idx="973">
                  <c:v>0.00067306925</c:v>
                </c:pt>
                <c:pt idx="974">
                  <c:v>0.00064755333</c:v>
                </c:pt>
                <c:pt idx="975">
                  <c:v>0.00063319282</c:v>
                </c:pt>
                <c:pt idx="976">
                  <c:v>0.00062491255</c:v>
                </c:pt>
                <c:pt idx="977">
                  <c:v>0.00061685164</c:v>
                </c:pt>
                <c:pt idx="978">
                  <c:v>0.00060195772</c:v>
                </c:pt>
                <c:pt idx="979">
                  <c:v>0.0005860442</c:v>
                </c:pt>
                <c:pt idx="980">
                  <c:v>0.00056157377</c:v>
                </c:pt>
                <c:pt idx="981">
                  <c:v>0.00053917756</c:v>
                </c:pt>
                <c:pt idx="982">
                  <c:v>0.00052581312</c:v>
                </c:pt>
                <c:pt idx="983">
                  <c:v>0.00051713594</c:v>
                </c:pt>
                <c:pt idx="984">
                  <c:v>0.00050460774</c:v>
                </c:pt>
                <c:pt idx="985">
                  <c:v>0.00049407585</c:v>
                </c:pt>
                <c:pt idx="986">
                  <c:v>0.00048833042</c:v>
                </c:pt>
                <c:pt idx="987">
                  <c:v>0.0004837859</c:v>
                </c:pt>
                <c:pt idx="988">
                  <c:v>0.0004764029</c:v>
                </c:pt>
                <c:pt idx="989">
                  <c:v>0.00046264095</c:v>
                </c:pt>
                <c:pt idx="990">
                  <c:v>0.00045221081</c:v>
                </c:pt>
                <c:pt idx="991">
                  <c:v>0.0004462518</c:v>
                </c:pt>
                <c:pt idx="992">
                  <c:v>0.00044128232</c:v>
                </c:pt>
                <c:pt idx="993">
                  <c:v>0.0004390068</c:v>
                </c:pt>
                <c:pt idx="994">
                  <c:v>0.00043624035</c:v>
                </c:pt>
                <c:pt idx="995">
                  <c:v>0.00043846054</c:v>
                </c:pt>
                <c:pt idx="996">
                  <c:v>0.00043789733</c:v>
                </c:pt>
                <c:pt idx="997">
                  <c:v>0.00043750274</c:v>
                </c:pt>
                <c:pt idx="998">
                  <c:v>0.0004398783</c:v>
                </c:pt>
                <c:pt idx="999">
                  <c:v>0.00044351776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Sheet1!$B$1003</c:f>
              <c:strCache>
                <c:ptCount val="1"/>
                <c:pt idx="0">
                  <c:v>x-velocity</c:v>
                </c:pt>
              </c:strCache>
            </c:strRef>
          </c:tx>
          <c:xVal>
            <c:numRef>
              <c:f>Sheet1!$A$1004:$A$2003</c:f>
              <c:numCache>
                <c:formatCode>General</c:formatCode>
                <c:ptCount val="1000"/>
                <c:pt idx="0">
                  <c:v>4.0</c:v>
                </c:pt>
                <c:pt idx="1">
                  <c:v>8.0</c:v>
                </c:pt>
                <c:pt idx="2">
                  <c:v>12.0</c:v>
                </c:pt>
                <c:pt idx="3">
                  <c:v>16.0</c:v>
                </c:pt>
                <c:pt idx="4">
                  <c:v>20.0</c:v>
                </c:pt>
                <c:pt idx="5">
                  <c:v>24.0</c:v>
                </c:pt>
                <c:pt idx="6">
                  <c:v>28.0</c:v>
                </c:pt>
                <c:pt idx="7">
                  <c:v>32.0</c:v>
                </c:pt>
                <c:pt idx="8">
                  <c:v>36.0</c:v>
                </c:pt>
                <c:pt idx="9">
                  <c:v>40.0</c:v>
                </c:pt>
                <c:pt idx="10">
                  <c:v>44.0</c:v>
                </c:pt>
                <c:pt idx="11">
                  <c:v>48.0</c:v>
                </c:pt>
                <c:pt idx="12">
                  <c:v>52.0</c:v>
                </c:pt>
                <c:pt idx="13">
                  <c:v>56.0</c:v>
                </c:pt>
                <c:pt idx="14">
                  <c:v>60.0</c:v>
                </c:pt>
                <c:pt idx="15">
                  <c:v>64.0</c:v>
                </c:pt>
                <c:pt idx="16">
                  <c:v>68.0</c:v>
                </c:pt>
                <c:pt idx="17">
                  <c:v>72.0</c:v>
                </c:pt>
                <c:pt idx="18">
                  <c:v>76.0</c:v>
                </c:pt>
                <c:pt idx="19">
                  <c:v>80.0</c:v>
                </c:pt>
                <c:pt idx="20">
                  <c:v>84.0</c:v>
                </c:pt>
                <c:pt idx="21">
                  <c:v>88.0</c:v>
                </c:pt>
                <c:pt idx="22">
                  <c:v>92.0</c:v>
                </c:pt>
                <c:pt idx="23">
                  <c:v>96.0</c:v>
                </c:pt>
                <c:pt idx="24">
                  <c:v>100.0</c:v>
                </c:pt>
                <c:pt idx="25">
                  <c:v>104.0</c:v>
                </c:pt>
                <c:pt idx="26">
                  <c:v>108.0</c:v>
                </c:pt>
                <c:pt idx="27">
                  <c:v>112.0</c:v>
                </c:pt>
                <c:pt idx="28">
                  <c:v>116.0</c:v>
                </c:pt>
                <c:pt idx="29">
                  <c:v>120.0</c:v>
                </c:pt>
                <c:pt idx="30">
                  <c:v>124.0</c:v>
                </c:pt>
                <c:pt idx="31">
                  <c:v>128.0</c:v>
                </c:pt>
                <c:pt idx="32">
                  <c:v>132.0</c:v>
                </c:pt>
                <c:pt idx="33">
                  <c:v>136.0</c:v>
                </c:pt>
                <c:pt idx="34">
                  <c:v>140.0</c:v>
                </c:pt>
                <c:pt idx="35">
                  <c:v>144.0</c:v>
                </c:pt>
                <c:pt idx="36">
                  <c:v>148.0</c:v>
                </c:pt>
                <c:pt idx="37">
                  <c:v>152.0</c:v>
                </c:pt>
                <c:pt idx="38">
                  <c:v>156.0</c:v>
                </c:pt>
                <c:pt idx="39">
                  <c:v>160.0</c:v>
                </c:pt>
                <c:pt idx="40">
                  <c:v>164.0</c:v>
                </c:pt>
                <c:pt idx="41">
                  <c:v>168.0</c:v>
                </c:pt>
                <c:pt idx="42">
                  <c:v>172.0</c:v>
                </c:pt>
                <c:pt idx="43">
                  <c:v>176.0</c:v>
                </c:pt>
                <c:pt idx="44">
                  <c:v>180.0</c:v>
                </c:pt>
                <c:pt idx="45">
                  <c:v>184.0</c:v>
                </c:pt>
                <c:pt idx="46">
                  <c:v>188.0</c:v>
                </c:pt>
                <c:pt idx="47">
                  <c:v>192.0</c:v>
                </c:pt>
                <c:pt idx="48">
                  <c:v>196.0</c:v>
                </c:pt>
                <c:pt idx="49">
                  <c:v>200.0</c:v>
                </c:pt>
                <c:pt idx="50">
                  <c:v>204.0</c:v>
                </c:pt>
                <c:pt idx="51">
                  <c:v>208.0</c:v>
                </c:pt>
                <c:pt idx="52">
                  <c:v>212.0</c:v>
                </c:pt>
                <c:pt idx="53">
                  <c:v>216.0</c:v>
                </c:pt>
                <c:pt idx="54">
                  <c:v>220.0</c:v>
                </c:pt>
                <c:pt idx="55">
                  <c:v>224.0</c:v>
                </c:pt>
                <c:pt idx="56">
                  <c:v>228.0</c:v>
                </c:pt>
                <c:pt idx="57">
                  <c:v>232.0</c:v>
                </c:pt>
                <c:pt idx="58">
                  <c:v>236.0</c:v>
                </c:pt>
                <c:pt idx="59">
                  <c:v>240.0</c:v>
                </c:pt>
                <c:pt idx="60">
                  <c:v>244.0</c:v>
                </c:pt>
                <c:pt idx="61">
                  <c:v>248.0</c:v>
                </c:pt>
                <c:pt idx="62">
                  <c:v>252.0</c:v>
                </c:pt>
                <c:pt idx="63">
                  <c:v>256.0</c:v>
                </c:pt>
                <c:pt idx="64">
                  <c:v>260.0</c:v>
                </c:pt>
                <c:pt idx="65">
                  <c:v>264.0</c:v>
                </c:pt>
                <c:pt idx="66">
                  <c:v>268.0</c:v>
                </c:pt>
                <c:pt idx="67">
                  <c:v>272.0</c:v>
                </c:pt>
                <c:pt idx="68">
                  <c:v>276.0</c:v>
                </c:pt>
                <c:pt idx="69">
                  <c:v>280.0</c:v>
                </c:pt>
                <c:pt idx="70">
                  <c:v>284.0</c:v>
                </c:pt>
                <c:pt idx="71">
                  <c:v>288.0</c:v>
                </c:pt>
                <c:pt idx="72">
                  <c:v>292.0</c:v>
                </c:pt>
                <c:pt idx="73">
                  <c:v>296.0</c:v>
                </c:pt>
                <c:pt idx="74">
                  <c:v>300.0</c:v>
                </c:pt>
                <c:pt idx="75">
                  <c:v>304.0</c:v>
                </c:pt>
                <c:pt idx="76">
                  <c:v>308.0</c:v>
                </c:pt>
                <c:pt idx="77">
                  <c:v>312.0</c:v>
                </c:pt>
                <c:pt idx="78">
                  <c:v>316.0</c:v>
                </c:pt>
                <c:pt idx="79">
                  <c:v>320.0</c:v>
                </c:pt>
                <c:pt idx="80">
                  <c:v>324.0</c:v>
                </c:pt>
                <c:pt idx="81">
                  <c:v>328.0</c:v>
                </c:pt>
                <c:pt idx="82">
                  <c:v>332.0</c:v>
                </c:pt>
                <c:pt idx="83">
                  <c:v>336.0</c:v>
                </c:pt>
                <c:pt idx="84">
                  <c:v>340.0</c:v>
                </c:pt>
                <c:pt idx="85">
                  <c:v>344.0</c:v>
                </c:pt>
                <c:pt idx="86">
                  <c:v>348.0</c:v>
                </c:pt>
                <c:pt idx="87">
                  <c:v>352.0</c:v>
                </c:pt>
                <c:pt idx="88">
                  <c:v>356.0</c:v>
                </c:pt>
                <c:pt idx="89">
                  <c:v>360.0</c:v>
                </c:pt>
                <c:pt idx="90">
                  <c:v>364.0</c:v>
                </c:pt>
                <c:pt idx="91">
                  <c:v>368.0</c:v>
                </c:pt>
                <c:pt idx="92">
                  <c:v>372.0</c:v>
                </c:pt>
                <c:pt idx="93">
                  <c:v>376.0</c:v>
                </c:pt>
                <c:pt idx="94">
                  <c:v>380.0</c:v>
                </c:pt>
                <c:pt idx="95">
                  <c:v>384.0</c:v>
                </c:pt>
                <c:pt idx="96">
                  <c:v>388.0</c:v>
                </c:pt>
                <c:pt idx="97">
                  <c:v>392.0</c:v>
                </c:pt>
                <c:pt idx="98">
                  <c:v>396.0</c:v>
                </c:pt>
                <c:pt idx="99">
                  <c:v>400.0</c:v>
                </c:pt>
                <c:pt idx="100">
                  <c:v>404.0</c:v>
                </c:pt>
                <c:pt idx="101">
                  <c:v>408.0</c:v>
                </c:pt>
                <c:pt idx="102">
                  <c:v>412.0</c:v>
                </c:pt>
                <c:pt idx="103">
                  <c:v>416.0</c:v>
                </c:pt>
                <c:pt idx="104">
                  <c:v>420.0</c:v>
                </c:pt>
                <c:pt idx="105">
                  <c:v>424.0</c:v>
                </c:pt>
                <c:pt idx="106">
                  <c:v>428.0</c:v>
                </c:pt>
                <c:pt idx="107">
                  <c:v>432.0</c:v>
                </c:pt>
                <c:pt idx="108">
                  <c:v>436.0</c:v>
                </c:pt>
                <c:pt idx="109">
                  <c:v>440.0</c:v>
                </c:pt>
                <c:pt idx="110">
                  <c:v>444.0</c:v>
                </c:pt>
                <c:pt idx="111">
                  <c:v>448.0</c:v>
                </c:pt>
                <c:pt idx="112">
                  <c:v>452.0</c:v>
                </c:pt>
                <c:pt idx="113">
                  <c:v>456.0</c:v>
                </c:pt>
                <c:pt idx="114">
                  <c:v>460.0</c:v>
                </c:pt>
                <c:pt idx="115">
                  <c:v>464.0</c:v>
                </c:pt>
                <c:pt idx="116">
                  <c:v>468.0</c:v>
                </c:pt>
                <c:pt idx="117">
                  <c:v>472.0</c:v>
                </c:pt>
                <c:pt idx="118">
                  <c:v>476.0</c:v>
                </c:pt>
                <c:pt idx="119">
                  <c:v>480.0</c:v>
                </c:pt>
                <c:pt idx="120">
                  <c:v>484.0</c:v>
                </c:pt>
                <c:pt idx="121">
                  <c:v>488.0</c:v>
                </c:pt>
                <c:pt idx="122">
                  <c:v>492.0</c:v>
                </c:pt>
                <c:pt idx="123">
                  <c:v>496.0</c:v>
                </c:pt>
                <c:pt idx="124">
                  <c:v>500.0</c:v>
                </c:pt>
                <c:pt idx="125">
                  <c:v>504.0</c:v>
                </c:pt>
                <c:pt idx="126">
                  <c:v>508.0</c:v>
                </c:pt>
                <c:pt idx="127">
                  <c:v>512.0</c:v>
                </c:pt>
                <c:pt idx="128">
                  <c:v>516.0</c:v>
                </c:pt>
                <c:pt idx="129">
                  <c:v>520.0</c:v>
                </c:pt>
                <c:pt idx="130">
                  <c:v>524.0</c:v>
                </c:pt>
                <c:pt idx="131">
                  <c:v>528.0</c:v>
                </c:pt>
                <c:pt idx="132">
                  <c:v>532.0</c:v>
                </c:pt>
                <c:pt idx="133">
                  <c:v>536.0</c:v>
                </c:pt>
                <c:pt idx="134">
                  <c:v>540.0</c:v>
                </c:pt>
                <c:pt idx="135">
                  <c:v>544.0</c:v>
                </c:pt>
                <c:pt idx="136">
                  <c:v>548.0</c:v>
                </c:pt>
                <c:pt idx="137">
                  <c:v>552.0</c:v>
                </c:pt>
                <c:pt idx="138">
                  <c:v>556.0</c:v>
                </c:pt>
                <c:pt idx="139">
                  <c:v>560.0</c:v>
                </c:pt>
                <c:pt idx="140">
                  <c:v>564.0</c:v>
                </c:pt>
                <c:pt idx="141">
                  <c:v>568.0</c:v>
                </c:pt>
                <c:pt idx="142">
                  <c:v>572.0</c:v>
                </c:pt>
                <c:pt idx="143">
                  <c:v>576.0</c:v>
                </c:pt>
                <c:pt idx="144">
                  <c:v>580.0</c:v>
                </c:pt>
                <c:pt idx="145">
                  <c:v>584.0</c:v>
                </c:pt>
                <c:pt idx="146">
                  <c:v>588.0</c:v>
                </c:pt>
                <c:pt idx="147">
                  <c:v>592.0</c:v>
                </c:pt>
                <c:pt idx="148">
                  <c:v>596.0</c:v>
                </c:pt>
                <c:pt idx="149">
                  <c:v>600.0</c:v>
                </c:pt>
                <c:pt idx="150">
                  <c:v>604.0</c:v>
                </c:pt>
                <c:pt idx="151">
                  <c:v>608.0</c:v>
                </c:pt>
                <c:pt idx="152">
                  <c:v>612.0</c:v>
                </c:pt>
                <c:pt idx="153">
                  <c:v>616.0</c:v>
                </c:pt>
                <c:pt idx="154">
                  <c:v>620.0</c:v>
                </c:pt>
                <c:pt idx="155">
                  <c:v>624.0</c:v>
                </c:pt>
                <c:pt idx="156">
                  <c:v>628.0</c:v>
                </c:pt>
                <c:pt idx="157">
                  <c:v>632.0</c:v>
                </c:pt>
                <c:pt idx="158">
                  <c:v>636.0</c:v>
                </c:pt>
                <c:pt idx="159">
                  <c:v>640.0</c:v>
                </c:pt>
                <c:pt idx="160">
                  <c:v>644.0</c:v>
                </c:pt>
                <c:pt idx="161">
                  <c:v>648.0</c:v>
                </c:pt>
                <c:pt idx="162">
                  <c:v>652.0</c:v>
                </c:pt>
                <c:pt idx="163">
                  <c:v>656.0</c:v>
                </c:pt>
                <c:pt idx="164">
                  <c:v>660.0</c:v>
                </c:pt>
                <c:pt idx="165">
                  <c:v>664.0</c:v>
                </c:pt>
                <c:pt idx="166">
                  <c:v>668.0</c:v>
                </c:pt>
                <c:pt idx="167">
                  <c:v>672.0</c:v>
                </c:pt>
                <c:pt idx="168">
                  <c:v>676.0</c:v>
                </c:pt>
                <c:pt idx="169">
                  <c:v>680.0</c:v>
                </c:pt>
                <c:pt idx="170">
                  <c:v>684.0</c:v>
                </c:pt>
                <c:pt idx="171">
                  <c:v>688.0</c:v>
                </c:pt>
                <c:pt idx="172">
                  <c:v>692.0</c:v>
                </c:pt>
                <c:pt idx="173">
                  <c:v>696.0</c:v>
                </c:pt>
                <c:pt idx="174">
                  <c:v>700.0</c:v>
                </c:pt>
                <c:pt idx="175">
                  <c:v>704.0</c:v>
                </c:pt>
                <c:pt idx="176">
                  <c:v>708.0</c:v>
                </c:pt>
                <c:pt idx="177">
                  <c:v>712.0</c:v>
                </c:pt>
                <c:pt idx="178">
                  <c:v>716.0</c:v>
                </c:pt>
                <c:pt idx="179">
                  <c:v>720.0</c:v>
                </c:pt>
                <c:pt idx="180">
                  <c:v>724.0</c:v>
                </c:pt>
                <c:pt idx="181">
                  <c:v>728.0</c:v>
                </c:pt>
                <c:pt idx="182">
                  <c:v>732.0</c:v>
                </c:pt>
                <c:pt idx="183">
                  <c:v>736.0</c:v>
                </c:pt>
                <c:pt idx="184">
                  <c:v>740.0</c:v>
                </c:pt>
                <c:pt idx="185">
                  <c:v>744.0</c:v>
                </c:pt>
                <c:pt idx="186">
                  <c:v>748.0</c:v>
                </c:pt>
                <c:pt idx="187">
                  <c:v>752.0</c:v>
                </c:pt>
                <c:pt idx="188">
                  <c:v>756.0</c:v>
                </c:pt>
                <c:pt idx="189">
                  <c:v>760.0</c:v>
                </c:pt>
                <c:pt idx="190">
                  <c:v>764.0</c:v>
                </c:pt>
                <c:pt idx="191">
                  <c:v>768.0</c:v>
                </c:pt>
                <c:pt idx="192">
                  <c:v>772.0</c:v>
                </c:pt>
                <c:pt idx="193">
                  <c:v>776.0</c:v>
                </c:pt>
                <c:pt idx="194">
                  <c:v>780.0</c:v>
                </c:pt>
                <c:pt idx="195">
                  <c:v>784.0</c:v>
                </c:pt>
                <c:pt idx="196">
                  <c:v>788.0</c:v>
                </c:pt>
                <c:pt idx="197">
                  <c:v>792.0</c:v>
                </c:pt>
                <c:pt idx="198">
                  <c:v>796.0</c:v>
                </c:pt>
                <c:pt idx="199">
                  <c:v>800.0</c:v>
                </c:pt>
                <c:pt idx="200">
                  <c:v>804.0</c:v>
                </c:pt>
                <c:pt idx="201">
                  <c:v>808.0</c:v>
                </c:pt>
                <c:pt idx="202">
                  <c:v>812.0</c:v>
                </c:pt>
                <c:pt idx="203">
                  <c:v>816.0</c:v>
                </c:pt>
                <c:pt idx="204">
                  <c:v>820.0</c:v>
                </c:pt>
                <c:pt idx="205">
                  <c:v>824.0</c:v>
                </c:pt>
                <c:pt idx="206">
                  <c:v>828.0</c:v>
                </c:pt>
                <c:pt idx="207">
                  <c:v>832.0</c:v>
                </c:pt>
                <c:pt idx="208">
                  <c:v>836.0</c:v>
                </c:pt>
                <c:pt idx="209">
                  <c:v>840.0</c:v>
                </c:pt>
                <c:pt idx="210">
                  <c:v>844.0</c:v>
                </c:pt>
                <c:pt idx="211">
                  <c:v>848.0</c:v>
                </c:pt>
                <c:pt idx="212">
                  <c:v>852.0</c:v>
                </c:pt>
                <c:pt idx="213">
                  <c:v>856.0</c:v>
                </c:pt>
                <c:pt idx="214">
                  <c:v>860.0</c:v>
                </c:pt>
                <c:pt idx="215">
                  <c:v>864.0</c:v>
                </c:pt>
                <c:pt idx="216">
                  <c:v>868.0</c:v>
                </c:pt>
                <c:pt idx="217">
                  <c:v>872.0</c:v>
                </c:pt>
                <c:pt idx="218">
                  <c:v>876.0</c:v>
                </c:pt>
                <c:pt idx="219">
                  <c:v>880.0</c:v>
                </c:pt>
                <c:pt idx="220">
                  <c:v>884.0</c:v>
                </c:pt>
                <c:pt idx="221">
                  <c:v>888.0</c:v>
                </c:pt>
                <c:pt idx="222">
                  <c:v>892.0</c:v>
                </c:pt>
                <c:pt idx="223">
                  <c:v>896.0</c:v>
                </c:pt>
                <c:pt idx="224">
                  <c:v>900.0</c:v>
                </c:pt>
                <c:pt idx="225">
                  <c:v>904.0</c:v>
                </c:pt>
                <c:pt idx="226">
                  <c:v>908.0</c:v>
                </c:pt>
                <c:pt idx="227">
                  <c:v>912.0</c:v>
                </c:pt>
                <c:pt idx="228">
                  <c:v>916.0</c:v>
                </c:pt>
                <c:pt idx="229">
                  <c:v>920.0</c:v>
                </c:pt>
                <c:pt idx="230">
                  <c:v>924.0</c:v>
                </c:pt>
                <c:pt idx="231">
                  <c:v>928.0</c:v>
                </c:pt>
                <c:pt idx="232">
                  <c:v>932.0</c:v>
                </c:pt>
                <c:pt idx="233">
                  <c:v>936.0</c:v>
                </c:pt>
                <c:pt idx="234">
                  <c:v>940.0</c:v>
                </c:pt>
                <c:pt idx="235">
                  <c:v>944.0</c:v>
                </c:pt>
                <c:pt idx="236">
                  <c:v>948.0</c:v>
                </c:pt>
                <c:pt idx="237">
                  <c:v>952.0</c:v>
                </c:pt>
                <c:pt idx="238">
                  <c:v>956.0</c:v>
                </c:pt>
                <c:pt idx="239">
                  <c:v>960.0</c:v>
                </c:pt>
                <c:pt idx="240">
                  <c:v>964.0</c:v>
                </c:pt>
                <c:pt idx="241">
                  <c:v>968.0</c:v>
                </c:pt>
                <c:pt idx="242">
                  <c:v>972.0</c:v>
                </c:pt>
                <c:pt idx="243">
                  <c:v>976.0</c:v>
                </c:pt>
                <c:pt idx="244">
                  <c:v>980.0</c:v>
                </c:pt>
                <c:pt idx="245">
                  <c:v>984.0</c:v>
                </c:pt>
                <c:pt idx="246">
                  <c:v>988.0</c:v>
                </c:pt>
                <c:pt idx="247">
                  <c:v>992.0</c:v>
                </c:pt>
                <c:pt idx="248">
                  <c:v>996.0</c:v>
                </c:pt>
                <c:pt idx="249">
                  <c:v>1000.0</c:v>
                </c:pt>
                <c:pt idx="250">
                  <c:v>1002.0</c:v>
                </c:pt>
                <c:pt idx="251">
                  <c:v>1004.0</c:v>
                </c:pt>
                <c:pt idx="252">
                  <c:v>1006.0</c:v>
                </c:pt>
                <c:pt idx="253">
                  <c:v>1008.0</c:v>
                </c:pt>
                <c:pt idx="254">
                  <c:v>1010.0</c:v>
                </c:pt>
                <c:pt idx="255">
                  <c:v>1012.0</c:v>
                </c:pt>
                <c:pt idx="256">
                  <c:v>1014.0</c:v>
                </c:pt>
                <c:pt idx="257">
                  <c:v>1016.0</c:v>
                </c:pt>
                <c:pt idx="258">
                  <c:v>1018.0</c:v>
                </c:pt>
                <c:pt idx="259">
                  <c:v>1020.0</c:v>
                </c:pt>
                <c:pt idx="260">
                  <c:v>1022.0</c:v>
                </c:pt>
                <c:pt idx="261">
                  <c:v>1024.0</c:v>
                </c:pt>
                <c:pt idx="262">
                  <c:v>1026.0</c:v>
                </c:pt>
                <c:pt idx="263">
                  <c:v>1028.0</c:v>
                </c:pt>
                <c:pt idx="264">
                  <c:v>1030.0</c:v>
                </c:pt>
                <c:pt idx="265">
                  <c:v>1032.0</c:v>
                </c:pt>
                <c:pt idx="266">
                  <c:v>1034.0</c:v>
                </c:pt>
                <c:pt idx="267">
                  <c:v>1036.0</c:v>
                </c:pt>
                <c:pt idx="268">
                  <c:v>1038.0</c:v>
                </c:pt>
                <c:pt idx="269">
                  <c:v>1040.0</c:v>
                </c:pt>
                <c:pt idx="270">
                  <c:v>1042.0</c:v>
                </c:pt>
                <c:pt idx="271">
                  <c:v>1044.0</c:v>
                </c:pt>
                <c:pt idx="272">
                  <c:v>1046.0</c:v>
                </c:pt>
                <c:pt idx="273">
                  <c:v>1048.0</c:v>
                </c:pt>
                <c:pt idx="274">
                  <c:v>1050.0</c:v>
                </c:pt>
                <c:pt idx="275">
                  <c:v>1052.0</c:v>
                </c:pt>
                <c:pt idx="276">
                  <c:v>1054.0</c:v>
                </c:pt>
                <c:pt idx="277">
                  <c:v>1056.0</c:v>
                </c:pt>
                <c:pt idx="278">
                  <c:v>1058.0</c:v>
                </c:pt>
                <c:pt idx="279">
                  <c:v>1060.0</c:v>
                </c:pt>
                <c:pt idx="280">
                  <c:v>1062.0</c:v>
                </c:pt>
                <c:pt idx="281">
                  <c:v>1064.0</c:v>
                </c:pt>
                <c:pt idx="282">
                  <c:v>1066.0</c:v>
                </c:pt>
                <c:pt idx="283">
                  <c:v>1068.0</c:v>
                </c:pt>
                <c:pt idx="284">
                  <c:v>1070.0</c:v>
                </c:pt>
                <c:pt idx="285">
                  <c:v>1072.0</c:v>
                </c:pt>
                <c:pt idx="286">
                  <c:v>1074.0</c:v>
                </c:pt>
                <c:pt idx="287">
                  <c:v>1076.0</c:v>
                </c:pt>
                <c:pt idx="288">
                  <c:v>1078.0</c:v>
                </c:pt>
                <c:pt idx="289">
                  <c:v>1080.0</c:v>
                </c:pt>
                <c:pt idx="290">
                  <c:v>1082.0</c:v>
                </c:pt>
                <c:pt idx="291">
                  <c:v>1084.0</c:v>
                </c:pt>
                <c:pt idx="292">
                  <c:v>1086.0</c:v>
                </c:pt>
                <c:pt idx="293">
                  <c:v>1088.0</c:v>
                </c:pt>
                <c:pt idx="294">
                  <c:v>1090.0</c:v>
                </c:pt>
                <c:pt idx="295">
                  <c:v>1092.0</c:v>
                </c:pt>
                <c:pt idx="296">
                  <c:v>1094.0</c:v>
                </c:pt>
                <c:pt idx="297">
                  <c:v>1096.0</c:v>
                </c:pt>
                <c:pt idx="298">
                  <c:v>1098.0</c:v>
                </c:pt>
                <c:pt idx="299">
                  <c:v>1100.0</c:v>
                </c:pt>
                <c:pt idx="300">
                  <c:v>1102.0</c:v>
                </c:pt>
                <c:pt idx="301">
                  <c:v>1104.0</c:v>
                </c:pt>
                <c:pt idx="302">
                  <c:v>1106.0</c:v>
                </c:pt>
                <c:pt idx="303">
                  <c:v>1108.0</c:v>
                </c:pt>
                <c:pt idx="304">
                  <c:v>1110.0</c:v>
                </c:pt>
                <c:pt idx="305">
                  <c:v>1112.0</c:v>
                </c:pt>
                <c:pt idx="306">
                  <c:v>1114.0</c:v>
                </c:pt>
                <c:pt idx="307">
                  <c:v>1116.0</c:v>
                </c:pt>
                <c:pt idx="308">
                  <c:v>1118.0</c:v>
                </c:pt>
                <c:pt idx="309">
                  <c:v>1120.0</c:v>
                </c:pt>
                <c:pt idx="310">
                  <c:v>1122.0</c:v>
                </c:pt>
                <c:pt idx="311">
                  <c:v>1124.0</c:v>
                </c:pt>
                <c:pt idx="312">
                  <c:v>1126.0</c:v>
                </c:pt>
                <c:pt idx="313">
                  <c:v>1128.0</c:v>
                </c:pt>
                <c:pt idx="314">
                  <c:v>1130.0</c:v>
                </c:pt>
                <c:pt idx="315">
                  <c:v>1132.0</c:v>
                </c:pt>
                <c:pt idx="316">
                  <c:v>1134.0</c:v>
                </c:pt>
                <c:pt idx="317">
                  <c:v>1136.0</c:v>
                </c:pt>
                <c:pt idx="318">
                  <c:v>1138.0</c:v>
                </c:pt>
                <c:pt idx="319">
                  <c:v>1140.0</c:v>
                </c:pt>
                <c:pt idx="320">
                  <c:v>1142.0</c:v>
                </c:pt>
                <c:pt idx="321">
                  <c:v>1144.0</c:v>
                </c:pt>
                <c:pt idx="322">
                  <c:v>1146.0</c:v>
                </c:pt>
                <c:pt idx="323">
                  <c:v>1148.0</c:v>
                </c:pt>
                <c:pt idx="324">
                  <c:v>1150.0</c:v>
                </c:pt>
                <c:pt idx="325">
                  <c:v>1152.0</c:v>
                </c:pt>
                <c:pt idx="326">
                  <c:v>1154.0</c:v>
                </c:pt>
                <c:pt idx="327">
                  <c:v>1156.0</c:v>
                </c:pt>
                <c:pt idx="328">
                  <c:v>1158.0</c:v>
                </c:pt>
                <c:pt idx="329">
                  <c:v>1160.0</c:v>
                </c:pt>
                <c:pt idx="330">
                  <c:v>1162.0</c:v>
                </c:pt>
                <c:pt idx="331">
                  <c:v>1164.0</c:v>
                </c:pt>
                <c:pt idx="332">
                  <c:v>1166.0</c:v>
                </c:pt>
                <c:pt idx="333">
                  <c:v>1168.0</c:v>
                </c:pt>
                <c:pt idx="334">
                  <c:v>1170.0</c:v>
                </c:pt>
                <c:pt idx="335">
                  <c:v>1172.0</c:v>
                </c:pt>
                <c:pt idx="336">
                  <c:v>1174.0</c:v>
                </c:pt>
                <c:pt idx="337">
                  <c:v>1176.0</c:v>
                </c:pt>
                <c:pt idx="338">
                  <c:v>1178.0</c:v>
                </c:pt>
                <c:pt idx="339">
                  <c:v>1180.0</c:v>
                </c:pt>
                <c:pt idx="340">
                  <c:v>1182.0</c:v>
                </c:pt>
                <c:pt idx="341">
                  <c:v>1184.0</c:v>
                </c:pt>
                <c:pt idx="342">
                  <c:v>1186.0</c:v>
                </c:pt>
                <c:pt idx="343">
                  <c:v>1188.0</c:v>
                </c:pt>
                <c:pt idx="344">
                  <c:v>1190.0</c:v>
                </c:pt>
                <c:pt idx="345">
                  <c:v>1192.0</c:v>
                </c:pt>
                <c:pt idx="346">
                  <c:v>1194.0</c:v>
                </c:pt>
                <c:pt idx="347">
                  <c:v>1196.0</c:v>
                </c:pt>
                <c:pt idx="348">
                  <c:v>1198.0</c:v>
                </c:pt>
                <c:pt idx="349">
                  <c:v>1200.0</c:v>
                </c:pt>
                <c:pt idx="350">
                  <c:v>1202.0</c:v>
                </c:pt>
                <c:pt idx="351">
                  <c:v>1204.0</c:v>
                </c:pt>
                <c:pt idx="352">
                  <c:v>1206.0</c:v>
                </c:pt>
                <c:pt idx="353">
                  <c:v>1208.0</c:v>
                </c:pt>
                <c:pt idx="354">
                  <c:v>1210.0</c:v>
                </c:pt>
                <c:pt idx="355">
                  <c:v>1212.0</c:v>
                </c:pt>
                <c:pt idx="356">
                  <c:v>1214.0</c:v>
                </c:pt>
                <c:pt idx="357">
                  <c:v>1216.0</c:v>
                </c:pt>
                <c:pt idx="358">
                  <c:v>1218.0</c:v>
                </c:pt>
                <c:pt idx="359">
                  <c:v>1220.0</c:v>
                </c:pt>
                <c:pt idx="360">
                  <c:v>1222.0</c:v>
                </c:pt>
                <c:pt idx="361">
                  <c:v>1224.0</c:v>
                </c:pt>
                <c:pt idx="362">
                  <c:v>1226.0</c:v>
                </c:pt>
                <c:pt idx="363">
                  <c:v>1228.0</c:v>
                </c:pt>
                <c:pt idx="364">
                  <c:v>1230.0</c:v>
                </c:pt>
                <c:pt idx="365">
                  <c:v>1232.0</c:v>
                </c:pt>
                <c:pt idx="366">
                  <c:v>1234.0</c:v>
                </c:pt>
                <c:pt idx="367">
                  <c:v>1236.0</c:v>
                </c:pt>
                <c:pt idx="368">
                  <c:v>1238.0</c:v>
                </c:pt>
                <c:pt idx="369">
                  <c:v>1240.0</c:v>
                </c:pt>
                <c:pt idx="370">
                  <c:v>1242.0</c:v>
                </c:pt>
                <c:pt idx="371">
                  <c:v>1244.0</c:v>
                </c:pt>
                <c:pt idx="372">
                  <c:v>1246.0</c:v>
                </c:pt>
                <c:pt idx="373">
                  <c:v>1248.0</c:v>
                </c:pt>
                <c:pt idx="374">
                  <c:v>1250.0</c:v>
                </c:pt>
                <c:pt idx="375">
                  <c:v>1252.0</c:v>
                </c:pt>
                <c:pt idx="376">
                  <c:v>1254.0</c:v>
                </c:pt>
                <c:pt idx="377">
                  <c:v>1256.0</c:v>
                </c:pt>
                <c:pt idx="378">
                  <c:v>1258.0</c:v>
                </c:pt>
                <c:pt idx="379">
                  <c:v>1260.0</c:v>
                </c:pt>
                <c:pt idx="380">
                  <c:v>1262.0</c:v>
                </c:pt>
                <c:pt idx="381">
                  <c:v>1264.0</c:v>
                </c:pt>
                <c:pt idx="382">
                  <c:v>1266.0</c:v>
                </c:pt>
                <c:pt idx="383">
                  <c:v>1268.0</c:v>
                </c:pt>
                <c:pt idx="384">
                  <c:v>1270.0</c:v>
                </c:pt>
                <c:pt idx="385">
                  <c:v>1272.0</c:v>
                </c:pt>
                <c:pt idx="386">
                  <c:v>1274.0</c:v>
                </c:pt>
                <c:pt idx="387">
                  <c:v>1276.0</c:v>
                </c:pt>
                <c:pt idx="388">
                  <c:v>1278.0</c:v>
                </c:pt>
                <c:pt idx="389">
                  <c:v>1280.0</c:v>
                </c:pt>
                <c:pt idx="390">
                  <c:v>1282.0</c:v>
                </c:pt>
                <c:pt idx="391">
                  <c:v>1284.0</c:v>
                </c:pt>
                <c:pt idx="392">
                  <c:v>1286.0</c:v>
                </c:pt>
                <c:pt idx="393">
                  <c:v>1288.0</c:v>
                </c:pt>
                <c:pt idx="394">
                  <c:v>1290.0</c:v>
                </c:pt>
                <c:pt idx="395">
                  <c:v>1292.0</c:v>
                </c:pt>
                <c:pt idx="396">
                  <c:v>1294.0</c:v>
                </c:pt>
                <c:pt idx="397">
                  <c:v>1296.0</c:v>
                </c:pt>
                <c:pt idx="398">
                  <c:v>1298.0</c:v>
                </c:pt>
                <c:pt idx="399">
                  <c:v>1300.0</c:v>
                </c:pt>
                <c:pt idx="400">
                  <c:v>1302.0</c:v>
                </c:pt>
                <c:pt idx="401">
                  <c:v>1304.0</c:v>
                </c:pt>
                <c:pt idx="402">
                  <c:v>1306.0</c:v>
                </c:pt>
                <c:pt idx="403">
                  <c:v>1308.0</c:v>
                </c:pt>
                <c:pt idx="404">
                  <c:v>1310.0</c:v>
                </c:pt>
                <c:pt idx="405">
                  <c:v>1312.0</c:v>
                </c:pt>
                <c:pt idx="406">
                  <c:v>1314.0</c:v>
                </c:pt>
                <c:pt idx="407">
                  <c:v>1316.0</c:v>
                </c:pt>
                <c:pt idx="408">
                  <c:v>1318.0</c:v>
                </c:pt>
                <c:pt idx="409">
                  <c:v>1320.0</c:v>
                </c:pt>
                <c:pt idx="410">
                  <c:v>1322.0</c:v>
                </c:pt>
                <c:pt idx="411">
                  <c:v>1324.0</c:v>
                </c:pt>
                <c:pt idx="412">
                  <c:v>1326.0</c:v>
                </c:pt>
                <c:pt idx="413">
                  <c:v>1328.0</c:v>
                </c:pt>
                <c:pt idx="414">
                  <c:v>1330.0</c:v>
                </c:pt>
                <c:pt idx="415">
                  <c:v>1332.0</c:v>
                </c:pt>
                <c:pt idx="416">
                  <c:v>1334.0</c:v>
                </c:pt>
                <c:pt idx="417">
                  <c:v>1336.0</c:v>
                </c:pt>
                <c:pt idx="418">
                  <c:v>1338.0</c:v>
                </c:pt>
                <c:pt idx="419">
                  <c:v>1340.0</c:v>
                </c:pt>
                <c:pt idx="420">
                  <c:v>1342.0</c:v>
                </c:pt>
                <c:pt idx="421">
                  <c:v>1344.0</c:v>
                </c:pt>
                <c:pt idx="422">
                  <c:v>1346.0</c:v>
                </c:pt>
                <c:pt idx="423">
                  <c:v>1348.0</c:v>
                </c:pt>
                <c:pt idx="424">
                  <c:v>1350.0</c:v>
                </c:pt>
                <c:pt idx="425">
                  <c:v>1352.0</c:v>
                </c:pt>
                <c:pt idx="426">
                  <c:v>1354.0</c:v>
                </c:pt>
                <c:pt idx="427">
                  <c:v>1356.0</c:v>
                </c:pt>
                <c:pt idx="428">
                  <c:v>1358.0</c:v>
                </c:pt>
                <c:pt idx="429">
                  <c:v>1360.0</c:v>
                </c:pt>
                <c:pt idx="430">
                  <c:v>1362.0</c:v>
                </c:pt>
                <c:pt idx="431">
                  <c:v>1364.0</c:v>
                </c:pt>
                <c:pt idx="432">
                  <c:v>1366.0</c:v>
                </c:pt>
                <c:pt idx="433">
                  <c:v>1368.0</c:v>
                </c:pt>
                <c:pt idx="434">
                  <c:v>1370.0</c:v>
                </c:pt>
                <c:pt idx="435">
                  <c:v>1372.0</c:v>
                </c:pt>
                <c:pt idx="436">
                  <c:v>1374.0</c:v>
                </c:pt>
                <c:pt idx="437">
                  <c:v>1376.0</c:v>
                </c:pt>
                <c:pt idx="438">
                  <c:v>1378.0</c:v>
                </c:pt>
                <c:pt idx="439">
                  <c:v>1380.0</c:v>
                </c:pt>
                <c:pt idx="440">
                  <c:v>1382.0</c:v>
                </c:pt>
                <c:pt idx="441">
                  <c:v>1384.0</c:v>
                </c:pt>
                <c:pt idx="442">
                  <c:v>1386.0</c:v>
                </c:pt>
                <c:pt idx="443">
                  <c:v>1388.0</c:v>
                </c:pt>
                <c:pt idx="444">
                  <c:v>1390.0</c:v>
                </c:pt>
                <c:pt idx="445">
                  <c:v>1392.0</c:v>
                </c:pt>
                <c:pt idx="446">
                  <c:v>1394.0</c:v>
                </c:pt>
                <c:pt idx="447">
                  <c:v>1396.0</c:v>
                </c:pt>
                <c:pt idx="448">
                  <c:v>1398.0</c:v>
                </c:pt>
                <c:pt idx="449">
                  <c:v>1400.0</c:v>
                </c:pt>
                <c:pt idx="450">
                  <c:v>1402.0</c:v>
                </c:pt>
                <c:pt idx="451">
                  <c:v>1404.0</c:v>
                </c:pt>
                <c:pt idx="452">
                  <c:v>1406.0</c:v>
                </c:pt>
                <c:pt idx="453">
                  <c:v>1408.0</c:v>
                </c:pt>
                <c:pt idx="454">
                  <c:v>1410.0</c:v>
                </c:pt>
                <c:pt idx="455">
                  <c:v>1412.0</c:v>
                </c:pt>
                <c:pt idx="456">
                  <c:v>1414.0</c:v>
                </c:pt>
                <c:pt idx="457">
                  <c:v>1416.0</c:v>
                </c:pt>
                <c:pt idx="458">
                  <c:v>1418.0</c:v>
                </c:pt>
                <c:pt idx="459">
                  <c:v>1420.0</c:v>
                </c:pt>
                <c:pt idx="460">
                  <c:v>1422.0</c:v>
                </c:pt>
                <c:pt idx="461">
                  <c:v>1424.0</c:v>
                </c:pt>
                <c:pt idx="462">
                  <c:v>1426.0</c:v>
                </c:pt>
                <c:pt idx="463">
                  <c:v>1428.0</c:v>
                </c:pt>
                <c:pt idx="464">
                  <c:v>1430.0</c:v>
                </c:pt>
                <c:pt idx="465">
                  <c:v>1432.0</c:v>
                </c:pt>
                <c:pt idx="466">
                  <c:v>1434.0</c:v>
                </c:pt>
                <c:pt idx="467">
                  <c:v>1436.0</c:v>
                </c:pt>
                <c:pt idx="468">
                  <c:v>1438.0</c:v>
                </c:pt>
                <c:pt idx="469">
                  <c:v>1440.0</c:v>
                </c:pt>
                <c:pt idx="470">
                  <c:v>1442.0</c:v>
                </c:pt>
                <c:pt idx="471">
                  <c:v>1444.0</c:v>
                </c:pt>
                <c:pt idx="472">
                  <c:v>1446.0</c:v>
                </c:pt>
                <c:pt idx="473">
                  <c:v>1448.0</c:v>
                </c:pt>
                <c:pt idx="474">
                  <c:v>1450.0</c:v>
                </c:pt>
                <c:pt idx="475">
                  <c:v>1452.0</c:v>
                </c:pt>
                <c:pt idx="476">
                  <c:v>1454.0</c:v>
                </c:pt>
                <c:pt idx="477">
                  <c:v>1456.0</c:v>
                </c:pt>
                <c:pt idx="478">
                  <c:v>1458.0</c:v>
                </c:pt>
                <c:pt idx="479">
                  <c:v>1460.0</c:v>
                </c:pt>
                <c:pt idx="480">
                  <c:v>1462.0</c:v>
                </c:pt>
                <c:pt idx="481">
                  <c:v>1464.0</c:v>
                </c:pt>
                <c:pt idx="482">
                  <c:v>1466.0</c:v>
                </c:pt>
                <c:pt idx="483">
                  <c:v>1468.0</c:v>
                </c:pt>
                <c:pt idx="484">
                  <c:v>1470.0</c:v>
                </c:pt>
                <c:pt idx="485">
                  <c:v>1472.0</c:v>
                </c:pt>
                <c:pt idx="486">
                  <c:v>1474.0</c:v>
                </c:pt>
                <c:pt idx="487">
                  <c:v>1476.0</c:v>
                </c:pt>
                <c:pt idx="488">
                  <c:v>1478.0</c:v>
                </c:pt>
                <c:pt idx="489">
                  <c:v>1480.0</c:v>
                </c:pt>
                <c:pt idx="490">
                  <c:v>1482.0</c:v>
                </c:pt>
                <c:pt idx="491">
                  <c:v>1484.0</c:v>
                </c:pt>
                <c:pt idx="492">
                  <c:v>1486.0</c:v>
                </c:pt>
                <c:pt idx="493">
                  <c:v>1488.0</c:v>
                </c:pt>
                <c:pt idx="494">
                  <c:v>1490.0</c:v>
                </c:pt>
                <c:pt idx="495">
                  <c:v>1492.0</c:v>
                </c:pt>
                <c:pt idx="496">
                  <c:v>1494.0</c:v>
                </c:pt>
                <c:pt idx="497">
                  <c:v>1496.0</c:v>
                </c:pt>
                <c:pt idx="498">
                  <c:v>1498.0</c:v>
                </c:pt>
                <c:pt idx="499">
                  <c:v>1500.0</c:v>
                </c:pt>
                <c:pt idx="500">
                  <c:v>1501.0</c:v>
                </c:pt>
                <c:pt idx="501">
                  <c:v>1502.0</c:v>
                </c:pt>
                <c:pt idx="502">
                  <c:v>1503.0</c:v>
                </c:pt>
                <c:pt idx="503">
                  <c:v>1504.0</c:v>
                </c:pt>
                <c:pt idx="504">
                  <c:v>1505.0</c:v>
                </c:pt>
                <c:pt idx="505">
                  <c:v>1506.0</c:v>
                </c:pt>
                <c:pt idx="506">
                  <c:v>1507.0</c:v>
                </c:pt>
                <c:pt idx="507">
                  <c:v>1508.0</c:v>
                </c:pt>
                <c:pt idx="508">
                  <c:v>1509.0</c:v>
                </c:pt>
                <c:pt idx="509">
                  <c:v>1510.0</c:v>
                </c:pt>
                <c:pt idx="510">
                  <c:v>1511.0</c:v>
                </c:pt>
                <c:pt idx="511">
                  <c:v>1512.0</c:v>
                </c:pt>
                <c:pt idx="512">
                  <c:v>1513.0</c:v>
                </c:pt>
                <c:pt idx="513">
                  <c:v>1514.0</c:v>
                </c:pt>
                <c:pt idx="514">
                  <c:v>1515.0</c:v>
                </c:pt>
                <c:pt idx="515">
                  <c:v>1516.0</c:v>
                </c:pt>
                <c:pt idx="516">
                  <c:v>1517.0</c:v>
                </c:pt>
                <c:pt idx="517">
                  <c:v>1518.0</c:v>
                </c:pt>
                <c:pt idx="518">
                  <c:v>1519.0</c:v>
                </c:pt>
                <c:pt idx="519">
                  <c:v>1520.0</c:v>
                </c:pt>
                <c:pt idx="520">
                  <c:v>1521.0</c:v>
                </c:pt>
                <c:pt idx="521">
                  <c:v>1522.0</c:v>
                </c:pt>
                <c:pt idx="522">
                  <c:v>1523.0</c:v>
                </c:pt>
                <c:pt idx="523">
                  <c:v>1524.0</c:v>
                </c:pt>
                <c:pt idx="524">
                  <c:v>1525.0</c:v>
                </c:pt>
                <c:pt idx="525">
                  <c:v>1526.0</c:v>
                </c:pt>
                <c:pt idx="526">
                  <c:v>1527.0</c:v>
                </c:pt>
                <c:pt idx="527">
                  <c:v>1528.0</c:v>
                </c:pt>
                <c:pt idx="528">
                  <c:v>1529.0</c:v>
                </c:pt>
                <c:pt idx="529">
                  <c:v>1530.0</c:v>
                </c:pt>
                <c:pt idx="530">
                  <c:v>1531.0</c:v>
                </c:pt>
                <c:pt idx="531">
                  <c:v>1532.0</c:v>
                </c:pt>
                <c:pt idx="532">
                  <c:v>1533.0</c:v>
                </c:pt>
                <c:pt idx="533">
                  <c:v>1534.0</c:v>
                </c:pt>
                <c:pt idx="534">
                  <c:v>1535.0</c:v>
                </c:pt>
                <c:pt idx="535">
                  <c:v>1536.0</c:v>
                </c:pt>
                <c:pt idx="536">
                  <c:v>1537.0</c:v>
                </c:pt>
                <c:pt idx="537">
                  <c:v>1538.0</c:v>
                </c:pt>
                <c:pt idx="538">
                  <c:v>1539.0</c:v>
                </c:pt>
                <c:pt idx="539">
                  <c:v>1540.0</c:v>
                </c:pt>
                <c:pt idx="540">
                  <c:v>1541.0</c:v>
                </c:pt>
                <c:pt idx="541">
                  <c:v>1542.0</c:v>
                </c:pt>
                <c:pt idx="542">
                  <c:v>1543.0</c:v>
                </c:pt>
                <c:pt idx="543">
                  <c:v>1544.0</c:v>
                </c:pt>
                <c:pt idx="544">
                  <c:v>1545.0</c:v>
                </c:pt>
                <c:pt idx="545">
                  <c:v>1546.0</c:v>
                </c:pt>
                <c:pt idx="546">
                  <c:v>1547.0</c:v>
                </c:pt>
                <c:pt idx="547">
                  <c:v>1548.0</c:v>
                </c:pt>
                <c:pt idx="548">
                  <c:v>1549.0</c:v>
                </c:pt>
                <c:pt idx="549">
                  <c:v>1550.0</c:v>
                </c:pt>
                <c:pt idx="550">
                  <c:v>1551.0</c:v>
                </c:pt>
                <c:pt idx="551">
                  <c:v>1552.0</c:v>
                </c:pt>
                <c:pt idx="552">
                  <c:v>1553.0</c:v>
                </c:pt>
                <c:pt idx="553">
                  <c:v>1554.0</c:v>
                </c:pt>
                <c:pt idx="554">
                  <c:v>1555.0</c:v>
                </c:pt>
                <c:pt idx="555">
                  <c:v>1556.0</c:v>
                </c:pt>
                <c:pt idx="556">
                  <c:v>1557.0</c:v>
                </c:pt>
                <c:pt idx="557">
                  <c:v>1558.0</c:v>
                </c:pt>
                <c:pt idx="558">
                  <c:v>1559.0</c:v>
                </c:pt>
                <c:pt idx="559">
                  <c:v>1560.0</c:v>
                </c:pt>
                <c:pt idx="560">
                  <c:v>1561.0</c:v>
                </c:pt>
                <c:pt idx="561">
                  <c:v>1562.0</c:v>
                </c:pt>
                <c:pt idx="562">
                  <c:v>1563.0</c:v>
                </c:pt>
                <c:pt idx="563">
                  <c:v>1564.0</c:v>
                </c:pt>
                <c:pt idx="564">
                  <c:v>1565.0</c:v>
                </c:pt>
                <c:pt idx="565">
                  <c:v>1566.0</c:v>
                </c:pt>
                <c:pt idx="566">
                  <c:v>1567.0</c:v>
                </c:pt>
                <c:pt idx="567">
                  <c:v>1568.0</c:v>
                </c:pt>
                <c:pt idx="568">
                  <c:v>1569.0</c:v>
                </c:pt>
                <c:pt idx="569">
                  <c:v>1570.0</c:v>
                </c:pt>
                <c:pt idx="570">
                  <c:v>1571.0</c:v>
                </c:pt>
                <c:pt idx="571">
                  <c:v>1572.0</c:v>
                </c:pt>
                <c:pt idx="572">
                  <c:v>1573.0</c:v>
                </c:pt>
                <c:pt idx="573">
                  <c:v>1574.0</c:v>
                </c:pt>
                <c:pt idx="574">
                  <c:v>1575.0</c:v>
                </c:pt>
                <c:pt idx="575">
                  <c:v>1576.0</c:v>
                </c:pt>
                <c:pt idx="576">
                  <c:v>1577.0</c:v>
                </c:pt>
                <c:pt idx="577">
                  <c:v>1578.0</c:v>
                </c:pt>
                <c:pt idx="578">
                  <c:v>1579.0</c:v>
                </c:pt>
                <c:pt idx="579">
                  <c:v>1580.0</c:v>
                </c:pt>
                <c:pt idx="580">
                  <c:v>1581.0</c:v>
                </c:pt>
                <c:pt idx="581">
                  <c:v>1582.0</c:v>
                </c:pt>
                <c:pt idx="582">
                  <c:v>1583.0</c:v>
                </c:pt>
                <c:pt idx="583">
                  <c:v>1584.0</c:v>
                </c:pt>
                <c:pt idx="584">
                  <c:v>1585.0</c:v>
                </c:pt>
                <c:pt idx="585">
                  <c:v>1586.0</c:v>
                </c:pt>
                <c:pt idx="586">
                  <c:v>1587.0</c:v>
                </c:pt>
                <c:pt idx="587">
                  <c:v>1588.0</c:v>
                </c:pt>
                <c:pt idx="588">
                  <c:v>1589.0</c:v>
                </c:pt>
                <c:pt idx="589">
                  <c:v>1590.0</c:v>
                </c:pt>
                <c:pt idx="590">
                  <c:v>1591.0</c:v>
                </c:pt>
                <c:pt idx="591">
                  <c:v>1592.0</c:v>
                </c:pt>
                <c:pt idx="592">
                  <c:v>1593.0</c:v>
                </c:pt>
                <c:pt idx="593">
                  <c:v>1594.0</c:v>
                </c:pt>
                <c:pt idx="594">
                  <c:v>1595.0</c:v>
                </c:pt>
                <c:pt idx="595">
                  <c:v>1596.0</c:v>
                </c:pt>
                <c:pt idx="596">
                  <c:v>1597.0</c:v>
                </c:pt>
                <c:pt idx="597">
                  <c:v>1598.0</c:v>
                </c:pt>
                <c:pt idx="598">
                  <c:v>1599.0</c:v>
                </c:pt>
                <c:pt idx="599">
                  <c:v>1600.0</c:v>
                </c:pt>
                <c:pt idx="600">
                  <c:v>1601.0</c:v>
                </c:pt>
                <c:pt idx="601">
                  <c:v>1602.0</c:v>
                </c:pt>
                <c:pt idx="602">
                  <c:v>1603.0</c:v>
                </c:pt>
                <c:pt idx="603">
                  <c:v>1604.0</c:v>
                </c:pt>
                <c:pt idx="604">
                  <c:v>1605.0</c:v>
                </c:pt>
                <c:pt idx="605">
                  <c:v>1606.0</c:v>
                </c:pt>
                <c:pt idx="606">
                  <c:v>1607.0</c:v>
                </c:pt>
                <c:pt idx="607">
                  <c:v>1608.0</c:v>
                </c:pt>
                <c:pt idx="608">
                  <c:v>1609.0</c:v>
                </c:pt>
                <c:pt idx="609">
                  <c:v>1610.0</c:v>
                </c:pt>
                <c:pt idx="610">
                  <c:v>1611.0</c:v>
                </c:pt>
                <c:pt idx="611">
                  <c:v>1612.0</c:v>
                </c:pt>
                <c:pt idx="612">
                  <c:v>1613.0</c:v>
                </c:pt>
                <c:pt idx="613">
                  <c:v>1614.0</c:v>
                </c:pt>
                <c:pt idx="614">
                  <c:v>1615.0</c:v>
                </c:pt>
                <c:pt idx="615">
                  <c:v>1616.0</c:v>
                </c:pt>
                <c:pt idx="616">
                  <c:v>1617.0</c:v>
                </c:pt>
                <c:pt idx="617">
                  <c:v>1618.0</c:v>
                </c:pt>
                <c:pt idx="618">
                  <c:v>1619.0</c:v>
                </c:pt>
                <c:pt idx="619">
                  <c:v>1620.0</c:v>
                </c:pt>
                <c:pt idx="620">
                  <c:v>1621.0</c:v>
                </c:pt>
                <c:pt idx="621">
                  <c:v>1622.0</c:v>
                </c:pt>
                <c:pt idx="622">
                  <c:v>1623.0</c:v>
                </c:pt>
                <c:pt idx="623">
                  <c:v>1624.0</c:v>
                </c:pt>
                <c:pt idx="624">
                  <c:v>1625.0</c:v>
                </c:pt>
                <c:pt idx="625">
                  <c:v>1626.0</c:v>
                </c:pt>
                <c:pt idx="626">
                  <c:v>1627.0</c:v>
                </c:pt>
                <c:pt idx="627">
                  <c:v>1628.0</c:v>
                </c:pt>
                <c:pt idx="628">
                  <c:v>1629.0</c:v>
                </c:pt>
                <c:pt idx="629">
                  <c:v>1630.0</c:v>
                </c:pt>
                <c:pt idx="630">
                  <c:v>1631.0</c:v>
                </c:pt>
                <c:pt idx="631">
                  <c:v>1632.0</c:v>
                </c:pt>
                <c:pt idx="632">
                  <c:v>1633.0</c:v>
                </c:pt>
                <c:pt idx="633">
                  <c:v>1634.0</c:v>
                </c:pt>
                <c:pt idx="634">
                  <c:v>1635.0</c:v>
                </c:pt>
                <c:pt idx="635">
                  <c:v>1636.0</c:v>
                </c:pt>
                <c:pt idx="636">
                  <c:v>1637.0</c:v>
                </c:pt>
                <c:pt idx="637">
                  <c:v>1638.0</c:v>
                </c:pt>
                <c:pt idx="638">
                  <c:v>1639.0</c:v>
                </c:pt>
                <c:pt idx="639">
                  <c:v>1640.0</c:v>
                </c:pt>
                <c:pt idx="640">
                  <c:v>1641.0</c:v>
                </c:pt>
                <c:pt idx="641">
                  <c:v>1642.0</c:v>
                </c:pt>
                <c:pt idx="642">
                  <c:v>1643.0</c:v>
                </c:pt>
                <c:pt idx="643">
                  <c:v>1644.0</c:v>
                </c:pt>
                <c:pt idx="644">
                  <c:v>1645.0</c:v>
                </c:pt>
                <c:pt idx="645">
                  <c:v>1646.0</c:v>
                </c:pt>
                <c:pt idx="646">
                  <c:v>1647.0</c:v>
                </c:pt>
                <c:pt idx="647">
                  <c:v>1648.0</c:v>
                </c:pt>
                <c:pt idx="648">
                  <c:v>1649.0</c:v>
                </c:pt>
                <c:pt idx="649">
                  <c:v>1650.0</c:v>
                </c:pt>
                <c:pt idx="650">
                  <c:v>1651.0</c:v>
                </c:pt>
                <c:pt idx="651">
                  <c:v>1652.0</c:v>
                </c:pt>
                <c:pt idx="652">
                  <c:v>1653.0</c:v>
                </c:pt>
                <c:pt idx="653">
                  <c:v>1654.0</c:v>
                </c:pt>
                <c:pt idx="654">
                  <c:v>1655.0</c:v>
                </c:pt>
                <c:pt idx="655">
                  <c:v>1656.0</c:v>
                </c:pt>
                <c:pt idx="656">
                  <c:v>1657.0</c:v>
                </c:pt>
                <c:pt idx="657">
                  <c:v>1658.0</c:v>
                </c:pt>
                <c:pt idx="658">
                  <c:v>1659.0</c:v>
                </c:pt>
                <c:pt idx="659">
                  <c:v>1660.0</c:v>
                </c:pt>
                <c:pt idx="660">
                  <c:v>1661.0</c:v>
                </c:pt>
                <c:pt idx="661">
                  <c:v>1662.0</c:v>
                </c:pt>
                <c:pt idx="662">
                  <c:v>1663.0</c:v>
                </c:pt>
                <c:pt idx="663">
                  <c:v>1664.0</c:v>
                </c:pt>
                <c:pt idx="664">
                  <c:v>1665.0</c:v>
                </c:pt>
                <c:pt idx="665">
                  <c:v>1666.0</c:v>
                </c:pt>
                <c:pt idx="666">
                  <c:v>1667.0</c:v>
                </c:pt>
                <c:pt idx="667">
                  <c:v>1668.0</c:v>
                </c:pt>
                <c:pt idx="668">
                  <c:v>1669.0</c:v>
                </c:pt>
                <c:pt idx="669">
                  <c:v>1670.0</c:v>
                </c:pt>
                <c:pt idx="670">
                  <c:v>1671.0</c:v>
                </c:pt>
                <c:pt idx="671">
                  <c:v>1672.0</c:v>
                </c:pt>
                <c:pt idx="672">
                  <c:v>1673.0</c:v>
                </c:pt>
                <c:pt idx="673">
                  <c:v>1674.0</c:v>
                </c:pt>
                <c:pt idx="674">
                  <c:v>1675.0</c:v>
                </c:pt>
                <c:pt idx="675">
                  <c:v>1676.0</c:v>
                </c:pt>
                <c:pt idx="676">
                  <c:v>1677.0</c:v>
                </c:pt>
                <c:pt idx="677">
                  <c:v>1678.0</c:v>
                </c:pt>
                <c:pt idx="678">
                  <c:v>1679.0</c:v>
                </c:pt>
                <c:pt idx="679">
                  <c:v>1680.0</c:v>
                </c:pt>
                <c:pt idx="680">
                  <c:v>1681.0</c:v>
                </c:pt>
                <c:pt idx="681">
                  <c:v>1682.0</c:v>
                </c:pt>
                <c:pt idx="682">
                  <c:v>1683.0</c:v>
                </c:pt>
                <c:pt idx="683">
                  <c:v>1684.0</c:v>
                </c:pt>
                <c:pt idx="684">
                  <c:v>1685.0</c:v>
                </c:pt>
                <c:pt idx="685">
                  <c:v>1686.0</c:v>
                </c:pt>
                <c:pt idx="686">
                  <c:v>1687.0</c:v>
                </c:pt>
                <c:pt idx="687">
                  <c:v>1688.0</c:v>
                </c:pt>
                <c:pt idx="688">
                  <c:v>1689.0</c:v>
                </c:pt>
                <c:pt idx="689">
                  <c:v>1690.0</c:v>
                </c:pt>
                <c:pt idx="690">
                  <c:v>1691.0</c:v>
                </c:pt>
                <c:pt idx="691">
                  <c:v>1692.0</c:v>
                </c:pt>
                <c:pt idx="692">
                  <c:v>1693.0</c:v>
                </c:pt>
                <c:pt idx="693">
                  <c:v>1694.0</c:v>
                </c:pt>
                <c:pt idx="694">
                  <c:v>1695.0</c:v>
                </c:pt>
                <c:pt idx="695">
                  <c:v>1696.0</c:v>
                </c:pt>
                <c:pt idx="696">
                  <c:v>1697.0</c:v>
                </c:pt>
                <c:pt idx="697">
                  <c:v>1698.0</c:v>
                </c:pt>
                <c:pt idx="698">
                  <c:v>1699.0</c:v>
                </c:pt>
                <c:pt idx="699">
                  <c:v>1700.0</c:v>
                </c:pt>
                <c:pt idx="700">
                  <c:v>1701.0</c:v>
                </c:pt>
                <c:pt idx="701">
                  <c:v>1702.0</c:v>
                </c:pt>
                <c:pt idx="702">
                  <c:v>1703.0</c:v>
                </c:pt>
                <c:pt idx="703">
                  <c:v>1704.0</c:v>
                </c:pt>
                <c:pt idx="704">
                  <c:v>1705.0</c:v>
                </c:pt>
                <c:pt idx="705">
                  <c:v>1706.0</c:v>
                </c:pt>
                <c:pt idx="706">
                  <c:v>1707.0</c:v>
                </c:pt>
                <c:pt idx="707">
                  <c:v>1708.0</c:v>
                </c:pt>
                <c:pt idx="708">
                  <c:v>1709.0</c:v>
                </c:pt>
                <c:pt idx="709">
                  <c:v>1710.0</c:v>
                </c:pt>
                <c:pt idx="710">
                  <c:v>1711.0</c:v>
                </c:pt>
                <c:pt idx="711">
                  <c:v>1712.0</c:v>
                </c:pt>
                <c:pt idx="712">
                  <c:v>1713.0</c:v>
                </c:pt>
                <c:pt idx="713">
                  <c:v>1714.0</c:v>
                </c:pt>
                <c:pt idx="714">
                  <c:v>1715.0</c:v>
                </c:pt>
                <c:pt idx="715">
                  <c:v>1716.0</c:v>
                </c:pt>
                <c:pt idx="716">
                  <c:v>1717.0</c:v>
                </c:pt>
                <c:pt idx="717">
                  <c:v>1718.0</c:v>
                </c:pt>
                <c:pt idx="718">
                  <c:v>1719.0</c:v>
                </c:pt>
                <c:pt idx="719">
                  <c:v>1720.0</c:v>
                </c:pt>
                <c:pt idx="720">
                  <c:v>1721.0</c:v>
                </c:pt>
                <c:pt idx="721">
                  <c:v>1722.0</c:v>
                </c:pt>
                <c:pt idx="722">
                  <c:v>1723.0</c:v>
                </c:pt>
                <c:pt idx="723">
                  <c:v>1724.0</c:v>
                </c:pt>
                <c:pt idx="724">
                  <c:v>1725.0</c:v>
                </c:pt>
                <c:pt idx="725">
                  <c:v>1726.0</c:v>
                </c:pt>
                <c:pt idx="726">
                  <c:v>1727.0</c:v>
                </c:pt>
                <c:pt idx="727">
                  <c:v>1728.0</c:v>
                </c:pt>
                <c:pt idx="728">
                  <c:v>1729.0</c:v>
                </c:pt>
                <c:pt idx="729">
                  <c:v>1730.0</c:v>
                </c:pt>
                <c:pt idx="730">
                  <c:v>1731.0</c:v>
                </c:pt>
                <c:pt idx="731">
                  <c:v>1732.0</c:v>
                </c:pt>
                <c:pt idx="732">
                  <c:v>1733.0</c:v>
                </c:pt>
                <c:pt idx="733">
                  <c:v>1734.0</c:v>
                </c:pt>
                <c:pt idx="734">
                  <c:v>1735.0</c:v>
                </c:pt>
                <c:pt idx="735">
                  <c:v>1736.0</c:v>
                </c:pt>
                <c:pt idx="736">
                  <c:v>1737.0</c:v>
                </c:pt>
                <c:pt idx="737">
                  <c:v>1738.0</c:v>
                </c:pt>
                <c:pt idx="738">
                  <c:v>1739.0</c:v>
                </c:pt>
                <c:pt idx="739">
                  <c:v>1740.0</c:v>
                </c:pt>
                <c:pt idx="740">
                  <c:v>1741.0</c:v>
                </c:pt>
                <c:pt idx="741">
                  <c:v>1742.0</c:v>
                </c:pt>
                <c:pt idx="742">
                  <c:v>1743.0</c:v>
                </c:pt>
                <c:pt idx="743">
                  <c:v>1744.0</c:v>
                </c:pt>
                <c:pt idx="744">
                  <c:v>1745.0</c:v>
                </c:pt>
                <c:pt idx="745">
                  <c:v>1746.0</c:v>
                </c:pt>
                <c:pt idx="746">
                  <c:v>1747.0</c:v>
                </c:pt>
                <c:pt idx="747">
                  <c:v>1748.0</c:v>
                </c:pt>
                <c:pt idx="748">
                  <c:v>1749.0</c:v>
                </c:pt>
                <c:pt idx="749">
                  <c:v>1750.0</c:v>
                </c:pt>
                <c:pt idx="750">
                  <c:v>1751.0</c:v>
                </c:pt>
                <c:pt idx="751">
                  <c:v>1752.0</c:v>
                </c:pt>
                <c:pt idx="752">
                  <c:v>1753.0</c:v>
                </c:pt>
                <c:pt idx="753">
                  <c:v>1754.0</c:v>
                </c:pt>
                <c:pt idx="754">
                  <c:v>1755.0</c:v>
                </c:pt>
                <c:pt idx="755">
                  <c:v>1756.0</c:v>
                </c:pt>
                <c:pt idx="756">
                  <c:v>1757.0</c:v>
                </c:pt>
                <c:pt idx="757">
                  <c:v>1758.0</c:v>
                </c:pt>
                <c:pt idx="758">
                  <c:v>1759.0</c:v>
                </c:pt>
                <c:pt idx="759">
                  <c:v>1760.0</c:v>
                </c:pt>
                <c:pt idx="760">
                  <c:v>1761.0</c:v>
                </c:pt>
                <c:pt idx="761">
                  <c:v>1762.0</c:v>
                </c:pt>
                <c:pt idx="762">
                  <c:v>1763.0</c:v>
                </c:pt>
                <c:pt idx="763">
                  <c:v>1764.0</c:v>
                </c:pt>
                <c:pt idx="764">
                  <c:v>1765.0</c:v>
                </c:pt>
                <c:pt idx="765">
                  <c:v>1766.0</c:v>
                </c:pt>
                <c:pt idx="766">
                  <c:v>1767.0</c:v>
                </c:pt>
                <c:pt idx="767">
                  <c:v>1768.0</c:v>
                </c:pt>
                <c:pt idx="768">
                  <c:v>1769.0</c:v>
                </c:pt>
                <c:pt idx="769">
                  <c:v>1770.0</c:v>
                </c:pt>
                <c:pt idx="770">
                  <c:v>1771.0</c:v>
                </c:pt>
                <c:pt idx="771">
                  <c:v>1772.0</c:v>
                </c:pt>
                <c:pt idx="772">
                  <c:v>1773.0</c:v>
                </c:pt>
                <c:pt idx="773">
                  <c:v>1774.0</c:v>
                </c:pt>
                <c:pt idx="774">
                  <c:v>1775.0</c:v>
                </c:pt>
                <c:pt idx="775">
                  <c:v>1776.0</c:v>
                </c:pt>
                <c:pt idx="776">
                  <c:v>1777.0</c:v>
                </c:pt>
                <c:pt idx="777">
                  <c:v>1778.0</c:v>
                </c:pt>
                <c:pt idx="778">
                  <c:v>1779.0</c:v>
                </c:pt>
                <c:pt idx="779">
                  <c:v>1780.0</c:v>
                </c:pt>
                <c:pt idx="780">
                  <c:v>1781.0</c:v>
                </c:pt>
                <c:pt idx="781">
                  <c:v>1782.0</c:v>
                </c:pt>
                <c:pt idx="782">
                  <c:v>1783.0</c:v>
                </c:pt>
                <c:pt idx="783">
                  <c:v>1784.0</c:v>
                </c:pt>
                <c:pt idx="784">
                  <c:v>1785.0</c:v>
                </c:pt>
                <c:pt idx="785">
                  <c:v>1786.0</c:v>
                </c:pt>
                <c:pt idx="786">
                  <c:v>1787.0</c:v>
                </c:pt>
                <c:pt idx="787">
                  <c:v>1788.0</c:v>
                </c:pt>
                <c:pt idx="788">
                  <c:v>1789.0</c:v>
                </c:pt>
                <c:pt idx="789">
                  <c:v>1790.0</c:v>
                </c:pt>
                <c:pt idx="790">
                  <c:v>1791.0</c:v>
                </c:pt>
                <c:pt idx="791">
                  <c:v>1792.0</c:v>
                </c:pt>
                <c:pt idx="792">
                  <c:v>1793.0</c:v>
                </c:pt>
                <c:pt idx="793">
                  <c:v>1794.0</c:v>
                </c:pt>
                <c:pt idx="794">
                  <c:v>1795.0</c:v>
                </c:pt>
                <c:pt idx="795">
                  <c:v>1796.0</c:v>
                </c:pt>
                <c:pt idx="796">
                  <c:v>1797.0</c:v>
                </c:pt>
                <c:pt idx="797">
                  <c:v>1798.0</c:v>
                </c:pt>
                <c:pt idx="798">
                  <c:v>1799.0</c:v>
                </c:pt>
                <c:pt idx="799">
                  <c:v>1800.0</c:v>
                </c:pt>
                <c:pt idx="800">
                  <c:v>1801.0</c:v>
                </c:pt>
                <c:pt idx="801">
                  <c:v>1802.0</c:v>
                </c:pt>
                <c:pt idx="802">
                  <c:v>1803.0</c:v>
                </c:pt>
                <c:pt idx="803">
                  <c:v>1804.0</c:v>
                </c:pt>
                <c:pt idx="804">
                  <c:v>1805.0</c:v>
                </c:pt>
                <c:pt idx="805">
                  <c:v>1806.0</c:v>
                </c:pt>
                <c:pt idx="806">
                  <c:v>1807.0</c:v>
                </c:pt>
                <c:pt idx="807">
                  <c:v>1808.0</c:v>
                </c:pt>
                <c:pt idx="808">
                  <c:v>1809.0</c:v>
                </c:pt>
                <c:pt idx="809">
                  <c:v>1810.0</c:v>
                </c:pt>
                <c:pt idx="810">
                  <c:v>1811.0</c:v>
                </c:pt>
                <c:pt idx="811">
                  <c:v>1812.0</c:v>
                </c:pt>
                <c:pt idx="812">
                  <c:v>1813.0</c:v>
                </c:pt>
                <c:pt idx="813">
                  <c:v>1814.0</c:v>
                </c:pt>
                <c:pt idx="814">
                  <c:v>1815.0</c:v>
                </c:pt>
                <c:pt idx="815">
                  <c:v>1816.0</c:v>
                </c:pt>
                <c:pt idx="816">
                  <c:v>1817.0</c:v>
                </c:pt>
                <c:pt idx="817">
                  <c:v>1818.0</c:v>
                </c:pt>
                <c:pt idx="818">
                  <c:v>1819.0</c:v>
                </c:pt>
                <c:pt idx="819">
                  <c:v>1820.0</c:v>
                </c:pt>
                <c:pt idx="820">
                  <c:v>1821.0</c:v>
                </c:pt>
                <c:pt idx="821">
                  <c:v>1822.0</c:v>
                </c:pt>
                <c:pt idx="822">
                  <c:v>1823.0</c:v>
                </c:pt>
                <c:pt idx="823">
                  <c:v>1824.0</c:v>
                </c:pt>
                <c:pt idx="824">
                  <c:v>1825.0</c:v>
                </c:pt>
                <c:pt idx="825">
                  <c:v>1826.0</c:v>
                </c:pt>
                <c:pt idx="826">
                  <c:v>1827.0</c:v>
                </c:pt>
                <c:pt idx="827">
                  <c:v>1828.0</c:v>
                </c:pt>
                <c:pt idx="828">
                  <c:v>1829.0</c:v>
                </c:pt>
                <c:pt idx="829">
                  <c:v>1830.0</c:v>
                </c:pt>
                <c:pt idx="830">
                  <c:v>1831.0</c:v>
                </c:pt>
                <c:pt idx="831">
                  <c:v>1832.0</c:v>
                </c:pt>
                <c:pt idx="832">
                  <c:v>1833.0</c:v>
                </c:pt>
                <c:pt idx="833">
                  <c:v>1834.0</c:v>
                </c:pt>
                <c:pt idx="834">
                  <c:v>1835.0</c:v>
                </c:pt>
                <c:pt idx="835">
                  <c:v>1836.0</c:v>
                </c:pt>
                <c:pt idx="836">
                  <c:v>1837.0</c:v>
                </c:pt>
                <c:pt idx="837">
                  <c:v>1838.0</c:v>
                </c:pt>
                <c:pt idx="838">
                  <c:v>1839.0</c:v>
                </c:pt>
                <c:pt idx="839">
                  <c:v>1840.0</c:v>
                </c:pt>
                <c:pt idx="840">
                  <c:v>1841.0</c:v>
                </c:pt>
                <c:pt idx="841">
                  <c:v>1842.0</c:v>
                </c:pt>
                <c:pt idx="842">
                  <c:v>1843.0</c:v>
                </c:pt>
                <c:pt idx="843">
                  <c:v>1844.0</c:v>
                </c:pt>
                <c:pt idx="844">
                  <c:v>1845.0</c:v>
                </c:pt>
                <c:pt idx="845">
                  <c:v>1846.0</c:v>
                </c:pt>
                <c:pt idx="846">
                  <c:v>1847.0</c:v>
                </c:pt>
                <c:pt idx="847">
                  <c:v>1848.0</c:v>
                </c:pt>
                <c:pt idx="848">
                  <c:v>1849.0</c:v>
                </c:pt>
                <c:pt idx="849">
                  <c:v>1850.0</c:v>
                </c:pt>
                <c:pt idx="850">
                  <c:v>1851.0</c:v>
                </c:pt>
                <c:pt idx="851">
                  <c:v>1852.0</c:v>
                </c:pt>
                <c:pt idx="852">
                  <c:v>1853.0</c:v>
                </c:pt>
                <c:pt idx="853">
                  <c:v>1854.0</c:v>
                </c:pt>
                <c:pt idx="854">
                  <c:v>1855.0</c:v>
                </c:pt>
                <c:pt idx="855">
                  <c:v>1856.0</c:v>
                </c:pt>
                <c:pt idx="856">
                  <c:v>1857.0</c:v>
                </c:pt>
                <c:pt idx="857">
                  <c:v>1858.0</c:v>
                </c:pt>
                <c:pt idx="858">
                  <c:v>1859.0</c:v>
                </c:pt>
                <c:pt idx="859">
                  <c:v>1860.0</c:v>
                </c:pt>
                <c:pt idx="860">
                  <c:v>1861.0</c:v>
                </c:pt>
                <c:pt idx="861">
                  <c:v>1862.0</c:v>
                </c:pt>
                <c:pt idx="862">
                  <c:v>1863.0</c:v>
                </c:pt>
                <c:pt idx="863">
                  <c:v>1864.0</c:v>
                </c:pt>
                <c:pt idx="864">
                  <c:v>1865.0</c:v>
                </c:pt>
                <c:pt idx="865">
                  <c:v>1866.0</c:v>
                </c:pt>
                <c:pt idx="866">
                  <c:v>1867.0</c:v>
                </c:pt>
                <c:pt idx="867">
                  <c:v>1868.0</c:v>
                </c:pt>
                <c:pt idx="868">
                  <c:v>1869.0</c:v>
                </c:pt>
                <c:pt idx="869">
                  <c:v>1870.0</c:v>
                </c:pt>
                <c:pt idx="870">
                  <c:v>1871.0</c:v>
                </c:pt>
                <c:pt idx="871">
                  <c:v>1872.0</c:v>
                </c:pt>
                <c:pt idx="872">
                  <c:v>1873.0</c:v>
                </c:pt>
                <c:pt idx="873">
                  <c:v>1874.0</c:v>
                </c:pt>
                <c:pt idx="874">
                  <c:v>1875.0</c:v>
                </c:pt>
                <c:pt idx="875">
                  <c:v>1876.0</c:v>
                </c:pt>
                <c:pt idx="876">
                  <c:v>1877.0</c:v>
                </c:pt>
                <c:pt idx="877">
                  <c:v>1878.0</c:v>
                </c:pt>
                <c:pt idx="878">
                  <c:v>1879.0</c:v>
                </c:pt>
                <c:pt idx="879">
                  <c:v>1880.0</c:v>
                </c:pt>
                <c:pt idx="880">
                  <c:v>1881.0</c:v>
                </c:pt>
                <c:pt idx="881">
                  <c:v>1882.0</c:v>
                </c:pt>
                <c:pt idx="882">
                  <c:v>1883.0</c:v>
                </c:pt>
                <c:pt idx="883">
                  <c:v>1884.0</c:v>
                </c:pt>
                <c:pt idx="884">
                  <c:v>1885.0</c:v>
                </c:pt>
                <c:pt idx="885">
                  <c:v>1886.0</c:v>
                </c:pt>
                <c:pt idx="886">
                  <c:v>1887.0</c:v>
                </c:pt>
                <c:pt idx="887">
                  <c:v>1888.0</c:v>
                </c:pt>
                <c:pt idx="888">
                  <c:v>1889.0</c:v>
                </c:pt>
                <c:pt idx="889">
                  <c:v>1890.0</c:v>
                </c:pt>
                <c:pt idx="890">
                  <c:v>1891.0</c:v>
                </c:pt>
                <c:pt idx="891">
                  <c:v>1892.0</c:v>
                </c:pt>
                <c:pt idx="892">
                  <c:v>1893.0</c:v>
                </c:pt>
                <c:pt idx="893">
                  <c:v>1894.0</c:v>
                </c:pt>
                <c:pt idx="894">
                  <c:v>1895.0</c:v>
                </c:pt>
                <c:pt idx="895">
                  <c:v>1896.0</c:v>
                </c:pt>
                <c:pt idx="896">
                  <c:v>1897.0</c:v>
                </c:pt>
                <c:pt idx="897">
                  <c:v>1898.0</c:v>
                </c:pt>
                <c:pt idx="898">
                  <c:v>1899.0</c:v>
                </c:pt>
                <c:pt idx="899">
                  <c:v>1900.0</c:v>
                </c:pt>
                <c:pt idx="900">
                  <c:v>1901.0</c:v>
                </c:pt>
                <c:pt idx="901">
                  <c:v>1902.0</c:v>
                </c:pt>
                <c:pt idx="902">
                  <c:v>1903.0</c:v>
                </c:pt>
                <c:pt idx="903">
                  <c:v>1904.0</c:v>
                </c:pt>
                <c:pt idx="904">
                  <c:v>1905.0</c:v>
                </c:pt>
                <c:pt idx="905">
                  <c:v>1906.0</c:v>
                </c:pt>
                <c:pt idx="906">
                  <c:v>1907.0</c:v>
                </c:pt>
                <c:pt idx="907">
                  <c:v>1908.0</c:v>
                </c:pt>
                <c:pt idx="908">
                  <c:v>1909.0</c:v>
                </c:pt>
                <c:pt idx="909">
                  <c:v>1910.0</c:v>
                </c:pt>
                <c:pt idx="910">
                  <c:v>1911.0</c:v>
                </c:pt>
                <c:pt idx="911">
                  <c:v>1912.0</c:v>
                </c:pt>
                <c:pt idx="912">
                  <c:v>1913.0</c:v>
                </c:pt>
                <c:pt idx="913">
                  <c:v>1914.0</c:v>
                </c:pt>
                <c:pt idx="914">
                  <c:v>1915.0</c:v>
                </c:pt>
                <c:pt idx="915">
                  <c:v>1916.0</c:v>
                </c:pt>
                <c:pt idx="916">
                  <c:v>1917.0</c:v>
                </c:pt>
                <c:pt idx="917">
                  <c:v>1918.0</c:v>
                </c:pt>
                <c:pt idx="918">
                  <c:v>1919.0</c:v>
                </c:pt>
                <c:pt idx="919">
                  <c:v>1920.0</c:v>
                </c:pt>
                <c:pt idx="920">
                  <c:v>1921.0</c:v>
                </c:pt>
                <c:pt idx="921">
                  <c:v>1922.0</c:v>
                </c:pt>
                <c:pt idx="922">
                  <c:v>1923.0</c:v>
                </c:pt>
                <c:pt idx="923">
                  <c:v>1924.0</c:v>
                </c:pt>
                <c:pt idx="924">
                  <c:v>1925.0</c:v>
                </c:pt>
                <c:pt idx="925">
                  <c:v>1926.0</c:v>
                </c:pt>
                <c:pt idx="926">
                  <c:v>1927.0</c:v>
                </c:pt>
                <c:pt idx="927">
                  <c:v>1928.0</c:v>
                </c:pt>
                <c:pt idx="928">
                  <c:v>1929.0</c:v>
                </c:pt>
                <c:pt idx="929">
                  <c:v>1930.0</c:v>
                </c:pt>
                <c:pt idx="930">
                  <c:v>1931.0</c:v>
                </c:pt>
                <c:pt idx="931">
                  <c:v>1932.0</c:v>
                </c:pt>
                <c:pt idx="932">
                  <c:v>1933.0</c:v>
                </c:pt>
                <c:pt idx="933">
                  <c:v>1934.0</c:v>
                </c:pt>
                <c:pt idx="934">
                  <c:v>1935.0</c:v>
                </c:pt>
                <c:pt idx="935">
                  <c:v>1936.0</c:v>
                </c:pt>
                <c:pt idx="936">
                  <c:v>1937.0</c:v>
                </c:pt>
                <c:pt idx="937">
                  <c:v>1938.0</c:v>
                </c:pt>
                <c:pt idx="938">
                  <c:v>1939.0</c:v>
                </c:pt>
                <c:pt idx="939">
                  <c:v>1940.0</c:v>
                </c:pt>
                <c:pt idx="940">
                  <c:v>1941.0</c:v>
                </c:pt>
                <c:pt idx="941">
                  <c:v>1942.0</c:v>
                </c:pt>
                <c:pt idx="942">
                  <c:v>1943.0</c:v>
                </c:pt>
                <c:pt idx="943">
                  <c:v>1944.0</c:v>
                </c:pt>
                <c:pt idx="944">
                  <c:v>1945.0</c:v>
                </c:pt>
                <c:pt idx="945">
                  <c:v>1946.0</c:v>
                </c:pt>
                <c:pt idx="946">
                  <c:v>1947.0</c:v>
                </c:pt>
                <c:pt idx="947">
                  <c:v>1948.0</c:v>
                </c:pt>
                <c:pt idx="948">
                  <c:v>1949.0</c:v>
                </c:pt>
                <c:pt idx="949">
                  <c:v>1950.0</c:v>
                </c:pt>
                <c:pt idx="950">
                  <c:v>1951.0</c:v>
                </c:pt>
                <c:pt idx="951">
                  <c:v>1952.0</c:v>
                </c:pt>
                <c:pt idx="952">
                  <c:v>1953.0</c:v>
                </c:pt>
                <c:pt idx="953">
                  <c:v>1954.0</c:v>
                </c:pt>
                <c:pt idx="954">
                  <c:v>1955.0</c:v>
                </c:pt>
                <c:pt idx="955">
                  <c:v>1956.0</c:v>
                </c:pt>
                <c:pt idx="956">
                  <c:v>1957.0</c:v>
                </c:pt>
                <c:pt idx="957">
                  <c:v>1958.0</c:v>
                </c:pt>
                <c:pt idx="958">
                  <c:v>1959.0</c:v>
                </c:pt>
                <c:pt idx="959">
                  <c:v>1960.0</c:v>
                </c:pt>
                <c:pt idx="960">
                  <c:v>1961.0</c:v>
                </c:pt>
                <c:pt idx="961">
                  <c:v>1962.0</c:v>
                </c:pt>
                <c:pt idx="962">
                  <c:v>1963.0</c:v>
                </c:pt>
                <c:pt idx="963">
                  <c:v>1964.0</c:v>
                </c:pt>
                <c:pt idx="964">
                  <c:v>1965.0</c:v>
                </c:pt>
                <c:pt idx="965">
                  <c:v>1966.0</c:v>
                </c:pt>
                <c:pt idx="966">
                  <c:v>1967.0</c:v>
                </c:pt>
                <c:pt idx="967">
                  <c:v>1968.0</c:v>
                </c:pt>
                <c:pt idx="968">
                  <c:v>1969.0</c:v>
                </c:pt>
                <c:pt idx="969">
                  <c:v>1970.0</c:v>
                </c:pt>
                <c:pt idx="970">
                  <c:v>1971.0</c:v>
                </c:pt>
                <c:pt idx="971">
                  <c:v>1972.0</c:v>
                </c:pt>
                <c:pt idx="972">
                  <c:v>1973.0</c:v>
                </c:pt>
                <c:pt idx="973">
                  <c:v>1974.0</c:v>
                </c:pt>
                <c:pt idx="974">
                  <c:v>1975.0</c:v>
                </c:pt>
                <c:pt idx="975">
                  <c:v>1976.0</c:v>
                </c:pt>
                <c:pt idx="976">
                  <c:v>1977.0</c:v>
                </c:pt>
                <c:pt idx="977">
                  <c:v>1978.0</c:v>
                </c:pt>
                <c:pt idx="978">
                  <c:v>1979.0</c:v>
                </c:pt>
                <c:pt idx="979">
                  <c:v>1980.0</c:v>
                </c:pt>
                <c:pt idx="980">
                  <c:v>1981.0</c:v>
                </c:pt>
                <c:pt idx="981">
                  <c:v>1982.0</c:v>
                </c:pt>
                <c:pt idx="982">
                  <c:v>1983.0</c:v>
                </c:pt>
                <c:pt idx="983">
                  <c:v>1984.0</c:v>
                </c:pt>
                <c:pt idx="984">
                  <c:v>1985.0</c:v>
                </c:pt>
                <c:pt idx="985">
                  <c:v>1986.0</c:v>
                </c:pt>
                <c:pt idx="986">
                  <c:v>1987.0</c:v>
                </c:pt>
                <c:pt idx="987">
                  <c:v>1988.0</c:v>
                </c:pt>
                <c:pt idx="988">
                  <c:v>1989.0</c:v>
                </c:pt>
                <c:pt idx="989">
                  <c:v>1990.0</c:v>
                </c:pt>
                <c:pt idx="990">
                  <c:v>1991.0</c:v>
                </c:pt>
                <c:pt idx="991">
                  <c:v>1992.0</c:v>
                </c:pt>
                <c:pt idx="992">
                  <c:v>1993.0</c:v>
                </c:pt>
                <c:pt idx="993">
                  <c:v>1994.0</c:v>
                </c:pt>
                <c:pt idx="994">
                  <c:v>1995.0</c:v>
                </c:pt>
                <c:pt idx="995">
                  <c:v>1996.0</c:v>
                </c:pt>
                <c:pt idx="996">
                  <c:v>1997.0</c:v>
                </c:pt>
                <c:pt idx="997">
                  <c:v>1998.0</c:v>
                </c:pt>
                <c:pt idx="998">
                  <c:v>1999.0</c:v>
                </c:pt>
                <c:pt idx="999">
                  <c:v>2000.0</c:v>
                </c:pt>
              </c:numCache>
            </c:numRef>
          </c:xVal>
          <c:yVal>
            <c:numRef>
              <c:f>Sheet1!$B$1004:$B$2003</c:f>
              <c:numCache>
                <c:formatCode>General</c:formatCode>
                <c:ptCount val="1000"/>
                <c:pt idx="0">
                  <c:v>0.041580037</c:v>
                </c:pt>
                <c:pt idx="1">
                  <c:v>0.014574636</c:v>
                </c:pt>
                <c:pt idx="2">
                  <c:v>0.0065388634</c:v>
                </c:pt>
                <c:pt idx="3">
                  <c:v>0.0048479129</c:v>
                </c:pt>
                <c:pt idx="4">
                  <c:v>0.0043396694</c:v>
                </c:pt>
                <c:pt idx="5">
                  <c:v>0.0039264246</c:v>
                </c:pt>
                <c:pt idx="6">
                  <c:v>0.0035320507</c:v>
                </c:pt>
                <c:pt idx="7">
                  <c:v>0.0032514957</c:v>
                </c:pt>
                <c:pt idx="8">
                  <c:v>0.0028281552</c:v>
                </c:pt>
                <c:pt idx="9">
                  <c:v>0.0027364713</c:v>
                </c:pt>
                <c:pt idx="10">
                  <c:v>0.0028921272</c:v>
                </c:pt>
                <c:pt idx="11">
                  <c:v>0.0029937116</c:v>
                </c:pt>
                <c:pt idx="12">
                  <c:v>0.0032736411</c:v>
                </c:pt>
                <c:pt idx="13">
                  <c:v>0.0025495947</c:v>
                </c:pt>
                <c:pt idx="14">
                  <c:v>0.0019809833</c:v>
                </c:pt>
                <c:pt idx="15">
                  <c:v>0.0016030981</c:v>
                </c:pt>
                <c:pt idx="16">
                  <c:v>0.0013334476</c:v>
                </c:pt>
                <c:pt idx="17">
                  <c:v>0.0011919157</c:v>
                </c:pt>
                <c:pt idx="18">
                  <c:v>0.0011603855</c:v>
                </c:pt>
                <c:pt idx="19">
                  <c:v>0.0012499672</c:v>
                </c:pt>
                <c:pt idx="20">
                  <c:v>0.0013506822</c:v>
                </c:pt>
                <c:pt idx="21">
                  <c:v>0.00143088</c:v>
                </c:pt>
                <c:pt idx="22">
                  <c:v>0.0014477621</c:v>
                </c:pt>
                <c:pt idx="23">
                  <c:v>0.0014640972</c:v>
                </c:pt>
                <c:pt idx="24">
                  <c:v>0.0014712033</c:v>
                </c:pt>
                <c:pt idx="25">
                  <c:v>0.0014671735</c:v>
                </c:pt>
                <c:pt idx="26">
                  <c:v>0.0013807372</c:v>
                </c:pt>
                <c:pt idx="27">
                  <c:v>0.0013481194</c:v>
                </c:pt>
                <c:pt idx="28">
                  <c:v>0.0013574492</c:v>
                </c:pt>
                <c:pt idx="29">
                  <c:v>0.001401102</c:v>
                </c:pt>
                <c:pt idx="30">
                  <c:v>0.0014278958</c:v>
                </c:pt>
                <c:pt idx="31">
                  <c:v>0.0013549101</c:v>
                </c:pt>
                <c:pt idx="32">
                  <c:v>0.0013150424</c:v>
                </c:pt>
                <c:pt idx="33">
                  <c:v>0.0012377731</c:v>
                </c:pt>
                <c:pt idx="34">
                  <c:v>0.0012375486</c:v>
                </c:pt>
                <c:pt idx="35">
                  <c:v>0.0012249591</c:v>
                </c:pt>
                <c:pt idx="36">
                  <c:v>0.0012812138</c:v>
                </c:pt>
                <c:pt idx="37">
                  <c:v>0.0013040071</c:v>
                </c:pt>
                <c:pt idx="38">
                  <c:v>0.0012775997</c:v>
                </c:pt>
                <c:pt idx="39">
                  <c:v>0.0012539668</c:v>
                </c:pt>
                <c:pt idx="40">
                  <c:v>0.0011932214</c:v>
                </c:pt>
                <c:pt idx="41">
                  <c:v>0.0011339837</c:v>
                </c:pt>
                <c:pt idx="42">
                  <c:v>0.0010384772</c:v>
                </c:pt>
                <c:pt idx="43">
                  <c:v>0.0010040722</c:v>
                </c:pt>
                <c:pt idx="44">
                  <c:v>0.00091830987</c:v>
                </c:pt>
                <c:pt idx="45">
                  <c:v>0.00082835084</c:v>
                </c:pt>
                <c:pt idx="46">
                  <c:v>0.00077854479</c:v>
                </c:pt>
                <c:pt idx="47">
                  <c:v>0.00076670263</c:v>
                </c:pt>
                <c:pt idx="48">
                  <c:v>0.00077080809</c:v>
                </c:pt>
                <c:pt idx="49">
                  <c:v>0.00077315169</c:v>
                </c:pt>
                <c:pt idx="50">
                  <c:v>0.00079618425</c:v>
                </c:pt>
                <c:pt idx="51">
                  <c:v>0.00084548618</c:v>
                </c:pt>
                <c:pt idx="52">
                  <c:v>0.00089087569</c:v>
                </c:pt>
                <c:pt idx="53">
                  <c:v>0.00095287484</c:v>
                </c:pt>
                <c:pt idx="54">
                  <c:v>0.00099894849</c:v>
                </c:pt>
                <c:pt idx="55">
                  <c:v>0.0010743895</c:v>
                </c:pt>
                <c:pt idx="56">
                  <c:v>0.0010956597</c:v>
                </c:pt>
                <c:pt idx="57">
                  <c:v>0.0011565441</c:v>
                </c:pt>
                <c:pt idx="58">
                  <c:v>0.001122469</c:v>
                </c:pt>
                <c:pt idx="59">
                  <c:v>0.0011231754</c:v>
                </c:pt>
                <c:pt idx="60">
                  <c:v>0.0011087211</c:v>
                </c:pt>
                <c:pt idx="61">
                  <c:v>0.0010448049</c:v>
                </c:pt>
                <c:pt idx="62">
                  <c:v>0.00098120007</c:v>
                </c:pt>
                <c:pt idx="63">
                  <c:v>0.00097151639</c:v>
                </c:pt>
                <c:pt idx="64">
                  <c:v>0.00090500804</c:v>
                </c:pt>
                <c:pt idx="65">
                  <c:v>0.00088141649</c:v>
                </c:pt>
                <c:pt idx="66">
                  <c:v>0.00088123591</c:v>
                </c:pt>
                <c:pt idx="67">
                  <c:v>0.00087239331</c:v>
                </c:pt>
                <c:pt idx="68">
                  <c:v>0.00090235217</c:v>
                </c:pt>
                <c:pt idx="69">
                  <c:v>0.00090913452</c:v>
                </c:pt>
                <c:pt idx="70">
                  <c:v>0.00092152397</c:v>
                </c:pt>
                <c:pt idx="71">
                  <c:v>0.00099134887</c:v>
                </c:pt>
                <c:pt idx="72">
                  <c:v>0.0010118107</c:v>
                </c:pt>
                <c:pt idx="73">
                  <c:v>0.0010199736</c:v>
                </c:pt>
                <c:pt idx="74">
                  <c:v>0.0010373591</c:v>
                </c:pt>
                <c:pt idx="75">
                  <c:v>0.0011807378</c:v>
                </c:pt>
                <c:pt idx="76">
                  <c:v>0.0013758571</c:v>
                </c:pt>
                <c:pt idx="77">
                  <c:v>0.0016019087</c:v>
                </c:pt>
                <c:pt idx="78">
                  <c:v>0.0018113872</c:v>
                </c:pt>
                <c:pt idx="79">
                  <c:v>0.0018977492</c:v>
                </c:pt>
                <c:pt idx="80">
                  <c:v>0.0021245808</c:v>
                </c:pt>
                <c:pt idx="81">
                  <c:v>0.0021901151</c:v>
                </c:pt>
                <c:pt idx="82">
                  <c:v>0.0020712905</c:v>
                </c:pt>
                <c:pt idx="83">
                  <c:v>0.0021008727</c:v>
                </c:pt>
                <c:pt idx="84">
                  <c:v>0.0021783412</c:v>
                </c:pt>
                <c:pt idx="85">
                  <c:v>0.0023519194</c:v>
                </c:pt>
                <c:pt idx="86">
                  <c:v>0.002703255</c:v>
                </c:pt>
                <c:pt idx="87">
                  <c:v>0.0029490453</c:v>
                </c:pt>
                <c:pt idx="88">
                  <c:v>0.0031584426</c:v>
                </c:pt>
                <c:pt idx="89">
                  <c:v>0.0030518888</c:v>
                </c:pt>
                <c:pt idx="90">
                  <c:v>0.0027672701</c:v>
                </c:pt>
                <c:pt idx="91">
                  <c:v>0.0025398701</c:v>
                </c:pt>
                <c:pt idx="92">
                  <c:v>0.0023724727</c:v>
                </c:pt>
                <c:pt idx="93">
                  <c:v>0.0022926187</c:v>
                </c:pt>
                <c:pt idx="94">
                  <c:v>0.0022796668</c:v>
                </c:pt>
                <c:pt idx="95">
                  <c:v>0.0023430506</c:v>
                </c:pt>
                <c:pt idx="96">
                  <c:v>0.0022564366</c:v>
                </c:pt>
                <c:pt idx="97">
                  <c:v>0.0021237354</c:v>
                </c:pt>
                <c:pt idx="98">
                  <c:v>0.0020488488</c:v>
                </c:pt>
                <c:pt idx="99">
                  <c:v>0.0021090273</c:v>
                </c:pt>
                <c:pt idx="100">
                  <c:v>0.0022747001</c:v>
                </c:pt>
                <c:pt idx="101">
                  <c:v>0.0022916734</c:v>
                </c:pt>
                <c:pt idx="102">
                  <c:v>0.0023313141</c:v>
                </c:pt>
                <c:pt idx="103">
                  <c:v>0.0022899599</c:v>
                </c:pt>
                <c:pt idx="104">
                  <c:v>0.0024206598</c:v>
                </c:pt>
                <c:pt idx="105">
                  <c:v>0.0025725199</c:v>
                </c:pt>
                <c:pt idx="106">
                  <c:v>0.0027038627</c:v>
                </c:pt>
                <c:pt idx="107">
                  <c:v>0.0028464699</c:v>
                </c:pt>
                <c:pt idx="108">
                  <c:v>0.0027117204</c:v>
                </c:pt>
                <c:pt idx="109">
                  <c:v>0.0026442272</c:v>
                </c:pt>
                <c:pt idx="110">
                  <c:v>0.0029379942</c:v>
                </c:pt>
                <c:pt idx="111">
                  <c:v>0.0031734873</c:v>
                </c:pt>
                <c:pt idx="112">
                  <c:v>0.00349513</c:v>
                </c:pt>
                <c:pt idx="113">
                  <c:v>0.0034230654</c:v>
                </c:pt>
                <c:pt idx="114">
                  <c:v>0.0034147923</c:v>
                </c:pt>
                <c:pt idx="115">
                  <c:v>0.0033741245</c:v>
                </c:pt>
                <c:pt idx="116">
                  <c:v>0.0033610738</c:v>
                </c:pt>
                <c:pt idx="117">
                  <c:v>0.0033902295</c:v>
                </c:pt>
                <c:pt idx="118">
                  <c:v>0.0036713295</c:v>
                </c:pt>
                <c:pt idx="119">
                  <c:v>0.0039261313</c:v>
                </c:pt>
                <c:pt idx="120">
                  <c:v>0.0037930755</c:v>
                </c:pt>
                <c:pt idx="121">
                  <c:v>0.0038454738</c:v>
                </c:pt>
                <c:pt idx="122">
                  <c:v>0.0038802446</c:v>
                </c:pt>
                <c:pt idx="123">
                  <c:v>0.0036754721</c:v>
                </c:pt>
                <c:pt idx="124">
                  <c:v>0.0036433808</c:v>
                </c:pt>
                <c:pt idx="125">
                  <c:v>0.0036543528</c:v>
                </c:pt>
                <c:pt idx="126">
                  <c:v>0.0037237024</c:v>
                </c:pt>
                <c:pt idx="127">
                  <c:v>0.0038130545</c:v>
                </c:pt>
                <c:pt idx="128">
                  <c:v>0.0040482042</c:v>
                </c:pt>
                <c:pt idx="129">
                  <c:v>0.0039520368</c:v>
                </c:pt>
                <c:pt idx="130">
                  <c:v>0.0040925075</c:v>
                </c:pt>
                <c:pt idx="131">
                  <c:v>0.0035910492</c:v>
                </c:pt>
                <c:pt idx="132">
                  <c:v>0.00331012</c:v>
                </c:pt>
                <c:pt idx="133">
                  <c:v>0.0031533664</c:v>
                </c:pt>
                <c:pt idx="134">
                  <c:v>0.0029720563</c:v>
                </c:pt>
                <c:pt idx="135">
                  <c:v>0.0028125708</c:v>
                </c:pt>
                <c:pt idx="136">
                  <c:v>0.0027622921</c:v>
                </c:pt>
                <c:pt idx="137">
                  <c:v>0.0028178318</c:v>
                </c:pt>
                <c:pt idx="138">
                  <c:v>0.0028451381</c:v>
                </c:pt>
                <c:pt idx="139">
                  <c:v>0.0029455859</c:v>
                </c:pt>
                <c:pt idx="140">
                  <c:v>0.0029999755</c:v>
                </c:pt>
                <c:pt idx="141">
                  <c:v>0.0028684938</c:v>
                </c:pt>
                <c:pt idx="142">
                  <c:v>0.0029164538</c:v>
                </c:pt>
                <c:pt idx="143">
                  <c:v>0.0030707003</c:v>
                </c:pt>
                <c:pt idx="144">
                  <c:v>0.0032960817</c:v>
                </c:pt>
                <c:pt idx="145">
                  <c:v>0.003344105</c:v>
                </c:pt>
                <c:pt idx="146">
                  <c:v>0.0037487645</c:v>
                </c:pt>
                <c:pt idx="147">
                  <c:v>0.0037994683</c:v>
                </c:pt>
                <c:pt idx="148">
                  <c:v>0.0038167078</c:v>
                </c:pt>
                <c:pt idx="149">
                  <c:v>0.0038040202</c:v>
                </c:pt>
                <c:pt idx="150">
                  <c:v>0.0037708649</c:v>
                </c:pt>
                <c:pt idx="151">
                  <c:v>0.0036801642</c:v>
                </c:pt>
                <c:pt idx="152">
                  <c:v>0.0037875393</c:v>
                </c:pt>
                <c:pt idx="153">
                  <c:v>0.0038430772</c:v>
                </c:pt>
                <c:pt idx="154">
                  <c:v>0.0038401376</c:v>
                </c:pt>
                <c:pt idx="155">
                  <c:v>0.0037785192</c:v>
                </c:pt>
                <c:pt idx="156">
                  <c:v>0.003403813</c:v>
                </c:pt>
                <c:pt idx="157">
                  <c:v>0.0030143078</c:v>
                </c:pt>
                <c:pt idx="158">
                  <c:v>0.0026990141</c:v>
                </c:pt>
                <c:pt idx="159">
                  <c:v>0.002481629</c:v>
                </c:pt>
                <c:pt idx="160">
                  <c:v>0.0023479737</c:v>
                </c:pt>
                <c:pt idx="161">
                  <c:v>0.0023289084</c:v>
                </c:pt>
                <c:pt idx="162">
                  <c:v>0.0022924763</c:v>
                </c:pt>
                <c:pt idx="163">
                  <c:v>0.0022070028</c:v>
                </c:pt>
                <c:pt idx="164">
                  <c:v>0.0021015107</c:v>
                </c:pt>
                <c:pt idx="165">
                  <c:v>0.0020517296</c:v>
                </c:pt>
                <c:pt idx="166">
                  <c:v>0.0020463226</c:v>
                </c:pt>
                <c:pt idx="167">
                  <c:v>0.0019823775</c:v>
                </c:pt>
                <c:pt idx="168">
                  <c:v>0.0018499088</c:v>
                </c:pt>
                <c:pt idx="169">
                  <c:v>0.0017723651</c:v>
                </c:pt>
                <c:pt idx="170">
                  <c:v>0.001768573</c:v>
                </c:pt>
                <c:pt idx="171">
                  <c:v>0.0019257971</c:v>
                </c:pt>
                <c:pt idx="172">
                  <c:v>0.0020368943</c:v>
                </c:pt>
                <c:pt idx="173">
                  <c:v>0.0022112225</c:v>
                </c:pt>
                <c:pt idx="174">
                  <c:v>0.0023065572</c:v>
                </c:pt>
                <c:pt idx="175">
                  <c:v>0.0022393188</c:v>
                </c:pt>
                <c:pt idx="176">
                  <c:v>0.0021672003</c:v>
                </c:pt>
                <c:pt idx="177">
                  <c:v>0.0020987743</c:v>
                </c:pt>
                <c:pt idx="178">
                  <c:v>0.0020875662</c:v>
                </c:pt>
                <c:pt idx="179">
                  <c:v>0.0021060162</c:v>
                </c:pt>
                <c:pt idx="180">
                  <c:v>0.0022375953</c:v>
                </c:pt>
                <c:pt idx="181">
                  <c:v>0.002410545</c:v>
                </c:pt>
                <c:pt idx="182">
                  <c:v>0.0026439438</c:v>
                </c:pt>
                <c:pt idx="183">
                  <c:v>0.0028439497</c:v>
                </c:pt>
                <c:pt idx="184">
                  <c:v>0.0031416435</c:v>
                </c:pt>
                <c:pt idx="185">
                  <c:v>0.0033648074</c:v>
                </c:pt>
                <c:pt idx="186">
                  <c:v>0.0033356177</c:v>
                </c:pt>
                <c:pt idx="187">
                  <c:v>0.002830952</c:v>
                </c:pt>
                <c:pt idx="188">
                  <c:v>0.0026489913</c:v>
                </c:pt>
                <c:pt idx="189">
                  <c:v>0.0023602988</c:v>
                </c:pt>
                <c:pt idx="190">
                  <c:v>0.0020466139</c:v>
                </c:pt>
                <c:pt idx="191">
                  <c:v>0.0019437768</c:v>
                </c:pt>
                <c:pt idx="192">
                  <c:v>0.0018939548</c:v>
                </c:pt>
                <c:pt idx="193">
                  <c:v>0.0019499502</c:v>
                </c:pt>
                <c:pt idx="194">
                  <c:v>0.0019244483</c:v>
                </c:pt>
                <c:pt idx="195">
                  <c:v>0.0019158984</c:v>
                </c:pt>
                <c:pt idx="196">
                  <c:v>0.0018606405</c:v>
                </c:pt>
                <c:pt idx="197">
                  <c:v>0.0017729107</c:v>
                </c:pt>
                <c:pt idx="198">
                  <c:v>0.001677502</c:v>
                </c:pt>
                <c:pt idx="199">
                  <c:v>0.0016429068</c:v>
                </c:pt>
                <c:pt idx="200">
                  <c:v>0.0017336528</c:v>
                </c:pt>
                <c:pt idx="201">
                  <c:v>0.001745868</c:v>
                </c:pt>
                <c:pt idx="202">
                  <c:v>0.0017688384</c:v>
                </c:pt>
                <c:pt idx="203">
                  <c:v>0.0017984358</c:v>
                </c:pt>
                <c:pt idx="204">
                  <c:v>0.001818319</c:v>
                </c:pt>
                <c:pt idx="205">
                  <c:v>0.0019575735</c:v>
                </c:pt>
                <c:pt idx="206">
                  <c:v>0.0020461125</c:v>
                </c:pt>
                <c:pt idx="207">
                  <c:v>0.0021413554</c:v>
                </c:pt>
                <c:pt idx="208">
                  <c:v>0.0021482099</c:v>
                </c:pt>
                <c:pt idx="209">
                  <c:v>0.0023503435</c:v>
                </c:pt>
                <c:pt idx="210">
                  <c:v>0.0024740734</c:v>
                </c:pt>
                <c:pt idx="211">
                  <c:v>0.0027281466</c:v>
                </c:pt>
                <c:pt idx="212">
                  <c:v>0.0030040302</c:v>
                </c:pt>
                <c:pt idx="213">
                  <c:v>0.0031816661</c:v>
                </c:pt>
                <c:pt idx="214">
                  <c:v>0.0033794069</c:v>
                </c:pt>
                <c:pt idx="215">
                  <c:v>0.0035399465</c:v>
                </c:pt>
                <c:pt idx="216">
                  <c:v>0.0033500994</c:v>
                </c:pt>
                <c:pt idx="217">
                  <c:v>0.0029374964</c:v>
                </c:pt>
                <c:pt idx="218">
                  <c:v>0.0026739655</c:v>
                </c:pt>
                <c:pt idx="219">
                  <c:v>0.0024272098</c:v>
                </c:pt>
                <c:pt idx="220">
                  <c:v>0.0022508136</c:v>
                </c:pt>
                <c:pt idx="221">
                  <c:v>0.0021471031</c:v>
                </c:pt>
                <c:pt idx="222">
                  <c:v>0.0022524191</c:v>
                </c:pt>
                <c:pt idx="223">
                  <c:v>0.0022198698</c:v>
                </c:pt>
                <c:pt idx="224">
                  <c:v>0.0021599491</c:v>
                </c:pt>
                <c:pt idx="225">
                  <c:v>0.0020949668</c:v>
                </c:pt>
                <c:pt idx="226">
                  <c:v>0.0021136949</c:v>
                </c:pt>
                <c:pt idx="227">
                  <c:v>0.0021544994</c:v>
                </c:pt>
                <c:pt idx="228">
                  <c:v>0.0022050328</c:v>
                </c:pt>
                <c:pt idx="229">
                  <c:v>0.0022651737</c:v>
                </c:pt>
                <c:pt idx="230">
                  <c:v>0.0024165509</c:v>
                </c:pt>
                <c:pt idx="231">
                  <c:v>0.0024294424</c:v>
                </c:pt>
                <c:pt idx="232">
                  <c:v>0.0023547861</c:v>
                </c:pt>
                <c:pt idx="233">
                  <c:v>0.0021444167</c:v>
                </c:pt>
                <c:pt idx="234">
                  <c:v>0.0019634249</c:v>
                </c:pt>
                <c:pt idx="235">
                  <c:v>0.0019636871</c:v>
                </c:pt>
                <c:pt idx="236">
                  <c:v>0.0020116047</c:v>
                </c:pt>
                <c:pt idx="237">
                  <c:v>0.0021214238</c:v>
                </c:pt>
                <c:pt idx="238">
                  <c:v>0.0024127</c:v>
                </c:pt>
                <c:pt idx="239">
                  <c:v>0.0025723354</c:v>
                </c:pt>
                <c:pt idx="240">
                  <c:v>0.0028209206</c:v>
                </c:pt>
                <c:pt idx="241">
                  <c:v>0.0031337932</c:v>
                </c:pt>
                <c:pt idx="242">
                  <c:v>0.0031300322</c:v>
                </c:pt>
                <c:pt idx="243">
                  <c:v>0.0033716719</c:v>
                </c:pt>
                <c:pt idx="244">
                  <c:v>0.0034886989</c:v>
                </c:pt>
                <c:pt idx="245">
                  <c:v>0.0034351977</c:v>
                </c:pt>
                <c:pt idx="246">
                  <c:v>0.0029952678</c:v>
                </c:pt>
                <c:pt idx="247">
                  <c:v>0.0027600706</c:v>
                </c:pt>
                <c:pt idx="248">
                  <c:v>0.0026032439</c:v>
                </c:pt>
                <c:pt idx="249">
                  <c:v>0.0023446698</c:v>
                </c:pt>
                <c:pt idx="250">
                  <c:v>0.0022804437</c:v>
                </c:pt>
                <c:pt idx="251">
                  <c:v>0.0022101587</c:v>
                </c:pt>
                <c:pt idx="252">
                  <c:v>0.0022092755</c:v>
                </c:pt>
                <c:pt idx="253">
                  <c:v>0.0022558393</c:v>
                </c:pt>
                <c:pt idx="254">
                  <c:v>0.0023584109</c:v>
                </c:pt>
                <c:pt idx="255">
                  <c:v>0.0023361562</c:v>
                </c:pt>
                <c:pt idx="256">
                  <c:v>0.0022860763</c:v>
                </c:pt>
                <c:pt idx="257">
                  <c:v>0.0022214428</c:v>
                </c:pt>
                <c:pt idx="258">
                  <c:v>0.0021529401</c:v>
                </c:pt>
                <c:pt idx="259">
                  <c:v>0.0020689407</c:v>
                </c:pt>
                <c:pt idx="260">
                  <c:v>0.0020812055</c:v>
                </c:pt>
                <c:pt idx="261">
                  <c:v>0.0020891569</c:v>
                </c:pt>
                <c:pt idx="262">
                  <c:v>0.0021118077</c:v>
                </c:pt>
                <c:pt idx="263">
                  <c:v>0.0020553313</c:v>
                </c:pt>
                <c:pt idx="264">
                  <c:v>0.0021443</c:v>
                </c:pt>
                <c:pt idx="265">
                  <c:v>0.0022770617</c:v>
                </c:pt>
                <c:pt idx="266">
                  <c:v>0.002256287</c:v>
                </c:pt>
                <c:pt idx="267">
                  <c:v>0.0022371835</c:v>
                </c:pt>
                <c:pt idx="268">
                  <c:v>0.0023584553</c:v>
                </c:pt>
                <c:pt idx="269">
                  <c:v>0.0024435768</c:v>
                </c:pt>
                <c:pt idx="270">
                  <c:v>0.00239091</c:v>
                </c:pt>
                <c:pt idx="271">
                  <c:v>0.0023588966</c:v>
                </c:pt>
                <c:pt idx="272">
                  <c:v>0.0021987782</c:v>
                </c:pt>
                <c:pt idx="273">
                  <c:v>0.0022025381</c:v>
                </c:pt>
                <c:pt idx="274">
                  <c:v>0.0020227896</c:v>
                </c:pt>
                <c:pt idx="275">
                  <c:v>0.0021105861</c:v>
                </c:pt>
                <c:pt idx="276">
                  <c:v>0.0019483213</c:v>
                </c:pt>
                <c:pt idx="277">
                  <c:v>0.0019289883</c:v>
                </c:pt>
                <c:pt idx="278">
                  <c:v>0.0019071809</c:v>
                </c:pt>
                <c:pt idx="279">
                  <c:v>0.0019506921</c:v>
                </c:pt>
                <c:pt idx="280">
                  <c:v>0.0019668032</c:v>
                </c:pt>
                <c:pt idx="281">
                  <c:v>0.0020308397</c:v>
                </c:pt>
                <c:pt idx="282">
                  <c:v>0.0020962105</c:v>
                </c:pt>
                <c:pt idx="283">
                  <c:v>0.0021424486</c:v>
                </c:pt>
                <c:pt idx="284">
                  <c:v>0.0023078459</c:v>
                </c:pt>
                <c:pt idx="285">
                  <c:v>0.0023890881</c:v>
                </c:pt>
                <c:pt idx="286">
                  <c:v>0.0025294453</c:v>
                </c:pt>
                <c:pt idx="287">
                  <c:v>0.002565646</c:v>
                </c:pt>
                <c:pt idx="288">
                  <c:v>0.0027151968</c:v>
                </c:pt>
                <c:pt idx="289">
                  <c:v>0.0027953203</c:v>
                </c:pt>
                <c:pt idx="290">
                  <c:v>0.0029725581</c:v>
                </c:pt>
                <c:pt idx="291">
                  <c:v>0.003052235</c:v>
                </c:pt>
                <c:pt idx="292">
                  <c:v>0.0030561495</c:v>
                </c:pt>
                <c:pt idx="293">
                  <c:v>0.0031010477</c:v>
                </c:pt>
                <c:pt idx="294">
                  <c:v>0.0032500497</c:v>
                </c:pt>
                <c:pt idx="295">
                  <c:v>0.0033133873</c:v>
                </c:pt>
                <c:pt idx="296">
                  <c:v>0.0033705229</c:v>
                </c:pt>
                <c:pt idx="297">
                  <c:v>0.0035180445</c:v>
                </c:pt>
                <c:pt idx="298">
                  <c:v>0.0036268068</c:v>
                </c:pt>
                <c:pt idx="299">
                  <c:v>0.0035301497</c:v>
                </c:pt>
                <c:pt idx="300">
                  <c:v>0.0033119851</c:v>
                </c:pt>
                <c:pt idx="301">
                  <c:v>0.0030938152</c:v>
                </c:pt>
                <c:pt idx="302">
                  <c:v>0.0029161852</c:v>
                </c:pt>
                <c:pt idx="303">
                  <c:v>0.0028283551</c:v>
                </c:pt>
                <c:pt idx="304">
                  <c:v>0.0027816509</c:v>
                </c:pt>
                <c:pt idx="305">
                  <c:v>0.0026212895</c:v>
                </c:pt>
                <c:pt idx="306">
                  <c:v>0.0024767075</c:v>
                </c:pt>
                <c:pt idx="307">
                  <c:v>0.0024136325</c:v>
                </c:pt>
                <c:pt idx="308">
                  <c:v>0.0023199432</c:v>
                </c:pt>
                <c:pt idx="309">
                  <c:v>0.0023096511</c:v>
                </c:pt>
                <c:pt idx="310">
                  <c:v>0.002404016</c:v>
                </c:pt>
                <c:pt idx="311">
                  <c:v>0.0025382898</c:v>
                </c:pt>
                <c:pt idx="312">
                  <c:v>0.0024991507</c:v>
                </c:pt>
                <c:pt idx="313">
                  <c:v>0.0024438214</c:v>
                </c:pt>
                <c:pt idx="314">
                  <c:v>0.0022968761</c:v>
                </c:pt>
                <c:pt idx="315">
                  <c:v>0.0022247401</c:v>
                </c:pt>
                <c:pt idx="316">
                  <c:v>0.0021982231</c:v>
                </c:pt>
                <c:pt idx="317">
                  <c:v>0.0022649301</c:v>
                </c:pt>
                <c:pt idx="318">
                  <c:v>0.0022824492</c:v>
                </c:pt>
                <c:pt idx="319">
                  <c:v>0.0022076057</c:v>
                </c:pt>
                <c:pt idx="320">
                  <c:v>0.0022953811</c:v>
                </c:pt>
                <c:pt idx="321">
                  <c:v>0.002387094</c:v>
                </c:pt>
                <c:pt idx="322">
                  <c:v>0.0024628629</c:v>
                </c:pt>
                <c:pt idx="323">
                  <c:v>0.0023852232</c:v>
                </c:pt>
                <c:pt idx="324">
                  <c:v>0.0024709075</c:v>
                </c:pt>
                <c:pt idx="325">
                  <c:v>0.0025671551</c:v>
                </c:pt>
                <c:pt idx="326">
                  <c:v>0.0026544508</c:v>
                </c:pt>
                <c:pt idx="327">
                  <c:v>0.0025304654</c:v>
                </c:pt>
                <c:pt idx="328">
                  <c:v>0.0025281649</c:v>
                </c:pt>
                <c:pt idx="329">
                  <c:v>0.0024795279</c:v>
                </c:pt>
                <c:pt idx="330">
                  <c:v>0.002423789</c:v>
                </c:pt>
                <c:pt idx="331">
                  <c:v>0.0023399238</c:v>
                </c:pt>
                <c:pt idx="332">
                  <c:v>0.002264485</c:v>
                </c:pt>
                <c:pt idx="333">
                  <c:v>0.0022190806</c:v>
                </c:pt>
                <c:pt idx="334">
                  <c:v>0.0021581769</c:v>
                </c:pt>
                <c:pt idx="335">
                  <c:v>0.002212996</c:v>
                </c:pt>
                <c:pt idx="336">
                  <c:v>0.0022262953</c:v>
                </c:pt>
                <c:pt idx="337">
                  <c:v>0.0022152315</c:v>
                </c:pt>
                <c:pt idx="338">
                  <c:v>0.0023234745</c:v>
                </c:pt>
                <c:pt idx="339">
                  <c:v>0.0023630486</c:v>
                </c:pt>
                <c:pt idx="340">
                  <c:v>0.0024456168</c:v>
                </c:pt>
                <c:pt idx="341">
                  <c:v>0.0025695213</c:v>
                </c:pt>
                <c:pt idx="342">
                  <c:v>0.0027181863</c:v>
                </c:pt>
                <c:pt idx="343">
                  <c:v>0.0026915288</c:v>
                </c:pt>
                <c:pt idx="344">
                  <c:v>0.002765298</c:v>
                </c:pt>
                <c:pt idx="345">
                  <c:v>0.0028767909</c:v>
                </c:pt>
                <c:pt idx="346">
                  <c:v>0.0029846405</c:v>
                </c:pt>
                <c:pt idx="347">
                  <c:v>0.0032163931</c:v>
                </c:pt>
                <c:pt idx="348">
                  <c:v>0.0031194897</c:v>
                </c:pt>
                <c:pt idx="349">
                  <c:v>0.0031788779</c:v>
                </c:pt>
                <c:pt idx="350">
                  <c:v>0.0032646282</c:v>
                </c:pt>
                <c:pt idx="351">
                  <c:v>0.0033339978</c:v>
                </c:pt>
                <c:pt idx="352">
                  <c:v>0.0033963342</c:v>
                </c:pt>
                <c:pt idx="353">
                  <c:v>0.0035003916</c:v>
                </c:pt>
                <c:pt idx="354">
                  <c:v>0.0036345165</c:v>
                </c:pt>
                <c:pt idx="355">
                  <c:v>0.0036015434</c:v>
                </c:pt>
                <c:pt idx="356">
                  <c:v>0.0034477317</c:v>
                </c:pt>
                <c:pt idx="357">
                  <c:v>0.0032487585</c:v>
                </c:pt>
                <c:pt idx="358">
                  <c:v>0.003066572</c:v>
                </c:pt>
                <c:pt idx="359">
                  <c:v>0.0029027699</c:v>
                </c:pt>
                <c:pt idx="360">
                  <c:v>0.0027772991</c:v>
                </c:pt>
                <c:pt idx="361">
                  <c:v>0.0026939718</c:v>
                </c:pt>
                <c:pt idx="362">
                  <c:v>0.0026169792</c:v>
                </c:pt>
                <c:pt idx="363">
                  <c:v>0.0025789037</c:v>
                </c:pt>
                <c:pt idx="364">
                  <c:v>0.0025117694</c:v>
                </c:pt>
                <c:pt idx="365">
                  <c:v>0.002492419</c:v>
                </c:pt>
                <c:pt idx="366">
                  <c:v>0.0025959841</c:v>
                </c:pt>
                <c:pt idx="367">
                  <c:v>0.0026480543</c:v>
                </c:pt>
                <c:pt idx="368">
                  <c:v>0.002741057</c:v>
                </c:pt>
                <c:pt idx="369">
                  <c:v>0.0026104122</c:v>
                </c:pt>
                <c:pt idx="370">
                  <c:v>0.0024251779</c:v>
                </c:pt>
                <c:pt idx="371">
                  <c:v>0.0023434429</c:v>
                </c:pt>
                <c:pt idx="372">
                  <c:v>0.0023394954</c:v>
                </c:pt>
                <c:pt idx="373">
                  <c:v>0.0024312114</c:v>
                </c:pt>
                <c:pt idx="374">
                  <c:v>0.0023345351</c:v>
                </c:pt>
                <c:pt idx="375">
                  <c:v>0.0023636341</c:v>
                </c:pt>
                <c:pt idx="376">
                  <c:v>0.0024688672</c:v>
                </c:pt>
                <c:pt idx="377">
                  <c:v>0.0026267666</c:v>
                </c:pt>
                <c:pt idx="378">
                  <c:v>0.002561078</c:v>
                </c:pt>
                <c:pt idx="379">
                  <c:v>0.0025675393</c:v>
                </c:pt>
                <c:pt idx="380">
                  <c:v>0.0025828017</c:v>
                </c:pt>
                <c:pt idx="381">
                  <c:v>0.0026863908</c:v>
                </c:pt>
                <c:pt idx="382">
                  <c:v>0.0026149759</c:v>
                </c:pt>
                <c:pt idx="383">
                  <c:v>0.0025454295</c:v>
                </c:pt>
                <c:pt idx="384">
                  <c:v>0.0025058688</c:v>
                </c:pt>
                <c:pt idx="385">
                  <c:v>0.0025591928</c:v>
                </c:pt>
                <c:pt idx="386">
                  <c:v>0.0024416055</c:v>
                </c:pt>
                <c:pt idx="387">
                  <c:v>0.0024452334</c:v>
                </c:pt>
                <c:pt idx="388">
                  <c:v>0.0023379185</c:v>
                </c:pt>
                <c:pt idx="389">
                  <c:v>0.0023854982</c:v>
                </c:pt>
                <c:pt idx="390">
                  <c:v>0.0024193825</c:v>
                </c:pt>
                <c:pt idx="391">
                  <c:v>0.002443285</c:v>
                </c:pt>
                <c:pt idx="392">
                  <c:v>0.0024236031</c:v>
                </c:pt>
                <c:pt idx="393">
                  <c:v>0.0024731607</c:v>
                </c:pt>
                <c:pt idx="394">
                  <c:v>0.0024866886</c:v>
                </c:pt>
                <c:pt idx="395">
                  <c:v>0.0025456008</c:v>
                </c:pt>
                <c:pt idx="396">
                  <c:v>0.0026632135</c:v>
                </c:pt>
                <c:pt idx="397">
                  <c:v>0.0027623087</c:v>
                </c:pt>
                <c:pt idx="398">
                  <c:v>0.0027206496</c:v>
                </c:pt>
                <c:pt idx="399">
                  <c:v>0.0027422423</c:v>
                </c:pt>
                <c:pt idx="400">
                  <c:v>0.002877936</c:v>
                </c:pt>
                <c:pt idx="401">
                  <c:v>0.0029314035</c:v>
                </c:pt>
                <c:pt idx="402">
                  <c:v>0.0030923961</c:v>
                </c:pt>
                <c:pt idx="403">
                  <c:v>0.0031789998</c:v>
                </c:pt>
                <c:pt idx="404">
                  <c:v>0.003131882</c:v>
                </c:pt>
                <c:pt idx="405">
                  <c:v>0.0032220782</c:v>
                </c:pt>
                <c:pt idx="406">
                  <c:v>0.003284463</c:v>
                </c:pt>
                <c:pt idx="407">
                  <c:v>0.0033260969</c:v>
                </c:pt>
                <c:pt idx="408">
                  <c:v>0.0034217518</c:v>
                </c:pt>
                <c:pt idx="409">
                  <c:v>0.0035239318</c:v>
                </c:pt>
                <c:pt idx="410">
                  <c:v>0.003590214</c:v>
                </c:pt>
                <c:pt idx="411">
                  <c:v>0.0035746121</c:v>
                </c:pt>
                <c:pt idx="412">
                  <c:v>0.0033788823</c:v>
                </c:pt>
                <c:pt idx="413">
                  <c:v>0.0032333737</c:v>
                </c:pt>
                <c:pt idx="414">
                  <c:v>0.0031062955</c:v>
                </c:pt>
                <c:pt idx="415">
                  <c:v>0.0029802801</c:v>
                </c:pt>
                <c:pt idx="416">
                  <c:v>0.0029290836</c:v>
                </c:pt>
                <c:pt idx="417">
                  <c:v>0.0028267528</c:v>
                </c:pt>
                <c:pt idx="418">
                  <c:v>0.0028115727</c:v>
                </c:pt>
                <c:pt idx="419">
                  <c:v>0.0026664849</c:v>
                </c:pt>
                <c:pt idx="420">
                  <c:v>0.0026436582</c:v>
                </c:pt>
                <c:pt idx="421">
                  <c:v>0.0026387822</c:v>
                </c:pt>
                <c:pt idx="422">
                  <c:v>0.0027737857</c:v>
                </c:pt>
                <c:pt idx="423">
                  <c:v>0.002835325</c:v>
                </c:pt>
                <c:pt idx="424">
                  <c:v>0.0027006094</c:v>
                </c:pt>
                <c:pt idx="425">
                  <c:v>0.0025825152</c:v>
                </c:pt>
                <c:pt idx="426">
                  <c:v>0.0026063383</c:v>
                </c:pt>
                <c:pt idx="427">
                  <c:v>0.0026773642</c:v>
                </c:pt>
                <c:pt idx="428">
                  <c:v>0.0026098308</c:v>
                </c:pt>
                <c:pt idx="429">
                  <c:v>0.0026055798</c:v>
                </c:pt>
                <c:pt idx="430">
                  <c:v>0.0026177298</c:v>
                </c:pt>
                <c:pt idx="431">
                  <c:v>0.0026350706</c:v>
                </c:pt>
                <c:pt idx="432">
                  <c:v>0.0025795264</c:v>
                </c:pt>
                <c:pt idx="433">
                  <c:v>0.0025394676</c:v>
                </c:pt>
                <c:pt idx="434">
                  <c:v>0.0025581703</c:v>
                </c:pt>
                <c:pt idx="435">
                  <c:v>0.0025836147</c:v>
                </c:pt>
                <c:pt idx="436">
                  <c:v>0.0026678127</c:v>
                </c:pt>
                <c:pt idx="437">
                  <c:v>0.0026024477</c:v>
                </c:pt>
                <c:pt idx="438">
                  <c:v>0.0025681348</c:v>
                </c:pt>
                <c:pt idx="439">
                  <c:v>0.0026825928</c:v>
                </c:pt>
                <c:pt idx="440">
                  <c:v>0.0027616679</c:v>
                </c:pt>
                <c:pt idx="441">
                  <c:v>0.0026810751</c:v>
                </c:pt>
                <c:pt idx="442">
                  <c:v>0.0027186804</c:v>
                </c:pt>
                <c:pt idx="443">
                  <c:v>0.002854244</c:v>
                </c:pt>
                <c:pt idx="444">
                  <c:v>0.0027181053</c:v>
                </c:pt>
                <c:pt idx="445">
                  <c:v>0.002904407</c:v>
                </c:pt>
                <c:pt idx="446">
                  <c:v>0.0028929372</c:v>
                </c:pt>
                <c:pt idx="447">
                  <c:v>0.0028434865</c:v>
                </c:pt>
                <c:pt idx="448">
                  <c:v>0.0028761898</c:v>
                </c:pt>
                <c:pt idx="449">
                  <c:v>0.0027784212</c:v>
                </c:pt>
                <c:pt idx="450">
                  <c:v>0.0028994255</c:v>
                </c:pt>
                <c:pt idx="451">
                  <c:v>0.0029091338</c:v>
                </c:pt>
                <c:pt idx="452">
                  <c:v>0.0029644247</c:v>
                </c:pt>
                <c:pt idx="453">
                  <c:v>0.002912391</c:v>
                </c:pt>
                <c:pt idx="454">
                  <c:v>0.0029672659</c:v>
                </c:pt>
                <c:pt idx="455">
                  <c:v>0.0030084507</c:v>
                </c:pt>
                <c:pt idx="456">
                  <c:v>0.0030547959</c:v>
                </c:pt>
                <c:pt idx="457">
                  <c:v>0.0033182715</c:v>
                </c:pt>
                <c:pt idx="458">
                  <c:v>0.0032486747</c:v>
                </c:pt>
                <c:pt idx="459">
                  <c:v>0.0032133107</c:v>
                </c:pt>
                <c:pt idx="460">
                  <c:v>0.0033252862</c:v>
                </c:pt>
                <c:pt idx="461">
                  <c:v>0.0034173423</c:v>
                </c:pt>
                <c:pt idx="462">
                  <c:v>0.0034816501</c:v>
                </c:pt>
                <c:pt idx="463">
                  <c:v>0.0036167304</c:v>
                </c:pt>
                <c:pt idx="464">
                  <c:v>0.0036257277</c:v>
                </c:pt>
                <c:pt idx="465">
                  <c:v>0.003632016</c:v>
                </c:pt>
                <c:pt idx="466">
                  <c:v>0.0036294026</c:v>
                </c:pt>
                <c:pt idx="467">
                  <c:v>0.0034921779</c:v>
                </c:pt>
                <c:pt idx="468">
                  <c:v>0.003290533</c:v>
                </c:pt>
                <c:pt idx="469">
                  <c:v>0.0031958887</c:v>
                </c:pt>
                <c:pt idx="470">
                  <c:v>0.0030473708</c:v>
                </c:pt>
                <c:pt idx="471">
                  <c:v>0.0030149136</c:v>
                </c:pt>
                <c:pt idx="472">
                  <c:v>0.0029800337</c:v>
                </c:pt>
                <c:pt idx="473">
                  <c:v>0.0028664519</c:v>
                </c:pt>
                <c:pt idx="474">
                  <c:v>0.0027824294</c:v>
                </c:pt>
                <c:pt idx="475">
                  <c:v>0.0026918767</c:v>
                </c:pt>
                <c:pt idx="476">
                  <c:v>0.0027582068</c:v>
                </c:pt>
                <c:pt idx="477">
                  <c:v>0.0028644574</c:v>
                </c:pt>
                <c:pt idx="478">
                  <c:v>0.0027966493</c:v>
                </c:pt>
                <c:pt idx="479">
                  <c:v>0.0027032397</c:v>
                </c:pt>
                <c:pt idx="480">
                  <c:v>0.0027205788</c:v>
                </c:pt>
                <c:pt idx="481">
                  <c:v>0.0027560282</c:v>
                </c:pt>
                <c:pt idx="482">
                  <c:v>0.002716172</c:v>
                </c:pt>
                <c:pt idx="483">
                  <c:v>0.0027824352</c:v>
                </c:pt>
                <c:pt idx="484">
                  <c:v>0.0027594256</c:v>
                </c:pt>
                <c:pt idx="485">
                  <c:v>0.0027272844</c:v>
                </c:pt>
                <c:pt idx="486">
                  <c:v>0.0026341862</c:v>
                </c:pt>
                <c:pt idx="487">
                  <c:v>0.0026119611</c:v>
                </c:pt>
                <c:pt idx="488">
                  <c:v>0.0026005638</c:v>
                </c:pt>
                <c:pt idx="489">
                  <c:v>0.0026462467</c:v>
                </c:pt>
                <c:pt idx="490">
                  <c:v>0.0027126068</c:v>
                </c:pt>
                <c:pt idx="491">
                  <c:v>0.002724967</c:v>
                </c:pt>
                <c:pt idx="492">
                  <c:v>0.0026221852</c:v>
                </c:pt>
                <c:pt idx="493">
                  <c:v>0.0027604141</c:v>
                </c:pt>
                <c:pt idx="494">
                  <c:v>0.0028550887</c:v>
                </c:pt>
                <c:pt idx="495">
                  <c:v>0.0027799192</c:v>
                </c:pt>
                <c:pt idx="496">
                  <c:v>0.0028538647</c:v>
                </c:pt>
                <c:pt idx="497">
                  <c:v>0.0029411181</c:v>
                </c:pt>
                <c:pt idx="498">
                  <c:v>0.0028052909</c:v>
                </c:pt>
                <c:pt idx="499">
                  <c:v>0.0029683764</c:v>
                </c:pt>
                <c:pt idx="500">
                  <c:v>0.0029331013</c:v>
                </c:pt>
                <c:pt idx="501">
                  <c:v>0.0029270628</c:v>
                </c:pt>
                <c:pt idx="502">
                  <c:v>0.0029548188</c:v>
                </c:pt>
                <c:pt idx="503">
                  <c:v>0.0029235018</c:v>
                </c:pt>
                <c:pt idx="504">
                  <c:v>0.0029262788</c:v>
                </c:pt>
                <c:pt idx="505">
                  <c:v>0.0029426315</c:v>
                </c:pt>
                <c:pt idx="506">
                  <c:v>0.002940244</c:v>
                </c:pt>
                <c:pt idx="507">
                  <c:v>0.0028894143</c:v>
                </c:pt>
                <c:pt idx="508">
                  <c:v>0.0029015688</c:v>
                </c:pt>
                <c:pt idx="509">
                  <c:v>0.0029600298</c:v>
                </c:pt>
                <c:pt idx="510">
                  <c:v>0.0029632829</c:v>
                </c:pt>
                <c:pt idx="511">
                  <c:v>0.0029620222</c:v>
                </c:pt>
                <c:pt idx="512">
                  <c:v>0.0029657754</c:v>
                </c:pt>
                <c:pt idx="513">
                  <c:v>0.0030409682</c:v>
                </c:pt>
                <c:pt idx="514">
                  <c:v>0.0029902868</c:v>
                </c:pt>
                <c:pt idx="515">
                  <c:v>0.0029761533</c:v>
                </c:pt>
                <c:pt idx="516">
                  <c:v>0.0029366015</c:v>
                </c:pt>
                <c:pt idx="517">
                  <c:v>0.0030161117</c:v>
                </c:pt>
                <c:pt idx="518">
                  <c:v>0.0030959781</c:v>
                </c:pt>
                <c:pt idx="519">
                  <c:v>0.0030508867</c:v>
                </c:pt>
                <c:pt idx="520">
                  <c:v>0.0030949259</c:v>
                </c:pt>
                <c:pt idx="521">
                  <c:v>0.0031130878</c:v>
                </c:pt>
                <c:pt idx="522">
                  <c:v>0.0032330357</c:v>
                </c:pt>
                <c:pt idx="523">
                  <c:v>0.0033523154</c:v>
                </c:pt>
                <c:pt idx="524">
                  <c:v>0.0033665527</c:v>
                </c:pt>
                <c:pt idx="525">
                  <c:v>0.0033039308</c:v>
                </c:pt>
                <c:pt idx="526">
                  <c:v>0.0032818868</c:v>
                </c:pt>
                <c:pt idx="527">
                  <c:v>0.0032530043</c:v>
                </c:pt>
                <c:pt idx="528">
                  <c:v>0.0033484857</c:v>
                </c:pt>
                <c:pt idx="529">
                  <c:v>0.0033716054</c:v>
                </c:pt>
                <c:pt idx="530">
                  <c:v>0.0034249014</c:v>
                </c:pt>
                <c:pt idx="531">
                  <c:v>0.0034784245</c:v>
                </c:pt>
                <c:pt idx="532">
                  <c:v>0.0034842265</c:v>
                </c:pt>
                <c:pt idx="533">
                  <c:v>0.0035215299</c:v>
                </c:pt>
                <c:pt idx="534">
                  <c:v>0.0036143806</c:v>
                </c:pt>
                <c:pt idx="535">
                  <c:v>0.0036902724</c:v>
                </c:pt>
                <c:pt idx="536">
                  <c:v>0.0036072761</c:v>
                </c:pt>
                <c:pt idx="537">
                  <c:v>0.0036678396</c:v>
                </c:pt>
                <c:pt idx="538">
                  <c:v>0.0036728169</c:v>
                </c:pt>
                <c:pt idx="539">
                  <c:v>0.0036632126</c:v>
                </c:pt>
                <c:pt idx="540">
                  <c:v>0.0036960064</c:v>
                </c:pt>
                <c:pt idx="541">
                  <c:v>0.0036632974</c:v>
                </c:pt>
                <c:pt idx="542">
                  <c:v>0.0035583883</c:v>
                </c:pt>
                <c:pt idx="543">
                  <c:v>0.0035363037</c:v>
                </c:pt>
                <c:pt idx="544">
                  <c:v>0.0034679465</c:v>
                </c:pt>
                <c:pt idx="545">
                  <c:v>0.0033592742</c:v>
                </c:pt>
                <c:pt idx="546">
                  <c:v>0.0032672017</c:v>
                </c:pt>
                <c:pt idx="547">
                  <c:v>0.0032363447</c:v>
                </c:pt>
                <c:pt idx="548">
                  <c:v>0.0031281116</c:v>
                </c:pt>
                <c:pt idx="549">
                  <c:v>0.0030803092</c:v>
                </c:pt>
                <c:pt idx="550">
                  <c:v>0.0030656545</c:v>
                </c:pt>
                <c:pt idx="551">
                  <c:v>0.0030624712</c:v>
                </c:pt>
                <c:pt idx="552">
                  <c:v>0.0030019826</c:v>
                </c:pt>
                <c:pt idx="553">
                  <c:v>0.0029288382</c:v>
                </c:pt>
                <c:pt idx="554">
                  <c:v>0.0030043688</c:v>
                </c:pt>
                <c:pt idx="555">
                  <c:v>0.0029281244</c:v>
                </c:pt>
                <c:pt idx="556">
                  <c:v>0.0028495685</c:v>
                </c:pt>
                <c:pt idx="557">
                  <c:v>0.0027680299</c:v>
                </c:pt>
                <c:pt idx="558">
                  <c:v>0.0027414701</c:v>
                </c:pt>
                <c:pt idx="559">
                  <c:v>0.0027210626</c:v>
                </c:pt>
                <c:pt idx="560">
                  <c:v>0.0027185795</c:v>
                </c:pt>
                <c:pt idx="561">
                  <c:v>0.0027605561</c:v>
                </c:pt>
                <c:pt idx="562">
                  <c:v>0.0028260647</c:v>
                </c:pt>
                <c:pt idx="563">
                  <c:v>0.0028856218</c:v>
                </c:pt>
                <c:pt idx="564">
                  <c:v>0.0029927134</c:v>
                </c:pt>
                <c:pt idx="565">
                  <c:v>0.0028297844</c:v>
                </c:pt>
                <c:pt idx="566">
                  <c:v>0.0028143684</c:v>
                </c:pt>
                <c:pt idx="567">
                  <c:v>0.0027158991</c:v>
                </c:pt>
                <c:pt idx="568">
                  <c:v>0.0026810098</c:v>
                </c:pt>
                <c:pt idx="569">
                  <c:v>0.0026728935</c:v>
                </c:pt>
                <c:pt idx="570">
                  <c:v>0.0026849734</c:v>
                </c:pt>
                <c:pt idx="571">
                  <c:v>0.002706051</c:v>
                </c:pt>
                <c:pt idx="572">
                  <c:v>0.0027419822</c:v>
                </c:pt>
                <c:pt idx="573">
                  <c:v>0.0027162751</c:v>
                </c:pt>
                <c:pt idx="574">
                  <c:v>0.002712595</c:v>
                </c:pt>
                <c:pt idx="575">
                  <c:v>0.0026646557</c:v>
                </c:pt>
                <c:pt idx="576">
                  <c:v>0.0026585341</c:v>
                </c:pt>
                <c:pt idx="577">
                  <c:v>0.002699483</c:v>
                </c:pt>
                <c:pt idx="578">
                  <c:v>0.0026876047</c:v>
                </c:pt>
                <c:pt idx="579">
                  <c:v>0.002747378</c:v>
                </c:pt>
                <c:pt idx="580">
                  <c:v>0.0028494988</c:v>
                </c:pt>
                <c:pt idx="581">
                  <c:v>0.0027541657</c:v>
                </c:pt>
                <c:pt idx="582">
                  <c:v>0.0026768125</c:v>
                </c:pt>
                <c:pt idx="583">
                  <c:v>0.0026751414</c:v>
                </c:pt>
                <c:pt idx="584">
                  <c:v>0.0027097738</c:v>
                </c:pt>
                <c:pt idx="585">
                  <c:v>0.002709332</c:v>
                </c:pt>
                <c:pt idx="586">
                  <c:v>0.0027174415</c:v>
                </c:pt>
                <c:pt idx="587">
                  <c:v>0.002663474</c:v>
                </c:pt>
                <c:pt idx="588">
                  <c:v>0.0026869826</c:v>
                </c:pt>
                <c:pt idx="589">
                  <c:v>0.0026842288</c:v>
                </c:pt>
                <c:pt idx="590">
                  <c:v>0.0026928693</c:v>
                </c:pt>
                <c:pt idx="591">
                  <c:v>0.0026710022</c:v>
                </c:pt>
                <c:pt idx="592">
                  <c:v>0.0026167144</c:v>
                </c:pt>
                <c:pt idx="593">
                  <c:v>0.0025694164</c:v>
                </c:pt>
                <c:pt idx="594">
                  <c:v>0.0026268332</c:v>
                </c:pt>
                <c:pt idx="595">
                  <c:v>0.002651485</c:v>
                </c:pt>
                <c:pt idx="596">
                  <c:v>0.002691794</c:v>
                </c:pt>
                <c:pt idx="597">
                  <c:v>0.002727395</c:v>
                </c:pt>
                <c:pt idx="598">
                  <c:v>0.0027125881</c:v>
                </c:pt>
                <c:pt idx="599">
                  <c:v>0.0026111192</c:v>
                </c:pt>
                <c:pt idx="600">
                  <c:v>0.0026682898</c:v>
                </c:pt>
                <c:pt idx="601">
                  <c:v>0.00276295</c:v>
                </c:pt>
                <c:pt idx="602">
                  <c:v>0.0026926127</c:v>
                </c:pt>
                <c:pt idx="603">
                  <c:v>0.0027242968</c:v>
                </c:pt>
                <c:pt idx="604">
                  <c:v>0.002863802</c:v>
                </c:pt>
                <c:pt idx="605">
                  <c:v>0.0026963632</c:v>
                </c:pt>
                <c:pt idx="606">
                  <c:v>0.0027120117</c:v>
                </c:pt>
                <c:pt idx="607">
                  <c:v>0.0028113042</c:v>
                </c:pt>
                <c:pt idx="608">
                  <c:v>0.0028419352</c:v>
                </c:pt>
                <c:pt idx="609">
                  <c:v>0.0028129272</c:v>
                </c:pt>
                <c:pt idx="610">
                  <c:v>0.002836877</c:v>
                </c:pt>
                <c:pt idx="611">
                  <c:v>0.0028414868</c:v>
                </c:pt>
                <c:pt idx="612">
                  <c:v>0.0028198942</c:v>
                </c:pt>
                <c:pt idx="613">
                  <c:v>0.0028253279</c:v>
                </c:pt>
                <c:pt idx="614">
                  <c:v>0.0028535983</c:v>
                </c:pt>
                <c:pt idx="615">
                  <c:v>0.0028484759</c:v>
                </c:pt>
                <c:pt idx="616">
                  <c:v>0.0027654989</c:v>
                </c:pt>
                <c:pt idx="617">
                  <c:v>0.0028175651</c:v>
                </c:pt>
                <c:pt idx="618">
                  <c:v>0.0028593058</c:v>
                </c:pt>
                <c:pt idx="619">
                  <c:v>0.002886848</c:v>
                </c:pt>
                <c:pt idx="620">
                  <c:v>0.0028739363</c:v>
                </c:pt>
                <c:pt idx="621">
                  <c:v>0.002908944</c:v>
                </c:pt>
                <c:pt idx="622">
                  <c:v>0.0029856699</c:v>
                </c:pt>
                <c:pt idx="623">
                  <c:v>0.0029380188</c:v>
                </c:pt>
                <c:pt idx="624">
                  <c:v>0.0029012894</c:v>
                </c:pt>
                <c:pt idx="625">
                  <c:v>0.0028819032</c:v>
                </c:pt>
                <c:pt idx="626">
                  <c:v>0.0029265027</c:v>
                </c:pt>
                <c:pt idx="627">
                  <c:v>0.0029958553</c:v>
                </c:pt>
                <c:pt idx="628">
                  <c:v>0.0029802949</c:v>
                </c:pt>
                <c:pt idx="629">
                  <c:v>0.0030400273</c:v>
                </c:pt>
                <c:pt idx="630">
                  <c:v>0.0030396285</c:v>
                </c:pt>
                <c:pt idx="631">
                  <c:v>0.0031324691</c:v>
                </c:pt>
                <c:pt idx="632">
                  <c:v>0.0032446187</c:v>
                </c:pt>
                <c:pt idx="633">
                  <c:v>0.0032447258</c:v>
                </c:pt>
                <c:pt idx="634">
                  <c:v>0.0032046038</c:v>
                </c:pt>
                <c:pt idx="635">
                  <c:v>0.0031607502</c:v>
                </c:pt>
                <c:pt idx="636">
                  <c:v>0.0031487597</c:v>
                </c:pt>
                <c:pt idx="637">
                  <c:v>0.003236962</c:v>
                </c:pt>
                <c:pt idx="638">
                  <c:v>0.0032539178</c:v>
                </c:pt>
                <c:pt idx="639">
                  <c:v>0.0033151366</c:v>
                </c:pt>
                <c:pt idx="640">
                  <c:v>0.0033678242</c:v>
                </c:pt>
                <c:pt idx="641">
                  <c:v>0.0033868413</c:v>
                </c:pt>
                <c:pt idx="642">
                  <c:v>0.0034220321</c:v>
                </c:pt>
                <c:pt idx="643">
                  <c:v>0.0034796022</c:v>
                </c:pt>
                <c:pt idx="644">
                  <c:v>0.0035435981</c:v>
                </c:pt>
                <c:pt idx="645">
                  <c:v>0.0035252048</c:v>
                </c:pt>
                <c:pt idx="646">
                  <c:v>0.0035421672</c:v>
                </c:pt>
                <c:pt idx="647">
                  <c:v>0.0035972257</c:v>
                </c:pt>
                <c:pt idx="648">
                  <c:v>0.0036132722</c:v>
                </c:pt>
                <c:pt idx="649">
                  <c:v>0.0036179987</c:v>
                </c:pt>
                <c:pt idx="650">
                  <c:v>0.0036032087</c:v>
                </c:pt>
                <c:pt idx="651">
                  <c:v>0.0035631106</c:v>
                </c:pt>
                <c:pt idx="652">
                  <c:v>0.0035315118</c:v>
                </c:pt>
                <c:pt idx="653">
                  <c:v>0.0035080825</c:v>
                </c:pt>
                <c:pt idx="654">
                  <c:v>0.0033843752</c:v>
                </c:pt>
                <c:pt idx="655">
                  <c:v>0.0033154535</c:v>
                </c:pt>
                <c:pt idx="656">
                  <c:v>0.0032524652</c:v>
                </c:pt>
                <c:pt idx="657">
                  <c:v>0.0032108462</c:v>
                </c:pt>
                <c:pt idx="658">
                  <c:v>0.0031161406</c:v>
                </c:pt>
                <c:pt idx="659">
                  <c:v>0.0030568452</c:v>
                </c:pt>
                <c:pt idx="660">
                  <c:v>0.003015087</c:v>
                </c:pt>
                <c:pt idx="661">
                  <c:v>0.0030017652</c:v>
                </c:pt>
                <c:pt idx="662">
                  <c:v>0.0029768613</c:v>
                </c:pt>
                <c:pt idx="663">
                  <c:v>0.0030853912</c:v>
                </c:pt>
                <c:pt idx="664">
                  <c:v>0.0029589539</c:v>
                </c:pt>
                <c:pt idx="665">
                  <c:v>0.0028613572</c:v>
                </c:pt>
                <c:pt idx="666">
                  <c:v>0.002861207</c:v>
                </c:pt>
                <c:pt idx="667">
                  <c:v>0.0027960632</c:v>
                </c:pt>
                <c:pt idx="668">
                  <c:v>0.0027822113</c:v>
                </c:pt>
                <c:pt idx="669">
                  <c:v>0.0027811603</c:v>
                </c:pt>
                <c:pt idx="670">
                  <c:v>0.0027785149</c:v>
                </c:pt>
                <c:pt idx="671">
                  <c:v>0.0028107082</c:v>
                </c:pt>
                <c:pt idx="672">
                  <c:v>0.002847267</c:v>
                </c:pt>
                <c:pt idx="673">
                  <c:v>0.0028509966</c:v>
                </c:pt>
                <c:pt idx="674">
                  <c:v>0.002798025</c:v>
                </c:pt>
                <c:pt idx="675">
                  <c:v>0.002758845</c:v>
                </c:pt>
                <c:pt idx="676">
                  <c:v>0.0027438444</c:v>
                </c:pt>
                <c:pt idx="677">
                  <c:v>0.0027272733</c:v>
                </c:pt>
                <c:pt idx="678">
                  <c:v>0.002780452</c:v>
                </c:pt>
                <c:pt idx="679">
                  <c:v>0.0027590762</c:v>
                </c:pt>
                <c:pt idx="680">
                  <c:v>0.0027852624</c:v>
                </c:pt>
                <c:pt idx="681">
                  <c:v>0.0027714211</c:v>
                </c:pt>
                <c:pt idx="682">
                  <c:v>0.0027134771</c:v>
                </c:pt>
                <c:pt idx="683">
                  <c:v>0.0027439816</c:v>
                </c:pt>
                <c:pt idx="684">
                  <c:v>0.0028201412</c:v>
                </c:pt>
                <c:pt idx="685">
                  <c:v>0.0028278826</c:v>
                </c:pt>
                <c:pt idx="686">
                  <c:v>0.0028030562</c:v>
                </c:pt>
                <c:pt idx="687">
                  <c:v>0.0027876142</c:v>
                </c:pt>
                <c:pt idx="688">
                  <c:v>0.0028044388</c:v>
                </c:pt>
                <c:pt idx="689">
                  <c:v>0.0027354278</c:v>
                </c:pt>
                <c:pt idx="690">
                  <c:v>0.0026601106</c:v>
                </c:pt>
                <c:pt idx="691">
                  <c:v>0.002613385</c:v>
                </c:pt>
                <c:pt idx="692">
                  <c:v>0.0026250445</c:v>
                </c:pt>
                <c:pt idx="693">
                  <c:v>0.0026031851</c:v>
                </c:pt>
                <c:pt idx="694">
                  <c:v>0.0026428145</c:v>
                </c:pt>
                <c:pt idx="695">
                  <c:v>0.0027252539</c:v>
                </c:pt>
                <c:pt idx="696">
                  <c:v>0.0026963474</c:v>
                </c:pt>
                <c:pt idx="697">
                  <c:v>0.0027086372</c:v>
                </c:pt>
                <c:pt idx="698">
                  <c:v>0.0027269868</c:v>
                </c:pt>
                <c:pt idx="699">
                  <c:v>0.0027442949</c:v>
                </c:pt>
                <c:pt idx="700">
                  <c:v>0.0027570632</c:v>
                </c:pt>
                <c:pt idx="701">
                  <c:v>0.0026986178</c:v>
                </c:pt>
                <c:pt idx="702">
                  <c:v>0.002745767</c:v>
                </c:pt>
                <c:pt idx="703">
                  <c:v>0.0028341913</c:v>
                </c:pt>
                <c:pt idx="704">
                  <c:v>0.002879882</c:v>
                </c:pt>
                <c:pt idx="705">
                  <c:v>0.002940105</c:v>
                </c:pt>
                <c:pt idx="706">
                  <c:v>0.0029234883</c:v>
                </c:pt>
                <c:pt idx="707">
                  <c:v>0.0028618264</c:v>
                </c:pt>
                <c:pt idx="708">
                  <c:v>0.0028613634</c:v>
                </c:pt>
                <c:pt idx="709">
                  <c:v>0.0029118912</c:v>
                </c:pt>
                <c:pt idx="710">
                  <c:v>0.0029371754</c:v>
                </c:pt>
                <c:pt idx="711">
                  <c:v>0.0029424118</c:v>
                </c:pt>
                <c:pt idx="712">
                  <c:v>0.0030324236</c:v>
                </c:pt>
                <c:pt idx="713">
                  <c:v>0.0029748934</c:v>
                </c:pt>
                <c:pt idx="714">
                  <c:v>0.002883775</c:v>
                </c:pt>
                <c:pt idx="715">
                  <c:v>0.002984677</c:v>
                </c:pt>
                <c:pt idx="716">
                  <c:v>0.0030393684</c:v>
                </c:pt>
                <c:pt idx="717">
                  <c:v>0.0029704145</c:v>
                </c:pt>
                <c:pt idx="718">
                  <c:v>0.0029871153</c:v>
                </c:pt>
                <c:pt idx="719">
                  <c:v>0.0029730704</c:v>
                </c:pt>
                <c:pt idx="720">
                  <c:v>0.0029812234</c:v>
                </c:pt>
                <c:pt idx="721">
                  <c:v>0.0029946742</c:v>
                </c:pt>
                <c:pt idx="722">
                  <c:v>0.0029765307</c:v>
                </c:pt>
                <c:pt idx="723">
                  <c:v>0.0029826456</c:v>
                </c:pt>
                <c:pt idx="724">
                  <c:v>0.0029112033</c:v>
                </c:pt>
                <c:pt idx="725">
                  <c:v>0.0029499629</c:v>
                </c:pt>
                <c:pt idx="726">
                  <c:v>0.0029733975</c:v>
                </c:pt>
                <c:pt idx="727">
                  <c:v>0.0029909987</c:v>
                </c:pt>
                <c:pt idx="728">
                  <c:v>0.0029669119</c:v>
                </c:pt>
                <c:pt idx="729">
                  <c:v>0.002984971</c:v>
                </c:pt>
                <c:pt idx="730">
                  <c:v>0.003030262</c:v>
                </c:pt>
                <c:pt idx="731">
                  <c:v>0.0030322798</c:v>
                </c:pt>
                <c:pt idx="732">
                  <c:v>0.0029819087</c:v>
                </c:pt>
                <c:pt idx="733">
                  <c:v>0.0029501655</c:v>
                </c:pt>
                <c:pt idx="734">
                  <c:v>0.0030626496</c:v>
                </c:pt>
                <c:pt idx="735">
                  <c:v>0.0030885231</c:v>
                </c:pt>
                <c:pt idx="736">
                  <c:v>0.0030798433</c:v>
                </c:pt>
                <c:pt idx="737">
                  <c:v>0.0031221847</c:v>
                </c:pt>
                <c:pt idx="738">
                  <c:v>0.0031755202</c:v>
                </c:pt>
                <c:pt idx="739">
                  <c:v>0.0033082952</c:v>
                </c:pt>
                <c:pt idx="740">
                  <c:v>0.0033885188</c:v>
                </c:pt>
                <c:pt idx="741">
                  <c:v>0.0033958817</c:v>
                </c:pt>
                <c:pt idx="742">
                  <c:v>0.0033494475</c:v>
                </c:pt>
                <c:pt idx="743">
                  <c:v>0.0033035042</c:v>
                </c:pt>
                <c:pt idx="744">
                  <c:v>0.0033415908</c:v>
                </c:pt>
                <c:pt idx="745">
                  <c:v>0.0034090994</c:v>
                </c:pt>
                <c:pt idx="746">
                  <c:v>0.003448478</c:v>
                </c:pt>
                <c:pt idx="747">
                  <c:v>0.0034695909</c:v>
                </c:pt>
                <c:pt idx="748">
                  <c:v>0.0035241224</c:v>
                </c:pt>
                <c:pt idx="749">
                  <c:v>0.0035077396</c:v>
                </c:pt>
                <c:pt idx="750">
                  <c:v>0.0035740589</c:v>
                </c:pt>
                <c:pt idx="751">
                  <c:v>0.0036476693</c:v>
                </c:pt>
                <c:pt idx="752">
                  <c:v>0.0036982518</c:v>
                </c:pt>
                <c:pt idx="753">
                  <c:v>0.0036571944</c:v>
                </c:pt>
                <c:pt idx="754">
                  <c:v>0.0037422873</c:v>
                </c:pt>
                <c:pt idx="755">
                  <c:v>0.0036907901</c:v>
                </c:pt>
                <c:pt idx="756">
                  <c:v>0.0036462472</c:v>
                </c:pt>
                <c:pt idx="757">
                  <c:v>0.0036688278</c:v>
                </c:pt>
                <c:pt idx="758">
                  <c:v>0.0036265791</c:v>
                </c:pt>
                <c:pt idx="759">
                  <c:v>0.0035177183</c:v>
                </c:pt>
                <c:pt idx="760">
                  <c:v>0.0034718697</c:v>
                </c:pt>
                <c:pt idx="761">
                  <c:v>0.0034083169</c:v>
                </c:pt>
                <c:pt idx="762">
                  <c:v>0.003288203</c:v>
                </c:pt>
                <c:pt idx="763">
                  <c:v>0.003235766</c:v>
                </c:pt>
                <c:pt idx="764">
                  <c:v>0.0031108844</c:v>
                </c:pt>
                <c:pt idx="765">
                  <c:v>0.003019481</c:v>
                </c:pt>
                <c:pt idx="766">
                  <c:v>0.0029851204</c:v>
                </c:pt>
                <c:pt idx="767">
                  <c:v>0.0029549684</c:v>
                </c:pt>
                <c:pt idx="768">
                  <c:v>0.0029612638</c:v>
                </c:pt>
                <c:pt idx="769">
                  <c:v>0.0029259733</c:v>
                </c:pt>
                <c:pt idx="770">
                  <c:v>0.0028591769</c:v>
                </c:pt>
                <c:pt idx="771">
                  <c:v>0.0028201267</c:v>
                </c:pt>
                <c:pt idx="772">
                  <c:v>0.002832789</c:v>
                </c:pt>
                <c:pt idx="773">
                  <c:v>0.0027433435</c:v>
                </c:pt>
                <c:pt idx="774">
                  <c:v>0.0026661233</c:v>
                </c:pt>
                <c:pt idx="775">
                  <c:v>0.0026757419</c:v>
                </c:pt>
                <c:pt idx="776">
                  <c:v>0.0026863611</c:v>
                </c:pt>
                <c:pt idx="777">
                  <c:v>0.0026790368</c:v>
                </c:pt>
                <c:pt idx="778">
                  <c:v>0.0027284603</c:v>
                </c:pt>
                <c:pt idx="779">
                  <c:v>0.002794057</c:v>
                </c:pt>
                <c:pt idx="780">
                  <c:v>0.0028411109</c:v>
                </c:pt>
                <c:pt idx="781">
                  <c:v>0.0028650665</c:v>
                </c:pt>
                <c:pt idx="782">
                  <c:v>0.0028535105</c:v>
                </c:pt>
                <c:pt idx="783">
                  <c:v>0.0027541509</c:v>
                </c:pt>
                <c:pt idx="784">
                  <c:v>0.002683573</c:v>
                </c:pt>
                <c:pt idx="785">
                  <c:v>0.0026048297</c:v>
                </c:pt>
                <c:pt idx="786">
                  <c:v>0.0025816259</c:v>
                </c:pt>
                <c:pt idx="787">
                  <c:v>0.0025742663</c:v>
                </c:pt>
                <c:pt idx="788">
                  <c:v>0.0025753735</c:v>
                </c:pt>
                <c:pt idx="789">
                  <c:v>0.0026171839</c:v>
                </c:pt>
                <c:pt idx="790">
                  <c:v>0.0025930468</c:v>
                </c:pt>
                <c:pt idx="791">
                  <c:v>0.0025763852</c:v>
                </c:pt>
                <c:pt idx="792">
                  <c:v>0.0025147665</c:v>
                </c:pt>
                <c:pt idx="793">
                  <c:v>0.0025135205</c:v>
                </c:pt>
                <c:pt idx="794">
                  <c:v>0.0025528667</c:v>
                </c:pt>
                <c:pt idx="795">
                  <c:v>0.0026240014</c:v>
                </c:pt>
                <c:pt idx="796">
                  <c:v>0.0027085646</c:v>
                </c:pt>
                <c:pt idx="797">
                  <c:v>0.0028090375</c:v>
                </c:pt>
                <c:pt idx="798">
                  <c:v>0.0027989787</c:v>
                </c:pt>
                <c:pt idx="799">
                  <c:v>0.0026973428</c:v>
                </c:pt>
                <c:pt idx="800">
                  <c:v>0.0026813674</c:v>
                </c:pt>
                <c:pt idx="801">
                  <c:v>0.0027866927</c:v>
                </c:pt>
                <c:pt idx="802">
                  <c:v>0.0027560746</c:v>
                </c:pt>
                <c:pt idx="803">
                  <c:v>0.0027844465</c:v>
                </c:pt>
                <c:pt idx="804">
                  <c:v>0.0028156072</c:v>
                </c:pt>
                <c:pt idx="805">
                  <c:v>0.0027686786</c:v>
                </c:pt>
                <c:pt idx="806">
                  <c:v>0.0027232925</c:v>
                </c:pt>
                <c:pt idx="807">
                  <c:v>0.0027021884</c:v>
                </c:pt>
                <c:pt idx="808">
                  <c:v>0.0026438191</c:v>
                </c:pt>
                <c:pt idx="809">
                  <c:v>0.0025820685</c:v>
                </c:pt>
                <c:pt idx="810">
                  <c:v>0.002537553</c:v>
                </c:pt>
                <c:pt idx="811">
                  <c:v>0.0025377608</c:v>
                </c:pt>
                <c:pt idx="812">
                  <c:v>0.0025937366</c:v>
                </c:pt>
                <c:pt idx="813">
                  <c:v>0.0026471885</c:v>
                </c:pt>
                <c:pt idx="814">
                  <c:v>0.0026158301</c:v>
                </c:pt>
                <c:pt idx="815">
                  <c:v>0.0025832821</c:v>
                </c:pt>
                <c:pt idx="816">
                  <c:v>0.0024767797</c:v>
                </c:pt>
                <c:pt idx="817">
                  <c:v>0.0025361261</c:v>
                </c:pt>
                <c:pt idx="818">
                  <c:v>0.0025638929</c:v>
                </c:pt>
                <c:pt idx="819">
                  <c:v>0.0025162186</c:v>
                </c:pt>
                <c:pt idx="820">
                  <c:v>0.0025354887</c:v>
                </c:pt>
                <c:pt idx="821">
                  <c:v>0.0025809837</c:v>
                </c:pt>
                <c:pt idx="822">
                  <c:v>0.0024748508</c:v>
                </c:pt>
                <c:pt idx="823">
                  <c:v>0.0025303849</c:v>
                </c:pt>
                <c:pt idx="824">
                  <c:v>0.0026217411</c:v>
                </c:pt>
                <c:pt idx="825">
                  <c:v>0.0026773554</c:v>
                </c:pt>
                <c:pt idx="826">
                  <c:v>0.0026570739</c:v>
                </c:pt>
                <c:pt idx="827">
                  <c:v>0.0026850481</c:v>
                </c:pt>
                <c:pt idx="828">
                  <c:v>0.0026984405</c:v>
                </c:pt>
                <c:pt idx="829">
                  <c:v>0.0026892268</c:v>
                </c:pt>
                <c:pt idx="830">
                  <c:v>0.0026765607</c:v>
                </c:pt>
                <c:pt idx="831">
                  <c:v>0.0027327474</c:v>
                </c:pt>
                <c:pt idx="832">
                  <c:v>0.0027184893</c:v>
                </c:pt>
                <c:pt idx="833">
                  <c:v>0.0026718568</c:v>
                </c:pt>
                <c:pt idx="834">
                  <c:v>0.0026582785</c:v>
                </c:pt>
                <c:pt idx="835">
                  <c:v>0.0027505202</c:v>
                </c:pt>
                <c:pt idx="836">
                  <c:v>0.0028019312</c:v>
                </c:pt>
                <c:pt idx="837">
                  <c:v>0.0027906854</c:v>
                </c:pt>
                <c:pt idx="838">
                  <c:v>0.0027951835</c:v>
                </c:pt>
                <c:pt idx="839">
                  <c:v>0.0029357142</c:v>
                </c:pt>
                <c:pt idx="840">
                  <c:v>0.002813777</c:v>
                </c:pt>
                <c:pt idx="841">
                  <c:v>0.0028016863</c:v>
                </c:pt>
                <c:pt idx="842">
                  <c:v>0.0027683982</c:v>
                </c:pt>
                <c:pt idx="843">
                  <c:v>0.0027873351</c:v>
                </c:pt>
                <c:pt idx="844">
                  <c:v>0.0028354062</c:v>
                </c:pt>
                <c:pt idx="845">
                  <c:v>0.0028542776</c:v>
                </c:pt>
                <c:pt idx="846">
                  <c:v>0.0029178466</c:v>
                </c:pt>
                <c:pt idx="847">
                  <c:v>0.0029329436</c:v>
                </c:pt>
                <c:pt idx="848">
                  <c:v>0.0028625913</c:v>
                </c:pt>
                <c:pt idx="849">
                  <c:v>0.002904426</c:v>
                </c:pt>
                <c:pt idx="850">
                  <c:v>0.0030018007</c:v>
                </c:pt>
                <c:pt idx="851">
                  <c:v>0.0030740128</c:v>
                </c:pt>
                <c:pt idx="852">
                  <c:v>0.003062453</c:v>
                </c:pt>
                <c:pt idx="853">
                  <c:v>0.0029616939</c:v>
                </c:pt>
                <c:pt idx="854">
                  <c:v>0.0029791714</c:v>
                </c:pt>
                <c:pt idx="855">
                  <c:v>0.0030177711</c:v>
                </c:pt>
                <c:pt idx="856">
                  <c:v>0.0030657436</c:v>
                </c:pt>
                <c:pt idx="857">
                  <c:v>0.0031233511</c:v>
                </c:pt>
                <c:pt idx="858">
                  <c:v>0.0031542142</c:v>
                </c:pt>
                <c:pt idx="859">
                  <c:v>0.0032230913</c:v>
                </c:pt>
                <c:pt idx="860">
                  <c:v>0.003305981</c:v>
                </c:pt>
                <c:pt idx="861">
                  <c:v>0.003280155</c:v>
                </c:pt>
                <c:pt idx="862">
                  <c:v>0.0032842518</c:v>
                </c:pt>
                <c:pt idx="863">
                  <c:v>0.0032725319</c:v>
                </c:pt>
                <c:pt idx="864">
                  <c:v>0.0032746108</c:v>
                </c:pt>
                <c:pt idx="865">
                  <c:v>0.0033224113</c:v>
                </c:pt>
                <c:pt idx="866">
                  <c:v>0.0033410525</c:v>
                </c:pt>
                <c:pt idx="867">
                  <c:v>0.0034246144</c:v>
                </c:pt>
                <c:pt idx="868">
                  <c:v>0.0034085777</c:v>
                </c:pt>
                <c:pt idx="869">
                  <c:v>0.0032993719</c:v>
                </c:pt>
                <c:pt idx="870">
                  <c:v>0.0033595911</c:v>
                </c:pt>
                <c:pt idx="871">
                  <c:v>0.0034548534</c:v>
                </c:pt>
                <c:pt idx="872">
                  <c:v>0.0033669934</c:v>
                </c:pt>
                <c:pt idx="873">
                  <c:v>0.0032352913</c:v>
                </c:pt>
                <c:pt idx="874">
                  <c:v>0.0031435294</c:v>
                </c:pt>
                <c:pt idx="875">
                  <c:v>0.0030842284</c:v>
                </c:pt>
                <c:pt idx="876">
                  <c:v>0.0030215054</c:v>
                </c:pt>
                <c:pt idx="877">
                  <c:v>0.0029809518</c:v>
                </c:pt>
                <c:pt idx="878">
                  <c:v>0.0029557011</c:v>
                </c:pt>
                <c:pt idx="879">
                  <c:v>0.0029505229</c:v>
                </c:pt>
                <c:pt idx="880">
                  <c:v>0.0029835785</c:v>
                </c:pt>
                <c:pt idx="881">
                  <c:v>0.0029040793</c:v>
                </c:pt>
                <c:pt idx="882">
                  <c:v>0.0029012315</c:v>
                </c:pt>
                <c:pt idx="883">
                  <c:v>0.0028746197</c:v>
                </c:pt>
                <c:pt idx="884">
                  <c:v>0.0027765504</c:v>
                </c:pt>
                <c:pt idx="885">
                  <c:v>0.0028353331</c:v>
                </c:pt>
                <c:pt idx="886">
                  <c:v>0.0027781884</c:v>
                </c:pt>
                <c:pt idx="887">
                  <c:v>0.0026977139</c:v>
                </c:pt>
                <c:pt idx="888">
                  <c:v>0.0026640858</c:v>
                </c:pt>
                <c:pt idx="889">
                  <c:v>0.0026485292</c:v>
                </c:pt>
                <c:pt idx="890">
                  <c:v>0.002626071</c:v>
                </c:pt>
                <c:pt idx="891">
                  <c:v>0.0026182907</c:v>
                </c:pt>
                <c:pt idx="892">
                  <c:v>0.0026149037</c:v>
                </c:pt>
                <c:pt idx="893">
                  <c:v>0.0026304243</c:v>
                </c:pt>
                <c:pt idx="894">
                  <c:v>0.0026563408</c:v>
                </c:pt>
                <c:pt idx="895">
                  <c:v>0.002646535</c:v>
                </c:pt>
                <c:pt idx="896">
                  <c:v>0.0026871241</c:v>
                </c:pt>
                <c:pt idx="897">
                  <c:v>0.0026807135</c:v>
                </c:pt>
                <c:pt idx="898">
                  <c:v>0.0026641653</c:v>
                </c:pt>
                <c:pt idx="899">
                  <c:v>0.0027074774</c:v>
                </c:pt>
                <c:pt idx="900">
                  <c:v>0.0027243878</c:v>
                </c:pt>
                <c:pt idx="901">
                  <c:v>0.002716375</c:v>
                </c:pt>
                <c:pt idx="902">
                  <c:v>0.00275276</c:v>
                </c:pt>
                <c:pt idx="903">
                  <c:v>0.0027992254</c:v>
                </c:pt>
                <c:pt idx="904">
                  <c:v>0.0027834588</c:v>
                </c:pt>
                <c:pt idx="905">
                  <c:v>0.0027695701</c:v>
                </c:pt>
                <c:pt idx="906">
                  <c:v>0.0027424059</c:v>
                </c:pt>
                <c:pt idx="907">
                  <c:v>0.0026974626</c:v>
                </c:pt>
                <c:pt idx="908">
                  <c:v>0.0026882493</c:v>
                </c:pt>
                <c:pt idx="909">
                  <c:v>0.0026851475</c:v>
                </c:pt>
                <c:pt idx="910">
                  <c:v>0.0026898634</c:v>
                </c:pt>
                <c:pt idx="911">
                  <c:v>0.0027103087</c:v>
                </c:pt>
                <c:pt idx="912">
                  <c:v>0.0027994812</c:v>
                </c:pt>
                <c:pt idx="913">
                  <c:v>0.0028250488</c:v>
                </c:pt>
                <c:pt idx="914">
                  <c:v>0.0028542495</c:v>
                </c:pt>
                <c:pt idx="915">
                  <c:v>0.0029358544</c:v>
                </c:pt>
                <c:pt idx="916">
                  <c:v>0.0029925464</c:v>
                </c:pt>
                <c:pt idx="917">
                  <c:v>0.0029814639</c:v>
                </c:pt>
                <c:pt idx="918">
                  <c:v>0.0030693878</c:v>
                </c:pt>
                <c:pt idx="919">
                  <c:v>0.003114004</c:v>
                </c:pt>
                <c:pt idx="920">
                  <c:v>0.0031397678</c:v>
                </c:pt>
                <c:pt idx="921">
                  <c:v>0.0031757406</c:v>
                </c:pt>
                <c:pt idx="922">
                  <c:v>0.0032952985</c:v>
                </c:pt>
                <c:pt idx="923">
                  <c:v>0.0032341146</c:v>
                </c:pt>
                <c:pt idx="924">
                  <c:v>0.0031394057</c:v>
                </c:pt>
                <c:pt idx="925">
                  <c:v>0.0031885103</c:v>
                </c:pt>
                <c:pt idx="926">
                  <c:v>0.003223933</c:v>
                </c:pt>
                <c:pt idx="927">
                  <c:v>0.0032675773</c:v>
                </c:pt>
                <c:pt idx="928">
                  <c:v>0.0033734943</c:v>
                </c:pt>
                <c:pt idx="929">
                  <c:v>0.0034819698</c:v>
                </c:pt>
                <c:pt idx="930">
                  <c:v>0.0033818243</c:v>
                </c:pt>
                <c:pt idx="931">
                  <c:v>0.0032778781</c:v>
                </c:pt>
                <c:pt idx="932">
                  <c:v>0.0034082852</c:v>
                </c:pt>
                <c:pt idx="933">
                  <c:v>0.0034323174</c:v>
                </c:pt>
                <c:pt idx="934">
                  <c:v>0.0034051013</c:v>
                </c:pt>
                <c:pt idx="935">
                  <c:v>0.0033429674</c:v>
                </c:pt>
                <c:pt idx="936">
                  <c:v>0.0033538298</c:v>
                </c:pt>
                <c:pt idx="937">
                  <c:v>0.0033880159</c:v>
                </c:pt>
                <c:pt idx="938">
                  <c:v>0.0033781372</c:v>
                </c:pt>
                <c:pt idx="939">
                  <c:v>0.0032665092</c:v>
                </c:pt>
                <c:pt idx="940">
                  <c:v>0.0033140241</c:v>
                </c:pt>
                <c:pt idx="941">
                  <c:v>0.003315008</c:v>
                </c:pt>
                <c:pt idx="942">
                  <c:v>0.0033371253</c:v>
                </c:pt>
                <c:pt idx="943">
                  <c:v>0.003270336</c:v>
                </c:pt>
                <c:pt idx="944">
                  <c:v>0.0032906592</c:v>
                </c:pt>
                <c:pt idx="945">
                  <c:v>0.0033424282</c:v>
                </c:pt>
                <c:pt idx="946">
                  <c:v>0.0032548671</c:v>
                </c:pt>
                <c:pt idx="947">
                  <c:v>0.0031762164</c:v>
                </c:pt>
                <c:pt idx="948">
                  <c:v>0.0032440979</c:v>
                </c:pt>
                <c:pt idx="949">
                  <c:v>0.0032851587</c:v>
                </c:pt>
                <c:pt idx="950">
                  <c:v>0.0032949996</c:v>
                </c:pt>
                <c:pt idx="951">
                  <c:v>0.0033450863</c:v>
                </c:pt>
                <c:pt idx="952">
                  <c:v>0.0034048427</c:v>
                </c:pt>
                <c:pt idx="953">
                  <c:v>0.0034509369</c:v>
                </c:pt>
                <c:pt idx="954">
                  <c:v>0.0035081316</c:v>
                </c:pt>
                <c:pt idx="955">
                  <c:v>0.0035057271</c:v>
                </c:pt>
                <c:pt idx="956">
                  <c:v>0.0034696668</c:v>
                </c:pt>
                <c:pt idx="957">
                  <c:v>0.0034762652</c:v>
                </c:pt>
                <c:pt idx="958">
                  <c:v>0.0035251232</c:v>
                </c:pt>
                <c:pt idx="959">
                  <c:v>0.003605107</c:v>
                </c:pt>
                <c:pt idx="960">
                  <c:v>0.0036967451</c:v>
                </c:pt>
                <c:pt idx="961">
                  <c:v>0.003713171</c:v>
                </c:pt>
                <c:pt idx="962">
                  <c:v>0.0037477968</c:v>
                </c:pt>
                <c:pt idx="963">
                  <c:v>0.0037999375</c:v>
                </c:pt>
                <c:pt idx="964">
                  <c:v>0.0038150878</c:v>
                </c:pt>
                <c:pt idx="965">
                  <c:v>0.0038460371</c:v>
                </c:pt>
                <c:pt idx="966">
                  <c:v>0.0038962469</c:v>
                </c:pt>
                <c:pt idx="967">
                  <c:v>0.0038590806</c:v>
                </c:pt>
                <c:pt idx="968">
                  <c:v>0.0038697341</c:v>
                </c:pt>
                <c:pt idx="969">
                  <c:v>0.0037651897</c:v>
                </c:pt>
                <c:pt idx="970">
                  <c:v>0.0036623587</c:v>
                </c:pt>
                <c:pt idx="971">
                  <c:v>0.0035729259</c:v>
                </c:pt>
                <c:pt idx="972">
                  <c:v>0.003509393</c:v>
                </c:pt>
                <c:pt idx="973">
                  <c:v>0.0034076265</c:v>
                </c:pt>
                <c:pt idx="974">
                  <c:v>0.0032931082</c:v>
                </c:pt>
                <c:pt idx="975">
                  <c:v>0.0031631803</c:v>
                </c:pt>
                <c:pt idx="976">
                  <c:v>0.003082624</c:v>
                </c:pt>
                <c:pt idx="977">
                  <c:v>0.0030126415</c:v>
                </c:pt>
                <c:pt idx="978">
                  <c:v>0.0029430304</c:v>
                </c:pt>
                <c:pt idx="979">
                  <c:v>0.0028680617</c:v>
                </c:pt>
                <c:pt idx="980">
                  <c:v>0.0027975525</c:v>
                </c:pt>
                <c:pt idx="981">
                  <c:v>0.0027311592</c:v>
                </c:pt>
                <c:pt idx="982">
                  <c:v>0.0027259899</c:v>
                </c:pt>
                <c:pt idx="983">
                  <c:v>0.002760232</c:v>
                </c:pt>
                <c:pt idx="984">
                  <c:v>0.0027174559</c:v>
                </c:pt>
                <c:pt idx="985">
                  <c:v>0.0026667309</c:v>
                </c:pt>
                <c:pt idx="986">
                  <c:v>0.0025116811</c:v>
                </c:pt>
                <c:pt idx="987">
                  <c:v>0.0024636225</c:v>
                </c:pt>
                <c:pt idx="988">
                  <c:v>0.0025164419</c:v>
                </c:pt>
                <c:pt idx="989">
                  <c:v>0.0024123987</c:v>
                </c:pt>
                <c:pt idx="990">
                  <c:v>0.0023881447</c:v>
                </c:pt>
                <c:pt idx="991">
                  <c:v>0.0023952664</c:v>
                </c:pt>
                <c:pt idx="992">
                  <c:v>0.0024140278</c:v>
                </c:pt>
                <c:pt idx="993">
                  <c:v>0.0023874941</c:v>
                </c:pt>
                <c:pt idx="994">
                  <c:v>0.0023988899</c:v>
                </c:pt>
                <c:pt idx="995">
                  <c:v>0.0024328712</c:v>
                </c:pt>
                <c:pt idx="996">
                  <c:v>0.0025053503</c:v>
                </c:pt>
                <c:pt idx="997">
                  <c:v>0.0024798984</c:v>
                </c:pt>
                <c:pt idx="998">
                  <c:v>0.0024573947</c:v>
                </c:pt>
                <c:pt idx="999">
                  <c:v>0.0024792703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Sheet1!$B$2005</c:f>
              <c:strCache>
                <c:ptCount val="1"/>
                <c:pt idx="0">
                  <c:v>y-velocity</c:v>
                </c:pt>
              </c:strCache>
            </c:strRef>
          </c:tx>
          <c:xVal>
            <c:numRef>
              <c:f>Sheet1!$A$2006:$A$3005</c:f>
              <c:numCache>
                <c:formatCode>General</c:formatCode>
                <c:ptCount val="1000"/>
                <c:pt idx="0">
                  <c:v>4.0</c:v>
                </c:pt>
                <c:pt idx="1">
                  <c:v>8.0</c:v>
                </c:pt>
                <c:pt idx="2">
                  <c:v>12.0</c:v>
                </c:pt>
                <c:pt idx="3">
                  <c:v>16.0</c:v>
                </c:pt>
                <c:pt idx="4">
                  <c:v>20.0</c:v>
                </c:pt>
                <c:pt idx="5">
                  <c:v>24.0</c:v>
                </c:pt>
                <c:pt idx="6">
                  <c:v>28.0</c:v>
                </c:pt>
                <c:pt idx="7">
                  <c:v>32.0</c:v>
                </c:pt>
                <c:pt idx="8">
                  <c:v>36.0</c:v>
                </c:pt>
                <c:pt idx="9">
                  <c:v>40.0</c:v>
                </c:pt>
                <c:pt idx="10">
                  <c:v>44.0</c:v>
                </c:pt>
                <c:pt idx="11">
                  <c:v>48.0</c:v>
                </c:pt>
                <c:pt idx="12">
                  <c:v>52.0</c:v>
                </c:pt>
                <c:pt idx="13">
                  <c:v>56.0</c:v>
                </c:pt>
                <c:pt idx="14">
                  <c:v>60.0</c:v>
                </c:pt>
                <c:pt idx="15">
                  <c:v>64.0</c:v>
                </c:pt>
                <c:pt idx="16">
                  <c:v>68.0</c:v>
                </c:pt>
                <c:pt idx="17">
                  <c:v>72.0</c:v>
                </c:pt>
                <c:pt idx="18">
                  <c:v>76.0</c:v>
                </c:pt>
                <c:pt idx="19">
                  <c:v>80.0</c:v>
                </c:pt>
                <c:pt idx="20">
                  <c:v>84.0</c:v>
                </c:pt>
                <c:pt idx="21">
                  <c:v>88.0</c:v>
                </c:pt>
                <c:pt idx="22">
                  <c:v>92.0</c:v>
                </c:pt>
                <c:pt idx="23">
                  <c:v>96.0</c:v>
                </c:pt>
                <c:pt idx="24">
                  <c:v>100.0</c:v>
                </c:pt>
                <c:pt idx="25">
                  <c:v>104.0</c:v>
                </c:pt>
                <c:pt idx="26">
                  <c:v>108.0</c:v>
                </c:pt>
                <c:pt idx="27">
                  <c:v>112.0</c:v>
                </c:pt>
                <c:pt idx="28">
                  <c:v>116.0</c:v>
                </c:pt>
                <c:pt idx="29">
                  <c:v>120.0</c:v>
                </c:pt>
                <c:pt idx="30">
                  <c:v>124.0</c:v>
                </c:pt>
                <c:pt idx="31">
                  <c:v>128.0</c:v>
                </c:pt>
                <c:pt idx="32">
                  <c:v>132.0</c:v>
                </c:pt>
                <c:pt idx="33">
                  <c:v>136.0</c:v>
                </c:pt>
                <c:pt idx="34">
                  <c:v>140.0</c:v>
                </c:pt>
                <c:pt idx="35">
                  <c:v>144.0</c:v>
                </c:pt>
                <c:pt idx="36">
                  <c:v>148.0</c:v>
                </c:pt>
                <c:pt idx="37">
                  <c:v>152.0</c:v>
                </c:pt>
                <c:pt idx="38">
                  <c:v>156.0</c:v>
                </c:pt>
                <c:pt idx="39">
                  <c:v>160.0</c:v>
                </c:pt>
                <c:pt idx="40">
                  <c:v>164.0</c:v>
                </c:pt>
                <c:pt idx="41">
                  <c:v>168.0</c:v>
                </c:pt>
                <c:pt idx="42">
                  <c:v>172.0</c:v>
                </c:pt>
                <c:pt idx="43">
                  <c:v>176.0</c:v>
                </c:pt>
                <c:pt idx="44">
                  <c:v>180.0</c:v>
                </c:pt>
                <c:pt idx="45">
                  <c:v>184.0</c:v>
                </c:pt>
                <c:pt idx="46">
                  <c:v>188.0</c:v>
                </c:pt>
                <c:pt idx="47">
                  <c:v>192.0</c:v>
                </c:pt>
                <c:pt idx="48">
                  <c:v>196.0</c:v>
                </c:pt>
                <c:pt idx="49">
                  <c:v>200.0</c:v>
                </c:pt>
                <c:pt idx="50">
                  <c:v>204.0</c:v>
                </c:pt>
                <c:pt idx="51">
                  <c:v>208.0</c:v>
                </c:pt>
                <c:pt idx="52">
                  <c:v>212.0</c:v>
                </c:pt>
                <c:pt idx="53">
                  <c:v>216.0</c:v>
                </c:pt>
                <c:pt idx="54">
                  <c:v>220.0</c:v>
                </c:pt>
                <c:pt idx="55">
                  <c:v>224.0</c:v>
                </c:pt>
                <c:pt idx="56">
                  <c:v>228.0</c:v>
                </c:pt>
                <c:pt idx="57">
                  <c:v>232.0</c:v>
                </c:pt>
                <c:pt idx="58">
                  <c:v>236.0</c:v>
                </c:pt>
                <c:pt idx="59">
                  <c:v>240.0</c:v>
                </c:pt>
                <c:pt idx="60">
                  <c:v>244.0</c:v>
                </c:pt>
                <c:pt idx="61">
                  <c:v>248.0</c:v>
                </c:pt>
                <c:pt idx="62">
                  <c:v>252.0</c:v>
                </c:pt>
                <c:pt idx="63">
                  <c:v>256.0</c:v>
                </c:pt>
                <c:pt idx="64">
                  <c:v>260.0</c:v>
                </c:pt>
                <c:pt idx="65">
                  <c:v>264.0</c:v>
                </c:pt>
                <c:pt idx="66">
                  <c:v>268.0</c:v>
                </c:pt>
                <c:pt idx="67">
                  <c:v>272.0</c:v>
                </c:pt>
                <c:pt idx="68">
                  <c:v>276.0</c:v>
                </c:pt>
                <c:pt idx="69">
                  <c:v>280.0</c:v>
                </c:pt>
                <c:pt idx="70">
                  <c:v>284.0</c:v>
                </c:pt>
                <c:pt idx="71">
                  <c:v>288.0</c:v>
                </c:pt>
                <c:pt idx="72">
                  <c:v>292.0</c:v>
                </c:pt>
                <c:pt idx="73">
                  <c:v>296.0</c:v>
                </c:pt>
                <c:pt idx="74">
                  <c:v>300.0</c:v>
                </c:pt>
                <c:pt idx="75">
                  <c:v>304.0</c:v>
                </c:pt>
                <c:pt idx="76">
                  <c:v>308.0</c:v>
                </c:pt>
                <c:pt idx="77">
                  <c:v>312.0</c:v>
                </c:pt>
                <c:pt idx="78">
                  <c:v>316.0</c:v>
                </c:pt>
                <c:pt idx="79">
                  <c:v>320.0</c:v>
                </c:pt>
                <c:pt idx="80">
                  <c:v>324.0</c:v>
                </c:pt>
                <c:pt idx="81">
                  <c:v>328.0</c:v>
                </c:pt>
                <c:pt idx="82">
                  <c:v>332.0</c:v>
                </c:pt>
                <c:pt idx="83">
                  <c:v>336.0</c:v>
                </c:pt>
                <c:pt idx="84">
                  <c:v>340.0</c:v>
                </c:pt>
                <c:pt idx="85">
                  <c:v>344.0</c:v>
                </c:pt>
                <c:pt idx="86">
                  <c:v>348.0</c:v>
                </c:pt>
                <c:pt idx="87">
                  <c:v>352.0</c:v>
                </c:pt>
                <c:pt idx="88">
                  <c:v>356.0</c:v>
                </c:pt>
                <c:pt idx="89">
                  <c:v>360.0</c:v>
                </c:pt>
                <c:pt idx="90">
                  <c:v>364.0</c:v>
                </c:pt>
                <c:pt idx="91">
                  <c:v>368.0</c:v>
                </c:pt>
                <c:pt idx="92">
                  <c:v>372.0</c:v>
                </c:pt>
                <c:pt idx="93">
                  <c:v>376.0</c:v>
                </c:pt>
                <c:pt idx="94">
                  <c:v>380.0</c:v>
                </c:pt>
                <c:pt idx="95">
                  <c:v>384.0</c:v>
                </c:pt>
                <c:pt idx="96">
                  <c:v>388.0</c:v>
                </c:pt>
                <c:pt idx="97">
                  <c:v>392.0</c:v>
                </c:pt>
                <c:pt idx="98">
                  <c:v>396.0</c:v>
                </c:pt>
                <c:pt idx="99">
                  <c:v>400.0</c:v>
                </c:pt>
                <c:pt idx="100">
                  <c:v>404.0</c:v>
                </c:pt>
                <c:pt idx="101">
                  <c:v>408.0</c:v>
                </c:pt>
                <c:pt idx="102">
                  <c:v>412.0</c:v>
                </c:pt>
                <c:pt idx="103">
                  <c:v>416.0</c:v>
                </c:pt>
                <c:pt idx="104">
                  <c:v>420.0</c:v>
                </c:pt>
                <c:pt idx="105">
                  <c:v>424.0</c:v>
                </c:pt>
                <c:pt idx="106">
                  <c:v>428.0</c:v>
                </c:pt>
                <c:pt idx="107">
                  <c:v>432.0</c:v>
                </c:pt>
                <c:pt idx="108">
                  <c:v>436.0</c:v>
                </c:pt>
                <c:pt idx="109">
                  <c:v>440.0</c:v>
                </c:pt>
                <c:pt idx="110">
                  <c:v>444.0</c:v>
                </c:pt>
                <c:pt idx="111">
                  <c:v>448.0</c:v>
                </c:pt>
                <c:pt idx="112">
                  <c:v>452.0</c:v>
                </c:pt>
                <c:pt idx="113">
                  <c:v>456.0</c:v>
                </c:pt>
                <c:pt idx="114">
                  <c:v>460.0</c:v>
                </c:pt>
                <c:pt idx="115">
                  <c:v>464.0</c:v>
                </c:pt>
                <c:pt idx="116">
                  <c:v>468.0</c:v>
                </c:pt>
                <c:pt idx="117">
                  <c:v>472.0</c:v>
                </c:pt>
                <c:pt idx="118">
                  <c:v>476.0</c:v>
                </c:pt>
                <c:pt idx="119">
                  <c:v>480.0</c:v>
                </c:pt>
                <c:pt idx="120">
                  <c:v>484.0</c:v>
                </c:pt>
                <c:pt idx="121">
                  <c:v>488.0</c:v>
                </c:pt>
                <c:pt idx="122">
                  <c:v>492.0</c:v>
                </c:pt>
                <c:pt idx="123">
                  <c:v>496.0</c:v>
                </c:pt>
                <c:pt idx="124">
                  <c:v>500.0</c:v>
                </c:pt>
                <c:pt idx="125">
                  <c:v>504.0</c:v>
                </c:pt>
                <c:pt idx="126">
                  <c:v>508.0</c:v>
                </c:pt>
                <c:pt idx="127">
                  <c:v>512.0</c:v>
                </c:pt>
                <c:pt idx="128">
                  <c:v>516.0</c:v>
                </c:pt>
                <c:pt idx="129">
                  <c:v>520.0</c:v>
                </c:pt>
                <c:pt idx="130">
                  <c:v>524.0</c:v>
                </c:pt>
                <c:pt idx="131">
                  <c:v>528.0</c:v>
                </c:pt>
                <c:pt idx="132">
                  <c:v>532.0</c:v>
                </c:pt>
                <c:pt idx="133">
                  <c:v>536.0</c:v>
                </c:pt>
                <c:pt idx="134">
                  <c:v>540.0</c:v>
                </c:pt>
                <c:pt idx="135">
                  <c:v>544.0</c:v>
                </c:pt>
                <c:pt idx="136">
                  <c:v>548.0</c:v>
                </c:pt>
                <c:pt idx="137">
                  <c:v>552.0</c:v>
                </c:pt>
                <c:pt idx="138">
                  <c:v>556.0</c:v>
                </c:pt>
                <c:pt idx="139">
                  <c:v>560.0</c:v>
                </c:pt>
                <c:pt idx="140">
                  <c:v>564.0</c:v>
                </c:pt>
                <c:pt idx="141">
                  <c:v>568.0</c:v>
                </c:pt>
                <c:pt idx="142">
                  <c:v>572.0</c:v>
                </c:pt>
                <c:pt idx="143">
                  <c:v>576.0</c:v>
                </c:pt>
                <c:pt idx="144">
                  <c:v>580.0</c:v>
                </c:pt>
                <c:pt idx="145">
                  <c:v>584.0</c:v>
                </c:pt>
                <c:pt idx="146">
                  <c:v>588.0</c:v>
                </c:pt>
                <c:pt idx="147">
                  <c:v>592.0</c:v>
                </c:pt>
                <c:pt idx="148">
                  <c:v>596.0</c:v>
                </c:pt>
                <c:pt idx="149">
                  <c:v>600.0</c:v>
                </c:pt>
                <c:pt idx="150">
                  <c:v>604.0</c:v>
                </c:pt>
                <c:pt idx="151">
                  <c:v>608.0</c:v>
                </c:pt>
                <c:pt idx="152">
                  <c:v>612.0</c:v>
                </c:pt>
                <c:pt idx="153">
                  <c:v>616.0</c:v>
                </c:pt>
                <c:pt idx="154">
                  <c:v>620.0</c:v>
                </c:pt>
                <c:pt idx="155">
                  <c:v>624.0</c:v>
                </c:pt>
                <c:pt idx="156">
                  <c:v>628.0</c:v>
                </c:pt>
                <c:pt idx="157">
                  <c:v>632.0</c:v>
                </c:pt>
                <c:pt idx="158">
                  <c:v>636.0</c:v>
                </c:pt>
                <c:pt idx="159">
                  <c:v>640.0</c:v>
                </c:pt>
                <c:pt idx="160">
                  <c:v>644.0</c:v>
                </c:pt>
                <c:pt idx="161">
                  <c:v>648.0</c:v>
                </c:pt>
                <c:pt idx="162">
                  <c:v>652.0</c:v>
                </c:pt>
                <c:pt idx="163">
                  <c:v>656.0</c:v>
                </c:pt>
                <c:pt idx="164">
                  <c:v>660.0</c:v>
                </c:pt>
                <c:pt idx="165">
                  <c:v>664.0</c:v>
                </c:pt>
                <c:pt idx="166">
                  <c:v>668.0</c:v>
                </c:pt>
                <c:pt idx="167">
                  <c:v>672.0</c:v>
                </c:pt>
                <c:pt idx="168">
                  <c:v>676.0</c:v>
                </c:pt>
                <c:pt idx="169">
                  <c:v>680.0</c:v>
                </c:pt>
                <c:pt idx="170">
                  <c:v>684.0</c:v>
                </c:pt>
                <c:pt idx="171">
                  <c:v>688.0</c:v>
                </c:pt>
                <c:pt idx="172">
                  <c:v>692.0</c:v>
                </c:pt>
                <c:pt idx="173">
                  <c:v>696.0</c:v>
                </c:pt>
                <c:pt idx="174">
                  <c:v>700.0</c:v>
                </c:pt>
                <c:pt idx="175">
                  <c:v>704.0</c:v>
                </c:pt>
                <c:pt idx="176">
                  <c:v>708.0</c:v>
                </c:pt>
                <c:pt idx="177">
                  <c:v>712.0</c:v>
                </c:pt>
                <c:pt idx="178">
                  <c:v>716.0</c:v>
                </c:pt>
                <c:pt idx="179">
                  <c:v>720.0</c:v>
                </c:pt>
                <c:pt idx="180">
                  <c:v>724.0</c:v>
                </c:pt>
                <c:pt idx="181">
                  <c:v>728.0</c:v>
                </c:pt>
                <c:pt idx="182">
                  <c:v>732.0</c:v>
                </c:pt>
                <c:pt idx="183">
                  <c:v>736.0</c:v>
                </c:pt>
                <c:pt idx="184">
                  <c:v>740.0</c:v>
                </c:pt>
                <c:pt idx="185">
                  <c:v>744.0</c:v>
                </c:pt>
                <c:pt idx="186">
                  <c:v>748.0</c:v>
                </c:pt>
                <c:pt idx="187">
                  <c:v>752.0</c:v>
                </c:pt>
                <c:pt idx="188">
                  <c:v>756.0</c:v>
                </c:pt>
                <c:pt idx="189">
                  <c:v>760.0</c:v>
                </c:pt>
                <c:pt idx="190">
                  <c:v>764.0</c:v>
                </c:pt>
                <c:pt idx="191">
                  <c:v>768.0</c:v>
                </c:pt>
                <c:pt idx="192">
                  <c:v>772.0</c:v>
                </c:pt>
                <c:pt idx="193">
                  <c:v>776.0</c:v>
                </c:pt>
                <c:pt idx="194">
                  <c:v>780.0</c:v>
                </c:pt>
                <c:pt idx="195">
                  <c:v>784.0</c:v>
                </c:pt>
                <c:pt idx="196">
                  <c:v>788.0</c:v>
                </c:pt>
                <c:pt idx="197">
                  <c:v>792.0</c:v>
                </c:pt>
                <c:pt idx="198">
                  <c:v>796.0</c:v>
                </c:pt>
                <c:pt idx="199">
                  <c:v>800.0</c:v>
                </c:pt>
                <c:pt idx="200">
                  <c:v>804.0</c:v>
                </c:pt>
                <c:pt idx="201">
                  <c:v>808.0</c:v>
                </c:pt>
                <c:pt idx="202">
                  <c:v>812.0</c:v>
                </c:pt>
                <c:pt idx="203">
                  <c:v>816.0</c:v>
                </c:pt>
                <c:pt idx="204">
                  <c:v>820.0</c:v>
                </c:pt>
                <c:pt idx="205">
                  <c:v>824.0</c:v>
                </c:pt>
                <c:pt idx="206">
                  <c:v>828.0</c:v>
                </c:pt>
                <c:pt idx="207">
                  <c:v>832.0</c:v>
                </c:pt>
                <c:pt idx="208">
                  <c:v>836.0</c:v>
                </c:pt>
                <c:pt idx="209">
                  <c:v>840.0</c:v>
                </c:pt>
                <c:pt idx="210">
                  <c:v>844.0</c:v>
                </c:pt>
                <c:pt idx="211">
                  <c:v>848.0</c:v>
                </c:pt>
                <c:pt idx="212">
                  <c:v>852.0</c:v>
                </c:pt>
                <c:pt idx="213">
                  <c:v>856.0</c:v>
                </c:pt>
                <c:pt idx="214">
                  <c:v>860.0</c:v>
                </c:pt>
                <c:pt idx="215">
                  <c:v>864.0</c:v>
                </c:pt>
                <c:pt idx="216">
                  <c:v>868.0</c:v>
                </c:pt>
                <c:pt idx="217">
                  <c:v>872.0</c:v>
                </c:pt>
                <c:pt idx="218">
                  <c:v>876.0</c:v>
                </c:pt>
                <c:pt idx="219">
                  <c:v>880.0</c:v>
                </c:pt>
                <c:pt idx="220">
                  <c:v>884.0</c:v>
                </c:pt>
                <c:pt idx="221">
                  <c:v>888.0</c:v>
                </c:pt>
                <c:pt idx="222">
                  <c:v>892.0</c:v>
                </c:pt>
                <c:pt idx="223">
                  <c:v>896.0</c:v>
                </c:pt>
                <c:pt idx="224">
                  <c:v>900.0</c:v>
                </c:pt>
                <c:pt idx="225">
                  <c:v>904.0</c:v>
                </c:pt>
                <c:pt idx="226">
                  <c:v>908.0</c:v>
                </c:pt>
                <c:pt idx="227">
                  <c:v>912.0</c:v>
                </c:pt>
                <c:pt idx="228">
                  <c:v>916.0</c:v>
                </c:pt>
                <c:pt idx="229">
                  <c:v>920.0</c:v>
                </c:pt>
                <c:pt idx="230">
                  <c:v>924.0</c:v>
                </c:pt>
                <c:pt idx="231">
                  <c:v>928.0</c:v>
                </c:pt>
                <c:pt idx="232">
                  <c:v>932.0</c:v>
                </c:pt>
                <c:pt idx="233">
                  <c:v>936.0</c:v>
                </c:pt>
                <c:pt idx="234">
                  <c:v>940.0</c:v>
                </c:pt>
                <c:pt idx="235">
                  <c:v>944.0</c:v>
                </c:pt>
                <c:pt idx="236">
                  <c:v>948.0</c:v>
                </c:pt>
                <c:pt idx="237">
                  <c:v>952.0</c:v>
                </c:pt>
                <c:pt idx="238">
                  <c:v>956.0</c:v>
                </c:pt>
                <c:pt idx="239">
                  <c:v>960.0</c:v>
                </c:pt>
                <c:pt idx="240">
                  <c:v>964.0</c:v>
                </c:pt>
                <c:pt idx="241">
                  <c:v>968.0</c:v>
                </c:pt>
                <c:pt idx="242">
                  <c:v>972.0</c:v>
                </c:pt>
                <c:pt idx="243">
                  <c:v>976.0</c:v>
                </c:pt>
                <c:pt idx="244">
                  <c:v>980.0</c:v>
                </c:pt>
                <c:pt idx="245">
                  <c:v>984.0</c:v>
                </c:pt>
                <c:pt idx="246">
                  <c:v>988.0</c:v>
                </c:pt>
                <c:pt idx="247">
                  <c:v>992.0</c:v>
                </c:pt>
                <c:pt idx="248">
                  <c:v>996.0</c:v>
                </c:pt>
                <c:pt idx="249">
                  <c:v>1000.0</c:v>
                </c:pt>
                <c:pt idx="250">
                  <c:v>1002.0</c:v>
                </c:pt>
                <c:pt idx="251">
                  <c:v>1004.0</c:v>
                </c:pt>
                <c:pt idx="252">
                  <c:v>1006.0</c:v>
                </c:pt>
                <c:pt idx="253">
                  <c:v>1008.0</c:v>
                </c:pt>
                <c:pt idx="254">
                  <c:v>1010.0</c:v>
                </c:pt>
                <c:pt idx="255">
                  <c:v>1012.0</c:v>
                </c:pt>
                <c:pt idx="256">
                  <c:v>1014.0</c:v>
                </c:pt>
                <c:pt idx="257">
                  <c:v>1016.0</c:v>
                </c:pt>
                <c:pt idx="258">
                  <c:v>1018.0</c:v>
                </c:pt>
                <c:pt idx="259">
                  <c:v>1020.0</c:v>
                </c:pt>
                <c:pt idx="260">
                  <c:v>1022.0</c:v>
                </c:pt>
                <c:pt idx="261">
                  <c:v>1024.0</c:v>
                </c:pt>
                <c:pt idx="262">
                  <c:v>1026.0</c:v>
                </c:pt>
                <c:pt idx="263">
                  <c:v>1028.0</c:v>
                </c:pt>
                <c:pt idx="264">
                  <c:v>1030.0</c:v>
                </c:pt>
                <c:pt idx="265">
                  <c:v>1032.0</c:v>
                </c:pt>
                <c:pt idx="266">
                  <c:v>1034.0</c:v>
                </c:pt>
                <c:pt idx="267">
                  <c:v>1036.0</c:v>
                </c:pt>
                <c:pt idx="268">
                  <c:v>1038.0</c:v>
                </c:pt>
                <c:pt idx="269">
                  <c:v>1040.0</c:v>
                </c:pt>
                <c:pt idx="270">
                  <c:v>1042.0</c:v>
                </c:pt>
                <c:pt idx="271">
                  <c:v>1044.0</c:v>
                </c:pt>
                <c:pt idx="272">
                  <c:v>1046.0</c:v>
                </c:pt>
                <c:pt idx="273">
                  <c:v>1048.0</c:v>
                </c:pt>
                <c:pt idx="274">
                  <c:v>1050.0</c:v>
                </c:pt>
                <c:pt idx="275">
                  <c:v>1052.0</c:v>
                </c:pt>
                <c:pt idx="276">
                  <c:v>1054.0</c:v>
                </c:pt>
                <c:pt idx="277">
                  <c:v>1056.0</c:v>
                </c:pt>
                <c:pt idx="278">
                  <c:v>1058.0</c:v>
                </c:pt>
                <c:pt idx="279">
                  <c:v>1060.0</c:v>
                </c:pt>
                <c:pt idx="280">
                  <c:v>1062.0</c:v>
                </c:pt>
                <c:pt idx="281">
                  <c:v>1064.0</c:v>
                </c:pt>
                <c:pt idx="282">
                  <c:v>1066.0</c:v>
                </c:pt>
                <c:pt idx="283">
                  <c:v>1068.0</c:v>
                </c:pt>
                <c:pt idx="284">
                  <c:v>1070.0</c:v>
                </c:pt>
                <c:pt idx="285">
                  <c:v>1072.0</c:v>
                </c:pt>
                <c:pt idx="286">
                  <c:v>1074.0</c:v>
                </c:pt>
                <c:pt idx="287">
                  <c:v>1076.0</c:v>
                </c:pt>
                <c:pt idx="288">
                  <c:v>1078.0</c:v>
                </c:pt>
                <c:pt idx="289">
                  <c:v>1080.0</c:v>
                </c:pt>
                <c:pt idx="290">
                  <c:v>1082.0</c:v>
                </c:pt>
                <c:pt idx="291">
                  <c:v>1084.0</c:v>
                </c:pt>
                <c:pt idx="292">
                  <c:v>1086.0</c:v>
                </c:pt>
                <c:pt idx="293">
                  <c:v>1088.0</c:v>
                </c:pt>
                <c:pt idx="294">
                  <c:v>1090.0</c:v>
                </c:pt>
                <c:pt idx="295">
                  <c:v>1092.0</c:v>
                </c:pt>
                <c:pt idx="296">
                  <c:v>1094.0</c:v>
                </c:pt>
                <c:pt idx="297">
                  <c:v>1096.0</c:v>
                </c:pt>
                <c:pt idx="298">
                  <c:v>1098.0</c:v>
                </c:pt>
                <c:pt idx="299">
                  <c:v>1100.0</c:v>
                </c:pt>
                <c:pt idx="300">
                  <c:v>1102.0</c:v>
                </c:pt>
                <c:pt idx="301">
                  <c:v>1104.0</c:v>
                </c:pt>
                <c:pt idx="302">
                  <c:v>1106.0</c:v>
                </c:pt>
                <c:pt idx="303">
                  <c:v>1108.0</c:v>
                </c:pt>
                <c:pt idx="304">
                  <c:v>1110.0</c:v>
                </c:pt>
                <c:pt idx="305">
                  <c:v>1112.0</c:v>
                </c:pt>
                <c:pt idx="306">
                  <c:v>1114.0</c:v>
                </c:pt>
                <c:pt idx="307">
                  <c:v>1116.0</c:v>
                </c:pt>
                <c:pt idx="308">
                  <c:v>1118.0</c:v>
                </c:pt>
                <c:pt idx="309">
                  <c:v>1120.0</c:v>
                </c:pt>
                <c:pt idx="310">
                  <c:v>1122.0</c:v>
                </c:pt>
                <c:pt idx="311">
                  <c:v>1124.0</c:v>
                </c:pt>
                <c:pt idx="312">
                  <c:v>1126.0</c:v>
                </c:pt>
                <c:pt idx="313">
                  <c:v>1128.0</c:v>
                </c:pt>
                <c:pt idx="314">
                  <c:v>1130.0</c:v>
                </c:pt>
                <c:pt idx="315">
                  <c:v>1132.0</c:v>
                </c:pt>
                <c:pt idx="316">
                  <c:v>1134.0</c:v>
                </c:pt>
                <c:pt idx="317">
                  <c:v>1136.0</c:v>
                </c:pt>
                <c:pt idx="318">
                  <c:v>1138.0</c:v>
                </c:pt>
                <c:pt idx="319">
                  <c:v>1140.0</c:v>
                </c:pt>
                <c:pt idx="320">
                  <c:v>1142.0</c:v>
                </c:pt>
                <c:pt idx="321">
                  <c:v>1144.0</c:v>
                </c:pt>
                <c:pt idx="322">
                  <c:v>1146.0</c:v>
                </c:pt>
                <c:pt idx="323">
                  <c:v>1148.0</c:v>
                </c:pt>
                <c:pt idx="324">
                  <c:v>1150.0</c:v>
                </c:pt>
                <c:pt idx="325">
                  <c:v>1152.0</c:v>
                </c:pt>
                <c:pt idx="326">
                  <c:v>1154.0</c:v>
                </c:pt>
                <c:pt idx="327">
                  <c:v>1156.0</c:v>
                </c:pt>
                <c:pt idx="328">
                  <c:v>1158.0</c:v>
                </c:pt>
                <c:pt idx="329">
                  <c:v>1160.0</c:v>
                </c:pt>
                <c:pt idx="330">
                  <c:v>1162.0</c:v>
                </c:pt>
                <c:pt idx="331">
                  <c:v>1164.0</c:v>
                </c:pt>
                <c:pt idx="332">
                  <c:v>1166.0</c:v>
                </c:pt>
                <c:pt idx="333">
                  <c:v>1168.0</c:v>
                </c:pt>
                <c:pt idx="334">
                  <c:v>1170.0</c:v>
                </c:pt>
                <c:pt idx="335">
                  <c:v>1172.0</c:v>
                </c:pt>
                <c:pt idx="336">
                  <c:v>1174.0</c:v>
                </c:pt>
                <c:pt idx="337">
                  <c:v>1176.0</c:v>
                </c:pt>
                <c:pt idx="338">
                  <c:v>1178.0</c:v>
                </c:pt>
                <c:pt idx="339">
                  <c:v>1180.0</c:v>
                </c:pt>
                <c:pt idx="340">
                  <c:v>1182.0</c:v>
                </c:pt>
                <c:pt idx="341">
                  <c:v>1184.0</c:v>
                </c:pt>
                <c:pt idx="342">
                  <c:v>1186.0</c:v>
                </c:pt>
                <c:pt idx="343">
                  <c:v>1188.0</c:v>
                </c:pt>
                <c:pt idx="344">
                  <c:v>1190.0</c:v>
                </c:pt>
                <c:pt idx="345">
                  <c:v>1192.0</c:v>
                </c:pt>
                <c:pt idx="346">
                  <c:v>1194.0</c:v>
                </c:pt>
                <c:pt idx="347">
                  <c:v>1196.0</c:v>
                </c:pt>
                <c:pt idx="348">
                  <c:v>1198.0</c:v>
                </c:pt>
                <c:pt idx="349">
                  <c:v>1200.0</c:v>
                </c:pt>
                <c:pt idx="350">
                  <c:v>1202.0</c:v>
                </c:pt>
                <c:pt idx="351">
                  <c:v>1204.0</c:v>
                </c:pt>
                <c:pt idx="352">
                  <c:v>1206.0</c:v>
                </c:pt>
                <c:pt idx="353">
                  <c:v>1208.0</c:v>
                </c:pt>
                <c:pt idx="354">
                  <c:v>1210.0</c:v>
                </c:pt>
                <c:pt idx="355">
                  <c:v>1212.0</c:v>
                </c:pt>
                <c:pt idx="356">
                  <c:v>1214.0</c:v>
                </c:pt>
                <c:pt idx="357">
                  <c:v>1216.0</c:v>
                </c:pt>
                <c:pt idx="358">
                  <c:v>1218.0</c:v>
                </c:pt>
                <c:pt idx="359">
                  <c:v>1220.0</c:v>
                </c:pt>
                <c:pt idx="360">
                  <c:v>1222.0</c:v>
                </c:pt>
                <c:pt idx="361">
                  <c:v>1224.0</c:v>
                </c:pt>
                <c:pt idx="362">
                  <c:v>1226.0</c:v>
                </c:pt>
                <c:pt idx="363">
                  <c:v>1228.0</c:v>
                </c:pt>
                <c:pt idx="364">
                  <c:v>1230.0</c:v>
                </c:pt>
                <c:pt idx="365">
                  <c:v>1232.0</c:v>
                </c:pt>
                <c:pt idx="366">
                  <c:v>1234.0</c:v>
                </c:pt>
                <c:pt idx="367">
                  <c:v>1236.0</c:v>
                </c:pt>
                <c:pt idx="368">
                  <c:v>1238.0</c:v>
                </c:pt>
                <c:pt idx="369">
                  <c:v>1240.0</c:v>
                </c:pt>
                <c:pt idx="370">
                  <c:v>1242.0</c:v>
                </c:pt>
                <c:pt idx="371">
                  <c:v>1244.0</c:v>
                </c:pt>
                <c:pt idx="372">
                  <c:v>1246.0</c:v>
                </c:pt>
                <c:pt idx="373">
                  <c:v>1248.0</c:v>
                </c:pt>
                <c:pt idx="374">
                  <c:v>1250.0</c:v>
                </c:pt>
                <c:pt idx="375">
                  <c:v>1252.0</c:v>
                </c:pt>
                <c:pt idx="376">
                  <c:v>1254.0</c:v>
                </c:pt>
                <c:pt idx="377">
                  <c:v>1256.0</c:v>
                </c:pt>
                <c:pt idx="378">
                  <c:v>1258.0</c:v>
                </c:pt>
                <c:pt idx="379">
                  <c:v>1260.0</c:v>
                </c:pt>
                <c:pt idx="380">
                  <c:v>1262.0</c:v>
                </c:pt>
                <c:pt idx="381">
                  <c:v>1264.0</c:v>
                </c:pt>
                <c:pt idx="382">
                  <c:v>1266.0</c:v>
                </c:pt>
                <c:pt idx="383">
                  <c:v>1268.0</c:v>
                </c:pt>
                <c:pt idx="384">
                  <c:v>1270.0</c:v>
                </c:pt>
                <c:pt idx="385">
                  <c:v>1272.0</c:v>
                </c:pt>
                <c:pt idx="386">
                  <c:v>1274.0</c:v>
                </c:pt>
                <c:pt idx="387">
                  <c:v>1276.0</c:v>
                </c:pt>
                <c:pt idx="388">
                  <c:v>1278.0</c:v>
                </c:pt>
                <c:pt idx="389">
                  <c:v>1280.0</c:v>
                </c:pt>
                <c:pt idx="390">
                  <c:v>1282.0</c:v>
                </c:pt>
                <c:pt idx="391">
                  <c:v>1284.0</c:v>
                </c:pt>
                <c:pt idx="392">
                  <c:v>1286.0</c:v>
                </c:pt>
                <c:pt idx="393">
                  <c:v>1288.0</c:v>
                </c:pt>
                <c:pt idx="394">
                  <c:v>1290.0</c:v>
                </c:pt>
                <c:pt idx="395">
                  <c:v>1292.0</c:v>
                </c:pt>
                <c:pt idx="396">
                  <c:v>1294.0</c:v>
                </c:pt>
                <c:pt idx="397">
                  <c:v>1296.0</c:v>
                </c:pt>
                <c:pt idx="398">
                  <c:v>1298.0</c:v>
                </c:pt>
                <c:pt idx="399">
                  <c:v>1300.0</c:v>
                </c:pt>
                <c:pt idx="400">
                  <c:v>1302.0</c:v>
                </c:pt>
                <c:pt idx="401">
                  <c:v>1304.0</c:v>
                </c:pt>
                <c:pt idx="402">
                  <c:v>1306.0</c:v>
                </c:pt>
                <c:pt idx="403">
                  <c:v>1308.0</c:v>
                </c:pt>
                <c:pt idx="404">
                  <c:v>1310.0</c:v>
                </c:pt>
                <c:pt idx="405">
                  <c:v>1312.0</c:v>
                </c:pt>
                <c:pt idx="406">
                  <c:v>1314.0</c:v>
                </c:pt>
                <c:pt idx="407">
                  <c:v>1316.0</c:v>
                </c:pt>
                <c:pt idx="408">
                  <c:v>1318.0</c:v>
                </c:pt>
                <c:pt idx="409">
                  <c:v>1320.0</c:v>
                </c:pt>
                <c:pt idx="410">
                  <c:v>1322.0</c:v>
                </c:pt>
                <c:pt idx="411">
                  <c:v>1324.0</c:v>
                </c:pt>
                <c:pt idx="412">
                  <c:v>1326.0</c:v>
                </c:pt>
                <c:pt idx="413">
                  <c:v>1328.0</c:v>
                </c:pt>
                <c:pt idx="414">
                  <c:v>1330.0</c:v>
                </c:pt>
                <c:pt idx="415">
                  <c:v>1332.0</c:v>
                </c:pt>
                <c:pt idx="416">
                  <c:v>1334.0</c:v>
                </c:pt>
                <c:pt idx="417">
                  <c:v>1336.0</c:v>
                </c:pt>
                <c:pt idx="418">
                  <c:v>1338.0</c:v>
                </c:pt>
                <c:pt idx="419">
                  <c:v>1340.0</c:v>
                </c:pt>
                <c:pt idx="420">
                  <c:v>1342.0</c:v>
                </c:pt>
                <c:pt idx="421">
                  <c:v>1344.0</c:v>
                </c:pt>
                <c:pt idx="422">
                  <c:v>1346.0</c:v>
                </c:pt>
                <c:pt idx="423">
                  <c:v>1348.0</c:v>
                </c:pt>
                <c:pt idx="424">
                  <c:v>1350.0</c:v>
                </c:pt>
                <c:pt idx="425">
                  <c:v>1352.0</c:v>
                </c:pt>
                <c:pt idx="426">
                  <c:v>1354.0</c:v>
                </c:pt>
                <c:pt idx="427">
                  <c:v>1356.0</c:v>
                </c:pt>
                <c:pt idx="428">
                  <c:v>1358.0</c:v>
                </c:pt>
                <c:pt idx="429">
                  <c:v>1360.0</c:v>
                </c:pt>
                <c:pt idx="430">
                  <c:v>1362.0</c:v>
                </c:pt>
                <c:pt idx="431">
                  <c:v>1364.0</c:v>
                </c:pt>
                <c:pt idx="432">
                  <c:v>1366.0</c:v>
                </c:pt>
                <c:pt idx="433">
                  <c:v>1368.0</c:v>
                </c:pt>
                <c:pt idx="434">
                  <c:v>1370.0</c:v>
                </c:pt>
                <c:pt idx="435">
                  <c:v>1372.0</c:v>
                </c:pt>
                <c:pt idx="436">
                  <c:v>1374.0</c:v>
                </c:pt>
                <c:pt idx="437">
                  <c:v>1376.0</c:v>
                </c:pt>
                <c:pt idx="438">
                  <c:v>1378.0</c:v>
                </c:pt>
                <c:pt idx="439">
                  <c:v>1380.0</c:v>
                </c:pt>
                <c:pt idx="440">
                  <c:v>1382.0</c:v>
                </c:pt>
                <c:pt idx="441">
                  <c:v>1384.0</c:v>
                </c:pt>
                <c:pt idx="442">
                  <c:v>1386.0</c:v>
                </c:pt>
                <c:pt idx="443">
                  <c:v>1388.0</c:v>
                </c:pt>
                <c:pt idx="444">
                  <c:v>1390.0</c:v>
                </c:pt>
                <c:pt idx="445">
                  <c:v>1392.0</c:v>
                </c:pt>
                <c:pt idx="446">
                  <c:v>1394.0</c:v>
                </c:pt>
                <c:pt idx="447">
                  <c:v>1396.0</c:v>
                </c:pt>
                <c:pt idx="448">
                  <c:v>1398.0</c:v>
                </c:pt>
                <c:pt idx="449">
                  <c:v>1400.0</c:v>
                </c:pt>
                <c:pt idx="450">
                  <c:v>1402.0</c:v>
                </c:pt>
                <c:pt idx="451">
                  <c:v>1404.0</c:v>
                </c:pt>
                <c:pt idx="452">
                  <c:v>1406.0</c:v>
                </c:pt>
                <c:pt idx="453">
                  <c:v>1408.0</c:v>
                </c:pt>
                <c:pt idx="454">
                  <c:v>1410.0</c:v>
                </c:pt>
                <c:pt idx="455">
                  <c:v>1412.0</c:v>
                </c:pt>
                <c:pt idx="456">
                  <c:v>1414.0</c:v>
                </c:pt>
                <c:pt idx="457">
                  <c:v>1416.0</c:v>
                </c:pt>
                <c:pt idx="458">
                  <c:v>1418.0</c:v>
                </c:pt>
                <c:pt idx="459">
                  <c:v>1420.0</c:v>
                </c:pt>
                <c:pt idx="460">
                  <c:v>1422.0</c:v>
                </c:pt>
                <c:pt idx="461">
                  <c:v>1424.0</c:v>
                </c:pt>
                <c:pt idx="462">
                  <c:v>1426.0</c:v>
                </c:pt>
                <c:pt idx="463">
                  <c:v>1428.0</c:v>
                </c:pt>
                <c:pt idx="464">
                  <c:v>1430.0</c:v>
                </c:pt>
                <c:pt idx="465">
                  <c:v>1432.0</c:v>
                </c:pt>
                <c:pt idx="466">
                  <c:v>1434.0</c:v>
                </c:pt>
                <c:pt idx="467">
                  <c:v>1436.0</c:v>
                </c:pt>
                <c:pt idx="468">
                  <c:v>1438.0</c:v>
                </c:pt>
                <c:pt idx="469">
                  <c:v>1440.0</c:v>
                </c:pt>
                <c:pt idx="470">
                  <c:v>1442.0</c:v>
                </c:pt>
                <c:pt idx="471">
                  <c:v>1444.0</c:v>
                </c:pt>
                <c:pt idx="472">
                  <c:v>1446.0</c:v>
                </c:pt>
                <c:pt idx="473">
                  <c:v>1448.0</c:v>
                </c:pt>
                <c:pt idx="474">
                  <c:v>1450.0</c:v>
                </c:pt>
                <c:pt idx="475">
                  <c:v>1452.0</c:v>
                </c:pt>
                <c:pt idx="476">
                  <c:v>1454.0</c:v>
                </c:pt>
                <c:pt idx="477">
                  <c:v>1456.0</c:v>
                </c:pt>
                <c:pt idx="478">
                  <c:v>1458.0</c:v>
                </c:pt>
                <c:pt idx="479">
                  <c:v>1460.0</c:v>
                </c:pt>
                <c:pt idx="480">
                  <c:v>1462.0</c:v>
                </c:pt>
                <c:pt idx="481">
                  <c:v>1464.0</c:v>
                </c:pt>
                <c:pt idx="482">
                  <c:v>1466.0</c:v>
                </c:pt>
                <c:pt idx="483">
                  <c:v>1468.0</c:v>
                </c:pt>
                <c:pt idx="484">
                  <c:v>1470.0</c:v>
                </c:pt>
                <c:pt idx="485">
                  <c:v>1472.0</c:v>
                </c:pt>
                <c:pt idx="486">
                  <c:v>1474.0</c:v>
                </c:pt>
                <c:pt idx="487">
                  <c:v>1476.0</c:v>
                </c:pt>
                <c:pt idx="488">
                  <c:v>1478.0</c:v>
                </c:pt>
                <c:pt idx="489">
                  <c:v>1480.0</c:v>
                </c:pt>
                <c:pt idx="490">
                  <c:v>1482.0</c:v>
                </c:pt>
                <c:pt idx="491">
                  <c:v>1484.0</c:v>
                </c:pt>
                <c:pt idx="492">
                  <c:v>1486.0</c:v>
                </c:pt>
                <c:pt idx="493">
                  <c:v>1488.0</c:v>
                </c:pt>
                <c:pt idx="494">
                  <c:v>1490.0</c:v>
                </c:pt>
                <c:pt idx="495">
                  <c:v>1492.0</c:v>
                </c:pt>
                <c:pt idx="496">
                  <c:v>1494.0</c:v>
                </c:pt>
                <c:pt idx="497">
                  <c:v>1496.0</c:v>
                </c:pt>
                <c:pt idx="498">
                  <c:v>1498.0</c:v>
                </c:pt>
                <c:pt idx="499">
                  <c:v>1500.0</c:v>
                </c:pt>
                <c:pt idx="500">
                  <c:v>1501.0</c:v>
                </c:pt>
                <c:pt idx="501">
                  <c:v>1502.0</c:v>
                </c:pt>
                <c:pt idx="502">
                  <c:v>1503.0</c:v>
                </c:pt>
                <c:pt idx="503">
                  <c:v>1504.0</c:v>
                </c:pt>
                <c:pt idx="504">
                  <c:v>1505.0</c:v>
                </c:pt>
                <c:pt idx="505">
                  <c:v>1506.0</c:v>
                </c:pt>
                <c:pt idx="506">
                  <c:v>1507.0</c:v>
                </c:pt>
                <c:pt idx="507">
                  <c:v>1508.0</c:v>
                </c:pt>
                <c:pt idx="508">
                  <c:v>1509.0</c:v>
                </c:pt>
                <c:pt idx="509">
                  <c:v>1510.0</c:v>
                </c:pt>
                <c:pt idx="510">
                  <c:v>1511.0</c:v>
                </c:pt>
                <c:pt idx="511">
                  <c:v>1512.0</c:v>
                </c:pt>
                <c:pt idx="512">
                  <c:v>1513.0</c:v>
                </c:pt>
                <c:pt idx="513">
                  <c:v>1514.0</c:v>
                </c:pt>
                <c:pt idx="514">
                  <c:v>1515.0</c:v>
                </c:pt>
                <c:pt idx="515">
                  <c:v>1516.0</c:v>
                </c:pt>
                <c:pt idx="516">
                  <c:v>1517.0</c:v>
                </c:pt>
                <c:pt idx="517">
                  <c:v>1518.0</c:v>
                </c:pt>
                <c:pt idx="518">
                  <c:v>1519.0</c:v>
                </c:pt>
                <c:pt idx="519">
                  <c:v>1520.0</c:v>
                </c:pt>
                <c:pt idx="520">
                  <c:v>1521.0</c:v>
                </c:pt>
                <c:pt idx="521">
                  <c:v>1522.0</c:v>
                </c:pt>
                <c:pt idx="522">
                  <c:v>1523.0</c:v>
                </c:pt>
                <c:pt idx="523">
                  <c:v>1524.0</c:v>
                </c:pt>
                <c:pt idx="524">
                  <c:v>1525.0</c:v>
                </c:pt>
                <c:pt idx="525">
                  <c:v>1526.0</c:v>
                </c:pt>
                <c:pt idx="526">
                  <c:v>1527.0</c:v>
                </c:pt>
                <c:pt idx="527">
                  <c:v>1528.0</c:v>
                </c:pt>
                <c:pt idx="528">
                  <c:v>1529.0</c:v>
                </c:pt>
                <c:pt idx="529">
                  <c:v>1530.0</c:v>
                </c:pt>
                <c:pt idx="530">
                  <c:v>1531.0</c:v>
                </c:pt>
                <c:pt idx="531">
                  <c:v>1532.0</c:v>
                </c:pt>
                <c:pt idx="532">
                  <c:v>1533.0</c:v>
                </c:pt>
                <c:pt idx="533">
                  <c:v>1534.0</c:v>
                </c:pt>
                <c:pt idx="534">
                  <c:v>1535.0</c:v>
                </c:pt>
                <c:pt idx="535">
                  <c:v>1536.0</c:v>
                </c:pt>
                <c:pt idx="536">
                  <c:v>1537.0</c:v>
                </c:pt>
                <c:pt idx="537">
                  <c:v>1538.0</c:v>
                </c:pt>
                <c:pt idx="538">
                  <c:v>1539.0</c:v>
                </c:pt>
                <c:pt idx="539">
                  <c:v>1540.0</c:v>
                </c:pt>
                <c:pt idx="540">
                  <c:v>1541.0</c:v>
                </c:pt>
                <c:pt idx="541">
                  <c:v>1542.0</c:v>
                </c:pt>
                <c:pt idx="542">
                  <c:v>1543.0</c:v>
                </c:pt>
                <c:pt idx="543">
                  <c:v>1544.0</c:v>
                </c:pt>
                <c:pt idx="544">
                  <c:v>1545.0</c:v>
                </c:pt>
                <c:pt idx="545">
                  <c:v>1546.0</c:v>
                </c:pt>
                <c:pt idx="546">
                  <c:v>1547.0</c:v>
                </c:pt>
                <c:pt idx="547">
                  <c:v>1548.0</c:v>
                </c:pt>
                <c:pt idx="548">
                  <c:v>1549.0</c:v>
                </c:pt>
                <c:pt idx="549">
                  <c:v>1550.0</c:v>
                </c:pt>
                <c:pt idx="550">
                  <c:v>1551.0</c:v>
                </c:pt>
                <c:pt idx="551">
                  <c:v>1552.0</c:v>
                </c:pt>
                <c:pt idx="552">
                  <c:v>1553.0</c:v>
                </c:pt>
                <c:pt idx="553">
                  <c:v>1554.0</c:v>
                </c:pt>
                <c:pt idx="554">
                  <c:v>1555.0</c:v>
                </c:pt>
                <c:pt idx="555">
                  <c:v>1556.0</c:v>
                </c:pt>
                <c:pt idx="556">
                  <c:v>1557.0</c:v>
                </c:pt>
                <c:pt idx="557">
                  <c:v>1558.0</c:v>
                </c:pt>
                <c:pt idx="558">
                  <c:v>1559.0</c:v>
                </c:pt>
                <c:pt idx="559">
                  <c:v>1560.0</c:v>
                </c:pt>
                <c:pt idx="560">
                  <c:v>1561.0</c:v>
                </c:pt>
                <c:pt idx="561">
                  <c:v>1562.0</c:v>
                </c:pt>
                <c:pt idx="562">
                  <c:v>1563.0</c:v>
                </c:pt>
                <c:pt idx="563">
                  <c:v>1564.0</c:v>
                </c:pt>
                <c:pt idx="564">
                  <c:v>1565.0</c:v>
                </c:pt>
                <c:pt idx="565">
                  <c:v>1566.0</c:v>
                </c:pt>
                <c:pt idx="566">
                  <c:v>1567.0</c:v>
                </c:pt>
                <c:pt idx="567">
                  <c:v>1568.0</c:v>
                </c:pt>
                <c:pt idx="568">
                  <c:v>1569.0</c:v>
                </c:pt>
                <c:pt idx="569">
                  <c:v>1570.0</c:v>
                </c:pt>
                <c:pt idx="570">
                  <c:v>1571.0</c:v>
                </c:pt>
                <c:pt idx="571">
                  <c:v>1572.0</c:v>
                </c:pt>
                <c:pt idx="572">
                  <c:v>1573.0</c:v>
                </c:pt>
                <c:pt idx="573">
                  <c:v>1574.0</c:v>
                </c:pt>
                <c:pt idx="574">
                  <c:v>1575.0</c:v>
                </c:pt>
                <c:pt idx="575">
                  <c:v>1576.0</c:v>
                </c:pt>
                <c:pt idx="576">
                  <c:v>1577.0</c:v>
                </c:pt>
                <c:pt idx="577">
                  <c:v>1578.0</c:v>
                </c:pt>
                <c:pt idx="578">
                  <c:v>1579.0</c:v>
                </c:pt>
                <c:pt idx="579">
                  <c:v>1580.0</c:v>
                </c:pt>
                <c:pt idx="580">
                  <c:v>1581.0</c:v>
                </c:pt>
                <c:pt idx="581">
                  <c:v>1582.0</c:v>
                </c:pt>
                <c:pt idx="582">
                  <c:v>1583.0</c:v>
                </c:pt>
                <c:pt idx="583">
                  <c:v>1584.0</c:v>
                </c:pt>
                <c:pt idx="584">
                  <c:v>1585.0</c:v>
                </c:pt>
                <c:pt idx="585">
                  <c:v>1586.0</c:v>
                </c:pt>
                <c:pt idx="586">
                  <c:v>1587.0</c:v>
                </c:pt>
                <c:pt idx="587">
                  <c:v>1588.0</c:v>
                </c:pt>
                <c:pt idx="588">
                  <c:v>1589.0</c:v>
                </c:pt>
                <c:pt idx="589">
                  <c:v>1590.0</c:v>
                </c:pt>
                <c:pt idx="590">
                  <c:v>1591.0</c:v>
                </c:pt>
                <c:pt idx="591">
                  <c:v>1592.0</c:v>
                </c:pt>
                <c:pt idx="592">
                  <c:v>1593.0</c:v>
                </c:pt>
                <c:pt idx="593">
                  <c:v>1594.0</c:v>
                </c:pt>
                <c:pt idx="594">
                  <c:v>1595.0</c:v>
                </c:pt>
                <c:pt idx="595">
                  <c:v>1596.0</c:v>
                </c:pt>
                <c:pt idx="596">
                  <c:v>1597.0</c:v>
                </c:pt>
                <c:pt idx="597">
                  <c:v>1598.0</c:v>
                </c:pt>
                <c:pt idx="598">
                  <c:v>1599.0</c:v>
                </c:pt>
                <c:pt idx="599">
                  <c:v>1600.0</c:v>
                </c:pt>
                <c:pt idx="600">
                  <c:v>1601.0</c:v>
                </c:pt>
                <c:pt idx="601">
                  <c:v>1602.0</c:v>
                </c:pt>
                <c:pt idx="602">
                  <c:v>1603.0</c:v>
                </c:pt>
                <c:pt idx="603">
                  <c:v>1604.0</c:v>
                </c:pt>
                <c:pt idx="604">
                  <c:v>1605.0</c:v>
                </c:pt>
                <c:pt idx="605">
                  <c:v>1606.0</c:v>
                </c:pt>
                <c:pt idx="606">
                  <c:v>1607.0</c:v>
                </c:pt>
                <c:pt idx="607">
                  <c:v>1608.0</c:v>
                </c:pt>
                <c:pt idx="608">
                  <c:v>1609.0</c:v>
                </c:pt>
                <c:pt idx="609">
                  <c:v>1610.0</c:v>
                </c:pt>
                <c:pt idx="610">
                  <c:v>1611.0</c:v>
                </c:pt>
                <c:pt idx="611">
                  <c:v>1612.0</c:v>
                </c:pt>
                <c:pt idx="612">
                  <c:v>1613.0</c:v>
                </c:pt>
                <c:pt idx="613">
                  <c:v>1614.0</c:v>
                </c:pt>
                <c:pt idx="614">
                  <c:v>1615.0</c:v>
                </c:pt>
                <c:pt idx="615">
                  <c:v>1616.0</c:v>
                </c:pt>
                <c:pt idx="616">
                  <c:v>1617.0</c:v>
                </c:pt>
                <c:pt idx="617">
                  <c:v>1618.0</c:v>
                </c:pt>
                <c:pt idx="618">
                  <c:v>1619.0</c:v>
                </c:pt>
                <c:pt idx="619">
                  <c:v>1620.0</c:v>
                </c:pt>
                <c:pt idx="620">
                  <c:v>1621.0</c:v>
                </c:pt>
                <c:pt idx="621">
                  <c:v>1622.0</c:v>
                </c:pt>
                <c:pt idx="622">
                  <c:v>1623.0</c:v>
                </c:pt>
                <c:pt idx="623">
                  <c:v>1624.0</c:v>
                </c:pt>
                <c:pt idx="624">
                  <c:v>1625.0</c:v>
                </c:pt>
                <c:pt idx="625">
                  <c:v>1626.0</c:v>
                </c:pt>
                <c:pt idx="626">
                  <c:v>1627.0</c:v>
                </c:pt>
                <c:pt idx="627">
                  <c:v>1628.0</c:v>
                </c:pt>
                <c:pt idx="628">
                  <c:v>1629.0</c:v>
                </c:pt>
                <c:pt idx="629">
                  <c:v>1630.0</c:v>
                </c:pt>
                <c:pt idx="630">
                  <c:v>1631.0</c:v>
                </c:pt>
                <c:pt idx="631">
                  <c:v>1632.0</c:v>
                </c:pt>
                <c:pt idx="632">
                  <c:v>1633.0</c:v>
                </c:pt>
                <c:pt idx="633">
                  <c:v>1634.0</c:v>
                </c:pt>
                <c:pt idx="634">
                  <c:v>1635.0</c:v>
                </c:pt>
                <c:pt idx="635">
                  <c:v>1636.0</c:v>
                </c:pt>
                <c:pt idx="636">
                  <c:v>1637.0</c:v>
                </c:pt>
                <c:pt idx="637">
                  <c:v>1638.0</c:v>
                </c:pt>
                <c:pt idx="638">
                  <c:v>1639.0</c:v>
                </c:pt>
                <c:pt idx="639">
                  <c:v>1640.0</c:v>
                </c:pt>
                <c:pt idx="640">
                  <c:v>1641.0</c:v>
                </c:pt>
                <c:pt idx="641">
                  <c:v>1642.0</c:v>
                </c:pt>
                <c:pt idx="642">
                  <c:v>1643.0</c:v>
                </c:pt>
                <c:pt idx="643">
                  <c:v>1644.0</c:v>
                </c:pt>
                <c:pt idx="644">
                  <c:v>1645.0</c:v>
                </c:pt>
                <c:pt idx="645">
                  <c:v>1646.0</c:v>
                </c:pt>
                <c:pt idx="646">
                  <c:v>1647.0</c:v>
                </c:pt>
                <c:pt idx="647">
                  <c:v>1648.0</c:v>
                </c:pt>
                <c:pt idx="648">
                  <c:v>1649.0</c:v>
                </c:pt>
                <c:pt idx="649">
                  <c:v>1650.0</c:v>
                </c:pt>
                <c:pt idx="650">
                  <c:v>1651.0</c:v>
                </c:pt>
                <c:pt idx="651">
                  <c:v>1652.0</c:v>
                </c:pt>
                <c:pt idx="652">
                  <c:v>1653.0</c:v>
                </c:pt>
                <c:pt idx="653">
                  <c:v>1654.0</c:v>
                </c:pt>
                <c:pt idx="654">
                  <c:v>1655.0</c:v>
                </c:pt>
                <c:pt idx="655">
                  <c:v>1656.0</c:v>
                </c:pt>
                <c:pt idx="656">
                  <c:v>1657.0</c:v>
                </c:pt>
                <c:pt idx="657">
                  <c:v>1658.0</c:v>
                </c:pt>
                <c:pt idx="658">
                  <c:v>1659.0</c:v>
                </c:pt>
                <c:pt idx="659">
                  <c:v>1660.0</c:v>
                </c:pt>
                <c:pt idx="660">
                  <c:v>1661.0</c:v>
                </c:pt>
                <c:pt idx="661">
                  <c:v>1662.0</c:v>
                </c:pt>
                <c:pt idx="662">
                  <c:v>1663.0</c:v>
                </c:pt>
                <c:pt idx="663">
                  <c:v>1664.0</c:v>
                </c:pt>
                <c:pt idx="664">
                  <c:v>1665.0</c:v>
                </c:pt>
                <c:pt idx="665">
                  <c:v>1666.0</c:v>
                </c:pt>
                <c:pt idx="666">
                  <c:v>1667.0</c:v>
                </c:pt>
                <c:pt idx="667">
                  <c:v>1668.0</c:v>
                </c:pt>
                <c:pt idx="668">
                  <c:v>1669.0</c:v>
                </c:pt>
                <c:pt idx="669">
                  <c:v>1670.0</c:v>
                </c:pt>
                <c:pt idx="670">
                  <c:v>1671.0</c:v>
                </c:pt>
                <c:pt idx="671">
                  <c:v>1672.0</c:v>
                </c:pt>
                <c:pt idx="672">
                  <c:v>1673.0</c:v>
                </c:pt>
                <c:pt idx="673">
                  <c:v>1674.0</c:v>
                </c:pt>
                <c:pt idx="674">
                  <c:v>1675.0</c:v>
                </c:pt>
                <c:pt idx="675">
                  <c:v>1676.0</c:v>
                </c:pt>
                <c:pt idx="676">
                  <c:v>1677.0</c:v>
                </c:pt>
                <c:pt idx="677">
                  <c:v>1678.0</c:v>
                </c:pt>
                <c:pt idx="678">
                  <c:v>1679.0</c:v>
                </c:pt>
                <c:pt idx="679">
                  <c:v>1680.0</c:v>
                </c:pt>
                <c:pt idx="680">
                  <c:v>1681.0</c:v>
                </c:pt>
                <c:pt idx="681">
                  <c:v>1682.0</c:v>
                </c:pt>
                <c:pt idx="682">
                  <c:v>1683.0</c:v>
                </c:pt>
                <c:pt idx="683">
                  <c:v>1684.0</c:v>
                </c:pt>
                <c:pt idx="684">
                  <c:v>1685.0</c:v>
                </c:pt>
                <c:pt idx="685">
                  <c:v>1686.0</c:v>
                </c:pt>
                <c:pt idx="686">
                  <c:v>1687.0</c:v>
                </c:pt>
                <c:pt idx="687">
                  <c:v>1688.0</c:v>
                </c:pt>
                <c:pt idx="688">
                  <c:v>1689.0</c:v>
                </c:pt>
                <c:pt idx="689">
                  <c:v>1690.0</c:v>
                </c:pt>
                <c:pt idx="690">
                  <c:v>1691.0</c:v>
                </c:pt>
                <c:pt idx="691">
                  <c:v>1692.0</c:v>
                </c:pt>
                <c:pt idx="692">
                  <c:v>1693.0</c:v>
                </c:pt>
                <c:pt idx="693">
                  <c:v>1694.0</c:v>
                </c:pt>
                <c:pt idx="694">
                  <c:v>1695.0</c:v>
                </c:pt>
                <c:pt idx="695">
                  <c:v>1696.0</c:v>
                </c:pt>
                <c:pt idx="696">
                  <c:v>1697.0</c:v>
                </c:pt>
                <c:pt idx="697">
                  <c:v>1698.0</c:v>
                </c:pt>
                <c:pt idx="698">
                  <c:v>1699.0</c:v>
                </c:pt>
                <c:pt idx="699">
                  <c:v>1700.0</c:v>
                </c:pt>
                <c:pt idx="700">
                  <c:v>1701.0</c:v>
                </c:pt>
                <c:pt idx="701">
                  <c:v>1702.0</c:v>
                </c:pt>
                <c:pt idx="702">
                  <c:v>1703.0</c:v>
                </c:pt>
                <c:pt idx="703">
                  <c:v>1704.0</c:v>
                </c:pt>
                <c:pt idx="704">
                  <c:v>1705.0</c:v>
                </c:pt>
                <c:pt idx="705">
                  <c:v>1706.0</c:v>
                </c:pt>
                <c:pt idx="706">
                  <c:v>1707.0</c:v>
                </c:pt>
                <c:pt idx="707">
                  <c:v>1708.0</c:v>
                </c:pt>
                <c:pt idx="708">
                  <c:v>1709.0</c:v>
                </c:pt>
                <c:pt idx="709">
                  <c:v>1710.0</c:v>
                </c:pt>
                <c:pt idx="710">
                  <c:v>1711.0</c:v>
                </c:pt>
                <c:pt idx="711">
                  <c:v>1712.0</c:v>
                </c:pt>
                <c:pt idx="712">
                  <c:v>1713.0</c:v>
                </c:pt>
                <c:pt idx="713">
                  <c:v>1714.0</c:v>
                </c:pt>
                <c:pt idx="714">
                  <c:v>1715.0</c:v>
                </c:pt>
                <c:pt idx="715">
                  <c:v>1716.0</c:v>
                </c:pt>
                <c:pt idx="716">
                  <c:v>1717.0</c:v>
                </c:pt>
                <c:pt idx="717">
                  <c:v>1718.0</c:v>
                </c:pt>
                <c:pt idx="718">
                  <c:v>1719.0</c:v>
                </c:pt>
                <c:pt idx="719">
                  <c:v>1720.0</c:v>
                </c:pt>
                <c:pt idx="720">
                  <c:v>1721.0</c:v>
                </c:pt>
                <c:pt idx="721">
                  <c:v>1722.0</c:v>
                </c:pt>
                <c:pt idx="722">
                  <c:v>1723.0</c:v>
                </c:pt>
                <c:pt idx="723">
                  <c:v>1724.0</c:v>
                </c:pt>
                <c:pt idx="724">
                  <c:v>1725.0</c:v>
                </c:pt>
                <c:pt idx="725">
                  <c:v>1726.0</c:v>
                </c:pt>
                <c:pt idx="726">
                  <c:v>1727.0</c:v>
                </c:pt>
                <c:pt idx="727">
                  <c:v>1728.0</c:v>
                </c:pt>
                <c:pt idx="728">
                  <c:v>1729.0</c:v>
                </c:pt>
                <c:pt idx="729">
                  <c:v>1730.0</c:v>
                </c:pt>
                <c:pt idx="730">
                  <c:v>1731.0</c:v>
                </c:pt>
                <c:pt idx="731">
                  <c:v>1732.0</c:v>
                </c:pt>
                <c:pt idx="732">
                  <c:v>1733.0</c:v>
                </c:pt>
                <c:pt idx="733">
                  <c:v>1734.0</c:v>
                </c:pt>
                <c:pt idx="734">
                  <c:v>1735.0</c:v>
                </c:pt>
                <c:pt idx="735">
                  <c:v>1736.0</c:v>
                </c:pt>
                <c:pt idx="736">
                  <c:v>1737.0</c:v>
                </c:pt>
                <c:pt idx="737">
                  <c:v>1738.0</c:v>
                </c:pt>
                <c:pt idx="738">
                  <c:v>1739.0</c:v>
                </c:pt>
                <c:pt idx="739">
                  <c:v>1740.0</c:v>
                </c:pt>
                <c:pt idx="740">
                  <c:v>1741.0</c:v>
                </c:pt>
                <c:pt idx="741">
                  <c:v>1742.0</c:v>
                </c:pt>
                <c:pt idx="742">
                  <c:v>1743.0</c:v>
                </c:pt>
                <c:pt idx="743">
                  <c:v>1744.0</c:v>
                </c:pt>
                <c:pt idx="744">
                  <c:v>1745.0</c:v>
                </c:pt>
                <c:pt idx="745">
                  <c:v>1746.0</c:v>
                </c:pt>
                <c:pt idx="746">
                  <c:v>1747.0</c:v>
                </c:pt>
                <c:pt idx="747">
                  <c:v>1748.0</c:v>
                </c:pt>
                <c:pt idx="748">
                  <c:v>1749.0</c:v>
                </c:pt>
                <c:pt idx="749">
                  <c:v>1750.0</c:v>
                </c:pt>
                <c:pt idx="750">
                  <c:v>1751.0</c:v>
                </c:pt>
                <c:pt idx="751">
                  <c:v>1752.0</c:v>
                </c:pt>
                <c:pt idx="752">
                  <c:v>1753.0</c:v>
                </c:pt>
                <c:pt idx="753">
                  <c:v>1754.0</c:v>
                </c:pt>
                <c:pt idx="754">
                  <c:v>1755.0</c:v>
                </c:pt>
                <c:pt idx="755">
                  <c:v>1756.0</c:v>
                </c:pt>
                <c:pt idx="756">
                  <c:v>1757.0</c:v>
                </c:pt>
                <c:pt idx="757">
                  <c:v>1758.0</c:v>
                </c:pt>
                <c:pt idx="758">
                  <c:v>1759.0</c:v>
                </c:pt>
                <c:pt idx="759">
                  <c:v>1760.0</c:v>
                </c:pt>
                <c:pt idx="760">
                  <c:v>1761.0</c:v>
                </c:pt>
                <c:pt idx="761">
                  <c:v>1762.0</c:v>
                </c:pt>
                <c:pt idx="762">
                  <c:v>1763.0</c:v>
                </c:pt>
                <c:pt idx="763">
                  <c:v>1764.0</c:v>
                </c:pt>
                <c:pt idx="764">
                  <c:v>1765.0</c:v>
                </c:pt>
                <c:pt idx="765">
                  <c:v>1766.0</c:v>
                </c:pt>
                <c:pt idx="766">
                  <c:v>1767.0</c:v>
                </c:pt>
                <c:pt idx="767">
                  <c:v>1768.0</c:v>
                </c:pt>
                <c:pt idx="768">
                  <c:v>1769.0</c:v>
                </c:pt>
                <c:pt idx="769">
                  <c:v>1770.0</c:v>
                </c:pt>
                <c:pt idx="770">
                  <c:v>1771.0</c:v>
                </c:pt>
                <c:pt idx="771">
                  <c:v>1772.0</c:v>
                </c:pt>
                <c:pt idx="772">
                  <c:v>1773.0</c:v>
                </c:pt>
                <c:pt idx="773">
                  <c:v>1774.0</c:v>
                </c:pt>
                <c:pt idx="774">
                  <c:v>1775.0</c:v>
                </c:pt>
                <c:pt idx="775">
                  <c:v>1776.0</c:v>
                </c:pt>
                <c:pt idx="776">
                  <c:v>1777.0</c:v>
                </c:pt>
                <c:pt idx="777">
                  <c:v>1778.0</c:v>
                </c:pt>
                <c:pt idx="778">
                  <c:v>1779.0</c:v>
                </c:pt>
                <c:pt idx="779">
                  <c:v>1780.0</c:v>
                </c:pt>
                <c:pt idx="780">
                  <c:v>1781.0</c:v>
                </c:pt>
                <c:pt idx="781">
                  <c:v>1782.0</c:v>
                </c:pt>
                <c:pt idx="782">
                  <c:v>1783.0</c:v>
                </c:pt>
                <c:pt idx="783">
                  <c:v>1784.0</c:v>
                </c:pt>
                <c:pt idx="784">
                  <c:v>1785.0</c:v>
                </c:pt>
                <c:pt idx="785">
                  <c:v>1786.0</c:v>
                </c:pt>
                <c:pt idx="786">
                  <c:v>1787.0</c:v>
                </c:pt>
                <c:pt idx="787">
                  <c:v>1788.0</c:v>
                </c:pt>
                <c:pt idx="788">
                  <c:v>1789.0</c:v>
                </c:pt>
                <c:pt idx="789">
                  <c:v>1790.0</c:v>
                </c:pt>
                <c:pt idx="790">
                  <c:v>1791.0</c:v>
                </c:pt>
                <c:pt idx="791">
                  <c:v>1792.0</c:v>
                </c:pt>
                <c:pt idx="792">
                  <c:v>1793.0</c:v>
                </c:pt>
                <c:pt idx="793">
                  <c:v>1794.0</c:v>
                </c:pt>
                <c:pt idx="794">
                  <c:v>1795.0</c:v>
                </c:pt>
                <c:pt idx="795">
                  <c:v>1796.0</c:v>
                </c:pt>
                <c:pt idx="796">
                  <c:v>1797.0</c:v>
                </c:pt>
                <c:pt idx="797">
                  <c:v>1798.0</c:v>
                </c:pt>
                <c:pt idx="798">
                  <c:v>1799.0</c:v>
                </c:pt>
                <c:pt idx="799">
                  <c:v>1800.0</c:v>
                </c:pt>
                <c:pt idx="800">
                  <c:v>1801.0</c:v>
                </c:pt>
                <c:pt idx="801">
                  <c:v>1802.0</c:v>
                </c:pt>
                <c:pt idx="802">
                  <c:v>1803.0</c:v>
                </c:pt>
                <c:pt idx="803">
                  <c:v>1804.0</c:v>
                </c:pt>
                <c:pt idx="804">
                  <c:v>1805.0</c:v>
                </c:pt>
                <c:pt idx="805">
                  <c:v>1806.0</c:v>
                </c:pt>
                <c:pt idx="806">
                  <c:v>1807.0</c:v>
                </c:pt>
                <c:pt idx="807">
                  <c:v>1808.0</c:v>
                </c:pt>
                <c:pt idx="808">
                  <c:v>1809.0</c:v>
                </c:pt>
                <c:pt idx="809">
                  <c:v>1810.0</c:v>
                </c:pt>
                <c:pt idx="810">
                  <c:v>1811.0</c:v>
                </c:pt>
                <c:pt idx="811">
                  <c:v>1812.0</c:v>
                </c:pt>
                <c:pt idx="812">
                  <c:v>1813.0</c:v>
                </c:pt>
                <c:pt idx="813">
                  <c:v>1814.0</c:v>
                </c:pt>
                <c:pt idx="814">
                  <c:v>1815.0</c:v>
                </c:pt>
                <c:pt idx="815">
                  <c:v>1816.0</c:v>
                </c:pt>
                <c:pt idx="816">
                  <c:v>1817.0</c:v>
                </c:pt>
                <c:pt idx="817">
                  <c:v>1818.0</c:v>
                </c:pt>
                <c:pt idx="818">
                  <c:v>1819.0</c:v>
                </c:pt>
                <c:pt idx="819">
                  <c:v>1820.0</c:v>
                </c:pt>
                <c:pt idx="820">
                  <c:v>1821.0</c:v>
                </c:pt>
                <c:pt idx="821">
                  <c:v>1822.0</c:v>
                </c:pt>
                <c:pt idx="822">
                  <c:v>1823.0</c:v>
                </c:pt>
                <c:pt idx="823">
                  <c:v>1824.0</c:v>
                </c:pt>
                <c:pt idx="824">
                  <c:v>1825.0</c:v>
                </c:pt>
                <c:pt idx="825">
                  <c:v>1826.0</c:v>
                </c:pt>
                <c:pt idx="826">
                  <c:v>1827.0</c:v>
                </c:pt>
                <c:pt idx="827">
                  <c:v>1828.0</c:v>
                </c:pt>
                <c:pt idx="828">
                  <c:v>1829.0</c:v>
                </c:pt>
                <c:pt idx="829">
                  <c:v>1830.0</c:v>
                </c:pt>
                <c:pt idx="830">
                  <c:v>1831.0</c:v>
                </c:pt>
                <c:pt idx="831">
                  <c:v>1832.0</c:v>
                </c:pt>
                <c:pt idx="832">
                  <c:v>1833.0</c:v>
                </c:pt>
                <c:pt idx="833">
                  <c:v>1834.0</c:v>
                </c:pt>
                <c:pt idx="834">
                  <c:v>1835.0</c:v>
                </c:pt>
                <c:pt idx="835">
                  <c:v>1836.0</c:v>
                </c:pt>
                <c:pt idx="836">
                  <c:v>1837.0</c:v>
                </c:pt>
                <c:pt idx="837">
                  <c:v>1838.0</c:v>
                </c:pt>
                <c:pt idx="838">
                  <c:v>1839.0</c:v>
                </c:pt>
                <c:pt idx="839">
                  <c:v>1840.0</c:v>
                </c:pt>
                <c:pt idx="840">
                  <c:v>1841.0</c:v>
                </c:pt>
                <c:pt idx="841">
                  <c:v>1842.0</c:v>
                </c:pt>
                <c:pt idx="842">
                  <c:v>1843.0</c:v>
                </c:pt>
                <c:pt idx="843">
                  <c:v>1844.0</c:v>
                </c:pt>
                <c:pt idx="844">
                  <c:v>1845.0</c:v>
                </c:pt>
                <c:pt idx="845">
                  <c:v>1846.0</c:v>
                </c:pt>
                <c:pt idx="846">
                  <c:v>1847.0</c:v>
                </c:pt>
                <c:pt idx="847">
                  <c:v>1848.0</c:v>
                </c:pt>
                <c:pt idx="848">
                  <c:v>1849.0</c:v>
                </c:pt>
                <c:pt idx="849">
                  <c:v>1850.0</c:v>
                </c:pt>
                <c:pt idx="850">
                  <c:v>1851.0</c:v>
                </c:pt>
                <c:pt idx="851">
                  <c:v>1852.0</c:v>
                </c:pt>
                <c:pt idx="852">
                  <c:v>1853.0</c:v>
                </c:pt>
                <c:pt idx="853">
                  <c:v>1854.0</c:v>
                </c:pt>
                <c:pt idx="854">
                  <c:v>1855.0</c:v>
                </c:pt>
                <c:pt idx="855">
                  <c:v>1856.0</c:v>
                </c:pt>
                <c:pt idx="856">
                  <c:v>1857.0</c:v>
                </c:pt>
                <c:pt idx="857">
                  <c:v>1858.0</c:v>
                </c:pt>
                <c:pt idx="858">
                  <c:v>1859.0</c:v>
                </c:pt>
                <c:pt idx="859">
                  <c:v>1860.0</c:v>
                </c:pt>
                <c:pt idx="860">
                  <c:v>1861.0</c:v>
                </c:pt>
                <c:pt idx="861">
                  <c:v>1862.0</c:v>
                </c:pt>
                <c:pt idx="862">
                  <c:v>1863.0</c:v>
                </c:pt>
                <c:pt idx="863">
                  <c:v>1864.0</c:v>
                </c:pt>
                <c:pt idx="864">
                  <c:v>1865.0</c:v>
                </c:pt>
                <c:pt idx="865">
                  <c:v>1866.0</c:v>
                </c:pt>
                <c:pt idx="866">
                  <c:v>1867.0</c:v>
                </c:pt>
                <c:pt idx="867">
                  <c:v>1868.0</c:v>
                </c:pt>
                <c:pt idx="868">
                  <c:v>1869.0</c:v>
                </c:pt>
                <c:pt idx="869">
                  <c:v>1870.0</c:v>
                </c:pt>
                <c:pt idx="870">
                  <c:v>1871.0</c:v>
                </c:pt>
                <c:pt idx="871">
                  <c:v>1872.0</c:v>
                </c:pt>
                <c:pt idx="872">
                  <c:v>1873.0</c:v>
                </c:pt>
                <c:pt idx="873">
                  <c:v>1874.0</c:v>
                </c:pt>
                <c:pt idx="874">
                  <c:v>1875.0</c:v>
                </c:pt>
                <c:pt idx="875">
                  <c:v>1876.0</c:v>
                </c:pt>
                <c:pt idx="876">
                  <c:v>1877.0</c:v>
                </c:pt>
                <c:pt idx="877">
                  <c:v>1878.0</c:v>
                </c:pt>
                <c:pt idx="878">
                  <c:v>1879.0</c:v>
                </c:pt>
                <c:pt idx="879">
                  <c:v>1880.0</c:v>
                </c:pt>
                <c:pt idx="880">
                  <c:v>1881.0</c:v>
                </c:pt>
                <c:pt idx="881">
                  <c:v>1882.0</c:v>
                </c:pt>
                <c:pt idx="882">
                  <c:v>1883.0</c:v>
                </c:pt>
                <c:pt idx="883">
                  <c:v>1884.0</c:v>
                </c:pt>
                <c:pt idx="884">
                  <c:v>1885.0</c:v>
                </c:pt>
                <c:pt idx="885">
                  <c:v>1886.0</c:v>
                </c:pt>
                <c:pt idx="886">
                  <c:v>1887.0</c:v>
                </c:pt>
                <c:pt idx="887">
                  <c:v>1888.0</c:v>
                </c:pt>
                <c:pt idx="888">
                  <c:v>1889.0</c:v>
                </c:pt>
                <c:pt idx="889">
                  <c:v>1890.0</c:v>
                </c:pt>
                <c:pt idx="890">
                  <c:v>1891.0</c:v>
                </c:pt>
                <c:pt idx="891">
                  <c:v>1892.0</c:v>
                </c:pt>
                <c:pt idx="892">
                  <c:v>1893.0</c:v>
                </c:pt>
                <c:pt idx="893">
                  <c:v>1894.0</c:v>
                </c:pt>
                <c:pt idx="894">
                  <c:v>1895.0</c:v>
                </c:pt>
                <c:pt idx="895">
                  <c:v>1896.0</c:v>
                </c:pt>
                <c:pt idx="896">
                  <c:v>1897.0</c:v>
                </c:pt>
                <c:pt idx="897">
                  <c:v>1898.0</c:v>
                </c:pt>
                <c:pt idx="898">
                  <c:v>1899.0</c:v>
                </c:pt>
                <c:pt idx="899">
                  <c:v>1900.0</c:v>
                </c:pt>
                <c:pt idx="900">
                  <c:v>1901.0</c:v>
                </c:pt>
                <c:pt idx="901">
                  <c:v>1902.0</c:v>
                </c:pt>
                <c:pt idx="902">
                  <c:v>1903.0</c:v>
                </c:pt>
                <c:pt idx="903">
                  <c:v>1904.0</c:v>
                </c:pt>
                <c:pt idx="904">
                  <c:v>1905.0</c:v>
                </c:pt>
                <c:pt idx="905">
                  <c:v>1906.0</c:v>
                </c:pt>
                <c:pt idx="906">
                  <c:v>1907.0</c:v>
                </c:pt>
                <c:pt idx="907">
                  <c:v>1908.0</c:v>
                </c:pt>
                <c:pt idx="908">
                  <c:v>1909.0</c:v>
                </c:pt>
                <c:pt idx="909">
                  <c:v>1910.0</c:v>
                </c:pt>
                <c:pt idx="910">
                  <c:v>1911.0</c:v>
                </c:pt>
                <c:pt idx="911">
                  <c:v>1912.0</c:v>
                </c:pt>
                <c:pt idx="912">
                  <c:v>1913.0</c:v>
                </c:pt>
                <c:pt idx="913">
                  <c:v>1914.0</c:v>
                </c:pt>
                <c:pt idx="914">
                  <c:v>1915.0</c:v>
                </c:pt>
                <c:pt idx="915">
                  <c:v>1916.0</c:v>
                </c:pt>
                <c:pt idx="916">
                  <c:v>1917.0</c:v>
                </c:pt>
                <c:pt idx="917">
                  <c:v>1918.0</c:v>
                </c:pt>
                <c:pt idx="918">
                  <c:v>1919.0</c:v>
                </c:pt>
                <c:pt idx="919">
                  <c:v>1920.0</c:v>
                </c:pt>
                <c:pt idx="920">
                  <c:v>1921.0</c:v>
                </c:pt>
                <c:pt idx="921">
                  <c:v>1922.0</c:v>
                </c:pt>
                <c:pt idx="922">
                  <c:v>1923.0</c:v>
                </c:pt>
                <c:pt idx="923">
                  <c:v>1924.0</c:v>
                </c:pt>
                <c:pt idx="924">
                  <c:v>1925.0</c:v>
                </c:pt>
                <c:pt idx="925">
                  <c:v>1926.0</c:v>
                </c:pt>
                <c:pt idx="926">
                  <c:v>1927.0</c:v>
                </c:pt>
                <c:pt idx="927">
                  <c:v>1928.0</c:v>
                </c:pt>
                <c:pt idx="928">
                  <c:v>1929.0</c:v>
                </c:pt>
                <c:pt idx="929">
                  <c:v>1930.0</c:v>
                </c:pt>
                <c:pt idx="930">
                  <c:v>1931.0</c:v>
                </c:pt>
                <c:pt idx="931">
                  <c:v>1932.0</c:v>
                </c:pt>
                <c:pt idx="932">
                  <c:v>1933.0</c:v>
                </c:pt>
                <c:pt idx="933">
                  <c:v>1934.0</c:v>
                </c:pt>
                <c:pt idx="934">
                  <c:v>1935.0</c:v>
                </c:pt>
                <c:pt idx="935">
                  <c:v>1936.0</c:v>
                </c:pt>
                <c:pt idx="936">
                  <c:v>1937.0</c:v>
                </c:pt>
                <c:pt idx="937">
                  <c:v>1938.0</c:v>
                </c:pt>
                <c:pt idx="938">
                  <c:v>1939.0</c:v>
                </c:pt>
                <c:pt idx="939">
                  <c:v>1940.0</c:v>
                </c:pt>
                <c:pt idx="940">
                  <c:v>1941.0</c:v>
                </c:pt>
                <c:pt idx="941">
                  <c:v>1942.0</c:v>
                </c:pt>
                <c:pt idx="942">
                  <c:v>1943.0</c:v>
                </c:pt>
                <c:pt idx="943">
                  <c:v>1944.0</c:v>
                </c:pt>
                <c:pt idx="944">
                  <c:v>1945.0</c:v>
                </c:pt>
                <c:pt idx="945">
                  <c:v>1946.0</c:v>
                </c:pt>
                <c:pt idx="946">
                  <c:v>1947.0</c:v>
                </c:pt>
                <c:pt idx="947">
                  <c:v>1948.0</c:v>
                </c:pt>
                <c:pt idx="948">
                  <c:v>1949.0</c:v>
                </c:pt>
                <c:pt idx="949">
                  <c:v>1950.0</c:v>
                </c:pt>
                <c:pt idx="950">
                  <c:v>1951.0</c:v>
                </c:pt>
                <c:pt idx="951">
                  <c:v>1952.0</c:v>
                </c:pt>
                <c:pt idx="952">
                  <c:v>1953.0</c:v>
                </c:pt>
                <c:pt idx="953">
                  <c:v>1954.0</c:v>
                </c:pt>
                <c:pt idx="954">
                  <c:v>1955.0</c:v>
                </c:pt>
                <c:pt idx="955">
                  <c:v>1956.0</c:v>
                </c:pt>
                <c:pt idx="956">
                  <c:v>1957.0</c:v>
                </c:pt>
                <c:pt idx="957">
                  <c:v>1958.0</c:v>
                </c:pt>
                <c:pt idx="958">
                  <c:v>1959.0</c:v>
                </c:pt>
                <c:pt idx="959">
                  <c:v>1960.0</c:v>
                </c:pt>
                <c:pt idx="960">
                  <c:v>1961.0</c:v>
                </c:pt>
                <c:pt idx="961">
                  <c:v>1962.0</c:v>
                </c:pt>
                <c:pt idx="962">
                  <c:v>1963.0</c:v>
                </c:pt>
                <c:pt idx="963">
                  <c:v>1964.0</c:v>
                </c:pt>
                <c:pt idx="964">
                  <c:v>1965.0</c:v>
                </c:pt>
                <c:pt idx="965">
                  <c:v>1966.0</c:v>
                </c:pt>
                <c:pt idx="966">
                  <c:v>1967.0</c:v>
                </c:pt>
                <c:pt idx="967">
                  <c:v>1968.0</c:v>
                </c:pt>
                <c:pt idx="968">
                  <c:v>1969.0</c:v>
                </c:pt>
                <c:pt idx="969">
                  <c:v>1970.0</c:v>
                </c:pt>
                <c:pt idx="970">
                  <c:v>1971.0</c:v>
                </c:pt>
                <c:pt idx="971">
                  <c:v>1972.0</c:v>
                </c:pt>
                <c:pt idx="972">
                  <c:v>1973.0</c:v>
                </c:pt>
                <c:pt idx="973">
                  <c:v>1974.0</c:v>
                </c:pt>
                <c:pt idx="974">
                  <c:v>1975.0</c:v>
                </c:pt>
                <c:pt idx="975">
                  <c:v>1976.0</c:v>
                </c:pt>
                <c:pt idx="976">
                  <c:v>1977.0</c:v>
                </c:pt>
                <c:pt idx="977">
                  <c:v>1978.0</c:v>
                </c:pt>
                <c:pt idx="978">
                  <c:v>1979.0</c:v>
                </c:pt>
                <c:pt idx="979">
                  <c:v>1980.0</c:v>
                </c:pt>
                <c:pt idx="980">
                  <c:v>1981.0</c:v>
                </c:pt>
                <c:pt idx="981">
                  <c:v>1982.0</c:v>
                </c:pt>
                <c:pt idx="982">
                  <c:v>1983.0</c:v>
                </c:pt>
                <c:pt idx="983">
                  <c:v>1984.0</c:v>
                </c:pt>
                <c:pt idx="984">
                  <c:v>1985.0</c:v>
                </c:pt>
                <c:pt idx="985">
                  <c:v>1986.0</c:v>
                </c:pt>
                <c:pt idx="986">
                  <c:v>1987.0</c:v>
                </c:pt>
                <c:pt idx="987">
                  <c:v>1988.0</c:v>
                </c:pt>
                <c:pt idx="988">
                  <c:v>1989.0</c:v>
                </c:pt>
                <c:pt idx="989">
                  <c:v>1990.0</c:v>
                </c:pt>
                <c:pt idx="990">
                  <c:v>1991.0</c:v>
                </c:pt>
                <c:pt idx="991">
                  <c:v>1992.0</c:v>
                </c:pt>
                <c:pt idx="992">
                  <c:v>1993.0</c:v>
                </c:pt>
                <c:pt idx="993">
                  <c:v>1994.0</c:v>
                </c:pt>
                <c:pt idx="994">
                  <c:v>1995.0</c:v>
                </c:pt>
                <c:pt idx="995">
                  <c:v>1996.0</c:v>
                </c:pt>
                <c:pt idx="996">
                  <c:v>1997.0</c:v>
                </c:pt>
                <c:pt idx="997">
                  <c:v>1998.0</c:v>
                </c:pt>
                <c:pt idx="998">
                  <c:v>1999.0</c:v>
                </c:pt>
                <c:pt idx="999">
                  <c:v>2000.0</c:v>
                </c:pt>
              </c:numCache>
            </c:numRef>
          </c:xVal>
          <c:yVal>
            <c:numRef>
              <c:f>Sheet1!$B$2006:$B$3005</c:f>
              <c:numCache>
                <c:formatCode>General</c:formatCode>
                <c:ptCount val="1000"/>
                <c:pt idx="0">
                  <c:v>0.032129355</c:v>
                </c:pt>
                <c:pt idx="1">
                  <c:v>0.013172594</c:v>
                </c:pt>
                <c:pt idx="2">
                  <c:v>0.0066766166</c:v>
                </c:pt>
                <c:pt idx="3">
                  <c:v>0.0052243369</c:v>
                </c:pt>
                <c:pt idx="4">
                  <c:v>0.0041662769</c:v>
                </c:pt>
                <c:pt idx="5">
                  <c:v>0.0035813323</c:v>
                </c:pt>
                <c:pt idx="6">
                  <c:v>0.003253166</c:v>
                </c:pt>
                <c:pt idx="7">
                  <c:v>0.0031882129</c:v>
                </c:pt>
                <c:pt idx="8">
                  <c:v>0.0030342945</c:v>
                </c:pt>
                <c:pt idx="9">
                  <c:v>0.0028938121</c:v>
                </c:pt>
                <c:pt idx="10">
                  <c:v>0.0033233344</c:v>
                </c:pt>
                <c:pt idx="11">
                  <c:v>0.0046570602</c:v>
                </c:pt>
                <c:pt idx="12">
                  <c:v>0.0052749649</c:v>
                </c:pt>
                <c:pt idx="13">
                  <c:v>0.0033230793</c:v>
                </c:pt>
                <c:pt idx="14">
                  <c:v>0.0027050349</c:v>
                </c:pt>
                <c:pt idx="15">
                  <c:v>0.0021865996</c:v>
                </c:pt>
                <c:pt idx="16">
                  <c:v>0.0017829487</c:v>
                </c:pt>
                <c:pt idx="17">
                  <c:v>0.0016035677</c:v>
                </c:pt>
                <c:pt idx="18">
                  <c:v>0.0014557503</c:v>
                </c:pt>
                <c:pt idx="19">
                  <c:v>0.0016213697</c:v>
                </c:pt>
                <c:pt idx="20">
                  <c:v>0.0016880596</c:v>
                </c:pt>
                <c:pt idx="21">
                  <c:v>0.0018145398</c:v>
                </c:pt>
                <c:pt idx="22">
                  <c:v>0.0020733354</c:v>
                </c:pt>
                <c:pt idx="23">
                  <c:v>0.0017203289</c:v>
                </c:pt>
                <c:pt idx="24">
                  <c:v>0.0015128144</c:v>
                </c:pt>
                <c:pt idx="25">
                  <c:v>0.0014051374</c:v>
                </c:pt>
                <c:pt idx="26">
                  <c:v>0.0012694284</c:v>
                </c:pt>
                <c:pt idx="27">
                  <c:v>0.0013437665</c:v>
                </c:pt>
                <c:pt idx="28">
                  <c:v>0.0013379022</c:v>
                </c:pt>
                <c:pt idx="29">
                  <c:v>0.0015083403</c:v>
                </c:pt>
                <c:pt idx="30">
                  <c:v>0.0015208078</c:v>
                </c:pt>
                <c:pt idx="31">
                  <c:v>0.001598386</c:v>
                </c:pt>
                <c:pt idx="32">
                  <c:v>0.0016054881</c:v>
                </c:pt>
                <c:pt idx="33">
                  <c:v>0.0014690942</c:v>
                </c:pt>
                <c:pt idx="34">
                  <c:v>0.0013512271</c:v>
                </c:pt>
                <c:pt idx="35">
                  <c:v>0.0013605382</c:v>
                </c:pt>
                <c:pt idx="36">
                  <c:v>0.0015550333</c:v>
                </c:pt>
                <c:pt idx="37">
                  <c:v>0.0015859003</c:v>
                </c:pt>
                <c:pt idx="38">
                  <c:v>0.0016320794</c:v>
                </c:pt>
                <c:pt idx="39">
                  <c:v>0.0014043058</c:v>
                </c:pt>
                <c:pt idx="40">
                  <c:v>0.0013364697</c:v>
                </c:pt>
                <c:pt idx="41">
                  <c:v>0.001298484</c:v>
                </c:pt>
                <c:pt idx="42">
                  <c:v>0.0011518418</c:v>
                </c:pt>
                <c:pt idx="43">
                  <c:v>0.0011099998</c:v>
                </c:pt>
                <c:pt idx="44">
                  <c:v>0.0011981478</c:v>
                </c:pt>
                <c:pt idx="45">
                  <c:v>0.0010005603</c:v>
                </c:pt>
                <c:pt idx="46">
                  <c:v>0.0010090138</c:v>
                </c:pt>
                <c:pt idx="47">
                  <c:v>0.00094163918</c:v>
                </c:pt>
                <c:pt idx="48">
                  <c:v>0.00085859408</c:v>
                </c:pt>
                <c:pt idx="49">
                  <c:v>0.0008455354</c:v>
                </c:pt>
                <c:pt idx="50">
                  <c:v>0.00092095605</c:v>
                </c:pt>
                <c:pt idx="51">
                  <c:v>0.0010555051</c:v>
                </c:pt>
                <c:pt idx="52">
                  <c:v>0.0011056168</c:v>
                </c:pt>
                <c:pt idx="53">
                  <c:v>0.0012042411</c:v>
                </c:pt>
                <c:pt idx="54">
                  <c:v>0.0012966891</c:v>
                </c:pt>
                <c:pt idx="55">
                  <c:v>0.0012848349</c:v>
                </c:pt>
                <c:pt idx="56">
                  <c:v>0.0012454286</c:v>
                </c:pt>
                <c:pt idx="57">
                  <c:v>0.0012096572</c:v>
                </c:pt>
                <c:pt idx="58">
                  <c:v>0.0012308367</c:v>
                </c:pt>
                <c:pt idx="59">
                  <c:v>0.0012831879</c:v>
                </c:pt>
                <c:pt idx="60">
                  <c:v>0.0012369143</c:v>
                </c:pt>
                <c:pt idx="61">
                  <c:v>0.0012852339</c:v>
                </c:pt>
                <c:pt idx="62">
                  <c:v>0.0011421376</c:v>
                </c:pt>
                <c:pt idx="63">
                  <c:v>0.0011370536</c:v>
                </c:pt>
                <c:pt idx="64">
                  <c:v>0.0010255886</c:v>
                </c:pt>
                <c:pt idx="65">
                  <c:v>0.0011033609</c:v>
                </c:pt>
                <c:pt idx="66">
                  <c:v>0.001042762</c:v>
                </c:pt>
                <c:pt idx="67">
                  <c:v>0.0010794032</c:v>
                </c:pt>
                <c:pt idx="68">
                  <c:v>0.0011243427</c:v>
                </c:pt>
                <c:pt idx="69">
                  <c:v>0.0011799875</c:v>
                </c:pt>
                <c:pt idx="70">
                  <c:v>0.0012042515</c:v>
                </c:pt>
                <c:pt idx="71">
                  <c:v>0.0012640278</c:v>
                </c:pt>
                <c:pt idx="72">
                  <c:v>0.0012605358</c:v>
                </c:pt>
                <c:pt idx="73">
                  <c:v>0.0012131817</c:v>
                </c:pt>
                <c:pt idx="74">
                  <c:v>0.0011884794</c:v>
                </c:pt>
                <c:pt idx="75">
                  <c:v>0.0011781071</c:v>
                </c:pt>
                <c:pt idx="76">
                  <c:v>0.001250153</c:v>
                </c:pt>
                <c:pt idx="77">
                  <c:v>0.0012992978</c:v>
                </c:pt>
                <c:pt idx="78">
                  <c:v>0.0013906001</c:v>
                </c:pt>
                <c:pt idx="79">
                  <c:v>0.0014082488</c:v>
                </c:pt>
                <c:pt idx="80">
                  <c:v>0.0016854064</c:v>
                </c:pt>
                <c:pt idx="81">
                  <c:v>0.0019991225</c:v>
                </c:pt>
                <c:pt idx="82">
                  <c:v>0.002074797</c:v>
                </c:pt>
                <c:pt idx="83">
                  <c:v>0.0021277353</c:v>
                </c:pt>
                <c:pt idx="84">
                  <c:v>0.0021014747</c:v>
                </c:pt>
                <c:pt idx="85">
                  <c:v>0.0023950813</c:v>
                </c:pt>
                <c:pt idx="86">
                  <c:v>0.0028800714</c:v>
                </c:pt>
                <c:pt idx="87">
                  <c:v>0.0024350353</c:v>
                </c:pt>
                <c:pt idx="88">
                  <c:v>0.0020347421</c:v>
                </c:pt>
                <c:pt idx="89">
                  <c:v>0.0020258568</c:v>
                </c:pt>
                <c:pt idx="90">
                  <c:v>0.0021119913</c:v>
                </c:pt>
                <c:pt idx="91">
                  <c:v>0.0019837215</c:v>
                </c:pt>
                <c:pt idx="92">
                  <c:v>0.0018306716</c:v>
                </c:pt>
                <c:pt idx="93">
                  <c:v>0.0018705048</c:v>
                </c:pt>
                <c:pt idx="94">
                  <c:v>0.0020564882</c:v>
                </c:pt>
                <c:pt idx="95">
                  <c:v>0.0021188038</c:v>
                </c:pt>
                <c:pt idx="96">
                  <c:v>0.0021388277</c:v>
                </c:pt>
                <c:pt idx="97">
                  <c:v>0.0019750156</c:v>
                </c:pt>
                <c:pt idx="98">
                  <c:v>0.0019916334</c:v>
                </c:pt>
                <c:pt idx="99">
                  <c:v>0.0019495628</c:v>
                </c:pt>
                <c:pt idx="100">
                  <c:v>0.0021335944</c:v>
                </c:pt>
                <c:pt idx="101">
                  <c:v>0.002133003</c:v>
                </c:pt>
                <c:pt idx="102">
                  <c:v>0.0020711663</c:v>
                </c:pt>
                <c:pt idx="103">
                  <c:v>0.0020459464</c:v>
                </c:pt>
                <c:pt idx="104">
                  <c:v>0.0024153353</c:v>
                </c:pt>
                <c:pt idx="105">
                  <c:v>0.0025951307</c:v>
                </c:pt>
                <c:pt idx="106">
                  <c:v>0.0026302156</c:v>
                </c:pt>
                <c:pt idx="107">
                  <c:v>0.0027825876</c:v>
                </c:pt>
                <c:pt idx="108">
                  <c:v>0.0027123587</c:v>
                </c:pt>
                <c:pt idx="109">
                  <c:v>0.0027172289</c:v>
                </c:pt>
                <c:pt idx="110">
                  <c:v>0.0027520614</c:v>
                </c:pt>
                <c:pt idx="111">
                  <c:v>0.0026377448</c:v>
                </c:pt>
                <c:pt idx="112">
                  <c:v>0.0024641736</c:v>
                </c:pt>
                <c:pt idx="113">
                  <c:v>0.0024186709</c:v>
                </c:pt>
                <c:pt idx="114">
                  <c:v>0.0024393404</c:v>
                </c:pt>
                <c:pt idx="115">
                  <c:v>0.00251336</c:v>
                </c:pt>
                <c:pt idx="116">
                  <c:v>0.0025520111</c:v>
                </c:pt>
                <c:pt idx="117">
                  <c:v>0.0023978965</c:v>
                </c:pt>
                <c:pt idx="118">
                  <c:v>0.0024208138</c:v>
                </c:pt>
                <c:pt idx="119">
                  <c:v>0.0026369291</c:v>
                </c:pt>
                <c:pt idx="120">
                  <c:v>0.0029684892</c:v>
                </c:pt>
                <c:pt idx="121">
                  <c:v>0.0031382853</c:v>
                </c:pt>
                <c:pt idx="122">
                  <c:v>0.0031525073</c:v>
                </c:pt>
                <c:pt idx="123">
                  <c:v>0.0033100702</c:v>
                </c:pt>
                <c:pt idx="124">
                  <c:v>0.0033967791</c:v>
                </c:pt>
                <c:pt idx="125">
                  <c:v>0.0035130236</c:v>
                </c:pt>
                <c:pt idx="126">
                  <c:v>0.0035190097</c:v>
                </c:pt>
                <c:pt idx="127">
                  <c:v>0.0035544453</c:v>
                </c:pt>
                <c:pt idx="128">
                  <c:v>0.00379063</c:v>
                </c:pt>
                <c:pt idx="129">
                  <c:v>0.0037774088</c:v>
                </c:pt>
                <c:pt idx="130">
                  <c:v>0.0039140007</c:v>
                </c:pt>
                <c:pt idx="131">
                  <c:v>0.0039053681</c:v>
                </c:pt>
                <c:pt idx="132">
                  <c:v>0.0037274527</c:v>
                </c:pt>
                <c:pt idx="133">
                  <c:v>0.0033826662</c:v>
                </c:pt>
                <c:pt idx="134">
                  <c:v>0.0031299016</c:v>
                </c:pt>
                <c:pt idx="135">
                  <c:v>0.0030811827</c:v>
                </c:pt>
                <c:pt idx="136">
                  <c:v>0.0028371829</c:v>
                </c:pt>
                <c:pt idx="137">
                  <c:v>0.0024394035</c:v>
                </c:pt>
                <c:pt idx="138">
                  <c:v>0.0027303299</c:v>
                </c:pt>
                <c:pt idx="139">
                  <c:v>0.0034990904</c:v>
                </c:pt>
                <c:pt idx="140">
                  <c:v>0.002831883</c:v>
                </c:pt>
                <c:pt idx="141">
                  <c:v>0.0025904309</c:v>
                </c:pt>
                <c:pt idx="142">
                  <c:v>0.0024274472</c:v>
                </c:pt>
                <c:pt idx="143">
                  <c:v>0.0022729216</c:v>
                </c:pt>
                <c:pt idx="144">
                  <c:v>0.0022768076</c:v>
                </c:pt>
                <c:pt idx="145">
                  <c:v>0.0025012494</c:v>
                </c:pt>
                <c:pt idx="146">
                  <c:v>0.002772523</c:v>
                </c:pt>
                <c:pt idx="147">
                  <c:v>0.0029161375</c:v>
                </c:pt>
                <c:pt idx="148">
                  <c:v>0.0031077028</c:v>
                </c:pt>
                <c:pt idx="149">
                  <c:v>0.0033457175</c:v>
                </c:pt>
                <c:pt idx="150">
                  <c:v>0.0035474692</c:v>
                </c:pt>
                <c:pt idx="151">
                  <c:v>0.0037536248</c:v>
                </c:pt>
                <c:pt idx="152">
                  <c:v>0.0040411786</c:v>
                </c:pt>
                <c:pt idx="153">
                  <c:v>0.0043701436</c:v>
                </c:pt>
                <c:pt idx="154">
                  <c:v>0.0048049701</c:v>
                </c:pt>
                <c:pt idx="155">
                  <c:v>0.0048760024</c:v>
                </c:pt>
                <c:pt idx="156">
                  <c:v>0.0045987742</c:v>
                </c:pt>
                <c:pt idx="157">
                  <c:v>0.0039598966</c:v>
                </c:pt>
                <c:pt idx="158">
                  <c:v>0.003440407</c:v>
                </c:pt>
                <c:pt idx="159">
                  <c:v>0.0026821365</c:v>
                </c:pt>
                <c:pt idx="160">
                  <c:v>0.0023269703</c:v>
                </c:pt>
                <c:pt idx="161">
                  <c:v>0.0022897865</c:v>
                </c:pt>
                <c:pt idx="162">
                  <c:v>0.0019201732</c:v>
                </c:pt>
                <c:pt idx="163">
                  <c:v>0.0017340148</c:v>
                </c:pt>
                <c:pt idx="164">
                  <c:v>0.0016190777</c:v>
                </c:pt>
                <c:pt idx="165">
                  <c:v>0.0016586104</c:v>
                </c:pt>
                <c:pt idx="166">
                  <c:v>0.001738995</c:v>
                </c:pt>
                <c:pt idx="167">
                  <c:v>0.0018634063</c:v>
                </c:pt>
                <c:pt idx="168">
                  <c:v>0.0019619063</c:v>
                </c:pt>
                <c:pt idx="169">
                  <c:v>0.0017361341</c:v>
                </c:pt>
                <c:pt idx="170">
                  <c:v>0.0016792834</c:v>
                </c:pt>
                <c:pt idx="171">
                  <c:v>0.0015564661</c:v>
                </c:pt>
                <c:pt idx="172">
                  <c:v>0.0016487265</c:v>
                </c:pt>
                <c:pt idx="173">
                  <c:v>0.0016533176</c:v>
                </c:pt>
                <c:pt idx="174">
                  <c:v>0.0016658319</c:v>
                </c:pt>
                <c:pt idx="175">
                  <c:v>0.0016577262</c:v>
                </c:pt>
                <c:pt idx="176">
                  <c:v>0.0017210811</c:v>
                </c:pt>
                <c:pt idx="177">
                  <c:v>0.0017534649</c:v>
                </c:pt>
                <c:pt idx="178">
                  <c:v>0.0019396619</c:v>
                </c:pt>
                <c:pt idx="179">
                  <c:v>0.0022138794</c:v>
                </c:pt>
                <c:pt idx="180">
                  <c:v>0.0023641211</c:v>
                </c:pt>
                <c:pt idx="181">
                  <c:v>0.0026534731</c:v>
                </c:pt>
                <c:pt idx="182">
                  <c:v>0.0030611763</c:v>
                </c:pt>
                <c:pt idx="183">
                  <c:v>0.003114188</c:v>
                </c:pt>
                <c:pt idx="184">
                  <c:v>0.0034703584</c:v>
                </c:pt>
                <c:pt idx="185">
                  <c:v>0.0036363855</c:v>
                </c:pt>
                <c:pt idx="186">
                  <c:v>0.0035688854</c:v>
                </c:pt>
                <c:pt idx="187">
                  <c:v>0.0032952845</c:v>
                </c:pt>
                <c:pt idx="188">
                  <c:v>0.0031019118</c:v>
                </c:pt>
                <c:pt idx="189">
                  <c:v>0.0028610844</c:v>
                </c:pt>
                <c:pt idx="190">
                  <c:v>0.0024227182</c:v>
                </c:pt>
                <c:pt idx="191">
                  <c:v>0.0021507758</c:v>
                </c:pt>
                <c:pt idx="192">
                  <c:v>0.0019620929</c:v>
                </c:pt>
                <c:pt idx="193">
                  <c:v>0.0018191174</c:v>
                </c:pt>
                <c:pt idx="194">
                  <c:v>0.0016244452</c:v>
                </c:pt>
                <c:pt idx="195">
                  <c:v>0.002052387</c:v>
                </c:pt>
                <c:pt idx="196">
                  <c:v>0.0018292737</c:v>
                </c:pt>
                <c:pt idx="197">
                  <c:v>0.0016828815</c:v>
                </c:pt>
                <c:pt idx="198">
                  <c:v>0.0016101073</c:v>
                </c:pt>
                <c:pt idx="199">
                  <c:v>0.0015193997</c:v>
                </c:pt>
                <c:pt idx="200">
                  <c:v>0.001536637</c:v>
                </c:pt>
                <c:pt idx="201">
                  <c:v>0.0016479285</c:v>
                </c:pt>
                <c:pt idx="202">
                  <c:v>0.0015870135</c:v>
                </c:pt>
                <c:pt idx="203">
                  <c:v>0.0015490438</c:v>
                </c:pt>
                <c:pt idx="204">
                  <c:v>0.0015207794</c:v>
                </c:pt>
                <c:pt idx="205">
                  <c:v>0.001628977</c:v>
                </c:pt>
                <c:pt idx="206">
                  <c:v>0.0016742694</c:v>
                </c:pt>
                <c:pt idx="207">
                  <c:v>0.0018344246</c:v>
                </c:pt>
                <c:pt idx="208">
                  <c:v>0.0020689528</c:v>
                </c:pt>
                <c:pt idx="209">
                  <c:v>0.0022145671</c:v>
                </c:pt>
                <c:pt idx="210">
                  <c:v>0.0025271359</c:v>
                </c:pt>
                <c:pt idx="211">
                  <c:v>0.0028691431</c:v>
                </c:pt>
                <c:pt idx="212">
                  <c:v>0.00310812</c:v>
                </c:pt>
                <c:pt idx="213">
                  <c:v>0.0031850153</c:v>
                </c:pt>
                <c:pt idx="214">
                  <c:v>0.0035623104</c:v>
                </c:pt>
                <c:pt idx="215">
                  <c:v>0.0036456828</c:v>
                </c:pt>
                <c:pt idx="216">
                  <c:v>0.0035105114</c:v>
                </c:pt>
                <c:pt idx="217">
                  <c:v>0.0033703445</c:v>
                </c:pt>
                <c:pt idx="218">
                  <c:v>0.0031587057</c:v>
                </c:pt>
                <c:pt idx="219">
                  <c:v>0.0028478387</c:v>
                </c:pt>
                <c:pt idx="220">
                  <c:v>0.0024206647</c:v>
                </c:pt>
                <c:pt idx="221">
                  <c:v>0.0020444798</c:v>
                </c:pt>
                <c:pt idx="222">
                  <c:v>0.0018098537</c:v>
                </c:pt>
                <c:pt idx="223">
                  <c:v>0.0018898045</c:v>
                </c:pt>
                <c:pt idx="224">
                  <c:v>0.0017650163</c:v>
                </c:pt>
                <c:pt idx="225">
                  <c:v>0.0016753386</c:v>
                </c:pt>
                <c:pt idx="226">
                  <c:v>0.0015709783</c:v>
                </c:pt>
                <c:pt idx="227">
                  <c:v>0.0016966209</c:v>
                </c:pt>
                <c:pt idx="228">
                  <c:v>0.0017064852</c:v>
                </c:pt>
                <c:pt idx="229">
                  <c:v>0.0015636627</c:v>
                </c:pt>
                <c:pt idx="230">
                  <c:v>0.0015438875</c:v>
                </c:pt>
                <c:pt idx="231">
                  <c:v>0.0017077488</c:v>
                </c:pt>
                <c:pt idx="232">
                  <c:v>0.001792685</c:v>
                </c:pt>
                <c:pt idx="233">
                  <c:v>0.0018017516</c:v>
                </c:pt>
                <c:pt idx="234">
                  <c:v>0.001745516</c:v>
                </c:pt>
                <c:pt idx="235">
                  <c:v>0.0017982811</c:v>
                </c:pt>
                <c:pt idx="236">
                  <c:v>0.0018995702</c:v>
                </c:pt>
                <c:pt idx="237">
                  <c:v>0.0020947553</c:v>
                </c:pt>
                <c:pt idx="238">
                  <c:v>0.0024477574</c:v>
                </c:pt>
                <c:pt idx="239">
                  <c:v>0.00267019</c:v>
                </c:pt>
                <c:pt idx="240">
                  <c:v>0.0033164868</c:v>
                </c:pt>
                <c:pt idx="241">
                  <c:v>0.0032705985</c:v>
                </c:pt>
                <c:pt idx="242">
                  <c:v>0.0035367714</c:v>
                </c:pt>
                <c:pt idx="243">
                  <c:v>0.0038621069</c:v>
                </c:pt>
                <c:pt idx="244">
                  <c:v>0.0039619065</c:v>
                </c:pt>
                <c:pt idx="245">
                  <c:v>0.0037476702</c:v>
                </c:pt>
                <c:pt idx="246">
                  <c:v>0.0036064946</c:v>
                </c:pt>
                <c:pt idx="247">
                  <c:v>0.0032854773</c:v>
                </c:pt>
                <c:pt idx="248">
                  <c:v>0.0029869395</c:v>
                </c:pt>
                <c:pt idx="249">
                  <c:v>0.0025359322</c:v>
                </c:pt>
                <c:pt idx="250">
                  <c:v>0.0023633257</c:v>
                </c:pt>
                <c:pt idx="251">
                  <c:v>0.002139898</c:v>
                </c:pt>
                <c:pt idx="252">
                  <c:v>0.0020278007</c:v>
                </c:pt>
                <c:pt idx="253">
                  <c:v>0.0019952993</c:v>
                </c:pt>
                <c:pt idx="254">
                  <c:v>0.0018724453</c:v>
                </c:pt>
                <c:pt idx="255">
                  <c:v>0.0018475991</c:v>
                </c:pt>
                <c:pt idx="256">
                  <c:v>0.0017369706</c:v>
                </c:pt>
                <c:pt idx="257">
                  <c:v>0.0016282398</c:v>
                </c:pt>
                <c:pt idx="258">
                  <c:v>0.0016190904</c:v>
                </c:pt>
                <c:pt idx="259">
                  <c:v>0.0016164612</c:v>
                </c:pt>
                <c:pt idx="260">
                  <c:v>0.0017300036</c:v>
                </c:pt>
                <c:pt idx="261">
                  <c:v>0.0016964754</c:v>
                </c:pt>
                <c:pt idx="262">
                  <c:v>0.0018160847</c:v>
                </c:pt>
                <c:pt idx="263">
                  <c:v>0.001854966</c:v>
                </c:pt>
                <c:pt idx="264">
                  <c:v>0.0017329974</c:v>
                </c:pt>
                <c:pt idx="265">
                  <c:v>0.0017627385</c:v>
                </c:pt>
                <c:pt idx="266">
                  <c:v>0.0018359829</c:v>
                </c:pt>
                <c:pt idx="267">
                  <c:v>0.0018731463</c:v>
                </c:pt>
                <c:pt idx="268">
                  <c:v>0.0019520791</c:v>
                </c:pt>
                <c:pt idx="269">
                  <c:v>0.0020664652</c:v>
                </c:pt>
                <c:pt idx="270">
                  <c:v>0.0019493182</c:v>
                </c:pt>
                <c:pt idx="271">
                  <c:v>0.0018542114</c:v>
                </c:pt>
                <c:pt idx="272">
                  <c:v>0.0017046462</c:v>
                </c:pt>
                <c:pt idx="273">
                  <c:v>0.0016337085</c:v>
                </c:pt>
                <c:pt idx="274">
                  <c:v>0.0016215733</c:v>
                </c:pt>
                <c:pt idx="275">
                  <c:v>0.0017061695</c:v>
                </c:pt>
                <c:pt idx="276">
                  <c:v>0.0016732551</c:v>
                </c:pt>
                <c:pt idx="277">
                  <c:v>0.0016692685</c:v>
                </c:pt>
                <c:pt idx="278">
                  <c:v>0.0017020747</c:v>
                </c:pt>
                <c:pt idx="279">
                  <c:v>0.0018431011</c:v>
                </c:pt>
                <c:pt idx="280">
                  <c:v>0.0017924005</c:v>
                </c:pt>
                <c:pt idx="281">
                  <c:v>0.0018738728</c:v>
                </c:pt>
                <c:pt idx="282">
                  <c:v>0.002003382</c:v>
                </c:pt>
                <c:pt idx="283">
                  <c:v>0.0020519122</c:v>
                </c:pt>
                <c:pt idx="284">
                  <c:v>0.0022172459</c:v>
                </c:pt>
                <c:pt idx="285">
                  <c:v>0.0025391736</c:v>
                </c:pt>
                <c:pt idx="286">
                  <c:v>0.0026373596</c:v>
                </c:pt>
                <c:pt idx="287">
                  <c:v>0.0029106886</c:v>
                </c:pt>
                <c:pt idx="288">
                  <c:v>0.0028826499</c:v>
                </c:pt>
                <c:pt idx="289">
                  <c:v>0.003287878</c:v>
                </c:pt>
                <c:pt idx="290">
                  <c:v>0.0032282585</c:v>
                </c:pt>
                <c:pt idx="291">
                  <c:v>0.0032867456</c:v>
                </c:pt>
                <c:pt idx="292">
                  <c:v>0.0033640149</c:v>
                </c:pt>
                <c:pt idx="293">
                  <c:v>0.0035258934</c:v>
                </c:pt>
                <c:pt idx="294">
                  <c:v>0.0032994608</c:v>
                </c:pt>
                <c:pt idx="295">
                  <c:v>0.003646363</c:v>
                </c:pt>
                <c:pt idx="296">
                  <c:v>0.0035968942</c:v>
                </c:pt>
                <c:pt idx="297">
                  <c:v>0.0037025179</c:v>
                </c:pt>
                <c:pt idx="298">
                  <c:v>0.0036903372</c:v>
                </c:pt>
                <c:pt idx="299">
                  <c:v>0.0037022849</c:v>
                </c:pt>
                <c:pt idx="300">
                  <c:v>0.0036749539</c:v>
                </c:pt>
                <c:pt idx="301">
                  <c:v>0.0035518369</c:v>
                </c:pt>
                <c:pt idx="302">
                  <c:v>0.0033996679</c:v>
                </c:pt>
                <c:pt idx="303">
                  <c:v>0.0032925012</c:v>
                </c:pt>
                <c:pt idx="304">
                  <c:v>0.0032497287</c:v>
                </c:pt>
                <c:pt idx="305">
                  <c:v>0.003020521</c:v>
                </c:pt>
                <c:pt idx="306">
                  <c:v>0.0027490225</c:v>
                </c:pt>
                <c:pt idx="307">
                  <c:v>0.0024262708</c:v>
                </c:pt>
                <c:pt idx="308">
                  <c:v>0.0022403214</c:v>
                </c:pt>
                <c:pt idx="309">
                  <c:v>0.0021179624</c:v>
                </c:pt>
                <c:pt idx="310">
                  <c:v>0.0020584583</c:v>
                </c:pt>
                <c:pt idx="311">
                  <c:v>0.0019801027</c:v>
                </c:pt>
                <c:pt idx="312">
                  <c:v>0.0019649715</c:v>
                </c:pt>
                <c:pt idx="313">
                  <c:v>0.0018522161</c:v>
                </c:pt>
                <c:pt idx="314">
                  <c:v>0.0017510189</c:v>
                </c:pt>
                <c:pt idx="315">
                  <c:v>0.0017656532</c:v>
                </c:pt>
                <c:pt idx="316">
                  <c:v>0.0016738911</c:v>
                </c:pt>
                <c:pt idx="317">
                  <c:v>0.0016808568</c:v>
                </c:pt>
                <c:pt idx="318">
                  <c:v>0.0017999329</c:v>
                </c:pt>
                <c:pt idx="319">
                  <c:v>0.001929979</c:v>
                </c:pt>
                <c:pt idx="320">
                  <c:v>0.0021390172</c:v>
                </c:pt>
                <c:pt idx="321">
                  <c:v>0.0019744153</c:v>
                </c:pt>
                <c:pt idx="322">
                  <c:v>0.0018965411</c:v>
                </c:pt>
                <c:pt idx="323">
                  <c:v>0.0019775751</c:v>
                </c:pt>
                <c:pt idx="324">
                  <c:v>0.0019325556</c:v>
                </c:pt>
                <c:pt idx="325">
                  <c:v>0.0018936045</c:v>
                </c:pt>
                <c:pt idx="326">
                  <c:v>0.0019146271</c:v>
                </c:pt>
                <c:pt idx="327">
                  <c:v>0.001975291</c:v>
                </c:pt>
                <c:pt idx="328">
                  <c:v>0.0018404592</c:v>
                </c:pt>
                <c:pt idx="329">
                  <c:v>0.0017536869</c:v>
                </c:pt>
                <c:pt idx="330">
                  <c:v>0.0017979875</c:v>
                </c:pt>
                <c:pt idx="331">
                  <c:v>0.0018678351</c:v>
                </c:pt>
                <c:pt idx="332">
                  <c:v>0.0019208352</c:v>
                </c:pt>
                <c:pt idx="333">
                  <c:v>0.0019032705</c:v>
                </c:pt>
                <c:pt idx="334">
                  <c:v>0.0020005301</c:v>
                </c:pt>
                <c:pt idx="335">
                  <c:v>0.0020198384</c:v>
                </c:pt>
                <c:pt idx="336">
                  <c:v>0.0020150078</c:v>
                </c:pt>
                <c:pt idx="337">
                  <c:v>0.002097855</c:v>
                </c:pt>
                <c:pt idx="338">
                  <c:v>0.0022487174</c:v>
                </c:pt>
                <c:pt idx="339">
                  <c:v>0.0022892049</c:v>
                </c:pt>
                <c:pt idx="340">
                  <c:v>0.0024210643</c:v>
                </c:pt>
                <c:pt idx="341">
                  <c:v>0.0026559022</c:v>
                </c:pt>
                <c:pt idx="342">
                  <c:v>0.0027772846</c:v>
                </c:pt>
                <c:pt idx="343">
                  <c:v>0.003020987</c:v>
                </c:pt>
                <c:pt idx="344">
                  <c:v>0.003011095</c:v>
                </c:pt>
                <c:pt idx="345">
                  <c:v>0.003368013</c:v>
                </c:pt>
                <c:pt idx="346">
                  <c:v>0.0033146097</c:v>
                </c:pt>
                <c:pt idx="347">
                  <c:v>0.0033771035</c:v>
                </c:pt>
                <c:pt idx="348">
                  <c:v>0.0033449853</c:v>
                </c:pt>
                <c:pt idx="349">
                  <c:v>0.0036788175</c:v>
                </c:pt>
                <c:pt idx="350">
                  <c:v>0.0033767652</c:v>
                </c:pt>
                <c:pt idx="351">
                  <c:v>0.0036622848</c:v>
                </c:pt>
                <c:pt idx="352">
                  <c:v>0.0039168172</c:v>
                </c:pt>
                <c:pt idx="353">
                  <c:v>0.0037305168</c:v>
                </c:pt>
                <c:pt idx="354">
                  <c:v>0.0039985336</c:v>
                </c:pt>
                <c:pt idx="355">
                  <c:v>0.0038694421</c:v>
                </c:pt>
                <c:pt idx="356">
                  <c:v>0.0037677093</c:v>
                </c:pt>
                <c:pt idx="357">
                  <c:v>0.0036843177</c:v>
                </c:pt>
                <c:pt idx="358">
                  <c:v>0.0035235329</c:v>
                </c:pt>
                <c:pt idx="359">
                  <c:v>0.0034559227</c:v>
                </c:pt>
                <c:pt idx="360">
                  <c:v>0.0033000069</c:v>
                </c:pt>
                <c:pt idx="361">
                  <c:v>0.0031446315</c:v>
                </c:pt>
                <c:pt idx="362">
                  <c:v>0.0029137829</c:v>
                </c:pt>
                <c:pt idx="363">
                  <c:v>0.0026634738</c:v>
                </c:pt>
                <c:pt idx="364">
                  <c:v>0.0024490641</c:v>
                </c:pt>
                <c:pt idx="365">
                  <c:v>0.0023667322</c:v>
                </c:pt>
                <c:pt idx="366">
                  <c:v>0.002293642</c:v>
                </c:pt>
                <c:pt idx="367">
                  <c:v>0.0022500456</c:v>
                </c:pt>
                <c:pt idx="368">
                  <c:v>0.0023857533</c:v>
                </c:pt>
                <c:pt idx="369">
                  <c:v>0.0022718411</c:v>
                </c:pt>
                <c:pt idx="370">
                  <c:v>0.0021415454</c:v>
                </c:pt>
                <c:pt idx="371">
                  <c:v>0.0019317064</c:v>
                </c:pt>
                <c:pt idx="372">
                  <c:v>0.0018246696</c:v>
                </c:pt>
                <c:pt idx="373">
                  <c:v>0.0020373025</c:v>
                </c:pt>
                <c:pt idx="374">
                  <c:v>0.0019490102</c:v>
                </c:pt>
                <c:pt idx="375">
                  <c:v>0.0020352206</c:v>
                </c:pt>
                <c:pt idx="376">
                  <c:v>0.0021085157</c:v>
                </c:pt>
                <c:pt idx="377">
                  <c:v>0.0020325443</c:v>
                </c:pt>
                <c:pt idx="378">
                  <c:v>0.0019174598</c:v>
                </c:pt>
                <c:pt idx="379">
                  <c:v>0.001909222</c:v>
                </c:pt>
                <c:pt idx="380">
                  <c:v>0.0021130178</c:v>
                </c:pt>
                <c:pt idx="381">
                  <c:v>0.0021988339</c:v>
                </c:pt>
                <c:pt idx="382">
                  <c:v>0.0021949049</c:v>
                </c:pt>
                <c:pt idx="383">
                  <c:v>0.0020855226</c:v>
                </c:pt>
                <c:pt idx="384">
                  <c:v>0.0020774584</c:v>
                </c:pt>
                <c:pt idx="385">
                  <c:v>0.0019312238</c:v>
                </c:pt>
                <c:pt idx="386">
                  <c:v>0.0018652692</c:v>
                </c:pt>
                <c:pt idx="387">
                  <c:v>0.0019975279</c:v>
                </c:pt>
                <c:pt idx="388">
                  <c:v>0.0020238703</c:v>
                </c:pt>
                <c:pt idx="389">
                  <c:v>0.0020774776</c:v>
                </c:pt>
                <c:pt idx="390">
                  <c:v>0.0021329217</c:v>
                </c:pt>
                <c:pt idx="391">
                  <c:v>0.0022472883</c:v>
                </c:pt>
                <c:pt idx="392">
                  <c:v>0.0022643104</c:v>
                </c:pt>
                <c:pt idx="393">
                  <c:v>0.0023496243</c:v>
                </c:pt>
                <c:pt idx="394">
                  <c:v>0.0024711134</c:v>
                </c:pt>
                <c:pt idx="395">
                  <c:v>0.0024944257</c:v>
                </c:pt>
                <c:pt idx="396">
                  <c:v>0.0026513345</c:v>
                </c:pt>
                <c:pt idx="397">
                  <c:v>0.0028366648</c:v>
                </c:pt>
                <c:pt idx="398">
                  <c:v>0.0029890191</c:v>
                </c:pt>
                <c:pt idx="399">
                  <c:v>0.0029786762</c:v>
                </c:pt>
                <c:pt idx="400">
                  <c:v>0.0030563731</c:v>
                </c:pt>
                <c:pt idx="401">
                  <c:v>0.0035003768</c:v>
                </c:pt>
                <c:pt idx="402">
                  <c:v>0.0033368432</c:v>
                </c:pt>
                <c:pt idx="403">
                  <c:v>0.0033294908</c:v>
                </c:pt>
                <c:pt idx="404">
                  <c:v>0.0033740478</c:v>
                </c:pt>
                <c:pt idx="405">
                  <c:v>0.0035058538</c:v>
                </c:pt>
                <c:pt idx="406">
                  <c:v>0.0034229608</c:v>
                </c:pt>
                <c:pt idx="407">
                  <c:v>0.0035767449</c:v>
                </c:pt>
                <c:pt idx="408">
                  <c:v>0.0038386736</c:v>
                </c:pt>
                <c:pt idx="409">
                  <c:v>0.0035738284</c:v>
                </c:pt>
                <c:pt idx="410">
                  <c:v>0.0037577005</c:v>
                </c:pt>
                <c:pt idx="411">
                  <c:v>0.0036318014</c:v>
                </c:pt>
                <c:pt idx="412">
                  <c:v>0.0036141485</c:v>
                </c:pt>
                <c:pt idx="413">
                  <c:v>0.0035922131</c:v>
                </c:pt>
                <c:pt idx="414">
                  <c:v>0.0034998909</c:v>
                </c:pt>
                <c:pt idx="415">
                  <c:v>0.0033985441</c:v>
                </c:pt>
                <c:pt idx="416">
                  <c:v>0.0032974313</c:v>
                </c:pt>
                <c:pt idx="417">
                  <c:v>0.0030661167</c:v>
                </c:pt>
                <c:pt idx="418">
                  <c:v>0.0027499996</c:v>
                </c:pt>
                <c:pt idx="419">
                  <c:v>0.002542093</c:v>
                </c:pt>
                <c:pt idx="420">
                  <c:v>0.0024694897</c:v>
                </c:pt>
                <c:pt idx="421">
                  <c:v>0.0023484213</c:v>
                </c:pt>
                <c:pt idx="422">
                  <c:v>0.0022489764</c:v>
                </c:pt>
                <c:pt idx="423">
                  <c:v>0.0022629282</c:v>
                </c:pt>
                <c:pt idx="424">
                  <c:v>0.0022370879</c:v>
                </c:pt>
                <c:pt idx="425">
                  <c:v>0.0020632348</c:v>
                </c:pt>
                <c:pt idx="426">
                  <c:v>0.0019795423</c:v>
                </c:pt>
                <c:pt idx="427">
                  <c:v>0.0018536853</c:v>
                </c:pt>
                <c:pt idx="428">
                  <c:v>0.001748607</c:v>
                </c:pt>
                <c:pt idx="429">
                  <c:v>0.0016713689</c:v>
                </c:pt>
                <c:pt idx="430">
                  <c:v>0.0018343706</c:v>
                </c:pt>
                <c:pt idx="431">
                  <c:v>0.0020145103</c:v>
                </c:pt>
                <c:pt idx="432">
                  <c:v>0.0020196054</c:v>
                </c:pt>
                <c:pt idx="433">
                  <c:v>0.0019207721</c:v>
                </c:pt>
                <c:pt idx="434">
                  <c:v>0.0019333319</c:v>
                </c:pt>
                <c:pt idx="435">
                  <c:v>0.0018685802</c:v>
                </c:pt>
                <c:pt idx="436">
                  <c:v>0.0020000085</c:v>
                </c:pt>
                <c:pt idx="437">
                  <c:v>0.0020554083</c:v>
                </c:pt>
                <c:pt idx="438">
                  <c:v>0.0021341215</c:v>
                </c:pt>
                <c:pt idx="439">
                  <c:v>0.0021599498</c:v>
                </c:pt>
                <c:pt idx="440">
                  <c:v>0.0022772937</c:v>
                </c:pt>
                <c:pt idx="441">
                  <c:v>0.0021019406</c:v>
                </c:pt>
                <c:pt idx="442">
                  <c:v>0.0021324742</c:v>
                </c:pt>
                <c:pt idx="443">
                  <c:v>0.0021464412</c:v>
                </c:pt>
                <c:pt idx="444">
                  <c:v>0.0022144183</c:v>
                </c:pt>
                <c:pt idx="445">
                  <c:v>0.0023669327</c:v>
                </c:pt>
                <c:pt idx="446">
                  <c:v>0.0024196349</c:v>
                </c:pt>
                <c:pt idx="447">
                  <c:v>0.0024617225</c:v>
                </c:pt>
                <c:pt idx="448">
                  <c:v>0.0026371767</c:v>
                </c:pt>
                <c:pt idx="449">
                  <c:v>0.0026739695</c:v>
                </c:pt>
                <c:pt idx="450">
                  <c:v>0.0028548638</c:v>
                </c:pt>
                <c:pt idx="451">
                  <c:v>0.0030088981</c:v>
                </c:pt>
                <c:pt idx="452">
                  <c:v>0.0030554088</c:v>
                </c:pt>
                <c:pt idx="453">
                  <c:v>0.003208049</c:v>
                </c:pt>
                <c:pt idx="454">
                  <c:v>0.0032881645</c:v>
                </c:pt>
                <c:pt idx="455">
                  <c:v>0.0035619356</c:v>
                </c:pt>
                <c:pt idx="456">
                  <c:v>0.0033543142</c:v>
                </c:pt>
                <c:pt idx="457">
                  <c:v>0.0035453914</c:v>
                </c:pt>
                <c:pt idx="458">
                  <c:v>0.0034426724</c:v>
                </c:pt>
                <c:pt idx="459">
                  <c:v>0.0036606082</c:v>
                </c:pt>
                <c:pt idx="460">
                  <c:v>0.0034048121</c:v>
                </c:pt>
                <c:pt idx="461">
                  <c:v>0.0035221704</c:v>
                </c:pt>
                <c:pt idx="462">
                  <c:v>0.003764766</c:v>
                </c:pt>
                <c:pt idx="463">
                  <c:v>0.0039578536</c:v>
                </c:pt>
                <c:pt idx="464">
                  <c:v>0.0036685435</c:v>
                </c:pt>
                <c:pt idx="465">
                  <c:v>0.0038112585</c:v>
                </c:pt>
                <c:pt idx="466">
                  <c:v>0.0038168838</c:v>
                </c:pt>
                <c:pt idx="467">
                  <c:v>0.0037613188</c:v>
                </c:pt>
                <c:pt idx="468">
                  <c:v>0.0036286811</c:v>
                </c:pt>
                <c:pt idx="469">
                  <c:v>0.0035936342</c:v>
                </c:pt>
                <c:pt idx="470">
                  <c:v>0.0035871614</c:v>
                </c:pt>
                <c:pt idx="471">
                  <c:v>0.0034102708</c:v>
                </c:pt>
                <c:pt idx="472">
                  <c:v>0.0031577268</c:v>
                </c:pt>
                <c:pt idx="473">
                  <c:v>0.0029631628</c:v>
                </c:pt>
                <c:pt idx="474">
                  <c:v>0.002628464</c:v>
                </c:pt>
                <c:pt idx="475">
                  <c:v>0.0023715227</c:v>
                </c:pt>
                <c:pt idx="476">
                  <c:v>0.0023482466</c:v>
                </c:pt>
                <c:pt idx="477">
                  <c:v>0.0024461631</c:v>
                </c:pt>
                <c:pt idx="478">
                  <c:v>0.0023940226</c:v>
                </c:pt>
                <c:pt idx="479">
                  <c:v>0.0021664922</c:v>
                </c:pt>
                <c:pt idx="480">
                  <c:v>0.002078958</c:v>
                </c:pt>
                <c:pt idx="481">
                  <c:v>0.002091184</c:v>
                </c:pt>
                <c:pt idx="482">
                  <c:v>0.0021025577</c:v>
                </c:pt>
                <c:pt idx="483">
                  <c:v>0.0019781979</c:v>
                </c:pt>
                <c:pt idx="484">
                  <c:v>0.0018981032</c:v>
                </c:pt>
                <c:pt idx="485">
                  <c:v>0.0018376914</c:v>
                </c:pt>
                <c:pt idx="486">
                  <c:v>0.0018335654</c:v>
                </c:pt>
                <c:pt idx="487">
                  <c:v>0.0020020145</c:v>
                </c:pt>
                <c:pt idx="488">
                  <c:v>0.0021306182</c:v>
                </c:pt>
                <c:pt idx="489">
                  <c:v>0.0021027927</c:v>
                </c:pt>
                <c:pt idx="490">
                  <c:v>0.0020587786</c:v>
                </c:pt>
                <c:pt idx="491">
                  <c:v>0.0019607873</c:v>
                </c:pt>
                <c:pt idx="492">
                  <c:v>0.0019010987</c:v>
                </c:pt>
                <c:pt idx="493">
                  <c:v>0.0019753044</c:v>
                </c:pt>
                <c:pt idx="494">
                  <c:v>0.0019661013</c:v>
                </c:pt>
                <c:pt idx="495">
                  <c:v>0.0020035062</c:v>
                </c:pt>
                <c:pt idx="496">
                  <c:v>0.0020953594</c:v>
                </c:pt>
                <c:pt idx="497">
                  <c:v>0.0021319897</c:v>
                </c:pt>
                <c:pt idx="498">
                  <c:v>0.0022330265</c:v>
                </c:pt>
                <c:pt idx="499">
                  <c:v>0.0022856584</c:v>
                </c:pt>
                <c:pt idx="500">
                  <c:v>0.0023537257</c:v>
                </c:pt>
                <c:pt idx="501">
                  <c:v>0.0024341796</c:v>
                </c:pt>
                <c:pt idx="502">
                  <c:v>0.0024791493</c:v>
                </c:pt>
                <c:pt idx="503">
                  <c:v>0.0025301555</c:v>
                </c:pt>
                <c:pt idx="504">
                  <c:v>0.0025910962</c:v>
                </c:pt>
                <c:pt idx="505">
                  <c:v>0.0026901713</c:v>
                </c:pt>
                <c:pt idx="506">
                  <c:v>0.0027882371</c:v>
                </c:pt>
                <c:pt idx="507">
                  <c:v>0.0027666143</c:v>
                </c:pt>
                <c:pt idx="508">
                  <c:v>0.0027953905</c:v>
                </c:pt>
                <c:pt idx="509">
                  <c:v>0.0028419963</c:v>
                </c:pt>
                <c:pt idx="510">
                  <c:v>0.0029633724</c:v>
                </c:pt>
                <c:pt idx="511">
                  <c:v>0.0030063031</c:v>
                </c:pt>
                <c:pt idx="512">
                  <c:v>0.0031251697</c:v>
                </c:pt>
                <c:pt idx="513">
                  <c:v>0.0031121726</c:v>
                </c:pt>
                <c:pt idx="514">
                  <c:v>0.0032390343</c:v>
                </c:pt>
                <c:pt idx="515">
                  <c:v>0.0033531455</c:v>
                </c:pt>
                <c:pt idx="516">
                  <c:v>0.0033190304</c:v>
                </c:pt>
                <c:pt idx="517">
                  <c:v>0.0033512981</c:v>
                </c:pt>
                <c:pt idx="518">
                  <c:v>0.0034097546</c:v>
                </c:pt>
                <c:pt idx="519">
                  <c:v>0.003523264</c:v>
                </c:pt>
                <c:pt idx="520">
                  <c:v>0.0036746347</c:v>
                </c:pt>
                <c:pt idx="521">
                  <c:v>0.0035095294</c:v>
                </c:pt>
                <c:pt idx="522">
                  <c:v>0.0034307753</c:v>
                </c:pt>
                <c:pt idx="523">
                  <c:v>0.0035048331</c:v>
                </c:pt>
                <c:pt idx="524">
                  <c:v>0.0035905177</c:v>
                </c:pt>
                <c:pt idx="525">
                  <c:v>0.003467947</c:v>
                </c:pt>
                <c:pt idx="526">
                  <c:v>0.0035058417</c:v>
                </c:pt>
                <c:pt idx="527">
                  <c:v>0.0036444554</c:v>
                </c:pt>
                <c:pt idx="528">
                  <c:v>0.0036401483</c:v>
                </c:pt>
                <c:pt idx="529">
                  <c:v>0.0034786101</c:v>
                </c:pt>
                <c:pt idx="530">
                  <c:v>0.0034531764</c:v>
                </c:pt>
                <c:pt idx="531">
                  <c:v>0.0035371774</c:v>
                </c:pt>
                <c:pt idx="532">
                  <c:v>0.0036062433</c:v>
                </c:pt>
                <c:pt idx="533">
                  <c:v>0.0037238947</c:v>
                </c:pt>
                <c:pt idx="534">
                  <c:v>0.0039119067</c:v>
                </c:pt>
                <c:pt idx="535">
                  <c:v>0.00389032</c:v>
                </c:pt>
                <c:pt idx="536">
                  <c:v>0.0037202568</c:v>
                </c:pt>
                <c:pt idx="537">
                  <c:v>0.0038373713</c:v>
                </c:pt>
                <c:pt idx="538">
                  <c:v>0.0039309298</c:v>
                </c:pt>
                <c:pt idx="539">
                  <c:v>0.0040375596</c:v>
                </c:pt>
                <c:pt idx="540">
                  <c:v>0.0038974775</c:v>
                </c:pt>
                <c:pt idx="541">
                  <c:v>0.0038810083</c:v>
                </c:pt>
                <c:pt idx="542">
                  <c:v>0.0039516899</c:v>
                </c:pt>
                <c:pt idx="543">
                  <c:v>0.0038773945</c:v>
                </c:pt>
                <c:pt idx="544">
                  <c:v>0.0038460294</c:v>
                </c:pt>
                <c:pt idx="545">
                  <c:v>0.0038146435</c:v>
                </c:pt>
                <c:pt idx="546">
                  <c:v>0.0037414897</c:v>
                </c:pt>
                <c:pt idx="547">
                  <c:v>0.0036844976</c:v>
                </c:pt>
                <c:pt idx="548">
                  <c:v>0.0036953593</c:v>
                </c:pt>
                <c:pt idx="549">
                  <c:v>0.0036681646</c:v>
                </c:pt>
                <c:pt idx="550">
                  <c:v>0.0036837775</c:v>
                </c:pt>
                <c:pt idx="551">
                  <c:v>0.0035008621</c:v>
                </c:pt>
                <c:pt idx="552">
                  <c:v>0.003313861</c:v>
                </c:pt>
                <c:pt idx="553">
                  <c:v>0.0032257899</c:v>
                </c:pt>
                <c:pt idx="554">
                  <c:v>0.0030859002</c:v>
                </c:pt>
                <c:pt idx="555">
                  <c:v>0.0029568115</c:v>
                </c:pt>
                <c:pt idx="556">
                  <c:v>0.0027906521</c:v>
                </c:pt>
                <c:pt idx="557">
                  <c:v>0.0026185545</c:v>
                </c:pt>
                <c:pt idx="558">
                  <c:v>0.0024994184</c:v>
                </c:pt>
                <c:pt idx="559">
                  <c:v>0.0024417916</c:v>
                </c:pt>
                <c:pt idx="560">
                  <c:v>0.0024462179</c:v>
                </c:pt>
                <c:pt idx="561">
                  <c:v>0.0023998104</c:v>
                </c:pt>
                <c:pt idx="562">
                  <c:v>0.0023373232</c:v>
                </c:pt>
                <c:pt idx="563">
                  <c:v>0.0022909269</c:v>
                </c:pt>
                <c:pt idx="564">
                  <c:v>0.0022984892</c:v>
                </c:pt>
                <c:pt idx="565">
                  <c:v>0.0021772577</c:v>
                </c:pt>
                <c:pt idx="566">
                  <c:v>0.0021981176</c:v>
                </c:pt>
                <c:pt idx="567">
                  <c:v>0.0021958878</c:v>
                </c:pt>
                <c:pt idx="568">
                  <c:v>0.0022305775</c:v>
                </c:pt>
                <c:pt idx="569">
                  <c:v>0.0021452058</c:v>
                </c:pt>
                <c:pt idx="570">
                  <c:v>0.0020354755</c:v>
                </c:pt>
                <c:pt idx="571">
                  <c:v>0.0019351809</c:v>
                </c:pt>
                <c:pt idx="572">
                  <c:v>0.0018243317</c:v>
                </c:pt>
                <c:pt idx="573">
                  <c:v>0.0018062864</c:v>
                </c:pt>
                <c:pt idx="574">
                  <c:v>0.0018622646</c:v>
                </c:pt>
                <c:pt idx="575">
                  <c:v>0.0019094154</c:v>
                </c:pt>
                <c:pt idx="576">
                  <c:v>0.0019980747</c:v>
                </c:pt>
                <c:pt idx="577">
                  <c:v>0.0021029729</c:v>
                </c:pt>
                <c:pt idx="578">
                  <c:v>0.0020738273</c:v>
                </c:pt>
                <c:pt idx="579">
                  <c:v>0.0020227009</c:v>
                </c:pt>
                <c:pt idx="580">
                  <c:v>0.0019936914</c:v>
                </c:pt>
                <c:pt idx="581">
                  <c:v>0.0019323949</c:v>
                </c:pt>
                <c:pt idx="582">
                  <c:v>0.0018714903</c:v>
                </c:pt>
                <c:pt idx="583">
                  <c:v>0.0018533886</c:v>
                </c:pt>
                <c:pt idx="584">
                  <c:v>0.0018478674</c:v>
                </c:pt>
                <c:pt idx="585">
                  <c:v>0.001883548</c:v>
                </c:pt>
                <c:pt idx="586">
                  <c:v>0.0019123925</c:v>
                </c:pt>
                <c:pt idx="587">
                  <c:v>0.0019108426</c:v>
                </c:pt>
                <c:pt idx="588">
                  <c:v>0.0019998271</c:v>
                </c:pt>
                <c:pt idx="589">
                  <c:v>0.0020046975</c:v>
                </c:pt>
                <c:pt idx="590">
                  <c:v>0.0020048666</c:v>
                </c:pt>
                <c:pt idx="591">
                  <c:v>0.0019401623</c:v>
                </c:pt>
                <c:pt idx="592">
                  <c:v>0.0019144961</c:v>
                </c:pt>
                <c:pt idx="593">
                  <c:v>0.0018744763</c:v>
                </c:pt>
                <c:pt idx="594">
                  <c:v>0.001858411</c:v>
                </c:pt>
                <c:pt idx="595">
                  <c:v>0.0018969265</c:v>
                </c:pt>
                <c:pt idx="596">
                  <c:v>0.001867422</c:v>
                </c:pt>
                <c:pt idx="597">
                  <c:v>0.0018555358</c:v>
                </c:pt>
                <c:pt idx="598">
                  <c:v>0.0018571168</c:v>
                </c:pt>
                <c:pt idx="599">
                  <c:v>0.0018341219</c:v>
                </c:pt>
                <c:pt idx="600">
                  <c:v>0.0018732001</c:v>
                </c:pt>
                <c:pt idx="601">
                  <c:v>0.0019015382</c:v>
                </c:pt>
                <c:pt idx="602">
                  <c:v>0.0019304503</c:v>
                </c:pt>
                <c:pt idx="603">
                  <c:v>0.0019664979</c:v>
                </c:pt>
                <c:pt idx="604">
                  <c:v>0.0020233017</c:v>
                </c:pt>
                <c:pt idx="605">
                  <c:v>0.0020307098</c:v>
                </c:pt>
                <c:pt idx="606">
                  <c:v>0.0020566301</c:v>
                </c:pt>
                <c:pt idx="607">
                  <c:v>0.0021140545</c:v>
                </c:pt>
                <c:pt idx="608">
                  <c:v>0.002150121</c:v>
                </c:pt>
                <c:pt idx="609">
                  <c:v>0.0021859928</c:v>
                </c:pt>
                <c:pt idx="610">
                  <c:v>0.0022572307</c:v>
                </c:pt>
                <c:pt idx="611">
                  <c:v>0.00234843</c:v>
                </c:pt>
                <c:pt idx="612">
                  <c:v>0.0024081496</c:v>
                </c:pt>
                <c:pt idx="613">
                  <c:v>0.0025298258</c:v>
                </c:pt>
                <c:pt idx="614">
                  <c:v>0.0025850178</c:v>
                </c:pt>
                <c:pt idx="615">
                  <c:v>0.0025878122</c:v>
                </c:pt>
                <c:pt idx="616">
                  <c:v>0.0025383445</c:v>
                </c:pt>
                <c:pt idx="617">
                  <c:v>0.0026329341</c:v>
                </c:pt>
                <c:pt idx="618">
                  <c:v>0.0026404212</c:v>
                </c:pt>
                <c:pt idx="619">
                  <c:v>0.0027980656</c:v>
                </c:pt>
                <c:pt idx="620">
                  <c:v>0.0028547917</c:v>
                </c:pt>
                <c:pt idx="621">
                  <c:v>0.0029020079</c:v>
                </c:pt>
                <c:pt idx="622">
                  <c:v>0.0029457823</c:v>
                </c:pt>
                <c:pt idx="623">
                  <c:v>0.0031323393</c:v>
                </c:pt>
                <c:pt idx="624">
                  <c:v>0.0031761349</c:v>
                </c:pt>
                <c:pt idx="625">
                  <c:v>0.0031795621</c:v>
                </c:pt>
                <c:pt idx="626">
                  <c:v>0.0031495127</c:v>
                </c:pt>
                <c:pt idx="627">
                  <c:v>0.0031103403</c:v>
                </c:pt>
                <c:pt idx="628">
                  <c:v>0.0033444936</c:v>
                </c:pt>
                <c:pt idx="629">
                  <c:v>0.0034428083</c:v>
                </c:pt>
                <c:pt idx="630">
                  <c:v>0.003315129</c:v>
                </c:pt>
                <c:pt idx="631">
                  <c:v>0.0032993923</c:v>
                </c:pt>
                <c:pt idx="632">
                  <c:v>0.0031948926</c:v>
                </c:pt>
                <c:pt idx="633">
                  <c:v>0.0033133028</c:v>
                </c:pt>
                <c:pt idx="634">
                  <c:v>0.0032510985</c:v>
                </c:pt>
                <c:pt idx="635">
                  <c:v>0.0031961462</c:v>
                </c:pt>
                <c:pt idx="636">
                  <c:v>0.0033435323</c:v>
                </c:pt>
                <c:pt idx="637">
                  <c:v>0.0034433109</c:v>
                </c:pt>
                <c:pt idx="638">
                  <c:v>0.0033435887</c:v>
                </c:pt>
                <c:pt idx="639">
                  <c:v>0.0032620655</c:v>
                </c:pt>
                <c:pt idx="640">
                  <c:v>0.0033470036</c:v>
                </c:pt>
                <c:pt idx="641">
                  <c:v>0.003356753</c:v>
                </c:pt>
                <c:pt idx="642">
                  <c:v>0.0034211505</c:v>
                </c:pt>
                <c:pt idx="643">
                  <c:v>0.0035096858</c:v>
                </c:pt>
                <c:pt idx="644">
                  <c:v>0.0035490271</c:v>
                </c:pt>
                <c:pt idx="645">
                  <c:v>0.0036391927</c:v>
                </c:pt>
                <c:pt idx="646">
                  <c:v>0.0035497427</c:v>
                </c:pt>
                <c:pt idx="647">
                  <c:v>0.003538377</c:v>
                </c:pt>
                <c:pt idx="648">
                  <c:v>0.0037696068</c:v>
                </c:pt>
                <c:pt idx="649">
                  <c:v>0.003688427</c:v>
                </c:pt>
                <c:pt idx="650">
                  <c:v>0.0037405933</c:v>
                </c:pt>
                <c:pt idx="651">
                  <c:v>0.0037189433</c:v>
                </c:pt>
                <c:pt idx="652">
                  <c:v>0.0036643895</c:v>
                </c:pt>
                <c:pt idx="653">
                  <c:v>0.0036659817</c:v>
                </c:pt>
                <c:pt idx="654">
                  <c:v>0.0035916241</c:v>
                </c:pt>
                <c:pt idx="655">
                  <c:v>0.0035704985</c:v>
                </c:pt>
                <c:pt idx="656">
                  <c:v>0.0035653184</c:v>
                </c:pt>
                <c:pt idx="657">
                  <c:v>0.0035130373</c:v>
                </c:pt>
                <c:pt idx="658">
                  <c:v>0.0034913727</c:v>
                </c:pt>
                <c:pt idx="659">
                  <c:v>0.0034386941</c:v>
                </c:pt>
                <c:pt idx="660">
                  <c:v>0.0033704127</c:v>
                </c:pt>
                <c:pt idx="661">
                  <c:v>0.0032380762</c:v>
                </c:pt>
                <c:pt idx="662">
                  <c:v>0.0031763104</c:v>
                </c:pt>
                <c:pt idx="663">
                  <c:v>0.0030651088</c:v>
                </c:pt>
                <c:pt idx="664">
                  <c:v>0.0029150778</c:v>
                </c:pt>
                <c:pt idx="665">
                  <c:v>0.0028135624</c:v>
                </c:pt>
                <c:pt idx="666">
                  <c:v>0.0026500089</c:v>
                </c:pt>
                <c:pt idx="667">
                  <c:v>0.0025336533</c:v>
                </c:pt>
                <c:pt idx="668">
                  <c:v>0.0024771991</c:v>
                </c:pt>
                <c:pt idx="669">
                  <c:v>0.0024105548</c:v>
                </c:pt>
                <c:pt idx="670">
                  <c:v>0.0024112159</c:v>
                </c:pt>
                <c:pt idx="671">
                  <c:v>0.0024709955</c:v>
                </c:pt>
                <c:pt idx="672">
                  <c:v>0.0023869184</c:v>
                </c:pt>
                <c:pt idx="673">
                  <c:v>0.0024076557</c:v>
                </c:pt>
                <c:pt idx="674">
                  <c:v>0.0023374105</c:v>
                </c:pt>
                <c:pt idx="675">
                  <c:v>0.0022945499</c:v>
                </c:pt>
                <c:pt idx="676">
                  <c:v>0.002325895</c:v>
                </c:pt>
                <c:pt idx="677">
                  <c:v>0.002318254</c:v>
                </c:pt>
                <c:pt idx="678">
                  <c:v>0.0022077724</c:v>
                </c:pt>
                <c:pt idx="679">
                  <c:v>0.0021019054</c:v>
                </c:pt>
                <c:pt idx="680">
                  <c:v>0.0020267962</c:v>
                </c:pt>
                <c:pt idx="681">
                  <c:v>0.0020550581</c:v>
                </c:pt>
                <c:pt idx="682">
                  <c:v>0.0021588153</c:v>
                </c:pt>
                <c:pt idx="683">
                  <c:v>0.0022231863</c:v>
                </c:pt>
                <c:pt idx="684">
                  <c:v>0.002281127</c:v>
                </c:pt>
                <c:pt idx="685">
                  <c:v>0.0022015562</c:v>
                </c:pt>
                <c:pt idx="686">
                  <c:v>0.0021093832</c:v>
                </c:pt>
                <c:pt idx="687">
                  <c:v>0.0021447134</c:v>
                </c:pt>
                <c:pt idx="688">
                  <c:v>0.0020715697</c:v>
                </c:pt>
                <c:pt idx="689">
                  <c:v>0.0020265806</c:v>
                </c:pt>
                <c:pt idx="690">
                  <c:v>0.0019648214</c:v>
                </c:pt>
                <c:pt idx="691">
                  <c:v>0.001910585</c:v>
                </c:pt>
                <c:pt idx="692">
                  <c:v>0.0019080158</c:v>
                </c:pt>
                <c:pt idx="693">
                  <c:v>0.0019261577</c:v>
                </c:pt>
                <c:pt idx="694">
                  <c:v>0.0019416219</c:v>
                </c:pt>
                <c:pt idx="695">
                  <c:v>0.0019565774</c:v>
                </c:pt>
                <c:pt idx="696">
                  <c:v>0.0019775595</c:v>
                </c:pt>
                <c:pt idx="697">
                  <c:v>0.0020071244</c:v>
                </c:pt>
                <c:pt idx="698">
                  <c:v>0.002001204</c:v>
                </c:pt>
                <c:pt idx="699">
                  <c:v>0.0019732013</c:v>
                </c:pt>
                <c:pt idx="700">
                  <c:v>0.0019868155</c:v>
                </c:pt>
                <c:pt idx="701">
                  <c:v>0.001994659</c:v>
                </c:pt>
                <c:pt idx="702">
                  <c:v>0.0020429775</c:v>
                </c:pt>
                <c:pt idx="703">
                  <c:v>0.0021071106</c:v>
                </c:pt>
                <c:pt idx="704">
                  <c:v>0.0020938602</c:v>
                </c:pt>
                <c:pt idx="705">
                  <c:v>0.0020414806</c:v>
                </c:pt>
                <c:pt idx="706">
                  <c:v>0.0020106829</c:v>
                </c:pt>
                <c:pt idx="707">
                  <c:v>0.0020285463</c:v>
                </c:pt>
                <c:pt idx="708">
                  <c:v>0.0020645165</c:v>
                </c:pt>
                <c:pt idx="709">
                  <c:v>0.0020561441</c:v>
                </c:pt>
                <c:pt idx="710">
                  <c:v>0.0020756047</c:v>
                </c:pt>
                <c:pt idx="711">
                  <c:v>0.0021138738</c:v>
                </c:pt>
                <c:pt idx="712">
                  <c:v>0.0021740506</c:v>
                </c:pt>
                <c:pt idx="713">
                  <c:v>0.0021420351</c:v>
                </c:pt>
                <c:pt idx="714">
                  <c:v>0.0021422664</c:v>
                </c:pt>
                <c:pt idx="715">
                  <c:v>0.0021538866</c:v>
                </c:pt>
                <c:pt idx="716">
                  <c:v>0.0021836141</c:v>
                </c:pt>
                <c:pt idx="717">
                  <c:v>0.0022255847</c:v>
                </c:pt>
                <c:pt idx="718">
                  <c:v>0.0022669753</c:v>
                </c:pt>
                <c:pt idx="719">
                  <c:v>0.0023140886</c:v>
                </c:pt>
                <c:pt idx="720">
                  <c:v>0.0023597966</c:v>
                </c:pt>
                <c:pt idx="721">
                  <c:v>0.0024490829</c:v>
                </c:pt>
                <c:pt idx="722">
                  <c:v>0.0025183779</c:v>
                </c:pt>
                <c:pt idx="723">
                  <c:v>0.002566769</c:v>
                </c:pt>
                <c:pt idx="724">
                  <c:v>0.0025380446</c:v>
                </c:pt>
                <c:pt idx="725">
                  <c:v>0.0026340002</c:v>
                </c:pt>
                <c:pt idx="726">
                  <c:v>0.0026706283</c:v>
                </c:pt>
                <c:pt idx="727">
                  <c:v>0.0028204779</c:v>
                </c:pt>
                <c:pt idx="728">
                  <c:v>0.0028530559</c:v>
                </c:pt>
                <c:pt idx="729">
                  <c:v>0.0029356451</c:v>
                </c:pt>
                <c:pt idx="730">
                  <c:v>0.0029603988</c:v>
                </c:pt>
                <c:pt idx="731">
                  <c:v>0.0031159899</c:v>
                </c:pt>
                <c:pt idx="732">
                  <c:v>0.0032276261</c:v>
                </c:pt>
                <c:pt idx="733">
                  <c:v>0.003222843</c:v>
                </c:pt>
                <c:pt idx="734">
                  <c:v>0.0032838163</c:v>
                </c:pt>
                <c:pt idx="735">
                  <c:v>0.0033296041</c:v>
                </c:pt>
                <c:pt idx="736">
                  <c:v>0.0035484609</c:v>
                </c:pt>
                <c:pt idx="737">
                  <c:v>0.0036486446</c:v>
                </c:pt>
                <c:pt idx="738">
                  <c:v>0.003501009</c:v>
                </c:pt>
                <c:pt idx="739">
                  <c:v>0.0034493179</c:v>
                </c:pt>
                <c:pt idx="740">
                  <c:v>0.0035856913</c:v>
                </c:pt>
                <c:pt idx="741">
                  <c:v>0.0035928062</c:v>
                </c:pt>
                <c:pt idx="742">
                  <c:v>0.003486245</c:v>
                </c:pt>
                <c:pt idx="743">
                  <c:v>0.0036089874</c:v>
                </c:pt>
                <c:pt idx="744">
                  <c:v>0.003764149</c:v>
                </c:pt>
                <c:pt idx="745">
                  <c:v>0.0036486482</c:v>
                </c:pt>
                <c:pt idx="746">
                  <c:v>0.0034938077</c:v>
                </c:pt>
                <c:pt idx="747">
                  <c:v>0.0034785931</c:v>
                </c:pt>
                <c:pt idx="748">
                  <c:v>0.0037170514</c:v>
                </c:pt>
                <c:pt idx="749">
                  <c:v>0.0037712863</c:v>
                </c:pt>
                <c:pt idx="750">
                  <c:v>0.0040164083</c:v>
                </c:pt>
                <c:pt idx="751">
                  <c:v>0.0039157735</c:v>
                </c:pt>
                <c:pt idx="752">
                  <c:v>0.0038314067</c:v>
                </c:pt>
                <c:pt idx="753">
                  <c:v>0.0038226792</c:v>
                </c:pt>
                <c:pt idx="754">
                  <c:v>0.0040201387</c:v>
                </c:pt>
                <c:pt idx="755">
                  <c:v>0.0040718169</c:v>
                </c:pt>
                <c:pt idx="756">
                  <c:v>0.0039642198</c:v>
                </c:pt>
                <c:pt idx="757">
                  <c:v>0.0039488657</c:v>
                </c:pt>
                <c:pt idx="758">
                  <c:v>0.0039479548</c:v>
                </c:pt>
                <c:pt idx="759">
                  <c:v>0.0038844107</c:v>
                </c:pt>
                <c:pt idx="760">
                  <c:v>0.0039316193</c:v>
                </c:pt>
                <c:pt idx="761">
                  <c:v>0.003896487</c:v>
                </c:pt>
                <c:pt idx="762">
                  <c:v>0.003799355</c:v>
                </c:pt>
                <c:pt idx="763">
                  <c:v>0.0037536383</c:v>
                </c:pt>
                <c:pt idx="764">
                  <c:v>0.0036560431</c:v>
                </c:pt>
                <c:pt idx="765">
                  <c:v>0.0036529924</c:v>
                </c:pt>
                <c:pt idx="766">
                  <c:v>0.0036206999</c:v>
                </c:pt>
                <c:pt idx="767">
                  <c:v>0.0035498354</c:v>
                </c:pt>
                <c:pt idx="768">
                  <c:v>0.0033328087</c:v>
                </c:pt>
                <c:pt idx="769">
                  <c:v>0.0032102186</c:v>
                </c:pt>
                <c:pt idx="770">
                  <c:v>0.003075614</c:v>
                </c:pt>
                <c:pt idx="771">
                  <c:v>0.0029169637</c:v>
                </c:pt>
                <c:pt idx="772">
                  <c:v>0.0027928062</c:v>
                </c:pt>
                <c:pt idx="773">
                  <c:v>0.0026828906</c:v>
                </c:pt>
                <c:pt idx="774">
                  <c:v>0.0025694283</c:v>
                </c:pt>
                <c:pt idx="775">
                  <c:v>0.0024779341</c:v>
                </c:pt>
                <c:pt idx="776">
                  <c:v>0.0023485716</c:v>
                </c:pt>
                <c:pt idx="777">
                  <c:v>0.0022535135</c:v>
                </c:pt>
                <c:pt idx="778">
                  <c:v>0.00219533</c:v>
                </c:pt>
                <c:pt idx="779">
                  <c:v>0.002142836</c:v>
                </c:pt>
                <c:pt idx="780">
                  <c:v>0.0021482038</c:v>
                </c:pt>
                <c:pt idx="781">
                  <c:v>0.002184084</c:v>
                </c:pt>
                <c:pt idx="782">
                  <c:v>0.002170066</c:v>
                </c:pt>
                <c:pt idx="783">
                  <c:v>0.0021378444</c:v>
                </c:pt>
                <c:pt idx="784">
                  <c:v>0.0020860327</c:v>
                </c:pt>
                <c:pt idx="785">
                  <c:v>0.0019941897</c:v>
                </c:pt>
                <c:pt idx="786">
                  <c:v>0.0019670155</c:v>
                </c:pt>
                <c:pt idx="787">
                  <c:v>0.0019334584</c:v>
                </c:pt>
                <c:pt idx="788">
                  <c:v>0.0018854987</c:v>
                </c:pt>
                <c:pt idx="789">
                  <c:v>0.0018233464</c:v>
                </c:pt>
                <c:pt idx="790">
                  <c:v>0.001740376</c:v>
                </c:pt>
                <c:pt idx="791">
                  <c:v>0.0017508875</c:v>
                </c:pt>
                <c:pt idx="792">
                  <c:v>0.0017985846</c:v>
                </c:pt>
                <c:pt idx="793">
                  <c:v>0.0018214701</c:v>
                </c:pt>
                <c:pt idx="794">
                  <c:v>0.0018292659</c:v>
                </c:pt>
                <c:pt idx="795">
                  <c:v>0.0018374327</c:v>
                </c:pt>
                <c:pt idx="796">
                  <c:v>0.0018876336</c:v>
                </c:pt>
                <c:pt idx="797">
                  <c:v>0.001928849</c:v>
                </c:pt>
                <c:pt idx="798">
                  <c:v>0.0019486598</c:v>
                </c:pt>
                <c:pt idx="799">
                  <c:v>0.0019123037</c:v>
                </c:pt>
                <c:pt idx="800">
                  <c:v>0.0018598732</c:v>
                </c:pt>
                <c:pt idx="801">
                  <c:v>0.0018485805</c:v>
                </c:pt>
                <c:pt idx="802">
                  <c:v>0.0018540708</c:v>
                </c:pt>
                <c:pt idx="803">
                  <c:v>0.0019261787</c:v>
                </c:pt>
                <c:pt idx="804">
                  <c:v>0.0019478215</c:v>
                </c:pt>
                <c:pt idx="805">
                  <c:v>0.001911142</c:v>
                </c:pt>
                <c:pt idx="806">
                  <c:v>0.0019143553</c:v>
                </c:pt>
                <c:pt idx="807">
                  <c:v>0.0018719743</c:v>
                </c:pt>
                <c:pt idx="808">
                  <c:v>0.0018206139</c:v>
                </c:pt>
                <c:pt idx="809">
                  <c:v>0.0017771266</c:v>
                </c:pt>
                <c:pt idx="810">
                  <c:v>0.0017623508</c:v>
                </c:pt>
                <c:pt idx="811">
                  <c:v>0.0017817606</c:v>
                </c:pt>
                <c:pt idx="812">
                  <c:v>0.0018481714</c:v>
                </c:pt>
                <c:pt idx="813">
                  <c:v>0.0018717458</c:v>
                </c:pt>
                <c:pt idx="814">
                  <c:v>0.0018600388</c:v>
                </c:pt>
                <c:pt idx="815">
                  <c:v>0.0018091466</c:v>
                </c:pt>
                <c:pt idx="816">
                  <c:v>0.001789838</c:v>
                </c:pt>
                <c:pt idx="817">
                  <c:v>0.0018362919</c:v>
                </c:pt>
                <c:pt idx="818">
                  <c:v>0.0018499261</c:v>
                </c:pt>
                <c:pt idx="819">
                  <c:v>0.0018622595</c:v>
                </c:pt>
                <c:pt idx="820">
                  <c:v>0.0019038799</c:v>
                </c:pt>
                <c:pt idx="821">
                  <c:v>0.0019376864</c:v>
                </c:pt>
                <c:pt idx="822">
                  <c:v>0.0019302846</c:v>
                </c:pt>
                <c:pt idx="823">
                  <c:v>0.0019745307</c:v>
                </c:pt>
                <c:pt idx="824">
                  <c:v>0.0020528932</c:v>
                </c:pt>
                <c:pt idx="825">
                  <c:v>0.0020605688</c:v>
                </c:pt>
                <c:pt idx="826">
                  <c:v>0.0020741001</c:v>
                </c:pt>
                <c:pt idx="827">
                  <c:v>0.0021353666</c:v>
                </c:pt>
                <c:pt idx="828">
                  <c:v>0.0021980626</c:v>
                </c:pt>
                <c:pt idx="829">
                  <c:v>0.0022499154</c:v>
                </c:pt>
                <c:pt idx="830">
                  <c:v>0.0022880113</c:v>
                </c:pt>
                <c:pt idx="831">
                  <c:v>0.0024217955</c:v>
                </c:pt>
                <c:pt idx="832">
                  <c:v>0.0024893539</c:v>
                </c:pt>
                <c:pt idx="833">
                  <c:v>0.0024909321</c:v>
                </c:pt>
                <c:pt idx="834">
                  <c:v>0.0025614005</c:v>
                </c:pt>
                <c:pt idx="835">
                  <c:v>0.0025654095</c:v>
                </c:pt>
                <c:pt idx="836">
                  <c:v>0.0026841097</c:v>
                </c:pt>
                <c:pt idx="837">
                  <c:v>0.0027197358</c:v>
                </c:pt>
                <c:pt idx="838">
                  <c:v>0.0027269046</c:v>
                </c:pt>
                <c:pt idx="839">
                  <c:v>0.0027978774</c:v>
                </c:pt>
                <c:pt idx="840">
                  <c:v>0.002837523</c:v>
                </c:pt>
                <c:pt idx="841">
                  <c:v>0.0030056111</c:v>
                </c:pt>
                <c:pt idx="842">
                  <c:v>0.00305461</c:v>
                </c:pt>
                <c:pt idx="843">
                  <c:v>0.0029987809</c:v>
                </c:pt>
                <c:pt idx="844">
                  <c:v>0.0030132505</c:v>
                </c:pt>
                <c:pt idx="845">
                  <c:v>0.0029364053</c:v>
                </c:pt>
                <c:pt idx="846">
                  <c:v>0.0032246549</c:v>
                </c:pt>
                <c:pt idx="847">
                  <c:v>0.0031962557</c:v>
                </c:pt>
                <c:pt idx="848">
                  <c:v>0.0030685484</c:v>
                </c:pt>
                <c:pt idx="849">
                  <c:v>0.0030129052</c:v>
                </c:pt>
                <c:pt idx="850">
                  <c:v>0.002905778</c:v>
                </c:pt>
                <c:pt idx="851">
                  <c:v>0.0030227855</c:v>
                </c:pt>
                <c:pt idx="852">
                  <c:v>0.0029367453</c:v>
                </c:pt>
                <c:pt idx="853">
                  <c:v>0.0028990078</c:v>
                </c:pt>
                <c:pt idx="854">
                  <c:v>0.0031137638</c:v>
                </c:pt>
                <c:pt idx="855">
                  <c:v>0.0030240219</c:v>
                </c:pt>
                <c:pt idx="856">
                  <c:v>0.0029812512</c:v>
                </c:pt>
                <c:pt idx="857">
                  <c:v>0.0030558642</c:v>
                </c:pt>
                <c:pt idx="858">
                  <c:v>0.0030539655</c:v>
                </c:pt>
                <c:pt idx="859">
                  <c:v>0.0031967886</c:v>
                </c:pt>
                <c:pt idx="860">
                  <c:v>0.0031970337</c:v>
                </c:pt>
                <c:pt idx="861">
                  <c:v>0.0031689614</c:v>
                </c:pt>
                <c:pt idx="862">
                  <c:v>0.0031882107</c:v>
                </c:pt>
                <c:pt idx="863">
                  <c:v>0.0031545902</c:v>
                </c:pt>
                <c:pt idx="864">
                  <c:v>0.003215798</c:v>
                </c:pt>
                <c:pt idx="865">
                  <c:v>0.0031968089</c:v>
                </c:pt>
                <c:pt idx="866">
                  <c:v>0.0032566142</c:v>
                </c:pt>
                <c:pt idx="867">
                  <c:v>0.003402984</c:v>
                </c:pt>
                <c:pt idx="868">
                  <c:v>0.0034108536</c:v>
                </c:pt>
                <c:pt idx="869">
                  <c:v>0.0033585751</c:v>
                </c:pt>
                <c:pt idx="870">
                  <c:v>0.003353389</c:v>
                </c:pt>
                <c:pt idx="871">
                  <c:v>0.0033541563</c:v>
                </c:pt>
                <c:pt idx="872">
                  <c:v>0.0032708421</c:v>
                </c:pt>
                <c:pt idx="873">
                  <c:v>0.0032232293</c:v>
                </c:pt>
                <c:pt idx="874">
                  <c:v>0.003225725</c:v>
                </c:pt>
                <c:pt idx="875">
                  <c:v>0.0031883605</c:v>
                </c:pt>
                <c:pt idx="876">
                  <c:v>0.0031645072</c:v>
                </c:pt>
                <c:pt idx="877">
                  <c:v>0.0030704575</c:v>
                </c:pt>
                <c:pt idx="878">
                  <c:v>0.0030177008</c:v>
                </c:pt>
                <c:pt idx="879">
                  <c:v>0.002904751</c:v>
                </c:pt>
                <c:pt idx="880">
                  <c:v>0.00279817</c:v>
                </c:pt>
                <c:pt idx="881">
                  <c:v>0.0027509818</c:v>
                </c:pt>
                <c:pt idx="882">
                  <c:v>0.002661947</c:v>
                </c:pt>
                <c:pt idx="883">
                  <c:v>0.0025617216</c:v>
                </c:pt>
                <c:pt idx="884">
                  <c:v>0.0024833975</c:v>
                </c:pt>
                <c:pt idx="885">
                  <c:v>0.0023983232</c:v>
                </c:pt>
                <c:pt idx="886">
                  <c:v>0.0023543563</c:v>
                </c:pt>
                <c:pt idx="887">
                  <c:v>0.0022931242</c:v>
                </c:pt>
                <c:pt idx="888">
                  <c:v>0.0022960571</c:v>
                </c:pt>
                <c:pt idx="889">
                  <c:v>0.0025252758</c:v>
                </c:pt>
                <c:pt idx="890">
                  <c:v>0.0024468715</c:v>
                </c:pt>
                <c:pt idx="891">
                  <c:v>0.0024077401</c:v>
                </c:pt>
                <c:pt idx="892">
                  <c:v>0.0022461582</c:v>
                </c:pt>
                <c:pt idx="893">
                  <c:v>0.0021781437</c:v>
                </c:pt>
                <c:pt idx="894">
                  <c:v>0.0021841683</c:v>
                </c:pt>
                <c:pt idx="895">
                  <c:v>0.0022353441</c:v>
                </c:pt>
                <c:pt idx="896">
                  <c:v>0.0022305315</c:v>
                </c:pt>
                <c:pt idx="897">
                  <c:v>0.0021923453</c:v>
                </c:pt>
                <c:pt idx="898">
                  <c:v>0.0021714985</c:v>
                </c:pt>
                <c:pt idx="899">
                  <c:v>0.0022391805</c:v>
                </c:pt>
                <c:pt idx="900">
                  <c:v>0.0023448772</c:v>
                </c:pt>
                <c:pt idx="901">
                  <c:v>0.0024057562</c:v>
                </c:pt>
                <c:pt idx="902">
                  <c:v>0.0023110022</c:v>
                </c:pt>
                <c:pt idx="903">
                  <c:v>0.0021273148</c:v>
                </c:pt>
                <c:pt idx="904">
                  <c:v>0.0020994197</c:v>
                </c:pt>
                <c:pt idx="905">
                  <c:v>0.0020837033</c:v>
                </c:pt>
                <c:pt idx="906">
                  <c:v>0.002124754</c:v>
                </c:pt>
                <c:pt idx="907">
                  <c:v>0.0021031498</c:v>
                </c:pt>
                <c:pt idx="908">
                  <c:v>0.0021011795</c:v>
                </c:pt>
                <c:pt idx="909">
                  <c:v>0.0020706384</c:v>
                </c:pt>
                <c:pt idx="910">
                  <c:v>0.0020519001</c:v>
                </c:pt>
                <c:pt idx="911">
                  <c:v>0.0020267883</c:v>
                </c:pt>
                <c:pt idx="912">
                  <c:v>0.0020559092</c:v>
                </c:pt>
                <c:pt idx="913">
                  <c:v>0.0020464712</c:v>
                </c:pt>
                <c:pt idx="914">
                  <c:v>0.0020166173</c:v>
                </c:pt>
                <c:pt idx="915">
                  <c:v>0.0020214142</c:v>
                </c:pt>
                <c:pt idx="916">
                  <c:v>0.0020532977</c:v>
                </c:pt>
                <c:pt idx="917">
                  <c:v>0.0020914512</c:v>
                </c:pt>
                <c:pt idx="918">
                  <c:v>0.0020850604</c:v>
                </c:pt>
                <c:pt idx="919">
                  <c:v>0.0020530186</c:v>
                </c:pt>
                <c:pt idx="920">
                  <c:v>0.0020752882</c:v>
                </c:pt>
                <c:pt idx="921">
                  <c:v>0.0021152535</c:v>
                </c:pt>
                <c:pt idx="922">
                  <c:v>0.002184522</c:v>
                </c:pt>
                <c:pt idx="923">
                  <c:v>0.0022422694</c:v>
                </c:pt>
                <c:pt idx="924">
                  <c:v>0.0022054822</c:v>
                </c:pt>
                <c:pt idx="925">
                  <c:v>0.0022063313</c:v>
                </c:pt>
                <c:pt idx="926">
                  <c:v>0.0022258115</c:v>
                </c:pt>
                <c:pt idx="927">
                  <c:v>0.0022495461</c:v>
                </c:pt>
                <c:pt idx="928">
                  <c:v>0.0023287621</c:v>
                </c:pt>
                <c:pt idx="929">
                  <c:v>0.0023622476</c:v>
                </c:pt>
                <c:pt idx="930">
                  <c:v>0.0023810508</c:v>
                </c:pt>
                <c:pt idx="931">
                  <c:v>0.0024083427</c:v>
                </c:pt>
                <c:pt idx="932">
                  <c:v>0.0025335473</c:v>
                </c:pt>
                <c:pt idx="933">
                  <c:v>0.0025072014</c:v>
                </c:pt>
                <c:pt idx="934">
                  <c:v>0.0025224364</c:v>
                </c:pt>
                <c:pt idx="935">
                  <c:v>0.0025988062</c:v>
                </c:pt>
                <c:pt idx="936">
                  <c:v>0.0026864313</c:v>
                </c:pt>
                <c:pt idx="937">
                  <c:v>0.0027441192</c:v>
                </c:pt>
                <c:pt idx="938">
                  <c:v>0.0027692294</c:v>
                </c:pt>
                <c:pt idx="939">
                  <c:v>0.0027834609</c:v>
                </c:pt>
                <c:pt idx="940">
                  <c:v>0.0028626573</c:v>
                </c:pt>
                <c:pt idx="941">
                  <c:v>0.0029714125</c:v>
                </c:pt>
                <c:pt idx="942">
                  <c:v>0.0030782014</c:v>
                </c:pt>
                <c:pt idx="943">
                  <c:v>0.0030248013</c:v>
                </c:pt>
                <c:pt idx="944">
                  <c:v>0.0029833673</c:v>
                </c:pt>
                <c:pt idx="945">
                  <c:v>0.0031520929</c:v>
                </c:pt>
                <c:pt idx="946">
                  <c:v>0.0032825271</c:v>
                </c:pt>
                <c:pt idx="947">
                  <c:v>0.0032113652</c:v>
                </c:pt>
                <c:pt idx="948">
                  <c:v>0.0033753756</c:v>
                </c:pt>
                <c:pt idx="949">
                  <c:v>0.0033536478</c:v>
                </c:pt>
                <c:pt idx="950">
                  <c:v>0.0035884991</c:v>
                </c:pt>
                <c:pt idx="951">
                  <c:v>0.0036574336</c:v>
                </c:pt>
                <c:pt idx="952">
                  <c:v>0.0036239714</c:v>
                </c:pt>
                <c:pt idx="953">
                  <c:v>0.0035047593</c:v>
                </c:pt>
                <c:pt idx="954">
                  <c:v>0.0037401784</c:v>
                </c:pt>
                <c:pt idx="955">
                  <c:v>0.0038185244</c:v>
                </c:pt>
                <c:pt idx="956">
                  <c:v>0.0038754877</c:v>
                </c:pt>
                <c:pt idx="957">
                  <c:v>0.0039666759</c:v>
                </c:pt>
                <c:pt idx="958">
                  <c:v>0.0040055474</c:v>
                </c:pt>
                <c:pt idx="959">
                  <c:v>0.0040205571</c:v>
                </c:pt>
                <c:pt idx="960">
                  <c:v>0.0039119519</c:v>
                </c:pt>
                <c:pt idx="961">
                  <c:v>0.0039953997</c:v>
                </c:pt>
                <c:pt idx="962">
                  <c:v>0.0041995857</c:v>
                </c:pt>
                <c:pt idx="963">
                  <c:v>0.0044276875</c:v>
                </c:pt>
                <c:pt idx="964">
                  <c:v>0.0042728979</c:v>
                </c:pt>
                <c:pt idx="965">
                  <c:v>0.0042482086</c:v>
                </c:pt>
                <c:pt idx="966">
                  <c:v>0.0045208814</c:v>
                </c:pt>
                <c:pt idx="967">
                  <c:v>0.0044036106</c:v>
                </c:pt>
                <c:pt idx="968">
                  <c:v>0.004285038</c:v>
                </c:pt>
                <c:pt idx="969">
                  <c:v>0.0045346221</c:v>
                </c:pt>
                <c:pt idx="970">
                  <c:v>0.0043911516</c:v>
                </c:pt>
                <c:pt idx="971">
                  <c:v>0.0042938667</c:v>
                </c:pt>
                <c:pt idx="972">
                  <c:v>0.0043065175</c:v>
                </c:pt>
                <c:pt idx="973">
                  <c:v>0.0042638339</c:v>
                </c:pt>
                <c:pt idx="974">
                  <c:v>0.0041830149</c:v>
                </c:pt>
                <c:pt idx="975">
                  <c:v>0.0041356318</c:v>
                </c:pt>
                <c:pt idx="976">
                  <c:v>0.0040306535</c:v>
                </c:pt>
                <c:pt idx="977">
                  <c:v>0.0038691819</c:v>
                </c:pt>
                <c:pt idx="978">
                  <c:v>0.0038272167</c:v>
                </c:pt>
                <c:pt idx="979">
                  <c:v>0.0036475341</c:v>
                </c:pt>
                <c:pt idx="980">
                  <c:v>0.0035542193</c:v>
                </c:pt>
                <c:pt idx="981">
                  <c:v>0.0033892376</c:v>
                </c:pt>
                <c:pt idx="982">
                  <c:v>0.0032339006</c:v>
                </c:pt>
                <c:pt idx="983">
                  <c:v>0.0030759835</c:v>
                </c:pt>
                <c:pt idx="984">
                  <c:v>0.0028882242</c:v>
                </c:pt>
                <c:pt idx="985">
                  <c:v>0.0027650748</c:v>
                </c:pt>
                <c:pt idx="986">
                  <c:v>0.0026328428</c:v>
                </c:pt>
                <c:pt idx="987">
                  <c:v>0.0025212234</c:v>
                </c:pt>
                <c:pt idx="988">
                  <c:v>0.0024801845</c:v>
                </c:pt>
                <c:pt idx="989">
                  <c:v>0.0023220236</c:v>
                </c:pt>
                <c:pt idx="990">
                  <c:v>0.0022438717</c:v>
                </c:pt>
                <c:pt idx="991">
                  <c:v>0.0021911165</c:v>
                </c:pt>
                <c:pt idx="992">
                  <c:v>0.0021448578</c:v>
                </c:pt>
                <c:pt idx="993">
                  <c:v>0.0020962554</c:v>
                </c:pt>
                <c:pt idx="994">
                  <c:v>0.0020748497</c:v>
                </c:pt>
                <c:pt idx="995">
                  <c:v>0.0020328693</c:v>
                </c:pt>
                <c:pt idx="996">
                  <c:v>0.0019301732</c:v>
                </c:pt>
                <c:pt idx="997">
                  <c:v>0.0018563185</c:v>
                </c:pt>
                <c:pt idx="998">
                  <c:v>0.001784854</c:v>
                </c:pt>
                <c:pt idx="999">
                  <c:v>0.0017596971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Sheet1!$B$3007</c:f>
              <c:strCache>
                <c:ptCount val="1"/>
                <c:pt idx="0">
                  <c:v>z-velocity</c:v>
                </c:pt>
              </c:strCache>
            </c:strRef>
          </c:tx>
          <c:xVal>
            <c:numRef>
              <c:f>Sheet1!$A$3008:$A$4007</c:f>
              <c:numCache>
                <c:formatCode>General</c:formatCode>
                <c:ptCount val="1000"/>
                <c:pt idx="0">
                  <c:v>4.0</c:v>
                </c:pt>
                <c:pt idx="1">
                  <c:v>8.0</c:v>
                </c:pt>
                <c:pt idx="2">
                  <c:v>12.0</c:v>
                </c:pt>
                <c:pt idx="3">
                  <c:v>16.0</c:v>
                </c:pt>
                <c:pt idx="4">
                  <c:v>20.0</c:v>
                </c:pt>
                <c:pt idx="5">
                  <c:v>24.0</c:v>
                </c:pt>
                <c:pt idx="6">
                  <c:v>28.0</c:v>
                </c:pt>
                <c:pt idx="7">
                  <c:v>32.0</c:v>
                </c:pt>
                <c:pt idx="8">
                  <c:v>36.0</c:v>
                </c:pt>
                <c:pt idx="9">
                  <c:v>40.0</c:v>
                </c:pt>
                <c:pt idx="10">
                  <c:v>44.0</c:v>
                </c:pt>
                <c:pt idx="11">
                  <c:v>48.0</c:v>
                </c:pt>
                <c:pt idx="12">
                  <c:v>52.0</c:v>
                </c:pt>
                <c:pt idx="13">
                  <c:v>56.0</c:v>
                </c:pt>
                <c:pt idx="14">
                  <c:v>60.0</c:v>
                </c:pt>
                <c:pt idx="15">
                  <c:v>64.0</c:v>
                </c:pt>
                <c:pt idx="16">
                  <c:v>68.0</c:v>
                </c:pt>
                <c:pt idx="17">
                  <c:v>72.0</c:v>
                </c:pt>
                <c:pt idx="18">
                  <c:v>76.0</c:v>
                </c:pt>
                <c:pt idx="19">
                  <c:v>80.0</c:v>
                </c:pt>
                <c:pt idx="20">
                  <c:v>84.0</c:v>
                </c:pt>
                <c:pt idx="21">
                  <c:v>88.0</c:v>
                </c:pt>
                <c:pt idx="22">
                  <c:v>92.0</c:v>
                </c:pt>
                <c:pt idx="23">
                  <c:v>96.0</c:v>
                </c:pt>
                <c:pt idx="24">
                  <c:v>100.0</c:v>
                </c:pt>
                <c:pt idx="25">
                  <c:v>104.0</c:v>
                </c:pt>
                <c:pt idx="26">
                  <c:v>108.0</c:v>
                </c:pt>
                <c:pt idx="27">
                  <c:v>112.0</c:v>
                </c:pt>
                <c:pt idx="28">
                  <c:v>116.0</c:v>
                </c:pt>
                <c:pt idx="29">
                  <c:v>120.0</c:v>
                </c:pt>
                <c:pt idx="30">
                  <c:v>124.0</c:v>
                </c:pt>
                <c:pt idx="31">
                  <c:v>128.0</c:v>
                </c:pt>
                <c:pt idx="32">
                  <c:v>132.0</c:v>
                </c:pt>
                <c:pt idx="33">
                  <c:v>136.0</c:v>
                </c:pt>
                <c:pt idx="34">
                  <c:v>140.0</c:v>
                </c:pt>
                <c:pt idx="35">
                  <c:v>144.0</c:v>
                </c:pt>
                <c:pt idx="36">
                  <c:v>148.0</c:v>
                </c:pt>
                <c:pt idx="37">
                  <c:v>152.0</c:v>
                </c:pt>
                <c:pt idx="38">
                  <c:v>156.0</c:v>
                </c:pt>
                <c:pt idx="39">
                  <c:v>160.0</c:v>
                </c:pt>
                <c:pt idx="40">
                  <c:v>164.0</c:v>
                </c:pt>
                <c:pt idx="41">
                  <c:v>168.0</c:v>
                </c:pt>
                <c:pt idx="42">
                  <c:v>172.0</c:v>
                </c:pt>
                <c:pt idx="43">
                  <c:v>176.0</c:v>
                </c:pt>
                <c:pt idx="44">
                  <c:v>180.0</c:v>
                </c:pt>
                <c:pt idx="45">
                  <c:v>184.0</c:v>
                </c:pt>
                <c:pt idx="46">
                  <c:v>188.0</c:v>
                </c:pt>
                <c:pt idx="47">
                  <c:v>192.0</c:v>
                </c:pt>
                <c:pt idx="48">
                  <c:v>196.0</c:v>
                </c:pt>
                <c:pt idx="49">
                  <c:v>200.0</c:v>
                </c:pt>
                <c:pt idx="50">
                  <c:v>204.0</c:v>
                </c:pt>
                <c:pt idx="51">
                  <c:v>208.0</c:v>
                </c:pt>
                <c:pt idx="52">
                  <c:v>212.0</c:v>
                </c:pt>
                <c:pt idx="53">
                  <c:v>216.0</c:v>
                </c:pt>
                <c:pt idx="54">
                  <c:v>220.0</c:v>
                </c:pt>
                <c:pt idx="55">
                  <c:v>224.0</c:v>
                </c:pt>
                <c:pt idx="56">
                  <c:v>228.0</c:v>
                </c:pt>
                <c:pt idx="57">
                  <c:v>232.0</c:v>
                </c:pt>
                <c:pt idx="58">
                  <c:v>236.0</c:v>
                </c:pt>
                <c:pt idx="59">
                  <c:v>240.0</c:v>
                </c:pt>
                <c:pt idx="60">
                  <c:v>244.0</c:v>
                </c:pt>
                <c:pt idx="61">
                  <c:v>248.0</c:v>
                </c:pt>
                <c:pt idx="62">
                  <c:v>252.0</c:v>
                </c:pt>
                <c:pt idx="63">
                  <c:v>256.0</c:v>
                </c:pt>
                <c:pt idx="64">
                  <c:v>260.0</c:v>
                </c:pt>
                <c:pt idx="65">
                  <c:v>264.0</c:v>
                </c:pt>
                <c:pt idx="66">
                  <c:v>268.0</c:v>
                </c:pt>
                <c:pt idx="67">
                  <c:v>272.0</c:v>
                </c:pt>
                <c:pt idx="68">
                  <c:v>276.0</c:v>
                </c:pt>
                <c:pt idx="69">
                  <c:v>280.0</c:v>
                </c:pt>
                <c:pt idx="70">
                  <c:v>284.0</c:v>
                </c:pt>
                <c:pt idx="71">
                  <c:v>288.0</c:v>
                </c:pt>
                <c:pt idx="72">
                  <c:v>292.0</c:v>
                </c:pt>
                <c:pt idx="73">
                  <c:v>296.0</c:v>
                </c:pt>
                <c:pt idx="74">
                  <c:v>300.0</c:v>
                </c:pt>
                <c:pt idx="75">
                  <c:v>304.0</c:v>
                </c:pt>
                <c:pt idx="76">
                  <c:v>308.0</c:v>
                </c:pt>
                <c:pt idx="77">
                  <c:v>312.0</c:v>
                </c:pt>
                <c:pt idx="78">
                  <c:v>316.0</c:v>
                </c:pt>
                <c:pt idx="79">
                  <c:v>320.0</c:v>
                </c:pt>
                <c:pt idx="80">
                  <c:v>324.0</c:v>
                </c:pt>
                <c:pt idx="81">
                  <c:v>328.0</c:v>
                </c:pt>
                <c:pt idx="82">
                  <c:v>332.0</c:v>
                </c:pt>
                <c:pt idx="83">
                  <c:v>336.0</c:v>
                </c:pt>
                <c:pt idx="84">
                  <c:v>340.0</c:v>
                </c:pt>
                <c:pt idx="85">
                  <c:v>344.0</c:v>
                </c:pt>
                <c:pt idx="86">
                  <c:v>348.0</c:v>
                </c:pt>
                <c:pt idx="87">
                  <c:v>352.0</c:v>
                </c:pt>
                <c:pt idx="88">
                  <c:v>356.0</c:v>
                </c:pt>
                <c:pt idx="89">
                  <c:v>360.0</c:v>
                </c:pt>
                <c:pt idx="90">
                  <c:v>364.0</c:v>
                </c:pt>
                <c:pt idx="91">
                  <c:v>368.0</c:v>
                </c:pt>
                <c:pt idx="92">
                  <c:v>372.0</c:v>
                </c:pt>
                <c:pt idx="93">
                  <c:v>376.0</c:v>
                </c:pt>
                <c:pt idx="94">
                  <c:v>380.0</c:v>
                </c:pt>
                <c:pt idx="95">
                  <c:v>384.0</c:v>
                </c:pt>
                <c:pt idx="96">
                  <c:v>388.0</c:v>
                </c:pt>
                <c:pt idx="97">
                  <c:v>392.0</c:v>
                </c:pt>
                <c:pt idx="98">
                  <c:v>396.0</c:v>
                </c:pt>
                <c:pt idx="99">
                  <c:v>400.0</c:v>
                </c:pt>
                <c:pt idx="100">
                  <c:v>404.0</c:v>
                </c:pt>
                <c:pt idx="101">
                  <c:v>408.0</c:v>
                </c:pt>
                <c:pt idx="102">
                  <c:v>412.0</c:v>
                </c:pt>
                <c:pt idx="103">
                  <c:v>416.0</c:v>
                </c:pt>
                <c:pt idx="104">
                  <c:v>420.0</c:v>
                </c:pt>
                <c:pt idx="105">
                  <c:v>424.0</c:v>
                </c:pt>
                <c:pt idx="106">
                  <c:v>428.0</c:v>
                </c:pt>
                <c:pt idx="107">
                  <c:v>432.0</c:v>
                </c:pt>
                <c:pt idx="108">
                  <c:v>436.0</c:v>
                </c:pt>
                <c:pt idx="109">
                  <c:v>440.0</c:v>
                </c:pt>
                <c:pt idx="110">
                  <c:v>444.0</c:v>
                </c:pt>
                <c:pt idx="111">
                  <c:v>448.0</c:v>
                </c:pt>
                <c:pt idx="112">
                  <c:v>452.0</c:v>
                </c:pt>
                <c:pt idx="113">
                  <c:v>456.0</c:v>
                </c:pt>
                <c:pt idx="114">
                  <c:v>460.0</c:v>
                </c:pt>
                <c:pt idx="115">
                  <c:v>464.0</c:v>
                </c:pt>
                <c:pt idx="116">
                  <c:v>468.0</c:v>
                </c:pt>
                <c:pt idx="117">
                  <c:v>472.0</c:v>
                </c:pt>
                <c:pt idx="118">
                  <c:v>476.0</c:v>
                </c:pt>
                <c:pt idx="119">
                  <c:v>480.0</c:v>
                </c:pt>
                <c:pt idx="120">
                  <c:v>484.0</c:v>
                </c:pt>
                <c:pt idx="121">
                  <c:v>488.0</c:v>
                </c:pt>
                <c:pt idx="122">
                  <c:v>492.0</c:v>
                </c:pt>
                <c:pt idx="123">
                  <c:v>496.0</c:v>
                </c:pt>
                <c:pt idx="124">
                  <c:v>500.0</c:v>
                </c:pt>
                <c:pt idx="125">
                  <c:v>504.0</c:v>
                </c:pt>
                <c:pt idx="126">
                  <c:v>508.0</c:v>
                </c:pt>
                <c:pt idx="127">
                  <c:v>512.0</c:v>
                </c:pt>
                <c:pt idx="128">
                  <c:v>516.0</c:v>
                </c:pt>
                <c:pt idx="129">
                  <c:v>520.0</c:v>
                </c:pt>
                <c:pt idx="130">
                  <c:v>524.0</c:v>
                </c:pt>
                <c:pt idx="131">
                  <c:v>528.0</c:v>
                </c:pt>
                <c:pt idx="132">
                  <c:v>532.0</c:v>
                </c:pt>
                <c:pt idx="133">
                  <c:v>536.0</c:v>
                </c:pt>
                <c:pt idx="134">
                  <c:v>540.0</c:v>
                </c:pt>
                <c:pt idx="135">
                  <c:v>544.0</c:v>
                </c:pt>
                <c:pt idx="136">
                  <c:v>548.0</c:v>
                </c:pt>
                <c:pt idx="137">
                  <c:v>552.0</c:v>
                </c:pt>
                <c:pt idx="138">
                  <c:v>556.0</c:v>
                </c:pt>
                <c:pt idx="139">
                  <c:v>560.0</c:v>
                </c:pt>
                <c:pt idx="140">
                  <c:v>564.0</c:v>
                </c:pt>
                <c:pt idx="141">
                  <c:v>568.0</c:v>
                </c:pt>
                <c:pt idx="142">
                  <c:v>572.0</c:v>
                </c:pt>
                <c:pt idx="143">
                  <c:v>576.0</c:v>
                </c:pt>
                <c:pt idx="144">
                  <c:v>580.0</c:v>
                </c:pt>
                <c:pt idx="145">
                  <c:v>584.0</c:v>
                </c:pt>
                <c:pt idx="146">
                  <c:v>588.0</c:v>
                </c:pt>
                <c:pt idx="147">
                  <c:v>592.0</c:v>
                </c:pt>
                <c:pt idx="148">
                  <c:v>596.0</c:v>
                </c:pt>
                <c:pt idx="149">
                  <c:v>600.0</c:v>
                </c:pt>
                <c:pt idx="150">
                  <c:v>604.0</c:v>
                </c:pt>
                <c:pt idx="151">
                  <c:v>608.0</c:v>
                </c:pt>
                <c:pt idx="152">
                  <c:v>612.0</c:v>
                </c:pt>
                <c:pt idx="153">
                  <c:v>616.0</c:v>
                </c:pt>
                <c:pt idx="154">
                  <c:v>620.0</c:v>
                </c:pt>
                <c:pt idx="155">
                  <c:v>624.0</c:v>
                </c:pt>
                <c:pt idx="156">
                  <c:v>628.0</c:v>
                </c:pt>
                <c:pt idx="157">
                  <c:v>632.0</c:v>
                </c:pt>
                <c:pt idx="158">
                  <c:v>636.0</c:v>
                </c:pt>
                <c:pt idx="159">
                  <c:v>640.0</c:v>
                </c:pt>
                <c:pt idx="160">
                  <c:v>644.0</c:v>
                </c:pt>
                <c:pt idx="161">
                  <c:v>648.0</c:v>
                </c:pt>
                <c:pt idx="162">
                  <c:v>652.0</c:v>
                </c:pt>
                <c:pt idx="163">
                  <c:v>656.0</c:v>
                </c:pt>
                <c:pt idx="164">
                  <c:v>660.0</c:v>
                </c:pt>
                <c:pt idx="165">
                  <c:v>664.0</c:v>
                </c:pt>
                <c:pt idx="166">
                  <c:v>668.0</c:v>
                </c:pt>
                <c:pt idx="167">
                  <c:v>672.0</c:v>
                </c:pt>
                <c:pt idx="168">
                  <c:v>676.0</c:v>
                </c:pt>
                <c:pt idx="169">
                  <c:v>680.0</c:v>
                </c:pt>
                <c:pt idx="170">
                  <c:v>684.0</c:v>
                </c:pt>
                <c:pt idx="171">
                  <c:v>688.0</c:v>
                </c:pt>
                <c:pt idx="172">
                  <c:v>692.0</c:v>
                </c:pt>
                <c:pt idx="173">
                  <c:v>696.0</c:v>
                </c:pt>
                <c:pt idx="174">
                  <c:v>700.0</c:v>
                </c:pt>
                <c:pt idx="175">
                  <c:v>704.0</c:v>
                </c:pt>
                <c:pt idx="176">
                  <c:v>708.0</c:v>
                </c:pt>
                <c:pt idx="177">
                  <c:v>712.0</c:v>
                </c:pt>
                <c:pt idx="178">
                  <c:v>716.0</c:v>
                </c:pt>
                <c:pt idx="179">
                  <c:v>720.0</c:v>
                </c:pt>
                <c:pt idx="180">
                  <c:v>724.0</c:v>
                </c:pt>
                <c:pt idx="181">
                  <c:v>728.0</c:v>
                </c:pt>
                <c:pt idx="182">
                  <c:v>732.0</c:v>
                </c:pt>
                <c:pt idx="183">
                  <c:v>736.0</c:v>
                </c:pt>
                <c:pt idx="184">
                  <c:v>740.0</c:v>
                </c:pt>
                <c:pt idx="185">
                  <c:v>744.0</c:v>
                </c:pt>
                <c:pt idx="186">
                  <c:v>748.0</c:v>
                </c:pt>
                <c:pt idx="187">
                  <c:v>752.0</c:v>
                </c:pt>
                <c:pt idx="188">
                  <c:v>756.0</c:v>
                </c:pt>
                <c:pt idx="189">
                  <c:v>760.0</c:v>
                </c:pt>
                <c:pt idx="190">
                  <c:v>764.0</c:v>
                </c:pt>
                <c:pt idx="191">
                  <c:v>768.0</c:v>
                </c:pt>
                <c:pt idx="192">
                  <c:v>772.0</c:v>
                </c:pt>
                <c:pt idx="193">
                  <c:v>776.0</c:v>
                </c:pt>
                <c:pt idx="194">
                  <c:v>780.0</c:v>
                </c:pt>
                <c:pt idx="195">
                  <c:v>784.0</c:v>
                </c:pt>
                <c:pt idx="196">
                  <c:v>788.0</c:v>
                </c:pt>
                <c:pt idx="197">
                  <c:v>792.0</c:v>
                </c:pt>
                <c:pt idx="198">
                  <c:v>796.0</c:v>
                </c:pt>
                <c:pt idx="199">
                  <c:v>800.0</c:v>
                </c:pt>
                <c:pt idx="200">
                  <c:v>804.0</c:v>
                </c:pt>
                <c:pt idx="201">
                  <c:v>808.0</c:v>
                </c:pt>
                <c:pt idx="202">
                  <c:v>812.0</c:v>
                </c:pt>
                <c:pt idx="203">
                  <c:v>816.0</c:v>
                </c:pt>
                <c:pt idx="204">
                  <c:v>820.0</c:v>
                </c:pt>
                <c:pt idx="205">
                  <c:v>824.0</c:v>
                </c:pt>
                <c:pt idx="206">
                  <c:v>828.0</c:v>
                </c:pt>
                <c:pt idx="207">
                  <c:v>832.0</c:v>
                </c:pt>
                <c:pt idx="208">
                  <c:v>836.0</c:v>
                </c:pt>
                <c:pt idx="209">
                  <c:v>840.0</c:v>
                </c:pt>
                <c:pt idx="210">
                  <c:v>844.0</c:v>
                </c:pt>
                <c:pt idx="211">
                  <c:v>848.0</c:v>
                </c:pt>
                <c:pt idx="212">
                  <c:v>852.0</c:v>
                </c:pt>
                <c:pt idx="213">
                  <c:v>856.0</c:v>
                </c:pt>
                <c:pt idx="214">
                  <c:v>860.0</c:v>
                </c:pt>
                <c:pt idx="215">
                  <c:v>864.0</c:v>
                </c:pt>
                <c:pt idx="216">
                  <c:v>868.0</c:v>
                </c:pt>
                <c:pt idx="217">
                  <c:v>872.0</c:v>
                </c:pt>
                <c:pt idx="218">
                  <c:v>876.0</c:v>
                </c:pt>
                <c:pt idx="219">
                  <c:v>880.0</c:v>
                </c:pt>
                <c:pt idx="220">
                  <c:v>884.0</c:v>
                </c:pt>
                <c:pt idx="221">
                  <c:v>888.0</c:v>
                </c:pt>
                <c:pt idx="222">
                  <c:v>892.0</c:v>
                </c:pt>
                <c:pt idx="223">
                  <c:v>896.0</c:v>
                </c:pt>
                <c:pt idx="224">
                  <c:v>900.0</c:v>
                </c:pt>
                <c:pt idx="225">
                  <c:v>904.0</c:v>
                </c:pt>
                <c:pt idx="226">
                  <c:v>908.0</c:v>
                </c:pt>
                <c:pt idx="227">
                  <c:v>912.0</c:v>
                </c:pt>
                <c:pt idx="228">
                  <c:v>916.0</c:v>
                </c:pt>
                <c:pt idx="229">
                  <c:v>920.0</c:v>
                </c:pt>
                <c:pt idx="230">
                  <c:v>924.0</c:v>
                </c:pt>
                <c:pt idx="231">
                  <c:v>928.0</c:v>
                </c:pt>
                <c:pt idx="232">
                  <c:v>932.0</c:v>
                </c:pt>
                <c:pt idx="233">
                  <c:v>936.0</c:v>
                </c:pt>
                <c:pt idx="234">
                  <c:v>940.0</c:v>
                </c:pt>
                <c:pt idx="235">
                  <c:v>944.0</c:v>
                </c:pt>
                <c:pt idx="236">
                  <c:v>948.0</c:v>
                </c:pt>
                <c:pt idx="237">
                  <c:v>952.0</c:v>
                </c:pt>
                <c:pt idx="238">
                  <c:v>956.0</c:v>
                </c:pt>
                <c:pt idx="239">
                  <c:v>960.0</c:v>
                </c:pt>
                <c:pt idx="240">
                  <c:v>964.0</c:v>
                </c:pt>
                <c:pt idx="241">
                  <c:v>968.0</c:v>
                </c:pt>
                <c:pt idx="242">
                  <c:v>972.0</c:v>
                </c:pt>
                <c:pt idx="243">
                  <c:v>976.0</c:v>
                </c:pt>
                <c:pt idx="244">
                  <c:v>980.0</c:v>
                </c:pt>
                <c:pt idx="245">
                  <c:v>984.0</c:v>
                </c:pt>
                <c:pt idx="246">
                  <c:v>988.0</c:v>
                </c:pt>
                <c:pt idx="247">
                  <c:v>992.0</c:v>
                </c:pt>
                <c:pt idx="248">
                  <c:v>996.0</c:v>
                </c:pt>
                <c:pt idx="249">
                  <c:v>1000.0</c:v>
                </c:pt>
                <c:pt idx="250">
                  <c:v>1002.0</c:v>
                </c:pt>
                <c:pt idx="251">
                  <c:v>1004.0</c:v>
                </c:pt>
                <c:pt idx="252">
                  <c:v>1006.0</c:v>
                </c:pt>
                <c:pt idx="253">
                  <c:v>1008.0</c:v>
                </c:pt>
                <c:pt idx="254">
                  <c:v>1010.0</c:v>
                </c:pt>
                <c:pt idx="255">
                  <c:v>1012.0</c:v>
                </c:pt>
                <c:pt idx="256">
                  <c:v>1014.0</c:v>
                </c:pt>
                <c:pt idx="257">
                  <c:v>1016.0</c:v>
                </c:pt>
                <c:pt idx="258">
                  <c:v>1018.0</c:v>
                </c:pt>
                <c:pt idx="259">
                  <c:v>1020.0</c:v>
                </c:pt>
                <c:pt idx="260">
                  <c:v>1022.0</c:v>
                </c:pt>
                <c:pt idx="261">
                  <c:v>1024.0</c:v>
                </c:pt>
                <c:pt idx="262">
                  <c:v>1026.0</c:v>
                </c:pt>
                <c:pt idx="263">
                  <c:v>1028.0</c:v>
                </c:pt>
                <c:pt idx="264">
                  <c:v>1030.0</c:v>
                </c:pt>
                <c:pt idx="265">
                  <c:v>1032.0</c:v>
                </c:pt>
                <c:pt idx="266">
                  <c:v>1034.0</c:v>
                </c:pt>
                <c:pt idx="267">
                  <c:v>1036.0</c:v>
                </c:pt>
                <c:pt idx="268">
                  <c:v>1038.0</c:v>
                </c:pt>
                <c:pt idx="269">
                  <c:v>1040.0</c:v>
                </c:pt>
                <c:pt idx="270">
                  <c:v>1042.0</c:v>
                </c:pt>
                <c:pt idx="271">
                  <c:v>1044.0</c:v>
                </c:pt>
                <c:pt idx="272">
                  <c:v>1046.0</c:v>
                </c:pt>
                <c:pt idx="273">
                  <c:v>1048.0</c:v>
                </c:pt>
                <c:pt idx="274">
                  <c:v>1050.0</c:v>
                </c:pt>
                <c:pt idx="275">
                  <c:v>1052.0</c:v>
                </c:pt>
                <c:pt idx="276">
                  <c:v>1054.0</c:v>
                </c:pt>
                <c:pt idx="277">
                  <c:v>1056.0</c:v>
                </c:pt>
                <c:pt idx="278">
                  <c:v>1058.0</c:v>
                </c:pt>
                <c:pt idx="279">
                  <c:v>1060.0</c:v>
                </c:pt>
                <c:pt idx="280">
                  <c:v>1062.0</c:v>
                </c:pt>
                <c:pt idx="281">
                  <c:v>1064.0</c:v>
                </c:pt>
                <c:pt idx="282">
                  <c:v>1066.0</c:v>
                </c:pt>
                <c:pt idx="283">
                  <c:v>1068.0</c:v>
                </c:pt>
                <c:pt idx="284">
                  <c:v>1070.0</c:v>
                </c:pt>
                <c:pt idx="285">
                  <c:v>1072.0</c:v>
                </c:pt>
                <c:pt idx="286">
                  <c:v>1074.0</c:v>
                </c:pt>
                <c:pt idx="287">
                  <c:v>1076.0</c:v>
                </c:pt>
                <c:pt idx="288">
                  <c:v>1078.0</c:v>
                </c:pt>
                <c:pt idx="289">
                  <c:v>1080.0</c:v>
                </c:pt>
                <c:pt idx="290">
                  <c:v>1082.0</c:v>
                </c:pt>
                <c:pt idx="291">
                  <c:v>1084.0</c:v>
                </c:pt>
                <c:pt idx="292">
                  <c:v>1086.0</c:v>
                </c:pt>
                <c:pt idx="293">
                  <c:v>1088.0</c:v>
                </c:pt>
                <c:pt idx="294">
                  <c:v>1090.0</c:v>
                </c:pt>
                <c:pt idx="295">
                  <c:v>1092.0</c:v>
                </c:pt>
                <c:pt idx="296">
                  <c:v>1094.0</c:v>
                </c:pt>
                <c:pt idx="297">
                  <c:v>1096.0</c:v>
                </c:pt>
                <c:pt idx="298">
                  <c:v>1098.0</c:v>
                </c:pt>
                <c:pt idx="299">
                  <c:v>1100.0</c:v>
                </c:pt>
                <c:pt idx="300">
                  <c:v>1102.0</c:v>
                </c:pt>
                <c:pt idx="301">
                  <c:v>1104.0</c:v>
                </c:pt>
                <c:pt idx="302">
                  <c:v>1106.0</c:v>
                </c:pt>
                <c:pt idx="303">
                  <c:v>1108.0</c:v>
                </c:pt>
                <c:pt idx="304">
                  <c:v>1110.0</c:v>
                </c:pt>
                <c:pt idx="305">
                  <c:v>1112.0</c:v>
                </c:pt>
                <c:pt idx="306">
                  <c:v>1114.0</c:v>
                </c:pt>
                <c:pt idx="307">
                  <c:v>1116.0</c:v>
                </c:pt>
                <c:pt idx="308">
                  <c:v>1118.0</c:v>
                </c:pt>
                <c:pt idx="309">
                  <c:v>1120.0</c:v>
                </c:pt>
                <c:pt idx="310">
                  <c:v>1122.0</c:v>
                </c:pt>
                <c:pt idx="311">
                  <c:v>1124.0</c:v>
                </c:pt>
                <c:pt idx="312">
                  <c:v>1126.0</c:v>
                </c:pt>
                <c:pt idx="313">
                  <c:v>1128.0</c:v>
                </c:pt>
                <c:pt idx="314">
                  <c:v>1130.0</c:v>
                </c:pt>
                <c:pt idx="315">
                  <c:v>1132.0</c:v>
                </c:pt>
                <c:pt idx="316">
                  <c:v>1134.0</c:v>
                </c:pt>
                <c:pt idx="317">
                  <c:v>1136.0</c:v>
                </c:pt>
                <c:pt idx="318">
                  <c:v>1138.0</c:v>
                </c:pt>
                <c:pt idx="319">
                  <c:v>1140.0</c:v>
                </c:pt>
                <c:pt idx="320">
                  <c:v>1142.0</c:v>
                </c:pt>
                <c:pt idx="321">
                  <c:v>1144.0</c:v>
                </c:pt>
                <c:pt idx="322">
                  <c:v>1146.0</c:v>
                </c:pt>
                <c:pt idx="323">
                  <c:v>1148.0</c:v>
                </c:pt>
                <c:pt idx="324">
                  <c:v>1150.0</c:v>
                </c:pt>
                <c:pt idx="325">
                  <c:v>1152.0</c:v>
                </c:pt>
                <c:pt idx="326">
                  <c:v>1154.0</c:v>
                </c:pt>
                <c:pt idx="327">
                  <c:v>1156.0</c:v>
                </c:pt>
                <c:pt idx="328">
                  <c:v>1158.0</c:v>
                </c:pt>
                <c:pt idx="329">
                  <c:v>1160.0</c:v>
                </c:pt>
                <c:pt idx="330">
                  <c:v>1162.0</c:v>
                </c:pt>
                <c:pt idx="331">
                  <c:v>1164.0</c:v>
                </c:pt>
                <c:pt idx="332">
                  <c:v>1166.0</c:v>
                </c:pt>
                <c:pt idx="333">
                  <c:v>1168.0</c:v>
                </c:pt>
                <c:pt idx="334">
                  <c:v>1170.0</c:v>
                </c:pt>
                <c:pt idx="335">
                  <c:v>1172.0</c:v>
                </c:pt>
                <c:pt idx="336">
                  <c:v>1174.0</c:v>
                </c:pt>
                <c:pt idx="337">
                  <c:v>1176.0</c:v>
                </c:pt>
                <c:pt idx="338">
                  <c:v>1178.0</c:v>
                </c:pt>
                <c:pt idx="339">
                  <c:v>1180.0</c:v>
                </c:pt>
                <c:pt idx="340">
                  <c:v>1182.0</c:v>
                </c:pt>
                <c:pt idx="341">
                  <c:v>1184.0</c:v>
                </c:pt>
                <c:pt idx="342">
                  <c:v>1186.0</c:v>
                </c:pt>
                <c:pt idx="343">
                  <c:v>1188.0</c:v>
                </c:pt>
                <c:pt idx="344">
                  <c:v>1190.0</c:v>
                </c:pt>
                <c:pt idx="345">
                  <c:v>1192.0</c:v>
                </c:pt>
                <c:pt idx="346">
                  <c:v>1194.0</c:v>
                </c:pt>
                <c:pt idx="347">
                  <c:v>1196.0</c:v>
                </c:pt>
                <c:pt idx="348">
                  <c:v>1198.0</c:v>
                </c:pt>
                <c:pt idx="349">
                  <c:v>1200.0</c:v>
                </c:pt>
                <c:pt idx="350">
                  <c:v>1202.0</c:v>
                </c:pt>
                <c:pt idx="351">
                  <c:v>1204.0</c:v>
                </c:pt>
                <c:pt idx="352">
                  <c:v>1206.0</c:v>
                </c:pt>
                <c:pt idx="353">
                  <c:v>1208.0</c:v>
                </c:pt>
                <c:pt idx="354">
                  <c:v>1210.0</c:v>
                </c:pt>
                <c:pt idx="355">
                  <c:v>1212.0</c:v>
                </c:pt>
                <c:pt idx="356">
                  <c:v>1214.0</c:v>
                </c:pt>
                <c:pt idx="357">
                  <c:v>1216.0</c:v>
                </c:pt>
                <c:pt idx="358">
                  <c:v>1218.0</c:v>
                </c:pt>
                <c:pt idx="359">
                  <c:v>1220.0</c:v>
                </c:pt>
                <c:pt idx="360">
                  <c:v>1222.0</c:v>
                </c:pt>
                <c:pt idx="361">
                  <c:v>1224.0</c:v>
                </c:pt>
                <c:pt idx="362">
                  <c:v>1226.0</c:v>
                </c:pt>
                <c:pt idx="363">
                  <c:v>1228.0</c:v>
                </c:pt>
                <c:pt idx="364">
                  <c:v>1230.0</c:v>
                </c:pt>
                <c:pt idx="365">
                  <c:v>1232.0</c:v>
                </c:pt>
                <c:pt idx="366">
                  <c:v>1234.0</c:v>
                </c:pt>
                <c:pt idx="367">
                  <c:v>1236.0</c:v>
                </c:pt>
                <c:pt idx="368">
                  <c:v>1238.0</c:v>
                </c:pt>
                <c:pt idx="369">
                  <c:v>1240.0</c:v>
                </c:pt>
                <c:pt idx="370">
                  <c:v>1242.0</c:v>
                </c:pt>
                <c:pt idx="371">
                  <c:v>1244.0</c:v>
                </c:pt>
                <c:pt idx="372">
                  <c:v>1246.0</c:v>
                </c:pt>
                <c:pt idx="373">
                  <c:v>1248.0</c:v>
                </c:pt>
                <c:pt idx="374">
                  <c:v>1250.0</c:v>
                </c:pt>
                <c:pt idx="375">
                  <c:v>1252.0</c:v>
                </c:pt>
                <c:pt idx="376">
                  <c:v>1254.0</c:v>
                </c:pt>
                <c:pt idx="377">
                  <c:v>1256.0</c:v>
                </c:pt>
                <c:pt idx="378">
                  <c:v>1258.0</c:v>
                </c:pt>
                <c:pt idx="379">
                  <c:v>1260.0</c:v>
                </c:pt>
                <c:pt idx="380">
                  <c:v>1262.0</c:v>
                </c:pt>
                <c:pt idx="381">
                  <c:v>1264.0</c:v>
                </c:pt>
                <c:pt idx="382">
                  <c:v>1266.0</c:v>
                </c:pt>
                <c:pt idx="383">
                  <c:v>1268.0</c:v>
                </c:pt>
                <c:pt idx="384">
                  <c:v>1270.0</c:v>
                </c:pt>
                <c:pt idx="385">
                  <c:v>1272.0</c:v>
                </c:pt>
                <c:pt idx="386">
                  <c:v>1274.0</c:v>
                </c:pt>
                <c:pt idx="387">
                  <c:v>1276.0</c:v>
                </c:pt>
                <c:pt idx="388">
                  <c:v>1278.0</c:v>
                </c:pt>
                <c:pt idx="389">
                  <c:v>1280.0</c:v>
                </c:pt>
                <c:pt idx="390">
                  <c:v>1282.0</c:v>
                </c:pt>
                <c:pt idx="391">
                  <c:v>1284.0</c:v>
                </c:pt>
                <c:pt idx="392">
                  <c:v>1286.0</c:v>
                </c:pt>
                <c:pt idx="393">
                  <c:v>1288.0</c:v>
                </c:pt>
                <c:pt idx="394">
                  <c:v>1290.0</c:v>
                </c:pt>
                <c:pt idx="395">
                  <c:v>1292.0</c:v>
                </c:pt>
                <c:pt idx="396">
                  <c:v>1294.0</c:v>
                </c:pt>
                <c:pt idx="397">
                  <c:v>1296.0</c:v>
                </c:pt>
                <c:pt idx="398">
                  <c:v>1298.0</c:v>
                </c:pt>
                <c:pt idx="399">
                  <c:v>1300.0</c:v>
                </c:pt>
                <c:pt idx="400">
                  <c:v>1302.0</c:v>
                </c:pt>
                <c:pt idx="401">
                  <c:v>1304.0</c:v>
                </c:pt>
                <c:pt idx="402">
                  <c:v>1306.0</c:v>
                </c:pt>
                <c:pt idx="403">
                  <c:v>1308.0</c:v>
                </c:pt>
                <c:pt idx="404">
                  <c:v>1310.0</c:v>
                </c:pt>
                <c:pt idx="405">
                  <c:v>1312.0</c:v>
                </c:pt>
                <c:pt idx="406">
                  <c:v>1314.0</c:v>
                </c:pt>
                <c:pt idx="407">
                  <c:v>1316.0</c:v>
                </c:pt>
                <c:pt idx="408">
                  <c:v>1318.0</c:v>
                </c:pt>
                <c:pt idx="409">
                  <c:v>1320.0</c:v>
                </c:pt>
                <c:pt idx="410">
                  <c:v>1322.0</c:v>
                </c:pt>
                <c:pt idx="411">
                  <c:v>1324.0</c:v>
                </c:pt>
                <c:pt idx="412">
                  <c:v>1326.0</c:v>
                </c:pt>
                <c:pt idx="413">
                  <c:v>1328.0</c:v>
                </c:pt>
                <c:pt idx="414">
                  <c:v>1330.0</c:v>
                </c:pt>
                <c:pt idx="415">
                  <c:v>1332.0</c:v>
                </c:pt>
                <c:pt idx="416">
                  <c:v>1334.0</c:v>
                </c:pt>
                <c:pt idx="417">
                  <c:v>1336.0</c:v>
                </c:pt>
                <c:pt idx="418">
                  <c:v>1338.0</c:v>
                </c:pt>
                <c:pt idx="419">
                  <c:v>1340.0</c:v>
                </c:pt>
                <c:pt idx="420">
                  <c:v>1342.0</c:v>
                </c:pt>
                <c:pt idx="421">
                  <c:v>1344.0</c:v>
                </c:pt>
                <c:pt idx="422">
                  <c:v>1346.0</c:v>
                </c:pt>
                <c:pt idx="423">
                  <c:v>1348.0</c:v>
                </c:pt>
                <c:pt idx="424">
                  <c:v>1350.0</c:v>
                </c:pt>
                <c:pt idx="425">
                  <c:v>1352.0</c:v>
                </c:pt>
                <c:pt idx="426">
                  <c:v>1354.0</c:v>
                </c:pt>
                <c:pt idx="427">
                  <c:v>1356.0</c:v>
                </c:pt>
                <c:pt idx="428">
                  <c:v>1358.0</c:v>
                </c:pt>
                <c:pt idx="429">
                  <c:v>1360.0</c:v>
                </c:pt>
                <c:pt idx="430">
                  <c:v>1362.0</c:v>
                </c:pt>
                <c:pt idx="431">
                  <c:v>1364.0</c:v>
                </c:pt>
                <c:pt idx="432">
                  <c:v>1366.0</c:v>
                </c:pt>
                <c:pt idx="433">
                  <c:v>1368.0</c:v>
                </c:pt>
                <c:pt idx="434">
                  <c:v>1370.0</c:v>
                </c:pt>
                <c:pt idx="435">
                  <c:v>1372.0</c:v>
                </c:pt>
                <c:pt idx="436">
                  <c:v>1374.0</c:v>
                </c:pt>
                <c:pt idx="437">
                  <c:v>1376.0</c:v>
                </c:pt>
                <c:pt idx="438">
                  <c:v>1378.0</c:v>
                </c:pt>
                <c:pt idx="439">
                  <c:v>1380.0</c:v>
                </c:pt>
                <c:pt idx="440">
                  <c:v>1382.0</c:v>
                </c:pt>
                <c:pt idx="441">
                  <c:v>1384.0</c:v>
                </c:pt>
                <c:pt idx="442">
                  <c:v>1386.0</c:v>
                </c:pt>
                <c:pt idx="443">
                  <c:v>1388.0</c:v>
                </c:pt>
                <c:pt idx="444">
                  <c:v>1390.0</c:v>
                </c:pt>
                <c:pt idx="445">
                  <c:v>1392.0</c:v>
                </c:pt>
                <c:pt idx="446">
                  <c:v>1394.0</c:v>
                </c:pt>
                <c:pt idx="447">
                  <c:v>1396.0</c:v>
                </c:pt>
                <c:pt idx="448">
                  <c:v>1398.0</c:v>
                </c:pt>
                <c:pt idx="449">
                  <c:v>1400.0</c:v>
                </c:pt>
                <c:pt idx="450">
                  <c:v>1402.0</c:v>
                </c:pt>
                <c:pt idx="451">
                  <c:v>1404.0</c:v>
                </c:pt>
                <c:pt idx="452">
                  <c:v>1406.0</c:v>
                </c:pt>
                <c:pt idx="453">
                  <c:v>1408.0</c:v>
                </c:pt>
                <c:pt idx="454">
                  <c:v>1410.0</c:v>
                </c:pt>
                <c:pt idx="455">
                  <c:v>1412.0</c:v>
                </c:pt>
                <c:pt idx="456">
                  <c:v>1414.0</c:v>
                </c:pt>
                <c:pt idx="457">
                  <c:v>1416.0</c:v>
                </c:pt>
                <c:pt idx="458">
                  <c:v>1418.0</c:v>
                </c:pt>
                <c:pt idx="459">
                  <c:v>1420.0</c:v>
                </c:pt>
                <c:pt idx="460">
                  <c:v>1422.0</c:v>
                </c:pt>
                <c:pt idx="461">
                  <c:v>1424.0</c:v>
                </c:pt>
                <c:pt idx="462">
                  <c:v>1426.0</c:v>
                </c:pt>
                <c:pt idx="463">
                  <c:v>1428.0</c:v>
                </c:pt>
                <c:pt idx="464">
                  <c:v>1430.0</c:v>
                </c:pt>
                <c:pt idx="465">
                  <c:v>1432.0</c:v>
                </c:pt>
                <c:pt idx="466">
                  <c:v>1434.0</c:v>
                </c:pt>
                <c:pt idx="467">
                  <c:v>1436.0</c:v>
                </c:pt>
                <c:pt idx="468">
                  <c:v>1438.0</c:v>
                </c:pt>
                <c:pt idx="469">
                  <c:v>1440.0</c:v>
                </c:pt>
                <c:pt idx="470">
                  <c:v>1442.0</c:v>
                </c:pt>
                <c:pt idx="471">
                  <c:v>1444.0</c:v>
                </c:pt>
                <c:pt idx="472">
                  <c:v>1446.0</c:v>
                </c:pt>
                <c:pt idx="473">
                  <c:v>1448.0</c:v>
                </c:pt>
                <c:pt idx="474">
                  <c:v>1450.0</c:v>
                </c:pt>
                <c:pt idx="475">
                  <c:v>1452.0</c:v>
                </c:pt>
                <c:pt idx="476">
                  <c:v>1454.0</c:v>
                </c:pt>
                <c:pt idx="477">
                  <c:v>1456.0</c:v>
                </c:pt>
                <c:pt idx="478">
                  <c:v>1458.0</c:v>
                </c:pt>
                <c:pt idx="479">
                  <c:v>1460.0</c:v>
                </c:pt>
                <c:pt idx="480">
                  <c:v>1462.0</c:v>
                </c:pt>
                <c:pt idx="481">
                  <c:v>1464.0</c:v>
                </c:pt>
                <c:pt idx="482">
                  <c:v>1466.0</c:v>
                </c:pt>
                <c:pt idx="483">
                  <c:v>1468.0</c:v>
                </c:pt>
                <c:pt idx="484">
                  <c:v>1470.0</c:v>
                </c:pt>
                <c:pt idx="485">
                  <c:v>1472.0</c:v>
                </c:pt>
                <c:pt idx="486">
                  <c:v>1474.0</c:v>
                </c:pt>
                <c:pt idx="487">
                  <c:v>1476.0</c:v>
                </c:pt>
                <c:pt idx="488">
                  <c:v>1478.0</c:v>
                </c:pt>
                <c:pt idx="489">
                  <c:v>1480.0</c:v>
                </c:pt>
                <c:pt idx="490">
                  <c:v>1482.0</c:v>
                </c:pt>
                <c:pt idx="491">
                  <c:v>1484.0</c:v>
                </c:pt>
                <c:pt idx="492">
                  <c:v>1486.0</c:v>
                </c:pt>
                <c:pt idx="493">
                  <c:v>1488.0</c:v>
                </c:pt>
                <c:pt idx="494">
                  <c:v>1490.0</c:v>
                </c:pt>
                <c:pt idx="495">
                  <c:v>1492.0</c:v>
                </c:pt>
                <c:pt idx="496">
                  <c:v>1494.0</c:v>
                </c:pt>
                <c:pt idx="497">
                  <c:v>1496.0</c:v>
                </c:pt>
                <c:pt idx="498">
                  <c:v>1498.0</c:v>
                </c:pt>
                <c:pt idx="499">
                  <c:v>1500.0</c:v>
                </c:pt>
                <c:pt idx="500">
                  <c:v>1501.0</c:v>
                </c:pt>
                <c:pt idx="501">
                  <c:v>1502.0</c:v>
                </c:pt>
                <c:pt idx="502">
                  <c:v>1503.0</c:v>
                </c:pt>
                <c:pt idx="503">
                  <c:v>1504.0</c:v>
                </c:pt>
                <c:pt idx="504">
                  <c:v>1505.0</c:v>
                </c:pt>
                <c:pt idx="505">
                  <c:v>1506.0</c:v>
                </c:pt>
                <c:pt idx="506">
                  <c:v>1507.0</c:v>
                </c:pt>
                <c:pt idx="507">
                  <c:v>1508.0</c:v>
                </c:pt>
                <c:pt idx="508">
                  <c:v>1509.0</c:v>
                </c:pt>
                <c:pt idx="509">
                  <c:v>1510.0</c:v>
                </c:pt>
                <c:pt idx="510">
                  <c:v>1511.0</c:v>
                </c:pt>
                <c:pt idx="511">
                  <c:v>1512.0</c:v>
                </c:pt>
                <c:pt idx="512">
                  <c:v>1513.0</c:v>
                </c:pt>
                <c:pt idx="513">
                  <c:v>1514.0</c:v>
                </c:pt>
                <c:pt idx="514">
                  <c:v>1515.0</c:v>
                </c:pt>
                <c:pt idx="515">
                  <c:v>1516.0</c:v>
                </c:pt>
                <c:pt idx="516">
                  <c:v>1517.0</c:v>
                </c:pt>
                <c:pt idx="517">
                  <c:v>1518.0</c:v>
                </c:pt>
                <c:pt idx="518">
                  <c:v>1519.0</c:v>
                </c:pt>
                <c:pt idx="519">
                  <c:v>1520.0</c:v>
                </c:pt>
                <c:pt idx="520">
                  <c:v>1521.0</c:v>
                </c:pt>
                <c:pt idx="521">
                  <c:v>1522.0</c:v>
                </c:pt>
                <c:pt idx="522">
                  <c:v>1523.0</c:v>
                </c:pt>
                <c:pt idx="523">
                  <c:v>1524.0</c:v>
                </c:pt>
                <c:pt idx="524">
                  <c:v>1525.0</c:v>
                </c:pt>
                <c:pt idx="525">
                  <c:v>1526.0</c:v>
                </c:pt>
                <c:pt idx="526">
                  <c:v>1527.0</c:v>
                </c:pt>
                <c:pt idx="527">
                  <c:v>1528.0</c:v>
                </c:pt>
                <c:pt idx="528">
                  <c:v>1529.0</c:v>
                </c:pt>
                <c:pt idx="529">
                  <c:v>1530.0</c:v>
                </c:pt>
                <c:pt idx="530">
                  <c:v>1531.0</c:v>
                </c:pt>
                <c:pt idx="531">
                  <c:v>1532.0</c:v>
                </c:pt>
                <c:pt idx="532">
                  <c:v>1533.0</c:v>
                </c:pt>
                <c:pt idx="533">
                  <c:v>1534.0</c:v>
                </c:pt>
                <c:pt idx="534">
                  <c:v>1535.0</c:v>
                </c:pt>
                <c:pt idx="535">
                  <c:v>1536.0</c:v>
                </c:pt>
                <c:pt idx="536">
                  <c:v>1537.0</c:v>
                </c:pt>
                <c:pt idx="537">
                  <c:v>1538.0</c:v>
                </c:pt>
                <c:pt idx="538">
                  <c:v>1539.0</c:v>
                </c:pt>
                <c:pt idx="539">
                  <c:v>1540.0</c:v>
                </c:pt>
                <c:pt idx="540">
                  <c:v>1541.0</c:v>
                </c:pt>
                <c:pt idx="541">
                  <c:v>1542.0</c:v>
                </c:pt>
                <c:pt idx="542">
                  <c:v>1543.0</c:v>
                </c:pt>
                <c:pt idx="543">
                  <c:v>1544.0</c:v>
                </c:pt>
                <c:pt idx="544">
                  <c:v>1545.0</c:v>
                </c:pt>
                <c:pt idx="545">
                  <c:v>1546.0</c:v>
                </c:pt>
                <c:pt idx="546">
                  <c:v>1547.0</c:v>
                </c:pt>
                <c:pt idx="547">
                  <c:v>1548.0</c:v>
                </c:pt>
                <c:pt idx="548">
                  <c:v>1549.0</c:v>
                </c:pt>
                <c:pt idx="549">
                  <c:v>1550.0</c:v>
                </c:pt>
                <c:pt idx="550">
                  <c:v>1551.0</c:v>
                </c:pt>
                <c:pt idx="551">
                  <c:v>1552.0</c:v>
                </c:pt>
                <c:pt idx="552">
                  <c:v>1553.0</c:v>
                </c:pt>
                <c:pt idx="553">
                  <c:v>1554.0</c:v>
                </c:pt>
                <c:pt idx="554">
                  <c:v>1555.0</c:v>
                </c:pt>
                <c:pt idx="555">
                  <c:v>1556.0</c:v>
                </c:pt>
                <c:pt idx="556">
                  <c:v>1557.0</c:v>
                </c:pt>
                <c:pt idx="557">
                  <c:v>1558.0</c:v>
                </c:pt>
                <c:pt idx="558">
                  <c:v>1559.0</c:v>
                </c:pt>
                <c:pt idx="559">
                  <c:v>1560.0</c:v>
                </c:pt>
                <c:pt idx="560">
                  <c:v>1561.0</c:v>
                </c:pt>
                <c:pt idx="561">
                  <c:v>1562.0</c:v>
                </c:pt>
                <c:pt idx="562">
                  <c:v>1563.0</c:v>
                </c:pt>
                <c:pt idx="563">
                  <c:v>1564.0</c:v>
                </c:pt>
                <c:pt idx="564">
                  <c:v>1565.0</c:v>
                </c:pt>
                <c:pt idx="565">
                  <c:v>1566.0</c:v>
                </c:pt>
                <c:pt idx="566">
                  <c:v>1567.0</c:v>
                </c:pt>
                <c:pt idx="567">
                  <c:v>1568.0</c:v>
                </c:pt>
                <c:pt idx="568">
                  <c:v>1569.0</c:v>
                </c:pt>
                <c:pt idx="569">
                  <c:v>1570.0</c:v>
                </c:pt>
                <c:pt idx="570">
                  <c:v>1571.0</c:v>
                </c:pt>
                <c:pt idx="571">
                  <c:v>1572.0</c:v>
                </c:pt>
                <c:pt idx="572">
                  <c:v>1573.0</c:v>
                </c:pt>
                <c:pt idx="573">
                  <c:v>1574.0</c:v>
                </c:pt>
                <c:pt idx="574">
                  <c:v>1575.0</c:v>
                </c:pt>
                <c:pt idx="575">
                  <c:v>1576.0</c:v>
                </c:pt>
                <c:pt idx="576">
                  <c:v>1577.0</c:v>
                </c:pt>
                <c:pt idx="577">
                  <c:v>1578.0</c:v>
                </c:pt>
                <c:pt idx="578">
                  <c:v>1579.0</c:v>
                </c:pt>
                <c:pt idx="579">
                  <c:v>1580.0</c:v>
                </c:pt>
                <c:pt idx="580">
                  <c:v>1581.0</c:v>
                </c:pt>
                <c:pt idx="581">
                  <c:v>1582.0</c:v>
                </c:pt>
                <c:pt idx="582">
                  <c:v>1583.0</c:v>
                </c:pt>
                <c:pt idx="583">
                  <c:v>1584.0</c:v>
                </c:pt>
                <c:pt idx="584">
                  <c:v>1585.0</c:v>
                </c:pt>
                <c:pt idx="585">
                  <c:v>1586.0</c:v>
                </c:pt>
                <c:pt idx="586">
                  <c:v>1587.0</c:v>
                </c:pt>
                <c:pt idx="587">
                  <c:v>1588.0</c:v>
                </c:pt>
                <c:pt idx="588">
                  <c:v>1589.0</c:v>
                </c:pt>
                <c:pt idx="589">
                  <c:v>1590.0</c:v>
                </c:pt>
                <c:pt idx="590">
                  <c:v>1591.0</c:v>
                </c:pt>
                <c:pt idx="591">
                  <c:v>1592.0</c:v>
                </c:pt>
                <c:pt idx="592">
                  <c:v>1593.0</c:v>
                </c:pt>
                <c:pt idx="593">
                  <c:v>1594.0</c:v>
                </c:pt>
                <c:pt idx="594">
                  <c:v>1595.0</c:v>
                </c:pt>
                <c:pt idx="595">
                  <c:v>1596.0</c:v>
                </c:pt>
                <c:pt idx="596">
                  <c:v>1597.0</c:v>
                </c:pt>
                <c:pt idx="597">
                  <c:v>1598.0</c:v>
                </c:pt>
                <c:pt idx="598">
                  <c:v>1599.0</c:v>
                </c:pt>
                <c:pt idx="599">
                  <c:v>1600.0</c:v>
                </c:pt>
                <c:pt idx="600">
                  <c:v>1601.0</c:v>
                </c:pt>
                <c:pt idx="601">
                  <c:v>1602.0</c:v>
                </c:pt>
                <c:pt idx="602">
                  <c:v>1603.0</c:v>
                </c:pt>
                <c:pt idx="603">
                  <c:v>1604.0</c:v>
                </c:pt>
                <c:pt idx="604">
                  <c:v>1605.0</c:v>
                </c:pt>
                <c:pt idx="605">
                  <c:v>1606.0</c:v>
                </c:pt>
                <c:pt idx="606">
                  <c:v>1607.0</c:v>
                </c:pt>
                <c:pt idx="607">
                  <c:v>1608.0</c:v>
                </c:pt>
                <c:pt idx="608">
                  <c:v>1609.0</c:v>
                </c:pt>
                <c:pt idx="609">
                  <c:v>1610.0</c:v>
                </c:pt>
                <c:pt idx="610">
                  <c:v>1611.0</c:v>
                </c:pt>
                <c:pt idx="611">
                  <c:v>1612.0</c:v>
                </c:pt>
                <c:pt idx="612">
                  <c:v>1613.0</c:v>
                </c:pt>
                <c:pt idx="613">
                  <c:v>1614.0</c:v>
                </c:pt>
                <c:pt idx="614">
                  <c:v>1615.0</c:v>
                </c:pt>
                <c:pt idx="615">
                  <c:v>1616.0</c:v>
                </c:pt>
                <c:pt idx="616">
                  <c:v>1617.0</c:v>
                </c:pt>
                <c:pt idx="617">
                  <c:v>1618.0</c:v>
                </c:pt>
                <c:pt idx="618">
                  <c:v>1619.0</c:v>
                </c:pt>
                <c:pt idx="619">
                  <c:v>1620.0</c:v>
                </c:pt>
                <c:pt idx="620">
                  <c:v>1621.0</c:v>
                </c:pt>
                <c:pt idx="621">
                  <c:v>1622.0</c:v>
                </c:pt>
                <c:pt idx="622">
                  <c:v>1623.0</c:v>
                </c:pt>
                <c:pt idx="623">
                  <c:v>1624.0</c:v>
                </c:pt>
                <c:pt idx="624">
                  <c:v>1625.0</c:v>
                </c:pt>
                <c:pt idx="625">
                  <c:v>1626.0</c:v>
                </c:pt>
                <c:pt idx="626">
                  <c:v>1627.0</c:v>
                </c:pt>
                <c:pt idx="627">
                  <c:v>1628.0</c:v>
                </c:pt>
                <c:pt idx="628">
                  <c:v>1629.0</c:v>
                </c:pt>
                <c:pt idx="629">
                  <c:v>1630.0</c:v>
                </c:pt>
                <c:pt idx="630">
                  <c:v>1631.0</c:v>
                </c:pt>
                <c:pt idx="631">
                  <c:v>1632.0</c:v>
                </c:pt>
                <c:pt idx="632">
                  <c:v>1633.0</c:v>
                </c:pt>
                <c:pt idx="633">
                  <c:v>1634.0</c:v>
                </c:pt>
                <c:pt idx="634">
                  <c:v>1635.0</c:v>
                </c:pt>
                <c:pt idx="635">
                  <c:v>1636.0</c:v>
                </c:pt>
                <c:pt idx="636">
                  <c:v>1637.0</c:v>
                </c:pt>
                <c:pt idx="637">
                  <c:v>1638.0</c:v>
                </c:pt>
                <c:pt idx="638">
                  <c:v>1639.0</c:v>
                </c:pt>
                <c:pt idx="639">
                  <c:v>1640.0</c:v>
                </c:pt>
                <c:pt idx="640">
                  <c:v>1641.0</c:v>
                </c:pt>
                <c:pt idx="641">
                  <c:v>1642.0</c:v>
                </c:pt>
                <c:pt idx="642">
                  <c:v>1643.0</c:v>
                </c:pt>
                <c:pt idx="643">
                  <c:v>1644.0</c:v>
                </c:pt>
                <c:pt idx="644">
                  <c:v>1645.0</c:v>
                </c:pt>
                <c:pt idx="645">
                  <c:v>1646.0</c:v>
                </c:pt>
                <c:pt idx="646">
                  <c:v>1647.0</c:v>
                </c:pt>
                <c:pt idx="647">
                  <c:v>1648.0</c:v>
                </c:pt>
                <c:pt idx="648">
                  <c:v>1649.0</c:v>
                </c:pt>
                <c:pt idx="649">
                  <c:v>1650.0</c:v>
                </c:pt>
                <c:pt idx="650">
                  <c:v>1651.0</c:v>
                </c:pt>
                <c:pt idx="651">
                  <c:v>1652.0</c:v>
                </c:pt>
                <c:pt idx="652">
                  <c:v>1653.0</c:v>
                </c:pt>
                <c:pt idx="653">
                  <c:v>1654.0</c:v>
                </c:pt>
                <c:pt idx="654">
                  <c:v>1655.0</c:v>
                </c:pt>
                <c:pt idx="655">
                  <c:v>1656.0</c:v>
                </c:pt>
                <c:pt idx="656">
                  <c:v>1657.0</c:v>
                </c:pt>
                <c:pt idx="657">
                  <c:v>1658.0</c:v>
                </c:pt>
                <c:pt idx="658">
                  <c:v>1659.0</c:v>
                </c:pt>
                <c:pt idx="659">
                  <c:v>1660.0</c:v>
                </c:pt>
                <c:pt idx="660">
                  <c:v>1661.0</c:v>
                </c:pt>
                <c:pt idx="661">
                  <c:v>1662.0</c:v>
                </c:pt>
                <c:pt idx="662">
                  <c:v>1663.0</c:v>
                </c:pt>
                <c:pt idx="663">
                  <c:v>1664.0</c:v>
                </c:pt>
                <c:pt idx="664">
                  <c:v>1665.0</c:v>
                </c:pt>
                <c:pt idx="665">
                  <c:v>1666.0</c:v>
                </c:pt>
                <c:pt idx="666">
                  <c:v>1667.0</c:v>
                </c:pt>
                <c:pt idx="667">
                  <c:v>1668.0</c:v>
                </c:pt>
                <c:pt idx="668">
                  <c:v>1669.0</c:v>
                </c:pt>
                <c:pt idx="669">
                  <c:v>1670.0</c:v>
                </c:pt>
                <c:pt idx="670">
                  <c:v>1671.0</c:v>
                </c:pt>
                <c:pt idx="671">
                  <c:v>1672.0</c:v>
                </c:pt>
                <c:pt idx="672">
                  <c:v>1673.0</c:v>
                </c:pt>
                <c:pt idx="673">
                  <c:v>1674.0</c:v>
                </c:pt>
                <c:pt idx="674">
                  <c:v>1675.0</c:v>
                </c:pt>
                <c:pt idx="675">
                  <c:v>1676.0</c:v>
                </c:pt>
                <c:pt idx="676">
                  <c:v>1677.0</c:v>
                </c:pt>
                <c:pt idx="677">
                  <c:v>1678.0</c:v>
                </c:pt>
                <c:pt idx="678">
                  <c:v>1679.0</c:v>
                </c:pt>
                <c:pt idx="679">
                  <c:v>1680.0</c:v>
                </c:pt>
                <c:pt idx="680">
                  <c:v>1681.0</c:v>
                </c:pt>
                <c:pt idx="681">
                  <c:v>1682.0</c:v>
                </c:pt>
                <c:pt idx="682">
                  <c:v>1683.0</c:v>
                </c:pt>
                <c:pt idx="683">
                  <c:v>1684.0</c:v>
                </c:pt>
                <c:pt idx="684">
                  <c:v>1685.0</c:v>
                </c:pt>
                <c:pt idx="685">
                  <c:v>1686.0</c:v>
                </c:pt>
                <c:pt idx="686">
                  <c:v>1687.0</c:v>
                </c:pt>
                <c:pt idx="687">
                  <c:v>1688.0</c:v>
                </c:pt>
                <c:pt idx="688">
                  <c:v>1689.0</c:v>
                </c:pt>
                <c:pt idx="689">
                  <c:v>1690.0</c:v>
                </c:pt>
                <c:pt idx="690">
                  <c:v>1691.0</c:v>
                </c:pt>
                <c:pt idx="691">
                  <c:v>1692.0</c:v>
                </c:pt>
                <c:pt idx="692">
                  <c:v>1693.0</c:v>
                </c:pt>
                <c:pt idx="693">
                  <c:v>1694.0</c:v>
                </c:pt>
                <c:pt idx="694">
                  <c:v>1695.0</c:v>
                </c:pt>
                <c:pt idx="695">
                  <c:v>1696.0</c:v>
                </c:pt>
                <c:pt idx="696">
                  <c:v>1697.0</c:v>
                </c:pt>
                <c:pt idx="697">
                  <c:v>1698.0</c:v>
                </c:pt>
                <c:pt idx="698">
                  <c:v>1699.0</c:v>
                </c:pt>
                <c:pt idx="699">
                  <c:v>1700.0</c:v>
                </c:pt>
                <c:pt idx="700">
                  <c:v>1701.0</c:v>
                </c:pt>
                <c:pt idx="701">
                  <c:v>1702.0</c:v>
                </c:pt>
                <c:pt idx="702">
                  <c:v>1703.0</c:v>
                </c:pt>
                <c:pt idx="703">
                  <c:v>1704.0</c:v>
                </c:pt>
                <c:pt idx="704">
                  <c:v>1705.0</c:v>
                </c:pt>
                <c:pt idx="705">
                  <c:v>1706.0</c:v>
                </c:pt>
                <c:pt idx="706">
                  <c:v>1707.0</c:v>
                </c:pt>
                <c:pt idx="707">
                  <c:v>1708.0</c:v>
                </c:pt>
                <c:pt idx="708">
                  <c:v>1709.0</c:v>
                </c:pt>
                <c:pt idx="709">
                  <c:v>1710.0</c:v>
                </c:pt>
                <c:pt idx="710">
                  <c:v>1711.0</c:v>
                </c:pt>
                <c:pt idx="711">
                  <c:v>1712.0</c:v>
                </c:pt>
                <c:pt idx="712">
                  <c:v>1713.0</c:v>
                </c:pt>
                <c:pt idx="713">
                  <c:v>1714.0</c:v>
                </c:pt>
                <c:pt idx="714">
                  <c:v>1715.0</c:v>
                </c:pt>
                <c:pt idx="715">
                  <c:v>1716.0</c:v>
                </c:pt>
                <c:pt idx="716">
                  <c:v>1717.0</c:v>
                </c:pt>
                <c:pt idx="717">
                  <c:v>1718.0</c:v>
                </c:pt>
                <c:pt idx="718">
                  <c:v>1719.0</c:v>
                </c:pt>
                <c:pt idx="719">
                  <c:v>1720.0</c:v>
                </c:pt>
                <c:pt idx="720">
                  <c:v>1721.0</c:v>
                </c:pt>
                <c:pt idx="721">
                  <c:v>1722.0</c:v>
                </c:pt>
                <c:pt idx="722">
                  <c:v>1723.0</c:v>
                </c:pt>
                <c:pt idx="723">
                  <c:v>1724.0</c:v>
                </c:pt>
                <c:pt idx="724">
                  <c:v>1725.0</c:v>
                </c:pt>
                <c:pt idx="725">
                  <c:v>1726.0</c:v>
                </c:pt>
                <c:pt idx="726">
                  <c:v>1727.0</c:v>
                </c:pt>
                <c:pt idx="727">
                  <c:v>1728.0</c:v>
                </c:pt>
                <c:pt idx="728">
                  <c:v>1729.0</c:v>
                </c:pt>
                <c:pt idx="729">
                  <c:v>1730.0</c:v>
                </c:pt>
                <c:pt idx="730">
                  <c:v>1731.0</c:v>
                </c:pt>
                <c:pt idx="731">
                  <c:v>1732.0</c:v>
                </c:pt>
                <c:pt idx="732">
                  <c:v>1733.0</c:v>
                </c:pt>
                <c:pt idx="733">
                  <c:v>1734.0</c:v>
                </c:pt>
                <c:pt idx="734">
                  <c:v>1735.0</c:v>
                </c:pt>
                <c:pt idx="735">
                  <c:v>1736.0</c:v>
                </c:pt>
                <c:pt idx="736">
                  <c:v>1737.0</c:v>
                </c:pt>
                <c:pt idx="737">
                  <c:v>1738.0</c:v>
                </c:pt>
                <c:pt idx="738">
                  <c:v>1739.0</c:v>
                </c:pt>
                <c:pt idx="739">
                  <c:v>1740.0</c:v>
                </c:pt>
                <c:pt idx="740">
                  <c:v>1741.0</c:v>
                </c:pt>
                <c:pt idx="741">
                  <c:v>1742.0</c:v>
                </c:pt>
                <c:pt idx="742">
                  <c:v>1743.0</c:v>
                </c:pt>
                <c:pt idx="743">
                  <c:v>1744.0</c:v>
                </c:pt>
                <c:pt idx="744">
                  <c:v>1745.0</c:v>
                </c:pt>
                <c:pt idx="745">
                  <c:v>1746.0</c:v>
                </c:pt>
                <c:pt idx="746">
                  <c:v>1747.0</c:v>
                </c:pt>
                <c:pt idx="747">
                  <c:v>1748.0</c:v>
                </c:pt>
                <c:pt idx="748">
                  <c:v>1749.0</c:v>
                </c:pt>
                <c:pt idx="749">
                  <c:v>1750.0</c:v>
                </c:pt>
                <c:pt idx="750">
                  <c:v>1751.0</c:v>
                </c:pt>
                <c:pt idx="751">
                  <c:v>1752.0</c:v>
                </c:pt>
                <c:pt idx="752">
                  <c:v>1753.0</c:v>
                </c:pt>
                <c:pt idx="753">
                  <c:v>1754.0</c:v>
                </c:pt>
                <c:pt idx="754">
                  <c:v>1755.0</c:v>
                </c:pt>
                <c:pt idx="755">
                  <c:v>1756.0</c:v>
                </c:pt>
                <c:pt idx="756">
                  <c:v>1757.0</c:v>
                </c:pt>
                <c:pt idx="757">
                  <c:v>1758.0</c:v>
                </c:pt>
                <c:pt idx="758">
                  <c:v>1759.0</c:v>
                </c:pt>
                <c:pt idx="759">
                  <c:v>1760.0</c:v>
                </c:pt>
                <c:pt idx="760">
                  <c:v>1761.0</c:v>
                </c:pt>
                <c:pt idx="761">
                  <c:v>1762.0</c:v>
                </c:pt>
                <c:pt idx="762">
                  <c:v>1763.0</c:v>
                </c:pt>
                <c:pt idx="763">
                  <c:v>1764.0</c:v>
                </c:pt>
                <c:pt idx="764">
                  <c:v>1765.0</c:v>
                </c:pt>
                <c:pt idx="765">
                  <c:v>1766.0</c:v>
                </c:pt>
                <c:pt idx="766">
                  <c:v>1767.0</c:v>
                </c:pt>
                <c:pt idx="767">
                  <c:v>1768.0</c:v>
                </c:pt>
                <c:pt idx="768">
                  <c:v>1769.0</c:v>
                </c:pt>
                <c:pt idx="769">
                  <c:v>1770.0</c:v>
                </c:pt>
                <c:pt idx="770">
                  <c:v>1771.0</c:v>
                </c:pt>
                <c:pt idx="771">
                  <c:v>1772.0</c:v>
                </c:pt>
                <c:pt idx="772">
                  <c:v>1773.0</c:v>
                </c:pt>
                <c:pt idx="773">
                  <c:v>1774.0</c:v>
                </c:pt>
                <c:pt idx="774">
                  <c:v>1775.0</c:v>
                </c:pt>
                <c:pt idx="775">
                  <c:v>1776.0</c:v>
                </c:pt>
                <c:pt idx="776">
                  <c:v>1777.0</c:v>
                </c:pt>
                <c:pt idx="777">
                  <c:v>1778.0</c:v>
                </c:pt>
                <c:pt idx="778">
                  <c:v>1779.0</c:v>
                </c:pt>
                <c:pt idx="779">
                  <c:v>1780.0</c:v>
                </c:pt>
                <c:pt idx="780">
                  <c:v>1781.0</c:v>
                </c:pt>
                <c:pt idx="781">
                  <c:v>1782.0</c:v>
                </c:pt>
                <c:pt idx="782">
                  <c:v>1783.0</c:v>
                </c:pt>
                <c:pt idx="783">
                  <c:v>1784.0</c:v>
                </c:pt>
                <c:pt idx="784">
                  <c:v>1785.0</c:v>
                </c:pt>
                <c:pt idx="785">
                  <c:v>1786.0</c:v>
                </c:pt>
                <c:pt idx="786">
                  <c:v>1787.0</c:v>
                </c:pt>
                <c:pt idx="787">
                  <c:v>1788.0</c:v>
                </c:pt>
                <c:pt idx="788">
                  <c:v>1789.0</c:v>
                </c:pt>
                <c:pt idx="789">
                  <c:v>1790.0</c:v>
                </c:pt>
                <c:pt idx="790">
                  <c:v>1791.0</c:v>
                </c:pt>
                <c:pt idx="791">
                  <c:v>1792.0</c:v>
                </c:pt>
                <c:pt idx="792">
                  <c:v>1793.0</c:v>
                </c:pt>
                <c:pt idx="793">
                  <c:v>1794.0</c:v>
                </c:pt>
                <c:pt idx="794">
                  <c:v>1795.0</c:v>
                </c:pt>
                <c:pt idx="795">
                  <c:v>1796.0</c:v>
                </c:pt>
                <c:pt idx="796">
                  <c:v>1797.0</c:v>
                </c:pt>
                <c:pt idx="797">
                  <c:v>1798.0</c:v>
                </c:pt>
                <c:pt idx="798">
                  <c:v>1799.0</c:v>
                </c:pt>
                <c:pt idx="799">
                  <c:v>1800.0</c:v>
                </c:pt>
                <c:pt idx="800">
                  <c:v>1801.0</c:v>
                </c:pt>
                <c:pt idx="801">
                  <c:v>1802.0</c:v>
                </c:pt>
                <c:pt idx="802">
                  <c:v>1803.0</c:v>
                </c:pt>
                <c:pt idx="803">
                  <c:v>1804.0</c:v>
                </c:pt>
                <c:pt idx="804">
                  <c:v>1805.0</c:v>
                </c:pt>
                <c:pt idx="805">
                  <c:v>1806.0</c:v>
                </c:pt>
                <c:pt idx="806">
                  <c:v>1807.0</c:v>
                </c:pt>
                <c:pt idx="807">
                  <c:v>1808.0</c:v>
                </c:pt>
                <c:pt idx="808">
                  <c:v>1809.0</c:v>
                </c:pt>
                <c:pt idx="809">
                  <c:v>1810.0</c:v>
                </c:pt>
                <c:pt idx="810">
                  <c:v>1811.0</c:v>
                </c:pt>
                <c:pt idx="811">
                  <c:v>1812.0</c:v>
                </c:pt>
                <c:pt idx="812">
                  <c:v>1813.0</c:v>
                </c:pt>
                <c:pt idx="813">
                  <c:v>1814.0</c:v>
                </c:pt>
                <c:pt idx="814">
                  <c:v>1815.0</c:v>
                </c:pt>
                <c:pt idx="815">
                  <c:v>1816.0</c:v>
                </c:pt>
                <c:pt idx="816">
                  <c:v>1817.0</c:v>
                </c:pt>
                <c:pt idx="817">
                  <c:v>1818.0</c:v>
                </c:pt>
                <c:pt idx="818">
                  <c:v>1819.0</c:v>
                </c:pt>
                <c:pt idx="819">
                  <c:v>1820.0</c:v>
                </c:pt>
                <c:pt idx="820">
                  <c:v>1821.0</c:v>
                </c:pt>
                <c:pt idx="821">
                  <c:v>1822.0</c:v>
                </c:pt>
                <c:pt idx="822">
                  <c:v>1823.0</c:v>
                </c:pt>
                <c:pt idx="823">
                  <c:v>1824.0</c:v>
                </c:pt>
                <c:pt idx="824">
                  <c:v>1825.0</c:v>
                </c:pt>
                <c:pt idx="825">
                  <c:v>1826.0</c:v>
                </c:pt>
                <c:pt idx="826">
                  <c:v>1827.0</c:v>
                </c:pt>
                <c:pt idx="827">
                  <c:v>1828.0</c:v>
                </c:pt>
                <c:pt idx="828">
                  <c:v>1829.0</c:v>
                </c:pt>
                <c:pt idx="829">
                  <c:v>1830.0</c:v>
                </c:pt>
                <c:pt idx="830">
                  <c:v>1831.0</c:v>
                </c:pt>
                <c:pt idx="831">
                  <c:v>1832.0</c:v>
                </c:pt>
                <c:pt idx="832">
                  <c:v>1833.0</c:v>
                </c:pt>
                <c:pt idx="833">
                  <c:v>1834.0</c:v>
                </c:pt>
                <c:pt idx="834">
                  <c:v>1835.0</c:v>
                </c:pt>
                <c:pt idx="835">
                  <c:v>1836.0</c:v>
                </c:pt>
                <c:pt idx="836">
                  <c:v>1837.0</c:v>
                </c:pt>
                <c:pt idx="837">
                  <c:v>1838.0</c:v>
                </c:pt>
                <c:pt idx="838">
                  <c:v>1839.0</c:v>
                </c:pt>
                <c:pt idx="839">
                  <c:v>1840.0</c:v>
                </c:pt>
                <c:pt idx="840">
                  <c:v>1841.0</c:v>
                </c:pt>
                <c:pt idx="841">
                  <c:v>1842.0</c:v>
                </c:pt>
                <c:pt idx="842">
                  <c:v>1843.0</c:v>
                </c:pt>
                <c:pt idx="843">
                  <c:v>1844.0</c:v>
                </c:pt>
                <c:pt idx="844">
                  <c:v>1845.0</c:v>
                </c:pt>
                <c:pt idx="845">
                  <c:v>1846.0</c:v>
                </c:pt>
                <c:pt idx="846">
                  <c:v>1847.0</c:v>
                </c:pt>
                <c:pt idx="847">
                  <c:v>1848.0</c:v>
                </c:pt>
                <c:pt idx="848">
                  <c:v>1849.0</c:v>
                </c:pt>
                <c:pt idx="849">
                  <c:v>1850.0</c:v>
                </c:pt>
                <c:pt idx="850">
                  <c:v>1851.0</c:v>
                </c:pt>
                <c:pt idx="851">
                  <c:v>1852.0</c:v>
                </c:pt>
                <c:pt idx="852">
                  <c:v>1853.0</c:v>
                </c:pt>
                <c:pt idx="853">
                  <c:v>1854.0</c:v>
                </c:pt>
                <c:pt idx="854">
                  <c:v>1855.0</c:v>
                </c:pt>
                <c:pt idx="855">
                  <c:v>1856.0</c:v>
                </c:pt>
                <c:pt idx="856">
                  <c:v>1857.0</c:v>
                </c:pt>
                <c:pt idx="857">
                  <c:v>1858.0</c:v>
                </c:pt>
                <c:pt idx="858">
                  <c:v>1859.0</c:v>
                </c:pt>
                <c:pt idx="859">
                  <c:v>1860.0</c:v>
                </c:pt>
                <c:pt idx="860">
                  <c:v>1861.0</c:v>
                </c:pt>
                <c:pt idx="861">
                  <c:v>1862.0</c:v>
                </c:pt>
                <c:pt idx="862">
                  <c:v>1863.0</c:v>
                </c:pt>
                <c:pt idx="863">
                  <c:v>1864.0</c:v>
                </c:pt>
                <c:pt idx="864">
                  <c:v>1865.0</c:v>
                </c:pt>
                <c:pt idx="865">
                  <c:v>1866.0</c:v>
                </c:pt>
                <c:pt idx="866">
                  <c:v>1867.0</c:v>
                </c:pt>
                <c:pt idx="867">
                  <c:v>1868.0</c:v>
                </c:pt>
                <c:pt idx="868">
                  <c:v>1869.0</c:v>
                </c:pt>
                <c:pt idx="869">
                  <c:v>1870.0</c:v>
                </c:pt>
                <c:pt idx="870">
                  <c:v>1871.0</c:v>
                </c:pt>
                <c:pt idx="871">
                  <c:v>1872.0</c:v>
                </c:pt>
                <c:pt idx="872">
                  <c:v>1873.0</c:v>
                </c:pt>
                <c:pt idx="873">
                  <c:v>1874.0</c:v>
                </c:pt>
                <c:pt idx="874">
                  <c:v>1875.0</c:v>
                </c:pt>
                <c:pt idx="875">
                  <c:v>1876.0</c:v>
                </c:pt>
                <c:pt idx="876">
                  <c:v>1877.0</c:v>
                </c:pt>
                <c:pt idx="877">
                  <c:v>1878.0</c:v>
                </c:pt>
                <c:pt idx="878">
                  <c:v>1879.0</c:v>
                </c:pt>
                <c:pt idx="879">
                  <c:v>1880.0</c:v>
                </c:pt>
                <c:pt idx="880">
                  <c:v>1881.0</c:v>
                </c:pt>
                <c:pt idx="881">
                  <c:v>1882.0</c:v>
                </c:pt>
                <c:pt idx="882">
                  <c:v>1883.0</c:v>
                </c:pt>
                <c:pt idx="883">
                  <c:v>1884.0</c:v>
                </c:pt>
                <c:pt idx="884">
                  <c:v>1885.0</c:v>
                </c:pt>
                <c:pt idx="885">
                  <c:v>1886.0</c:v>
                </c:pt>
                <c:pt idx="886">
                  <c:v>1887.0</c:v>
                </c:pt>
                <c:pt idx="887">
                  <c:v>1888.0</c:v>
                </c:pt>
                <c:pt idx="888">
                  <c:v>1889.0</c:v>
                </c:pt>
                <c:pt idx="889">
                  <c:v>1890.0</c:v>
                </c:pt>
                <c:pt idx="890">
                  <c:v>1891.0</c:v>
                </c:pt>
                <c:pt idx="891">
                  <c:v>1892.0</c:v>
                </c:pt>
                <c:pt idx="892">
                  <c:v>1893.0</c:v>
                </c:pt>
                <c:pt idx="893">
                  <c:v>1894.0</c:v>
                </c:pt>
                <c:pt idx="894">
                  <c:v>1895.0</c:v>
                </c:pt>
                <c:pt idx="895">
                  <c:v>1896.0</c:v>
                </c:pt>
                <c:pt idx="896">
                  <c:v>1897.0</c:v>
                </c:pt>
                <c:pt idx="897">
                  <c:v>1898.0</c:v>
                </c:pt>
                <c:pt idx="898">
                  <c:v>1899.0</c:v>
                </c:pt>
                <c:pt idx="899">
                  <c:v>1900.0</c:v>
                </c:pt>
                <c:pt idx="900">
                  <c:v>1901.0</c:v>
                </c:pt>
                <c:pt idx="901">
                  <c:v>1902.0</c:v>
                </c:pt>
                <c:pt idx="902">
                  <c:v>1903.0</c:v>
                </c:pt>
                <c:pt idx="903">
                  <c:v>1904.0</c:v>
                </c:pt>
                <c:pt idx="904">
                  <c:v>1905.0</c:v>
                </c:pt>
                <c:pt idx="905">
                  <c:v>1906.0</c:v>
                </c:pt>
                <c:pt idx="906">
                  <c:v>1907.0</c:v>
                </c:pt>
                <c:pt idx="907">
                  <c:v>1908.0</c:v>
                </c:pt>
                <c:pt idx="908">
                  <c:v>1909.0</c:v>
                </c:pt>
                <c:pt idx="909">
                  <c:v>1910.0</c:v>
                </c:pt>
                <c:pt idx="910">
                  <c:v>1911.0</c:v>
                </c:pt>
                <c:pt idx="911">
                  <c:v>1912.0</c:v>
                </c:pt>
                <c:pt idx="912">
                  <c:v>1913.0</c:v>
                </c:pt>
                <c:pt idx="913">
                  <c:v>1914.0</c:v>
                </c:pt>
                <c:pt idx="914">
                  <c:v>1915.0</c:v>
                </c:pt>
                <c:pt idx="915">
                  <c:v>1916.0</c:v>
                </c:pt>
                <c:pt idx="916">
                  <c:v>1917.0</c:v>
                </c:pt>
                <c:pt idx="917">
                  <c:v>1918.0</c:v>
                </c:pt>
                <c:pt idx="918">
                  <c:v>1919.0</c:v>
                </c:pt>
                <c:pt idx="919">
                  <c:v>1920.0</c:v>
                </c:pt>
                <c:pt idx="920">
                  <c:v>1921.0</c:v>
                </c:pt>
                <c:pt idx="921">
                  <c:v>1922.0</c:v>
                </c:pt>
                <c:pt idx="922">
                  <c:v>1923.0</c:v>
                </c:pt>
                <c:pt idx="923">
                  <c:v>1924.0</c:v>
                </c:pt>
                <c:pt idx="924">
                  <c:v>1925.0</c:v>
                </c:pt>
                <c:pt idx="925">
                  <c:v>1926.0</c:v>
                </c:pt>
                <c:pt idx="926">
                  <c:v>1927.0</c:v>
                </c:pt>
                <c:pt idx="927">
                  <c:v>1928.0</c:v>
                </c:pt>
                <c:pt idx="928">
                  <c:v>1929.0</c:v>
                </c:pt>
                <c:pt idx="929">
                  <c:v>1930.0</c:v>
                </c:pt>
                <c:pt idx="930">
                  <c:v>1931.0</c:v>
                </c:pt>
                <c:pt idx="931">
                  <c:v>1932.0</c:v>
                </c:pt>
                <c:pt idx="932">
                  <c:v>1933.0</c:v>
                </c:pt>
                <c:pt idx="933">
                  <c:v>1934.0</c:v>
                </c:pt>
                <c:pt idx="934">
                  <c:v>1935.0</c:v>
                </c:pt>
                <c:pt idx="935">
                  <c:v>1936.0</c:v>
                </c:pt>
                <c:pt idx="936">
                  <c:v>1937.0</c:v>
                </c:pt>
                <c:pt idx="937">
                  <c:v>1938.0</c:v>
                </c:pt>
                <c:pt idx="938">
                  <c:v>1939.0</c:v>
                </c:pt>
                <c:pt idx="939">
                  <c:v>1940.0</c:v>
                </c:pt>
                <c:pt idx="940">
                  <c:v>1941.0</c:v>
                </c:pt>
                <c:pt idx="941">
                  <c:v>1942.0</c:v>
                </c:pt>
                <c:pt idx="942">
                  <c:v>1943.0</c:v>
                </c:pt>
                <c:pt idx="943">
                  <c:v>1944.0</c:v>
                </c:pt>
                <c:pt idx="944">
                  <c:v>1945.0</c:v>
                </c:pt>
                <c:pt idx="945">
                  <c:v>1946.0</c:v>
                </c:pt>
                <c:pt idx="946">
                  <c:v>1947.0</c:v>
                </c:pt>
                <c:pt idx="947">
                  <c:v>1948.0</c:v>
                </c:pt>
                <c:pt idx="948">
                  <c:v>1949.0</c:v>
                </c:pt>
                <c:pt idx="949">
                  <c:v>1950.0</c:v>
                </c:pt>
                <c:pt idx="950">
                  <c:v>1951.0</c:v>
                </c:pt>
                <c:pt idx="951">
                  <c:v>1952.0</c:v>
                </c:pt>
                <c:pt idx="952">
                  <c:v>1953.0</c:v>
                </c:pt>
                <c:pt idx="953">
                  <c:v>1954.0</c:v>
                </c:pt>
                <c:pt idx="954">
                  <c:v>1955.0</c:v>
                </c:pt>
                <c:pt idx="955">
                  <c:v>1956.0</c:v>
                </c:pt>
                <c:pt idx="956">
                  <c:v>1957.0</c:v>
                </c:pt>
                <c:pt idx="957">
                  <c:v>1958.0</c:v>
                </c:pt>
                <c:pt idx="958">
                  <c:v>1959.0</c:v>
                </c:pt>
                <c:pt idx="959">
                  <c:v>1960.0</c:v>
                </c:pt>
                <c:pt idx="960">
                  <c:v>1961.0</c:v>
                </c:pt>
                <c:pt idx="961">
                  <c:v>1962.0</c:v>
                </c:pt>
                <c:pt idx="962">
                  <c:v>1963.0</c:v>
                </c:pt>
                <c:pt idx="963">
                  <c:v>1964.0</c:v>
                </c:pt>
                <c:pt idx="964">
                  <c:v>1965.0</c:v>
                </c:pt>
                <c:pt idx="965">
                  <c:v>1966.0</c:v>
                </c:pt>
                <c:pt idx="966">
                  <c:v>1967.0</c:v>
                </c:pt>
                <c:pt idx="967">
                  <c:v>1968.0</c:v>
                </c:pt>
                <c:pt idx="968">
                  <c:v>1969.0</c:v>
                </c:pt>
                <c:pt idx="969">
                  <c:v>1970.0</c:v>
                </c:pt>
                <c:pt idx="970">
                  <c:v>1971.0</c:v>
                </c:pt>
                <c:pt idx="971">
                  <c:v>1972.0</c:v>
                </c:pt>
                <c:pt idx="972">
                  <c:v>1973.0</c:v>
                </c:pt>
                <c:pt idx="973">
                  <c:v>1974.0</c:v>
                </c:pt>
                <c:pt idx="974">
                  <c:v>1975.0</c:v>
                </c:pt>
                <c:pt idx="975">
                  <c:v>1976.0</c:v>
                </c:pt>
                <c:pt idx="976">
                  <c:v>1977.0</c:v>
                </c:pt>
                <c:pt idx="977">
                  <c:v>1978.0</c:v>
                </c:pt>
                <c:pt idx="978">
                  <c:v>1979.0</c:v>
                </c:pt>
                <c:pt idx="979">
                  <c:v>1980.0</c:v>
                </c:pt>
                <c:pt idx="980">
                  <c:v>1981.0</c:v>
                </c:pt>
                <c:pt idx="981">
                  <c:v>1982.0</c:v>
                </c:pt>
                <c:pt idx="982">
                  <c:v>1983.0</c:v>
                </c:pt>
                <c:pt idx="983">
                  <c:v>1984.0</c:v>
                </c:pt>
                <c:pt idx="984">
                  <c:v>1985.0</c:v>
                </c:pt>
                <c:pt idx="985">
                  <c:v>1986.0</c:v>
                </c:pt>
                <c:pt idx="986">
                  <c:v>1987.0</c:v>
                </c:pt>
                <c:pt idx="987">
                  <c:v>1988.0</c:v>
                </c:pt>
                <c:pt idx="988">
                  <c:v>1989.0</c:v>
                </c:pt>
                <c:pt idx="989">
                  <c:v>1990.0</c:v>
                </c:pt>
                <c:pt idx="990">
                  <c:v>1991.0</c:v>
                </c:pt>
                <c:pt idx="991">
                  <c:v>1992.0</c:v>
                </c:pt>
                <c:pt idx="992">
                  <c:v>1993.0</c:v>
                </c:pt>
                <c:pt idx="993">
                  <c:v>1994.0</c:v>
                </c:pt>
                <c:pt idx="994">
                  <c:v>1995.0</c:v>
                </c:pt>
                <c:pt idx="995">
                  <c:v>1996.0</c:v>
                </c:pt>
                <c:pt idx="996">
                  <c:v>1997.0</c:v>
                </c:pt>
                <c:pt idx="997">
                  <c:v>1998.0</c:v>
                </c:pt>
                <c:pt idx="998">
                  <c:v>1999.0</c:v>
                </c:pt>
                <c:pt idx="999">
                  <c:v>2000.0</c:v>
                </c:pt>
              </c:numCache>
            </c:numRef>
          </c:xVal>
          <c:yVal>
            <c:numRef>
              <c:f>Sheet1!$B$3008:$B$4007</c:f>
              <c:numCache>
                <c:formatCode>General</c:formatCode>
                <c:ptCount val="1000"/>
                <c:pt idx="0">
                  <c:v>0.025769463</c:v>
                </c:pt>
                <c:pt idx="1">
                  <c:v>0.011328974</c:v>
                </c:pt>
                <c:pt idx="2">
                  <c:v>0.0051360996</c:v>
                </c:pt>
                <c:pt idx="3">
                  <c:v>0.0033625236</c:v>
                </c:pt>
                <c:pt idx="4">
                  <c:v>0.0026156558</c:v>
                </c:pt>
                <c:pt idx="5">
                  <c:v>0.0023951253</c:v>
                </c:pt>
                <c:pt idx="6">
                  <c:v>0.0022054139</c:v>
                </c:pt>
                <c:pt idx="7">
                  <c:v>0.0021499434</c:v>
                </c:pt>
                <c:pt idx="8">
                  <c:v>0.0019708245</c:v>
                </c:pt>
                <c:pt idx="9">
                  <c:v>0.0018101153</c:v>
                </c:pt>
                <c:pt idx="10">
                  <c:v>0.0018409748</c:v>
                </c:pt>
                <c:pt idx="11">
                  <c:v>0.0020371904</c:v>
                </c:pt>
                <c:pt idx="12">
                  <c:v>0.0024523475</c:v>
                </c:pt>
                <c:pt idx="13">
                  <c:v>0.002061298</c:v>
                </c:pt>
                <c:pt idx="14">
                  <c:v>0.0017681284</c:v>
                </c:pt>
                <c:pt idx="15">
                  <c:v>0.0014410902</c:v>
                </c:pt>
                <c:pt idx="16">
                  <c:v>0.001225302</c:v>
                </c:pt>
                <c:pt idx="17">
                  <c:v>0.0010928491</c:v>
                </c:pt>
                <c:pt idx="18">
                  <c:v>0.0010853645</c:v>
                </c:pt>
                <c:pt idx="19">
                  <c:v>0.0012665625</c:v>
                </c:pt>
                <c:pt idx="20">
                  <c:v>0.0013950474</c:v>
                </c:pt>
                <c:pt idx="21">
                  <c:v>0.0015889253</c:v>
                </c:pt>
                <c:pt idx="22">
                  <c:v>0.0015480456</c:v>
                </c:pt>
                <c:pt idx="23">
                  <c:v>0.0014048428</c:v>
                </c:pt>
                <c:pt idx="24">
                  <c:v>0.0012204247</c:v>
                </c:pt>
                <c:pt idx="25">
                  <c:v>0.0011657961</c:v>
                </c:pt>
                <c:pt idx="26">
                  <c:v>0.0010372598</c:v>
                </c:pt>
                <c:pt idx="27">
                  <c:v>0.00098081744</c:v>
                </c:pt>
                <c:pt idx="28">
                  <c:v>0.00092864365</c:v>
                </c:pt>
                <c:pt idx="29">
                  <c:v>0.001000325</c:v>
                </c:pt>
                <c:pt idx="30">
                  <c:v>0.001000107</c:v>
                </c:pt>
                <c:pt idx="31">
                  <c:v>0.0010338832</c:v>
                </c:pt>
                <c:pt idx="32">
                  <c:v>0.0011461649</c:v>
                </c:pt>
                <c:pt idx="33">
                  <c:v>0.0010845752</c:v>
                </c:pt>
                <c:pt idx="34">
                  <c:v>0.001000218</c:v>
                </c:pt>
                <c:pt idx="35">
                  <c:v>0.00094930062</c:v>
                </c:pt>
                <c:pt idx="36">
                  <c:v>0.0010300169</c:v>
                </c:pt>
                <c:pt idx="37">
                  <c:v>0.0010935973</c:v>
                </c:pt>
                <c:pt idx="38">
                  <c:v>0.0010353148</c:v>
                </c:pt>
                <c:pt idx="39">
                  <c:v>0.0011282658</c:v>
                </c:pt>
                <c:pt idx="40">
                  <c:v>0.0010009041</c:v>
                </c:pt>
                <c:pt idx="41">
                  <c:v>0.00085541837</c:v>
                </c:pt>
                <c:pt idx="42">
                  <c:v>0.00080472075</c:v>
                </c:pt>
                <c:pt idx="43">
                  <c:v>0.00072594349</c:v>
                </c:pt>
                <c:pt idx="44">
                  <c:v>0.00071326084</c:v>
                </c:pt>
                <c:pt idx="45">
                  <c:v>0.00061259251</c:v>
                </c:pt>
                <c:pt idx="46">
                  <c:v>0.00063374874</c:v>
                </c:pt>
                <c:pt idx="47">
                  <c:v>0.00070642537</c:v>
                </c:pt>
                <c:pt idx="48">
                  <c:v>0.00068380626</c:v>
                </c:pt>
                <c:pt idx="49">
                  <c:v>0.00063104379</c:v>
                </c:pt>
                <c:pt idx="50">
                  <c:v>0.00066574596</c:v>
                </c:pt>
                <c:pt idx="51">
                  <c:v>0.00069318992</c:v>
                </c:pt>
                <c:pt idx="52">
                  <c:v>0.00073341484</c:v>
                </c:pt>
                <c:pt idx="53">
                  <c:v>0.00071834283</c:v>
                </c:pt>
                <c:pt idx="54">
                  <c:v>0.00072905506</c:v>
                </c:pt>
                <c:pt idx="55">
                  <c:v>0.00075551718</c:v>
                </c:pt>
                <c:pt idx="56">
                  <c:v>0.00077321738</c:v>
                </c:pt>
                <c:pt idx="57">
                  <c:v>0.00083613722</c:v>
                </c:pt>
                <c:pt idx="58">
                  <c:v>0.00082600473</c:v>
                </c:pt>
                <c:pt idx="59">
                  <c:v>0.00089078847</c:v>
                </c:pt>
                <c:pt idx="60">
                  <c:v>0.00092294025</c:v>
                </c:pt>
                <c:pt idx="61">
                  <c:v>0.00089086684</c:v>
                </c:pt>
                <c:pt idx="62">
                  <c:v>0.00085263436</c:v>
                </c:pt>
                <c:pt idx="63">
                  <c:v>0.00085491871</c:v>
                </c:pt>
                <c:pt idx="64">
                  <c:v>0.00079822792</c:v>
                </c:pt>
                <c:pt idx="65">
                  <c:v>0.00081772136</c:v>
                </c:pt>
                <c:pt idx="66">
                  <c:v>0.00085336894</c:v>
                </c:pt>
                <c:pt idx="67">
                  <c:v>0.00085015337</c:v>
                </c:pt>
                <c:pt idx="68">
                  <c:v>0.00087741294</c:v>
                </c:pt>
                <c:pt idx="69">
                  <c:v>0.00083064248</c:v>
                </c:pt>
                <c:pt idx="70">
                  <c:v>0.00079285586</c:v>
                </c:pt>
                <c:pt idx="71">
                  <c:v>0.00084322288</c:v>
                </c:pt>
                <c:pt idx="72">
                  <c:v>0.00087409991</c:v>
                </c:pt>
                <c:pt idx="73">
                  <c:v>0.00085822119</c:v>
                </c:pt>
                <c:pt idx="74">
                  <c:v>0.00087304791</c:v>
                </c:pt>
                <c:pt idx="75">
                  <c:v>0.00098017196</c:v>
                </c:pt>
                <c:pt idx="76">
                  <c:v>0.00088591685</c:v>
                </c:pt>
                <c:pt idx="77">
                  <c:v>0.001066455</c:v>
                </c:pt>
                <c:pt idx="78">
                  <c:v>0.0010180086</c:v>
                </c:pt>
                <c:pt idx="79">
                  <c:v>0.0012197783</c:v>
                </c:pt>
                <c:pt idx="80">
                  <c:v>0.0014849125</c:v>
                </c:pt>
                <c:pt idx="81">
                  <c:v>0.0020259568</c:v>
                </c:pt>
                <c:pt idx="82">
                  <c:v>0.0021890332</c:v>
                </c:pt>
                <c:pt idx="83">
                  <c:v>0.0021938198</c:v>
                </c:pt>
                <c:pt idx="84">
                  <c:v>0.0019881225</c:v>
                </c:pt>
                <c:pt idx="85">
                  <c:v>0.002029032</c:v>
                </c:pt>
                <c:pt idx="86">
                  <c:v>0.0022550961</c:v>
                </c:pt>
                <c:pt idx="87">
                  <c:v>0.0019337957</c:v>
                </c:pt>
                <c:pt idx="88">
                  <c:v>0.0018862159</c:v>
                </c:pt>
                <c:pt idx="89">
                  <c:v>0.0018794919</c:v>
                </c:pt>
                <c:pt idx="90">
                  <c:v>0.0018877063</c:v>
                </c:pt>
                <c:pt idx="91">
                  <c:v>0.0017228754</c:v>
                </c:pt>
                <c:pt idx="92">
                  <c:v>0.0016538293</c:v>
                </c:pt>
                <c:pt idx="93">
                  <c:v>0.0015576951</c:v>
                </c:pt>
                <c:pt idx="94">
                  <c:v>0.0016614326</c:v>
                </c:pt>
                <c:pt idx="95">
                  <c:v>0.0016865917</c:v>
                </c:pt>
                <c:pt idx="96">
                  <c:v>0.0017184523</c:v>
                </c:pt>
                <c:pt idx="97">
                  <c:v>0.0014956527</c:v>
                </c:pt>
                <c:pt idx="98">
                  <c:v>0.001553183</c:v>
                </c:pt>
                <c:pt idx="99">
                  <c:v>0.0016428737</c:v>
                </c:pt>
                <c:pt idx="100">
                  <c:v>0.0016760958</c:v>
                </c:pt>
                <c:pt idx="101">
                  <c:v>0.0017081421</c:v>
                </c:pt>
                <c:pt idx="102">
                  <c:v>0.0016969443</c:v>
                </c:pt>
                <c:pt idx="103">
                  <c:v>0.0017016743</c:v>
                </c:pt>
                <c:pt idx="104">
                  <c:v>0.0019709797</c:v>
                </c:pt>
                <c:pt idx="105">
                  <c:v>0.0023455232</c:v>
                </c:pt>
                <c:pt idx="106">
                  <c:v>0.0022934967</c:v>
                </c:pt>
                <c:pt idx="107">
                  <c:v>0.0026847518</c:v>
                </c:pt>
                <c:pt idx="108">
                  <c:v>0.0022746727</c:v>
                </c:pt>
                <c:pt idx="109">
                  <c:v>0.0020960956</c:v>
                </c:pt>
                <c:pt idx="110">
                  <c:v>0.0020189375</c:v>
                </c:pt>
                <c:pt idx="111">
                  <c:v>0.0020157644</c:v>
                </c:pt>
                <c:pt idx="112">
                  <c:v>0.0020879815</c:v>
                </c:pt>
                <c:pt idx="113">
                  <c:v>0.0021795169</c:v>
                </c:pt>
                <c:pt idx="114">
                  <c:v>0.0022554961</c:v>
                </c:pt>
                <c:pt idx="115">
                  <c:v>0.0022264419</c:v>
                </c:pt>
                <c:pt idx="116">
                  <c:v>0.0023479938</c:v>
                </c:pt>
                <c:pt idx="117">
                  <c:v>0.0022710421</c:v>
                </c:pt>
                <c:pt idx="118">
                  <c:v>0.0021181234</c:v>
                </c:pt>
                <c:pt idx="119">
                  <c:v>0.0020295221</c:v>
                </c:pt>
                <c:pt idx="120">
                  <c:v>0.0022094203</c:v>
                </c:pt>
                <c:pt idx="121">
                  <c:v>0.0022734235</c:v>
                </c:pt>
                <c:pt idx="122">
                  <c:v>0.0023309251</c:v>
                </c:pt>
                <c:pt idx="123">
                  <c:v>0.0023749626</c:v>
                </c:pt>
                <c:pt idx="124">
                  <c:v>0.0024453347</c:v>
                </c:pt>
                <c:pt idx="125">
                  <c:v>0.0025267191</c:v>
                </c:pt>
                <c:pt idx="126">
                  <c:v>0.0024502192</c:v>
                </c:pt>
                <c:pt idx="127">
                  <c:v>0.0024602829</c:v>
                </c:pt>
                <c:pt idx="128">
                  <c:v>0.0025646172</c:v>
                </c:pt>
                <c:pt idx="129">
                  <c:v>0.002539406</c:v>
                </c:pt>
                <c:pt idx="130">
                  <c:v>0.0025664259</c:v>
                </c:pt>
                <c:pt idx="131">
                  <c:v>0.0025700082</c:v>
                </c:pt>
                <c:pt idx="132">
                  <c:v>0.0025469192</c:v>
                </c:pt>
                <c:pt idx="133">
                  <c:v>0.0024935211</c:v>
                </c:pt>
                <c:pt idx="134">
                  <c:v>0.0024416019</c:v>
                </c:pt>
                <c:pt idx="135">
                  <c:v>0.0024394416</c:v>
                </c:pt>
                <c:pt idx="136">
                  <c:v>0.0023205619</c:v>
                </c:pt>
                <c:pt idx="137">
                  <c:v>0.0021313341</c:v>
                </c:pt>
                <c:pt idx="138">
                  <c:v>0.0020351188</c:v>
                </c:pt>
                <c:pt idx="139">
                  <c:v>0.0021122078</c:v>
                </c:pt>
                <c:pt idx="140">
                  <c:v>0.0021373985</c:v>
                </c:pt>
                <c:pt idx="141">
                  <c:v>0.0019946986</c:v>
                </c:pt>
                <c:pt idx="142">
                  <c:v>0.0020060313</c:v>
                </c:pt>
                <c:pt idx="143">
                  <c:v>0.0018828836</c:v>
                </c:pt>
                <c:pt idx="144">
                  <c:v>0.0019232182</c:v>
                </c:pt>
                <c:pt idx="145">
                  <c:v>0.0020487463</c:v>
                </c:pt>
                <c:pt idx="146">
                  <c:v>0.0021098381</c:v>
                </c:pt>
                <c:pt idx="147">
                  <c:v>0.0021789199</c:v>
                </c:pt>
                <c:pt idx="148">
                  <c:v>0.0022709535</c:v>
                </c:pt>
                <c:pt idx="149">
                  <c:v>0.0023345961</c:v>
                </c:pt>
                <c:pt idx="150">
                  <c:v>0.0025310875</c:v>
                </c:pt>
                <c:pt idx="151">
                  <c:v>0.0025031475</c:v>
                </c:pt>
                <c:pt idx="152">
                  <c:v>0.0027069802</c:v>
                </c:pt>
                <c:pt idx="153">
                  <c:v>0.0025568276</c:v>
                </c:pt>
                <c:pt idx="154">
                  <c:v>0.0025190863</c:v>
                </c:pt>
                <c:pt idx="155">
                  <c:v>0.0025232443</c:v>
                </c:pt>
                <c:pt idx="156">
                  <c:v>0.0024129161</c:v>
                </c:pt>
                <c:pt idx="157">
                  <c:v>0.0023854154</c:v>
                </c:pt>
                <c:pt idx="158">
                  <c:v>0.0022892468</c:v>
                </c:pt>
                <c:pt idx="159">
                  <c:v>0.0020510553</c:v>
                </c:pt>
                <c:pt idx="160">
                  <c:v>0.0020117034</c:v>
                </c:pt>
                <c:pt idx="161">
                  <c:v>0.0019885537</c:v>
                </c:pt>
                <c:pt idx="162">
                  <c:v>0.0019125905</c:v>
                </c:pt>
                <c:pt idx="163">
                  <c:v>0.0018758532</c:v>
                </c:pt>
                <c:pt idx="164">
                  <c:v>0.0017221081</c:v>
                </c:pt>
                <c:pt idx="165">
                  <c:v>0.0016336004</c:v>
                </c:pt>
                <c:pt idx="166">
                  <c:v>0.0015826959</c:v>
                </c:pt>
                <c:pt idx="167">
                  <c:v>0.0015696253</c:v>
                </c:pt>
                <c:pt idx="168">
                  <c:v>0.0014876289</c:v>
                </c:pt>
                <c:pt idx="169">
                  <c:v>0.0013836591</c:v>
                </c:pt>
                <c:pt idx="170">
                  <c:v>0.0012670336</c:v>
                </c:pt>
                <c:pt idx="171">
                  <c:v>0.0011904963</c:v>
                </c:pt>
                <c:pt idx="172">
                  <c:v>0.0011923812</c:v>
                </c:pt>
                <c:pt idx="173">
                  <c:v>0.0012849904</c:v>
                </c:pt>
                <c:pt idx="174">
                  <c:v>0.0012961108</c:v>
                </c:pt>
                <c:pt idx="175">
                  <c:v>0.0013055222</c:v>
                </c:pt>
                <c:pt idx="176">
                  <c:v>0.0013175224</c:v>
                </c:pt>
                <c:pt idx="177">
                  <c:v>0.0013908099</c:v>
                </c:pt>
                <c:pt idx="178">
                  <c:v>0.001477419</c:v>
                </c:pt>
                <c:pt idx="179">
                  <c:v>0.0015505773</c:v>
                </c:pt>
                <c:pt idx="180">
                  <c:v>0.0016476682</c:v>
                </c:pt>
                <c:pt idx="181">
                  <c:v>0.0017594385</c:v>
                </c:pt>
                <c:pt idx="182">
                  <c:v>0.0019194304</c:v>
                </c:pt>
                <c:pt idx="183">
                  <c:v>0.0019320022</c:v>
                </c:pt>
                <c:pt idx="184">
                  <c:v>0.002030338</c:v>
                </c:pt>
                <c:pt idx="185">
                  <c:v>0.0020361494</c:v>
                </c:pt>
                <c:pt idx="186">
                  <c:v>0.0020662712</c:v>
                </c:pt>
                <c:pt idx="187">
                  <c:v>0.0020057726</c:v>
                </c:pt>
                <c:pt idx="188">
                  <c:v>0.0020373057</c:v>
                </c:pt>
                <c:pt idx="189">
                  <c:v>0.0020278076</c:v>
                </c:pt>
                <c:pt idx="190">
                  <c:v>0.0017190266</c:v>
                </c:pt>
                <c:pt idx="191">
                  <c:v>0.0015962081</c:v>
                </c:pt>
                <c:pt idx="192">
                  <c:v>0.0015605175</c:v>
                </c:pt>
                <c:pt idx="193">
                  <c:v>0.0015398795</c:v>
                </c:pt>
                <c:pt idx="194">
                  <c:v>0.0014594387</c:v>
                </c:pt>
                <c:pt idx="195">
                  <c:v>0.0014369763</c:v>
                </c:pt>
                <c:pt idx="196">
                  <c:v>0.0013893183</c:v>
                </c:pt>
                <c:pt idx="197">
                  <c:v>0.0013131297</c:v>
                </c:pt>
                <c:pt idx="198">
                  <c:v>0.0013113239</c:v>
                </c:pt>
                <c:pt idx="199">
                  <c:v>0.0012606126</c:v>
                </c:pt>
                <c:pt idx="200">
                  <c:v>0.0012026078</c:v>
                </c:pt>
                <c:pt idx="201">
                  <c:v>0.0011794013</c:v>
                </c:pt>
                <c:pt idx="202">
                  <c:v>0.0011763488</c:v>
                </c:pt>
                <c:pt idx="203">
                  <c:v>0.0011246986</c:v>
                </c:pt>
                <c:pt idx="204">
                  <c:v>0.001166842</c:v>
                </c:pt>
                <c:pt idx="205">
                  <c:v>0.0013378427</c:v>
                </c:pt>
                <c:pt idx="206">
                  <c:v>0.0013348158</c:v>
                </c:pt>
                <c:pt idx="207">
                  <c:v>0.0013781573</c:v>
                </c:pt>
                <c:pt idx="208">
                  <c:v>0.0013784783</c:v>
                </c:pt>
                <c:pt idx="209">
                  <c:v>0.0015589161</c:v>
                </c:pt>
                <c:pt idx="210">
                  <c:v>0.0016522541</c:v>
                </c:pt>
                <c:pt idx="211">
                  <c:v>0.0019612322</c:v>
                </c:pt>
                <c:pt idx="212">
                  <c:v>0.001968387</c:v>
                </c:pt>
                <c:pt idx="213">
                  <c:v>0.0020046983</c:v>
                </c:pt>
                <c:pt idx="214">
                  <c:v>0.0021252911</c:v>
                </c:pt>
                <c:pt idx="215">
                  <c:v>0.0020540743</c:v>
                </c:pt>
                <c:pt idx="216">
                  <c:v>0.0020895974</c:v>
                </c:pt>
                <c:pt idx="217">
                  <c:v>0.0020601799</c:v>
                </c:pt>
                <c:pt idx="218">
                  <c:v>0.0020847862</c:v>
                </c:pt>
                <c:pt idx="219">
                  <c:v>0.0020229614</c:v>
                </c:pt>
                <c:pt idx="220">
                  <c:v>0.0018095763</c:v>
                </c:pt>
                <c:pt idx="221">
                  <c:v>0.0017315264</c:v>
                </c:pt>
                <c:pt idx="222">
                  <c:v>0.001677685</c:v>
                </c:pt>
                <c:pt idx="223">
                  <c:v>0.0015565116</c:v>
                </c:pt>
                <c:pt idx="224">
                  <c:v>0.0014851659</c:v>
                </c:pt>
                <c:pt idx="225">
                  <c:v>0.0014408597</c:v>
                </c:pt>
                <c:pt idx="226">
                  <c:v>0.0014434554</c:v>
                </c:pt>
                <c:pt idx="227">
                  <c:v>0.0014268186</c:v>
                </c:pt>
                <c:pt idx="228">
                  <c:v>0.0014466074</c:v>
                </c:pt>
                <c:pt idx="229">
                  <c:v>0.0014074271</c:v>
                </c:pt>
                <c:pt idx="230">
                  <c:v>0.0013486822</c:v>
                </c:pt>
                <c:pt idx="231">
                  <c:v>0.0013293737</c:v>
                </c:pt>
                <c:pt idx="232">
                  <c:v>0.0013138524</c:v>
                </c:pt>
                <c:pt idx="233">
                  <c:v>0.0013064234</c:v>
                </c:pt>
                <c:pt idx="234">
                  <c:v>0.0012822336</c:v>
                </c:pt>
                <c:pt idx="235">
                  <c:v>0.0013217184</c:v>
                </c:pt>
                <c:pt idx="236">
                  <c:v>0.0013597152</c:v>
                </c:pt>
                <c:pt idx="237">
                  <c:v>0.0014003811</c:v>
                </c:pt>
                <c:pt idx="238">
                  <c:v>0.00170799</c:v>
                </c:pt>
                <c:pt idx="239">
                  <c:v>0.001808199</c:v>
                </c:pt>
                <c:pt idx="240">
                  <c:v>0.0021506213</c:v>
                </c:pt>
                <c:pt idx="241">
                  <c:v>0.0021099174</c:v>
                </c:pt>
                <c:pt idx="242">
                  <c:v>0.0022429225</c:v>
                </c:pt>
                <c:pt idx="243">
                  <c:v>0.0021849338</c:v>
                </c:pt>
                <c:pt idx="244">
                  <c:v>0.0021553603</c:v>
                </c:pt>
                <c:pt idx="245">
                  <c:v>0.0021602109</c:v>
                </c:pt>
                <c:pt idx="246">
                  <c:v>0.0021102298</c:v>
                </c:pt>
                <c:pt idx="247">
                  <c:v>0.0020907831</c:v>
                </c:pt>
                <c:pt idx="248">
                  <c:v>0.002165156</c:v>
                </c:pt>
                <c:pt idx="249">
                  <c:v>0.0019905958</c:v>
                </c:pt>
                <c:pt idx="250">
                  <c:v>0.0018994191</c:v>
                </c:pt>
                <c:pt idx="251">
                  <c:v>0.0019017477</c:v>
                </c:pt>
                <c:pt idx="252">
                  <c:v>0.0018430277</c:v>
                </c:pt>
                <c:pt idx="253">
                  <c:v>0.0018237858</c:v>
                </c:pt>
                <c:pt idx="254">
                  <c:v>0.0017912587</c:v>
                </c:pt>
                <c:pt idx="255">
                  <c:v>0.00170695</c:v>
                </c:pt>
                <c:pt idx="256">
                  <c:v>0.0016395548</c:v>
                </c:pt>
                <c:pt idx="257">
                  <c:v>0.0015522096</c:v>
                </c:pt>
                <c:pt idx="258">
                  <c:v>0.0015049595</c:v>
                </c:pt>
                <c:pt idx="259">
                  <c:v>0.0014670984</c:v>
                </c:pt>
                <c:pt idx="260">
                  <c:v>0.0014532649</c:v>
                </c:pt>
                <c:pt idx="261">
                  <c:v>0.0014487045</c:v>
                </c:pt>
                <c:pt idx="262">
                  <c:v>0.0014914122</c:v>
                </c:pt>
                <c:pt idx="263">
                  <c:v>0.001479775</c:v>
                </c:pt>
                <c:pt idx="264">
                  <c:v>0.0014889333</c:v>
                </c:pt>
                <c:pt idx="265">
                  <c:v>0.0015275762</c:v>
                </c:pt>
                <c:pt idx="266">
                  <c:v>0.0015239142</c:v>
                </c:pt>
                <c:pt idx="267">
                  <c:v>0.0014717194</c:v>
                </c:pt>
                <c:pt idx="268">
                  <c:v>0.0014840787</c:v>
                </c:pt>
                <c:pt idx="269">
                  <c:v>0.0014761356</c:v>
                </c:pt>
                <c:pt idx="270">
                  <c:v>0.0014861762</c:v>
                </c:pt>
                <c:pt idx="271">
                  <c:v>0.001385732</c:v>
                </c:pt>
                <c:pt idx="272">
                  <c:v>0.0012907606</c:v>
                </c:pt>
                <c:pt idx="273">
                  <c:v>0.0012370236</c:v>
                </c:pt>
                <c:pt idx="274">
                  <c:v>0.0012342223</c:v>
                </c:pt>
                <c:pt idx="275">
                  <c:v>0.0012372682</c:v>
                </c:pt>
                <c:pt idx="276">
                  <c:v>0.0013149439</c:v>
                </c:pt>
                <c:pt idx="277">
                  <c:v>0.0012930752</c:v>
                </c:pt>
                <c:pt idx="278">
                  <c:v>0.0013114591</c:v>
                </c:pt>
                <c:pt idx="279">
                  <c:v>0.0013146345</c:v>
                </c:pt>
                <c:pt idx="280">
                  <c:v>0.001300665</c:v>
                </c:pt>
                <c:pt idx="281">
                  <c:v>0.0013709118</c:v>
                </c:pt>
                <c:pt idx="282">
                  <c:v>0.0013954537</c:v>
                </c:pt>
                <c:pt idx="283">
                  <c:v>0.001427364</c:v>
                </c:pt>
                <c:pt idx="284">
                  <c:v>0.0015506071</c:v>
                </c:pt>
                <c:pt idx="285">
                  <c:v>0.0017368307</c:v>
                </c:pt>
                <c:pt idx="286">
                  <c:v>0.0018275227</c:v>
                </c:pt>
                <c:pt idx="287">
                  <c:v>0.0018859185</c:v>
                </c:pt>
                <c:pt idx="288">
                  <c:v>0.0018623448</c:v>
                </c:pt>
                <c:pt idx="289">
                  <c:v>0.0021016931</c:v>
                </c:pt>
                <c:pt idx="290">
                  <c:v>0.0021598985</c:v>
                </c:pt>
                <c:pt idx="291">
                  <c:v>0.0020701354</c:v>
                </c:pt>
                <c:pt idx="292">
                  <c:v>0.0021185462</c:v>
                </c:pt>
                <c:pt idx="293">
                  <c:v>0.0022097377</c:v>
                </c:pt>
                <c:pt idx="294">
                  <c:v>0.0021386645</c:v>
                </c:pt>
                <c:pt idx="295">
                  <c:v>0.0021610301</c:v>
                </c:pt>
                <c:pt idx="296">
                  <c:v>0.0021674001</c:v>
                </c:pt>
                <c:pt idx="297">
                  <c:v>0.0021577229</c:v>
                </c:pt>
                <c:pt idx="298">
                  <c:v>0.0021884032</c:v>
                </c:pt>
                <c:pt idx="299">
                  <c:v>0.0021310673</c:v>
                </c:pt>
                <c:pt idx="300">
                  <c:v>0.002106871</c:v>
                </c:pt>
                <c:pt idx="301">
                  <c:v>0.0020833314</c:v>
                </c:pt>
                <c:pt idx="302">
                  <c:v>0.0020500148</c:v>
                </c:pt>
                <c:pt idx="303">
                  <c:v>0.0020481395</c:v>
                </c:pt>
                <c:pt idx="304">
                  <c:v>0.0021598806</c:v>
                </c:pt>
                <c:pt idx="305">
                  <c:v>0.0021536398</c:v>
                </c:pt>
                <c:pt idx="306">
                  <c:v>0.0020809082</c:v>
                </c:pt>
                <c:pt idx="307">
                  <c:v>0.0019768647</c:v>
                </c:pt>
                <c:pt idx="308">
                  <c:v>0.0019606086</c:v>
                </c:pt>
                <c:pt idx="309">
                  <c:v>0.0019127334</c:v>
                </c:pt>
                <c:pt idx="310">
                  <c:v>0.0018881572</c:v>
                </c:pt>
                <c:pt idx="311">
                  <c:v>0.0018630869</c:v>
                </c:pt>
                <c:pt idx="312">
                  <c:v>0.0017357556</c:v>
                </c:pt>
                <c:pt idx="313">
                  <c:v>0.0016668055</c:v>
                </c:pt>
                <c:pt idx="314">
                  <c:v>0.0016181835</c:v>
                </c:pt>
                <c:pt idx="315">
                  <c:v>0.0015580559</c:v>
                </c:pt>
                <c:pt idx="316">
                  <c:v>0.0014558586</c:v>
                </c:pt>
                <c:pt idx="317">
                  <c:v>0.0014633061</c:v>
                </c:pt>
                <c:pt idx="318">
                  <c:v>0.0015325652</c:v>
                </c:pt>
                <c:pt idx="319">
                  <c:v>0.0015285467</c:v>
                </c:pt>
                <c:pt idx="320">
                  <c:v>0.0015574779</c:v>
                </c:pt>
                <c:pt idx="321">
                  <c:v>0.0015920444</c:v>
                </c:pt>
                <c:pt idx="322">
                  <c:v>0.0015823933</c:v>
                </c:pt>
                <c:pt idx="323">
                  <c:v>0.0015594697</c:v>
                </c:pt>
                <c:pt idx="324">
                  <c:v>0.0015579753</c:v>
                </c:pt>
                <c:pt idx="325">
                  <c:v>0.0015612261</c:v>
                </c:pt>
                <c:pt idx="326">
                  <c:v>0.0015602041</c:v>
                </c:pt>
                <c:pt idx="327">
                  <c:v>0.0014971414</c:v>
                </c:pt>
                <c:pt idx="328">
                  <c:v>0.0014436674</c:v>
                </c:pt>
                <c:pt idx="329">
                  <c:v>0.0013927891</c:v>
                </c:pt>
                <c:pt idx="330">
                  <c:v>0.0013687969</c:v>
                </c:pt>
                <c:pt idx="331">
                  <c:v>0.0013739831</c:v>
                </c:pt>
                <c:pt idx="332">
                  <c:v>0.0013697688</c:v>
                </c:pt>
                <c:pt idx="333">
                  <c:v>0.0013911674</c:v>
                </c:pt>
                <c:pt idx="334">
                  <c:v>0.001425677</c:v>
                </c:pt>
                <c:pt idx="335">
                  <c:v>0.0014303779</c:v>
                </c:pt>
                <c:pt idx="336">
                  <c:v>0.0014144594</c:v>
                </c:pt>
                <c:pt idx="337">
                  <c:v>0.0014421636</c:v>
                </c:pt>
                <c:pt idx="338">
                  <c:v>0.0015191256</c:v>
                </c:pt>
                <c:pt idx="339">
                  <c:v>0.0015401247</c:v>
                </c:pt>
                <c:pt idx="340">
                  <c:v>0.0016529726</c:v>
                </c:pt>
                <c:pt idx="341">
                  <c:v>0.0016765149</c:v>
                </c:pt>
                <c:pt idx="342">
                  <c:v>0.0019313587</c:v>
                </c:pt>
                <c:pt idx="343">
                  <c:v>0.0020696413</c:v>
                </c:pt>
                <c:pt idx="344">
                  <c:v>0.0019779277</c:v>
                </c:pt>
                <c:pt idx="345">
                  <c:v>0.002361378</c:v>
                </c:pt>
                <c:pt idx="346">
                  <c:v>0.0022380171</c:v>
                </c:pt>
                <c:pt idx="347">
                  <c:v>0.0022711506</c:v>
                </c:pt>
                <c:pt idx="348">
                  <c:v>0.0021680067</c:v>
                </c:pt>
                <c:pt idx="349">
                  <c:v>0.0023210333</c:v>
                </c:pt>
                <c:pt idx="350">
                  <c:v>0.0023157198</c:v>
                </c:pt>
                <c:pt idx="351">
                  <c:v>0.0022104263</c:v>
                </c:pt>
                <c:pt idx="352">
                  <c:v>0.0023007372</c:v>
                </c:pt>
                <c:pt idx="353">
                  <c:v>0.0022532171</c:v>
                </c:pt>
                <c:pt idx="354">
                  <c:v>0.0022473463</c:v>
                </c:pt>
                <c:pt idx="355">
                  <c:v>0.002247405</c:v>
                </c:pt>
                <c:pt idx="356">
                  <c:v>0.0021580617</c:v>
                </c:pt>
                <c:pt idx="357">
                  <c:v>0.0021174606</c:v>
                </c:pt>
                <c:pt idx="358">
                  <c:v>0.0020751439</c:v>
                </c:pt>
                <c:pt idx="359">
                  <c:v>0.0020852769</c:v>
                </c:pt>
                <c:pt idx="360">
                  <c:v>0.0021423675</c:v>
                </c:pt>
                <c:pt idx="361">
                  <c:v>0.0022171703</c:v>
                </c:pt>
                <c:pt idx="362">
                  <c:v>0.0022392233</c:v>
                </c:pt>
                <c:pt idx="363">
                  <c:v>0.0021620027</c:v>
                </c:pt>
                <c:pt idx="364">
                  <c:v>0.0021761273</c:v>
                </c:pt>
                <c:pt idx="365">
                  <c:v>0.0021226386</c:v>
                </c:pt>
                <c:pt idx="366">
                  <c:v>0.0020928645</c:v>
                </c:pt>
                <c:pt idx="367">
                  <c:v>0.0020698284</c:v>
                </c:pt>
                <c:pt idx="368">
                  <c:v>0.0019764396</c:v>
                </c:pt>
                <c:pt idx="369">
                  <c:v>0.0018603509</c:v>
                </c:pt>
                <c:pt idx="370">
                  <c:v>0.001728016</c:v>
                </c:pt>
                <c:pt idx="371">
                  <c:v>0.0016445563</c:v>
                </c:pt>
                <c:pt idx="372">
                  <c:v>0.0015403095</c:v>
                </c:pt>
                <c:pt idx="373">
                  <c:v>0.0016342358</c:v>
                </c:pt>
                <c:pt idx="374">
                  <c:v>0.0015946824</c:v>
                </c:pt>
                <c:pt idx="375">
                  <c:v>0.0015838865</c:v>
                </c:pt>
                <c:pt idx="376">
                  <c:v>0.0016113452</c:v>
                </c:pt>
                <c:pt idx="377">
                  <c:v>0.0016595858</c:v>
                </c:pt>
                <c:pt idx="378">
                  <c:v>0.0016270272</c:v>
                </c:pt>
                <c:pt idx="379">
                  <c:v>0.0016289015</c:v>
                </c:pt>
                <c:pt idx="380">
                  <c:v>0.0016357393</c:v>
                </c:pt>
                <c:pt idx="381">
                  <c:v>0.0016719336</c:v>
                </c:pt>
                <c:pt idx="382">
                  <c:v>0.0016647058</c:v>
                </c:pt>
                <c:pt idx="383">
                  <c:v>0.0016079621</c:v>
                </c:pt>
                <c:pt idx="384">
                  <c:v>0.0015696629</c:v>
                </c:pt>
                <c:pt idx="385">
                  <c:v>0.0015066152</c:v>
                </c:pt>
                <c:pt idx="386">
                  <c:v>0.0014846332</c:v>
                </c:pt>
                <c:pt idx="387">
                  <c:v>0.0014281787</c:v>
                </c:pt>
                <c:pt idx="388">
                  <c:v>0.0014440421</c:v>
                </c:pt>
                <c:pt idx="389">
                  <c:v>0.0014441228</c:v>
                </c:pt>
                <c:pt idx="390">
                  <c:v>0.0014936117</c:v>
                </c:pt>
                <c:pt idx="391">
                  <c:v>0.0015328735</c:v>
                </c:pt>
                <c:pt idx="392">
                  <c:v>0.0015071701</c:v>
                </c:pt>
                <c:pt idx="393">
                  <c:v>0.0015254181</c:v>
                </c:pt>
                <c:pt idx="394">
                  <c:v>0.0015676779</c:v>
                </c:pt>
                <c:pt idx="395">
                  <c:v>0.0016159487</c:v>
                </c:pt>
                <c:pt idx="396">
                  <c:v>0.0016609562</c:v>
                </c:pt>
                <c:pt idx="397">
                  <c:v>0.0018489413</c:v>
                </c:pt>
                <c:pt idx="398">
                  <c:v>0.0019976252</c:v>
                </c:pt>
                <c:pt idx="399">
                  <c:v>0.002061222</c:v>
                </c:pt>
                <c:pt idx="400">
                  <c:v>0.0020448716</c:v>
                </c:pt>
                <c:pt idx="401">
                  <c:v>0.0022766419</c:v>
                </c:pt>
                <c:pt idx="402">
                  <c:v>0.0022352497</c:v>
                </c:pt>
                <c:pt idx="403">
                  <c:v>0.0021930158</c:v>
                </c:pt>
                <c:pt idx="404">
                  <c:v>0.0022257082</c:v>
                </c:pt>
                <c:pt idx="405">
                  <c:v>0.0023143687</c:v>
                </c:pt>
                <c:pt idx="406">
                  <c:v>0.0021945992</c:v>
                </c:pt>
                <c:pt idx="407">
                  <c:v>0.0022223621</c:v>
                </c:pt>
                <c:pt idx="408">
                  <c:v>0.0022640321</c:v>
                </c:pt>
                <c:pt idx="409">
                  <c:v>0.0022732553</c:v>
                </c:pt>
                <c:pt idx="410">
                  <c:v>0.0022312516</c:v>
                </c:pt>
                <c:pt idx="411">
                  <c:v>0.002208829</c:v>
                </c:pt>
                <c:pt idx="412">
                  <c:v>0.0021262357</c:v>
                </c:pt>
                <c:pt idx="413">
                  <c:v>0.0021357053</c:v>
                </c:pt>
                <c:pt idx="414">
                  <c:v>0.0021169958</c:v>
                </c:pt>
                <c:pt idx="415">
                  <c:v>0.002139338</c:v>
                </c:pt>
                <c:pt idx="416">
                  <c:v>0.0022322696</c:v>
                </c:pt>
                <c:pt idx="417">
                  <c:v>0.0022746767</c:v>
                </c:pt>
                <c:pt idx="418">
                  <c:v>0.0022337347</c:v>
                </c:pt>
                <c:pt idx="419">
                  <c:v>0.002262659</c:v>
                </c:pt>
                <c:pt idx="420">
                  <c:v>0.002216467</c:v>
                </c:pt>
                <c:pt idx="421">
                  <c:v>0.0021896988</c:v>
                </c:pt>
                <c:pt idx="422">
                  <c:v>0.002103584</c:v>
                </c:pt>
                <c:pt idx="423">
                  <c:v>0.0019757284</c:v>
                </c:pt>
                <c:pt idx="424">
                  <c:v>0.0018580409</c:v>
                </c:pt>
                <c:pt idx="425">
                  <c:v>0.0017343463</c:v>
                </c:pt>
                <c:pt idx="426">
                  <c:v>0.0016603849</c:v>
                </c:pt>
                <c:pt idx="427">
                  <c:v>0.0017155291</c:v>
                </c:pt>
                <c:pt idx="428">
                  <c:v>0.0015915017</c:v>
                </c:pt>
                <c:pt idx="429">
                  <c:v>0.0015414486</c:v>
                </c:pt>
                <c:pt idx="430">
                  <c:v>0.0015628765</c:v>
                </c:pt>
                <c:pt idx="431">
                  <c:v>0.0016147063</c:v>
                </c:pt>
                <c:pt idx="432">
                  <c:v>0.0016547681</c:v>
                </c:pt>
                <c:pt idx="433">
                  <c:v>0.0016268721</c:v>
                </c:pt>
                <c:pt idx="434">
                  <c:v>0.001632554</c:v>
                </c:pt>
                <c:pt idx="435">
                  <c:v>0.0016872628</c:v>
                </c:pt>
                <c:pt idx="436">
                  <c:v>0.0016912493</c:v>
                </c:pt>
                <c:pt idx="437">
                  <c:v>0.0016773007</c:v>
                </c:pt>
                <c:pt idx="438">
                  <c:v>0.001655674</c:v>
                </c:pt>
                <c:pt idx="439">
                  <c:v>0.0016583068</c:v>
                </c:pt>
                <c:pt idx="440">
                  <c:v>0.0016628048</c:v>
                </c:pt>
                <c:pt idx="441">
                  <c:v>0.0016280343</c:v>
                </c:pt>
                <c:pt idx="442">
                  <c:v>0.0015840863</c:v>
                </c:pt>
                <c:pt idx="443">
                  <c:v>0.0015493522</c:v>
                </c:pt>
                <c:pt idx="444">
                  <c:v>0.0015512695</c:v>
                </c:pt>
                <c:pt idx="445">
                  <c:v>0.0016035262</c:v>
                </c:pt>
                <c:pt idx="446">
                  <c:v>0.0016305131</c:v>
                </c:pt>
                <c:pt idx="447">
                  <c:v>0.0016511904</c:v>
                </c:pt>
                <c:pt idx="448">
                  <c:v>0.001651567</c:v>
                </c:pt>
                <c:pt idx="449">
                  <c:v>0.0016939678</c:v>
                </c:pt>
                <c:pt idx="450">
                  <c:v>0.001766382</c:v>
                </c:pt>
                <c:pt idx="451">
                  <c:v>0.0018285085</c:v>
                </c:pt>
                <c:pt idx="452">
                  <c:v>0.0020235969</c:v>
                </c:pt>
                <c:pt idx="453">
                  <c:v>0.0021258244</c:v>
                </c:pt>
                <c:pt idx="454">
                  <c:v>0.0020457742</c:v>
                </c:pt>
                <c:pt idx="455">
                  <c:v>0.0024148816</c:v>
                </c:pt>
                <c:pt idx="456">
                  <c:v>0.0022824672</c:v>
                </c:pt>
                <c:pt idx="457">
                  <c:v>0.0023393128</c:v>
                </c:pt>
                <c:pt idx="458">
                  <c:v>0.0022278879</c:v>
                </c:pt>
                <c:pt idx="459">
                  <c:v>0.0022711778</c:v>
                </c:pt>
                <c:pt idx="460">
                  <c:v>0.0024225723</c:v>
                </c:pt>
                <c:pt idx="461">
                  <c:v>0.0023201426</c:v>
                </c:pt>
                <c:pt idx="462">
                  <c:v>0.0023840094</c:v>
                </c:pt>
                <c:pt idx="463">
                  <c:v>0.0024236105</c:v>
                </c:pt>
                <c:pt idx="464">
                  <c:v>0.0023345007</c:v>
                </c:pt>
                <c:pt idx="465">
                  <c:v>0.0023798112</c:v>
                </c:pt>
                <c:pt idx="466">
                  <c:v>0.002296072</c:v>
                </c:pt>
                <c:pt idx="467">
                  <c:v>0.0022495372</c:v>
                </c:pt>
                <c:pt idx="468">
                  <c:v>0.0022007991</c:v>
                </c:pt>
                <c:pt idx="469">
                  <c:v>0.0022324705</c:v>
                </c:pt>
                <c:pt idx="470">
                  <c:v>0.0022798161</c:v>
                </c:pt>
                <c:pt idx="471">
                  <c:v>0.0023353373</c:v>
                </c:pt>
                <c:pt idx="472">
                  <c:v>0.0023445373</c:v>
                </c:pt>
                <c:pt idx="473">
                  <c:v>0.0023044063</c:v>
                </c:pt>
                <c:pt idx="474">
                  <c:v>0.0022839907</c:v>
                </c:pt>
                <c:pt idx="475">
                  <c:v>0.0022387505</c:v>
                </c:pt>
                <c:pt idx="476">
                  <c:v>0.0021850066</c:v>
                </c:pt>
                <c:pt idx="477">
                  <c:v>0.0020967973</c:v>
                </c:pt>
                <c:pt idx="478">
                  <c:v>0.0019656112</c:v>
                </c:pt>
                <c:pt idx="479">
                  <c:v>0.0018411459</c:v>
                </c:pt>
                <c:pt idx="480">
                  <c:v>0.0017453938</c:v>
                </c:pt>
                <c:pt idx="481">
                  <c:v>0.0017873259</c:v>
                </c:pt>
                <c:pt idx="482">
                  <c:v>0.0017377223</c:v>
                </c:pt>
                <c:pt idx="483">
                  <c:v>0.0016367951</c:v>
                </c:pt>
                <c:pt idx="484">
                  <c:v>0.0016221405</c:v>
                </c:pt>
                <c:pt idx="485">
                  <c:v>0.0016388484</c:v>
                </c:pt>
                <c:pt idx="486">
                  <c:v>0.0016369781</c:v>
                </c:pt>
                <c:pt idx="487">
                  <c:v>0.0016137895</c:v>
                </c:pt>
                <c:pt idx="488">
                  <c:v>0.0016599784</c:v>
                </c:pt>
                <c:pt idx="489">
                  <c:v>0.0016855932</c:v>
                </c:pt>
                <c:pt idx="490">
                  <c:v>0.001724147</c:v>
                </c:pt>
                <c:pt idx="491">
                  <c:v>0.0017230556</c:v>
                </c:pt>
                <c:pt idx="492">
                  <c:v>0.0016951814</c:v>
                </c:pt>
                <c:pt idx="493">
                  <c:v>0.0016522925</c:v>
                </c:pt>
                <c:pt idx="494">
                  <c:v>0.0016076206</c:v>
                </c:pt>
                <c:pt idx="495">
                  <c:v>0.0015862656</c:v>
                </c:pt>
                <c:pt idx="496">
                  <c:v>0.0015591408</c:v>
                </c:pt>
                <c:pt idx="497">
                  <c:v>0.0015633651</c:v>
                </c:pt>
                <c:pt idx="498">
                  <c:v>0.0015972338</c:v>
                </c:pt>
                <c:pt idx="499">
                  <c:v>0.0016252189</c:v>
                </c:pt>
                <c:pt idx="500">
                  <c:v>0.0016376824</c:v>
                </c:pt>
                <c:pt idx="501">
                  <c:v>0.0016589767</c:v>
                </c:pt>
                <c:pt idx="502">
                  <c:v>0.0016602692</c:v>
                </c:pt>
                <c:pt idx="503">
                  <c:v>0.0016650151</c:v>
                </c:pt>
                <c:pt idx="504">
                  <c:v>0.0016714867</c:v>
                </c:pt>
                <c:pt idx="505">
                  <c:v>0.0016892488</c:v>
                </c:pt>
                <c:pt idx="506">
                  <c:v>0.00170589</c:v>
                </c:pt>
                <c:pt idx="507">
                  <c:v>0.0017191788</c:v>
                </c:pt>
                <c:pt idx="508">
                  <c:v>0.0017609184</c:v>
                </c:pt>
                <c:pt idx="509">
                  <c:v>0.0018042308</c:v>
                </c:pt>
                <c:pt idx="510">
                  <c:v>0.0017919909</c:v>
                </c:pt>
                <c:pt idx="511">
                  <c:v>0.0018321389</c:v>
                </c:pt>
                <c:pt idx="512">
                  <c:v>0.001952549</c:v>
                </c:pt>
                <c:pt idx="513">
                  <c:v>0.0020383903</c:v>
                </c:pt>
                <c:pt idx="514">
                  <c:v>0.0020701163</c:v>
                </c:pt>
                <c:pt idx="515">
                  <c:v>0.0021608725</c:v>
                </c:pt>
                <c:pt idx="516">
                  <c:v>0.0021602928</c:v>
                </c:pt>
                <c:pt idx="517">
                  <c:v>0.0021190828</c:v>
                </c:pt>
                <c:pt idx="518">
                  <c:v>0.0021049008</c:v>
                </c:pt>
                <c:pt idx="519">
                  <c:v>0.0022376876</c:v>
                </c:pt>
                <c:pt idx="520">
                  <c:v>0.0023066525</c:v>
                </c:pt>
                <c:pt idx="521">
                  <c:v>0.0022936712</c:v>
                </c:pt>
                <c:pt idx="522">
                  <c:v>0.0023632181</c:v>
                </c:pt>
                <c:pt idx="523">
                  <c:v>0.0023675071</c:v>
                </c:pt>
                <c:pt idx="524">
                  <c:v>0.0023021129</c:v>
                </c:pt>
                <c:pt idx="525">
                  <c:v>0.0022659853</c:v>
                </c:pt>
                <c:pt idx="526">
                  <c:v>0.0023126749</c:v>
                </c:pt>
                <c:pt idx="527">
                  <c:v>0.0023608101</c:v>
                </c:pt>
                <c:pt idx="528">
                  <c:v>0.002405996</c:v>
                </c:pt>
                <c:pt idx="529">
                  <c:v>0.0024774409</c:v>
                </c:pt>
                <c:pt idx="530">
                  <c:v>0.0023631044</c:v>
                </c:pt>
                <c:pt idx="531">
                  <c:v>0.0023244857</c:v>
                </c:pt>
                <c:pt idx="532">
                  <c:v>0.0023822023</c:v>
                </c:pt>
                <c:pt idx="533">
                  <c:v>0.0024384548</c:v>
                </c:pt>
                <c:pt idx="534">
                  <c:v>0.0024603246</c:v>
                </c:pt>
                <c:pt idx="535">
                  <c:v>0.0024828954</c:v>
                </c:pt>
                <c:pt idx="536">
                  <c:v>0.0024505451</c:v>
                </c:pt>
                <c:pt idx="537">
                  <c:v>0.0023990753</c:v>
                </c:pt>
                <c:pt idx="538">
                  <c:v>0.0023952435</c:v>
                </c:pt>
                <c:pt idx="539">
                  <c:v>0.0024447527</c:v>
                </c:pt>
                <c:pt idx="540">
                  <c:v>0.0024144017</c:v>
                </c:pt>
                <c:pt idx="541">
                  <c:v>0.0023289989</c:v>
                </c:pt>
                <c:pt idx="542">
                  <c:v>0.0022892657</c:v>
                </c:pt>
                <c:pt idx="543">
                  <c:v>0.0022938553</c:v>
                </c:pt>
                <c:pt idx="544">
                  <c:v>0.0023013689</c:v>
                </c:pt>
                <c:pt idx="545">
                  <c:v>0.0022386081</c:v>
                </c:pt>
                <c:pt idx="546">
                  <c:v>0.0022340012</c:v>
                </c:pt>
                <c:pt idx="547">
                  <c:v>0.0022217542</c:v>
                </c:pt>
                <c:pt idx="548">
                  <c:v>0.0022370619</c:v>
                </c:pt>
                <c:pt idx="549">
                  <c:v>0.0022897009</c:v>
                </c:pt>
                <c:pt idx="550">
                  <c:v>0.0023298349</c:v>
                </c:pt>
                <c:pt idx="551">
                  <c:v>0.0023592541</c:v>
                </c:pt>
                <c:pt idx="552">
                  <c:v>0.0023751372</c:v>
                </c:pt>
                <c:pt idx="553">
                  <c:v>0.0023903464</c:v>
                </c:pt>
                <c:pt idx="554">
                  <c:v>0.0023705852</c:v>
                </c:pt>
                <c:pt idx="555">
                  <c:v>0.0023507414</c:v>
                </c:pt>
                <c:pt idx="556">
                  <c:v>0.0023657824</c:v>
                </c:pt>
                <c:pt idx="557">
                  <c:v>0.0023666946</c:v>
                </c:pt>
                <c:pt idx="558">
                  <c:v>0.002322749</c:v>
                </c:pt>
                <c:pt idx="559">
                  <c:v>0.0023231728</c:v>
                </c:pt>
                <c:pt idx="560">
                  <c:v>0.002306458</c:v>
                </c:pt>
                <c:pt idx="561">
                  <c:v>0.0022818634</c:v>
                </c:pt>
                <c:pt idx="562">
                  <c:v>0.0022299538</c:v>
                </c:pt>
                <c:pt idx="563">
                  <c:v>0.0021945323</c:v>
                </c:pt>
                <c:pt idx="564">
                  <c:v>0.0021280086</c:v>
                </c:pt>
                <c:pt idx="565">
                  <c:v>0.0020364677</c:v>
                </c:pt>
                <c:pt idx="566">
                  <c:v>0.0019670679</c:v>
                </c:pt>
                <c:pt idx="567">
                  <c:v>0.0018869271</c:v>
                </c:pt>
                <c:pt idx="568">
                  <c:v>0.0018106297</c:v>
                </c:pt>
                <c:pt idx="569">
                  <c:v>0.0017493706</c:v>
                </c:pt>
                <c:pt idx="570">
                  <c:v>0.0016824985</c:v>
                </c:pt>
                <c:pt idx="571">
                  <c:v>0.0016571266</c:v>
                </c:pt>
                <c:pt idx="572">
                  <c:v>0.0016948003</c:v>
                </c:pt>
                <c:pt idx="573">
                  <c:v>0.0016941584</c:v>
                </c:pt>
                <c:pt idx="574">
                  <c:v>0.0016321063</c:v>
                </c:pt>
                <c:pt idx="575">
                  <c:v>0.0016232046</c:v>
                </c:pt>
                <c:pt idx="576">
                  <c:v>0.001631162</c:v>
                </c:pt>
                <c:pt idx="577">
                  <c:v>0.0016564063</c:v>
                </c:pt>
                <c:pt idx="578">
                  <c:v>0.0016420954</c:v>
                </c:pt>
                <c:pt idx="579">
                  <c:v>0.0016396247</c:v>
                </c:pt>
                <c:pt idx="580">
                  <c:v>0.0016609638</c:v>
                </c:pt>
                <c:pt idx="581">
                  <c:v>0.001659592</c:v>
                </c:pt>
                <c:pt idx="582">
                  <c:v>0.001640658</c:v>
                </c:pt>
                <c:pt idx="583">
                  <c:v>0.0016424721</c:v>
                </c:pt>
                <c:pt idx="584">
                  <c:v>0.0016235517</c:v>
                </c:pt>
                <c:pt idx="585">
                  <c:v>0.00162331</c:v>
                </c:pt>
                <c:pt idx="586">
                  <c:v>0.0016228912</c:v>
                </c:pt>
                <c:pt idx="587">
                  <c:v>0.0016220951</c:v>
                </c:pt>
                <c:pt idx="588">
                  <c:v>0.0016369622</c:v>
                </c:pt>
                <c:pt idx="589">
                  <c:v>0.0017309984</c:v>
                </c:pt>
                <c:pt idx="590">
                  <c:v>0.0016823795</c:v>
                </c:pt>
                <c:pt idx="591">
                  <c:v>0.001673764</c:v>
                </c:pt>
                <c:pt idx="592">
                  <c:v>0.0016532625</c:v>
                </c:pt>
                <c:pt idx="593">
                  <c:v>0.0016483602</c:v>
                </c:pt>
                <c:pt idx="594">
                  <c:v>0.001636416</c:v>
                </c:pt>
                <c:pt idx="595">
                  <c:v>0.0016235633</c:v>
                </c:pt>
                <c:pt idx="596">
                  <c:v>0.0015981466</c:v>
                </c:pt>
                <c:pt idx="597">
                  <c:v>0.0015706749</c:v>
                </c:pt>
                <c:pt idx="598">
                  <c:v>0.0015688437</c:v>
                </c:pt>
                <c:pt idx="599">
                  <c:v>0.0015374137</c:v>
                </c:pt>
                <c:pt idx="600">
                  <c:v>0.0015217124</c:v>
                </c:pt>
                <c:pt idx="601">
                  <c:v>0.0015039599</c:v>
                </c:pt>
                <c:pt idx="602">
                  <c:v>0.0015071384</c:v>
                </c:pt>
                <c:pt idx="603">
                  <c:v>0.001498849</c:v>
                </c:pt>
                <c:pt idx="604">
                  <c:v>0.0014924346</c:v>
                </c:pt>
                <c:pt idx="605">
                  <c:v>0.0015009731</c:v>
                </c:pt>
                <c:pt idx="606">
                  <c:v>0.0014955255</c:v>
                </c:pt>
                <c:pt idx="607">
                  <c:v>0.0015137379</c:v>
                </c:pt>
                <c:pt idx="608">
                  <c:v>0.0015440541</c:v>
                </c:pt>
                <c:pt idx="609">
                  <c:v>0.0015612767</c:v>
                </c:pt>
                <c:pt idx="610">
                  <c:v>0.0015748544</c:v>
                </c:pt>
                <c:pt idx="611">
                  <c:v>0.0015756092</c:v>
                </c:pt>
                <c:pt idx="612">
                  <c:v>0.0015937042</c:v>
                </c:pt>
                <c:pt idx="613">
                  <c:v>0.0016130173</c:v>
                </c:pt>
                <c:pt idx="614">
                  <c:v>0.0016126791</c:v>
                </c:pt>
                <c:pt idx="615">
                  <c:v>0.0016545206</c:v>
                </c:pt>
                <c:pt idx="616">
                  <c:v>0.001655089</c:v>
                </c:pt>
                <c:pt idx="617">
                  <c:v>0.001692402</c:v>
                </c:pt>
                <c:pt idx="618">
                  <c:v>0.0017324193</c:v>
                </c:pt>
                <c:pt idx="619">
                  <c:v>0.0017117137</c:v>
                </c:pt>
                <c:pt idx="620">
                  <c:v>0.0017461716</c:v>
                </c:pt>
                <c:pt idx="621">
                  <c:v>0.0018476114</c:v>
                </c:pt>
                <c:pt idx="622">
                  <c:v>0.0019423794</c:v>
                </c:pt>
                <c:pt idx="623">
                  <c:v>0.0019964034</c:v>
                </c:pt>
                <c:pt idx="624">
                  <c:v>0.0021204327</c:v>
                </c:pt>
                <c:pt idx="625">
                  <c:v>0.0021134744</c:v>
                </c:pt>
                <c:pt idx="626">
                  <c:v>0.0020631534</c:v>
                </c:pt>
                <c:pt idx="627">
                  <c:v>0.0020444032</c:v>
                </c:pt>
                <c:pt idx="628">
                  <c:v>0.0021299881</c:v>
                </c:pt>
                <c:pt idx="629">
                  <c:v>0.0022701811</c:v>
                </c:pt>
                <c:pt idx="630">
                  <c:v>0.0022798457</c:v>
                </c:pt>
                <c:pt idx="631">
                  <c:v>0.0022731603</c:v>
                </c:pt>
                <c:pt idx="632">
                  <c:v>0.0022792924</c:v>
                </c:pt>
                <c:pt idx="633">
                  <c:v>0.002198023</c:v>
                </c:pt>
                <c:pt idx="634">
                  <c:v>0.0021765125</c:v>
                </c:pt>
                <c:pt idx="635">
                  <c:v>0.0021860144</c:v>
                </c:pt>
                <c:pt idx="636">
                  <c:v>0.0022331715</c:v>
                </c:pt>
                <c:pt idx="637">
                  <c:v>0.0023032334</c:v>
                </c:pt>
                <c:pt idx="638">
                  <c:v>0.0024040559</c:v>
                </c:pt>
                <c:pt idx="639">
                  <c:v>0.0023524231</c:v>
                </c:pt>
                <c:pt idx="640">
                  <c:v>0.0022746237</c:v>
                </c:pt>
                <c:pt idx="641">
                  <c:v>0.0023605401</c:v>
                </c:pt>
                <c:pt idx="642">
                  <c:v>0.0023684269</c:v>
                </c:pt>
                <c:pt idx="643">
                  <c:v>0.0023595455</c:v>
                </c:pt>
                <c:pt idx="644">
                  <c:v>0.0023229955</c:v>
                </c:pt>
                <c:pt idx="645">
                  <c:v>0.0023551226</c:v>
                </c:pt>
                <c:pt idx="646">
                  <c:v>0.0023351194</c:v>
                </c:pt>
                <c:pt idx="647">
                  <c:v>0.0023004764</c:v>
                </c:pt>
                <c:pt idx="648">
                  <c:v>0.0024031189</c:v>
                </c:pt>
                <c:pt idx="649">
                  <c:v>0.0023343387</c:v>
                </c:pt>
                <c:pt idx="650">
                  <c:v>0.0023052128</c:v>
                </c:pt>
                <c:pt idx="651">
                  <c:v>0.0022335366</c:v>
                </c:pt>
                <c:pt idx="652">
                  <c:v>0.0022206049</c:v>
                </c:pt>
                <c:pt idx="653">
                  <c:v>0.0022376382</c:v>
                </c:pt>
                <c:pt idx="654">
                  <c:v>0.0021933659</c:v>
                </c:pt>
                <c:pt idx="655">
                  <c:v>0.0021865172</c:v>
                </c:pt>
                <c:pt idx="656">
                  <c:v>0.0022130088</c:v>
                </c:pt>
                <c:pt idx="657">
                  <c:v>0.0022051521</c:v>
                </c:pt>
                <c:pt idx="658">
                  <c:v>0.0022343976</c:v>
                </c:pt>
                <c:pt idx="659">
                  <c:v>0.002258755</c:v>
                </c:pt>
                <c:pt idx="660">
                  <c:v>0.0022914614</c:v>
                </c:pt>
                <c:pt idx="661">
                  <c:v>0.0022964748</c:v>
                </c:pt>
                <c:pt idx="662">
                  <c:v>0.0023225643</c:v>
                </c:pt>
                <c:pt idx="663">
                  <c:v>0.0023207763</c:v>
                </c:pt>
                <c:pt idx="664">
                  <c:v>0.0022851589</c:v>
                </c:pt>
                <c:pt idx="665">
                  <c:v>0.002305073</c:v>
                </c:pt>
                <c:pt idx="666">
                  <c:v>0.0022941784</c:v>
                </c:pt>
                <c:pt idx="667">
                  <c:v>0.0022662897</c:v>
                </c:pt>
                <c:pt idx="668">
                  <c:v>0.0022698059</c:v>
                </c:pt>
                <c:pt idx="669">
                  <c:v>0.002228636</c:v>
                </c:pt>
                <c:pt idx="670">
                  <c:v>0.0022057088</c:v>
                </c:pt>
                <c:pt idx="671">
                  <c:v>0.0021579576</c:v>
                </c:pt>
                <c:pt idx="672">
                  <c:v>0.0021138448</c:v>
                </c:pt>
                <c:pt idx="673">
                  <c:v>0.002074708</c:v>
                </c:pt>
                <c:pt idx="674">
                  <c:v>0.00200239</c:v>
                </c:pt>
                <c:pt idx="675">
                  <c:v>0.0019307207</c:v>
                </c:pt>
                <c:pt idx="676">
                  <c:v>0.0018705159</c:v>
                </c:pt>
                <c:pt idx="677">
                  <c:v>0.0018177059</c:v>
                </c:pt>
                <c:pt idx="678">
                  <c:v>0.001797342</c:v>
                </c:pt>
                <c:pt idx="679">
                  <c:v>0.0017886686</c:v>
                </c:pt>
                <c:pt idx="680">
                  <c:v>0.0017442462</c:v>
                </c:pt>
                <c:pt idx="681">
                  <c:v>0.0017019798</c:v>
                </c:pt>
                <c:pt idx="682">
                  <c:v>0.0016508388</c:v>
                </c:pt>
                <c:pt idx="683">
                  <c:v>0.0016489541</c:v>
                </c:pt>
                <c:pt idx="684">
                  <c:v>0.0016638504</c:v>
                </c:pt>
                <c:pt idx="685">
                  <c:v>0.001681354</c:v>
                </c:pt>
                <c:pt idx="686">
                  <c:v>0.0016988857</c:v>
                </c:pt>
                <c:pt idx="687">
                  <c:v>0.0017043606</c:v>
                </c:pt>
                <c:pt idx="688">
                  <c:v>0.0017268177</c:v>
                </c:pt>
                <c:pt idx="689">
                  <c:v>0.0017133908</c:v>
                </c:pt>
                <c:pt idx="690">
                  <c:v>0.0016740799</c:v>
                </c:pt>
                <c:pt idx="691">
                  <c:v>0.0016585801</c:v>
                </c:pt>
                <c:pt idx="692">
                  <c:v>0.0016573622</c:v>
                </c:pt>
                <c:pt idx="693">
                  <c:v>0.0016658539</c:v>
                </c:pt>
                <c:pt idx="694">
                  <c:v>0.0016843544</c:v>
                </c:pt>
                <c:pt idx="695">
                  <c:v>0.0016997935</c:v>
                </c:pt>
                <c:pt idx="696">
                  <c:v>0.0017494606</c:v>
                </c:pt>
                <c:pt idx="697">
                  <c:v>0.0018019591</c:v>
                </c:pt>
                <c:pt idx="698">
                  <c:v>0.0017455089</c:v>
                </c:pt>
                <c:pt idx="699">
                  <c:v>0.0017922672</c:v>
                </c:pt>
                <c:pt idx="700">
                  <c:v>0.0017517793</c:v>
                </c:pt>
                <c:pt idx="701">
                  <c:v>0.0017344268</c:v>
                </c:pt>
                <c:pt idx="702">
                  <c:v>0.0017255878</c:v>
                </c:pt>
                <c:pt idx="703">
                  <c:v>0.0017257583</c:v>
                </c:pt>
                <c:pt idx="704">
                  <c:v>0.001707364</c:v>
                </c:pt>
                <c:pt idx="705">
                  <c:v>0.0016939148</c:v>
                </c:pt>
                <c:pt idx="706">
                  <c:v>0.0017022663</c:v>
                </c:pt>
                <c:pt idx="707">
                  <c:v>0.001675034</c:v>
                </c:pt>
                <c:pt idx="708">
                  <c:v>0.001656983</c:v>
                </c:pt>
                <c:pt idx="709">
                  <c:v>0.0016376026</c:v>
                </c:pt>
                <c:pt idx="710">
                  <c:v>0.0016241303</c:v>
                </c:pt>
                <c:pt idx="711">
                  <c:v>0.0015992029</c:v>
                </c:pt>
                <c:pt idx="712">
                  <c:v>0.0015839803</c:v>
                </c:pt>
                <c:pt idx="713">
                  <c:v>0.0016037423</c:v>
                </c:pt>
                <c:pt idx="714">
                  <c:v>0.0015783542</c:v>
                </c:pt>
                <c:pt idx="715">
                  <c:v>0.0015758822</c:v>
                </c:pt>
                <c:pt idx="716">
                  <c:v>0.0015763819</c:v>
                </c:pt>
                <c:pt idx="717">
                  <c:v>0.0015909094</c:v>
                </c:pt>
                <c:pt idx="718">
                  <c:v>0.0015987755</c:v>
                </c:pt>
                <c:pt idx="719">
                  <c:v>0.0016054059</c:v>
                </c:pt>
                <c:pt idx="720">
                  <c:v>0.0016263724</c:v>
                </c:pt>
                <c:pt idx="721">
                  <c:v>0.001634058</c:v>
                </c:pt>
                <c:pt idx="722">
                  <c:v>0.0016326498</c:v>
                </c:pt>
                <c:pt idx="723">
                  <c:v>0.0016579507</c:v>
                </c:pt>
                <c:pt idx="724">
                  <c:v>0.0016904711</c:v>
                </c:pt>
                <c:pt idx="725">
                  <c:v>0.0017541834</c:v>
                </c:pt>
                <c:pt idx="726">
                  <c:v>0.0017667937</c:v>
                </c:pt>
                <c:pt idx="727">
                  <c:v>0.0017636823</c:v>
                </c:pt>
                <c:pt idx="728">
                  <c:v>0.0018201542</c:v>
                </c:pt>
                <c:pt idx="729">
                  <c:v>0.0019302685</c:v>
                </c:pt>
                <c:pt idx="730">
                  <c:v>0.0020116124</c:v>
                </c:pt>
                <c:pt idx="731">
                  <c:v>0.002029526</c:v>
                </c:pt>
                <c:pt idx="732">
                  <c:v>0.002137697</c:v>
                </c:pt>
                <c:pt idx="733">
                  <c:v>0.0021305232</c:v>
                </c:pt>
                <c:pt idx="734">
                  <c:v>0.0020550622</c:v>
                </c:pt>
                <c:pt idx="735">
                  <c:v>0.0020915444</c:v>
                </c:pt>
                <c:pt idx="736">
                  <c:v>0.0024108097</c:v>
                </c:pt>
                <c:pt idx="737">
                  <c:v>0.0022673157</c:v>
                </c:pt>
                <c:pt idx="738">
                  <c:v>0.0023044794</c:v>
                </c:pt>
                <c:pt idx="739">
                  <c:v>0.0023813504</c:v>
                </c:pt>
                <c:pt idx="740">
                  <c:v>0.0023669904</c:v>
                </c:pt>
                <c:pt idx="741">
                  <c:v>0.0022531601</c:v>
                </c:pt>
                <c:pt idx="742">
                  <c:v>0.0022868642</c:v>
                </c:pt>
                <c:pt idx="743">
                  <c:v>0.0023756952</c:v>
                </c:pt>
                <c:pt idx="744">
                  <c:v>0.0024090695</c:v>
                </c:pt>
                <c:pt idx="745">
                  <c:v>0.0024396301</c:v>
                </c:pt>
                <c:pt idx="746">
                  <c:v>0.0024378998</c:v>
                </c:pt>
                <c:pt idx="747">
                  <c:v>0.0023186636</c:v>
                </c:pt>
                <c:pt idx="748">
                  <c:v>0.0023365547</c:v>
                </c:pt>
                <c:pt idx="749">
                  <c:v>0.002383307</c:v>
                </c:pt>
                <c:pt idx="750">
                  <c:v>0.0024674096</c:v>
                </c:pt>
                <c:pt idx="751">
                  <c:v>0.0024761299</c:v>
                </c:pt>
                <c:pt idx="752">
                  <c:v>0.0024574625</c:v>
                </c:pt>
                <c:pt idx="753">
                  <c:v>0.0024282045</c:v>
                </c:pt>
                <c:pt idx="754">
                  <c:v>0.0024083227</c:v>
                </c:pt>
                <c:pt idx="755">
                  <c:v>0.0024271943</c:v>
                </c:pt>
                <c:pt idx="756">
                  <c:v>0.0024141775</c:v>
                </c:pt>
                <c:pt idx="757">
                  <c:v>0.0023491361</c:v>
                </c:pt>
                <c:pt idx="758">
                  <c:v>0.0022861752</c:v>
                </c:pt>
                <c:pt idx="759">
                  <c:v>0.0022783071</c:v>
                </c:pt>
                <c:pt idx="760">
                  <c:v>0.002289892</c:v>
                </c:pt>
                <c:pt idx="761">
                  <c:v>0.0022658632</c:v>
                </c:pt>
                <c:pt idx="762">
                  <c:v>0.0022300934</c:v>
                </c:pt>
                <c:pt idx="763">
                  <c:v>0.0022263369</c:v>
                </c:pt>
                <c:pt idx="764">
                  <c:v>0.0021995471</c:v>
                </c:pt>
                <c:pt idx="765">
                  <c:v>0.0022389334</c:v>
                </c:pt>
                <c:pt idx="766">
                  <c:v>0.0022802396</c:v>
                </c:pt>
                <c:pt idx="767">
                  <c:v>0.0023193762</c:v>
                </c:pt>
                <c:pt idx="768">
                  <c:v>0.0023398192</c:v>
                </c:pt>
                <c:pt idx="769">
                  <c:v>0.0023628789</c:v>
                </c:pt>
                <c:pt idx="770">
                  <c:v>0.0023675594</c:v>
                </c:pt>
                <c:pt idx="771">
                  <c:v>0.0023270468</c:v>
                </c:pt>
                <c:pt idx="772">
                  <c:v>0.0023180294</c:v>
                </c:pt>
                <c:pt idx="773">
                  <c:v>0.002344197</c:v>
                </c:pt>
                <c:pt idx="774">
                  <c:v>0.0023453965</c:v>
                </c:pt>
                <c:pt idx="775">
                  <c:v>0.0022977782</c:v>
                </c:pt>
                <c:pt idx="776">
                  <c:v>0.0023070546</c:v>
                </c:pt>
                <c:pt idx="777">
                  <c:v>0.0022774474</c:v>
                </c:pt>
                <c:pt idx="778">
                  <c:v>0.0022601835</c:v>
                </c:pt>
                <c:pt idx="779">
                  <c:v>0.0022285694</c:v>
                </c:pt>
                <c:pt idx="780">
                  <c:v>0.0021700282</c:v>
                </c:pt>
                <c:pt idx="781">
                  <c:v>0.0020848853</c:v>
                </c:pt>
                <c:pt idx="782">
                  <c:v>0.0020033833</c:v>
                </c:pt>
                <c:pt idx="783">
                  <c:v>0.0019204236</c:v>
                </c:pt>
                <c:pt idx="784">
                  <c:v>0.0018450099</c:v>
                </c:pt>
                <c:pt idx="785">
                  <c:v>0.0017498394</c:v>
                </c:pt>
                <c:pt idx="786">
                  <c:v>0.00169535</c:v>
                </c:pt>
                <c:pt idx="787">
                  <c:v>0.0016383234</c:v>
                </c:pt>
                <c:pt idx="788">
                  <c:v>0.0015930842</c:v>
                </c:pt>
                <c:pt idx="789">
                  <c:v>0.001591144</c:v>
                </c:pt>
                <c:pt idx="790">
                  <c:v>0.0016453591</c:v>
                </c:pt>
                <c:pt idx="791">
                  <c:v>0.0016087173</c:v>
                </c:pt>
                <c:pt idx="792">
                  <c:v>0.0015920863</c:v>
                </c:pt>
                <c:pt idx="793">
                  <c:v>0.0015790004</c:v>
                </c:pt>
                <c:pt idx="794">
                  <c:v>0.0015786225</c:v>
                </c:pt>
                <c:pt idx="795">
                  <c:v>0.0015708339</c:v>
                </c:pt>
                <c:pt idx="796">
                  <c:v>0.0015979194</c:v>
                </c:pt>
                <c:pt idx="797">
                  <c:v>0.0016178042</c:v>
                </c:pt>
                <c:pt idx="798">
                  <c:v>0.0016508735</c:v>
                </c:pt>
                <c:pt idx="799">
                  <c:v>0.0016544848</c:v>
                </c:pt>
                <c:pt idx="800">
                  <c:v>0.0016353245</c:v>
                </c:pt>
                <c:pt idx="801">
                  <c:v>0.0016237435</c:v>
                </c:pt>
                <c:pt idx="802">
                  <c:v>0.0016106621</c:v>
                </c:pt>
                <c:pt idx="803">
                  <c:v>0.0016088579</c:v>
                </c:pt>
                <c:pt idx="804">
                  <c:v>0.0016202229</c:v>
                </c:pt>
                <c:pt idx="805">
                  <c:v>0.0016131585</c:v>
                </c:pt>
                <c:pt idx="806">
                  <c:v>0.001654296</c:v>
                </c:pt>
                <c:pt idx="807">
                  <c:v>0.001599894</c:v>
                </c:pt>
                <c:pt idx="808">
                  <c:v>0.0015979347</c:v>
                </c:pt>
                <c:pt idx="809">
                  <c:v>0.0015511615</c:v>
                </c:pt>
                <c:pt idx="810">
                  <c:v>0.0015385921</c:v>
                </c:pt>
                <c:pt idx="811">
                  <c:v>0.0015095958</c:v>
                </c:pt>
                <c:pt idx="812">
                  <c:v>0.0015169272</c:v>
                </c:pt>
                <c:pt idx="813">
                  <c:v>0.0015107673</c:v>
                </c:pt>
                <c:pt idx="814">
                  <c:v>0.0015108654</c:v>
                </c:pt>
                <c:pt idx="815">
                  <c:v>0.0014892684</c:v>
                </c:pt>
                <c:pt idx="816">
                  <c:v>0.0014653076</c:v>
                </c:pt>
                <c:pt idx="817">
                  <c:v>0.001448227</c:v>
                </c:pt>
                <c:pt idx="818">
                  <c:v>0.0014479837</c:v>
                </c:pt>
                <c:pt idx="819">
                  <c:v>0.0014442776</c:v>
                </c:pt>
                <c:pt idx="820">
                  <c:v>0.0014671625</c:v>
                </c:pt>
                <c:pt idx="821">
                  <c:v>0.0014366939</c:v>
                </c:pt>
                <c:pt idx="822">
                  <c:v>0.0014266798</c:v>
                </c:pt>
                <c:pt idx="823">
                  <c:v>0.0014221448</c:v>
                </c:pt>
                <c:pt idx="824">
                  <c:v>0.0014661231</c:v>
                </c:pt>
                <c:pt idx="825">
                  <c:v>0.0014937587</c:v>
                </c:pt>
                <c:pt idx="826">
                  <c:v>0.001517652</c:v>
                </c:pt>
                <c:pt idx="827">
                  <c:v>0.0015214148</c:v>
                </c:pt>
                <c:pt idx="828">
                  <c:v>0.0015239635</c:v>
                </c:pt>
                <c:pt idx="829">
                  <c:v>0.0015384318</c:v>
                </c:pt>
                <c:pt idx="830">
                  <c:v>0.001584826</c:v>
                </c:pt>
                <c:pt idx="831">
                  <c:v>0.0015641467</c:v>
                </c:pt>
                <c:pt idx="832">
                  <c:v>0.0015809088</c:v>
                </c:pt>
                <c:pt idx="833">
                  <c:v>0.0015782249</c:v>
                </c:pt>
                <c:pt idx="834">
                  <c:v>0.0016290293</c:v>
                </c:pt>
                <c:pt idx="835">
                  <c:v>0.0016933899</c:v>
                </c:pt>
                <c:pt idx="836">
                  <c:v>0.0017000273</c:v>
                </c:pt>
                <c:pt idx="837">
                  <c:v>0.0016547378</c:v>
                </c:pt>
                <c:pt idx="838">
                  <c:v>0.0017165321</c:v>
                </c:pt>
                <c:pt idx="839">
                  <c:v>0.0017790637</c:v>
                </c:pt>
                <c:pt idx="840">
                  <c:v>0.0019354549</c:v>
                </c:pt>
                <c:pt idx="841">
                  <c:v>0.0019579611</c:v>
                </c:pt>
                <c:pt idx="842">
                  <c:v>0.0020717645</c:v>
                </c:pt>
                <c:pt idx="843">
                  <c:v>0.0020581961</c:v>
                </c:pt>
                <c:pt idx="844">
                  <c:v>0.002051104</c:v>
                </c:pt>
                <c:pt idx="845">
                  <c:v>0.0020232935</c:v>
                </c:pt>
                <c:pt idx="846">
                  <c:v>0.0021043954</c:v>
                </c:pt>
                <c:pt idx="847">
                  <c:v>0.0021917832</c:v>
                </c:pt>
                <c:pt idx="848">
                  <c:v>0.0021416441</c:v>
                </c:pt>
                <c:pt idx="849">
                  <c:v>0.0020776926</c:v>
                </c:pt>
                <c:pt idx="850">
                  <c:v>0.0020963383</c:v>
                </c:pt>
                <c:pt idx="851">
                  <c:v>0.0020612546</c:v>
                </c:pt>
                <c:pt idx="852">
                  <c:v>0.0020880736</c:v>
                </c:pt>
                <c:pt idx="853">
                  <c:v>0.0020285341</c:v>
                </c:pt>
                <c:pt idx="854">
                  <c:v>0.002070352</c:v>
                </c:pt>
                <c:pt idx="855">
                  <c:v>0.0020814234</c:v>
                </c:pt>
                <c:pt idx="856">
                  <c:v>0.0021877909</c:v>
                </c:pt>
                <c:pt idx="857">
                  <c:v>0.0022543851</c:v>
                </c:pt>
                <c:pt idx="858">
                  <c:v>0.0021654859</c:v>
                </c:pt>
                <c:pt idx="859">
                  <c:v>0.0021979342</c:v>
                </c:pt>
                <c:pt idx="860">
                  <c:v>0.0022918552</c:v>
                </c:pt>
                <c:pt idx="861">
                  <c:v>0.0022087542</c:v>
                </c:pt>
                <c:pt idx="862">
                  <c:v>0.0021741727</c:v>
                </c:pt>
                <c:pt idx="863">
                  <c:v>0.0021490632</c:v>
                </c:pt>
                <c:pt idx="864">
                  <c:v>0.002160852</c:v>
                </c:pt>
                <c:pt idx="865">
                  <c:v>0.0021342247</c:v>
                </c:pt>
                <c:pt idx="866">
                  <c:v>0.0020973711</c:v>
                </c:pt>
                <c:pt idx="867">
                  <c:v>0.0021614938</c:v>
                </c:pt>
                <c:pt idx="868">
                  <c:v>0.0021668061</c:v>
                </c:pt>
                <c:pt idx="869">
                  <c:v>0.0021368317</c:v>
                </c:pt>
                <c:pt idx="870">
                  <c:v>0.0020995519</c:v>
                </c:pt>
                <c:pt idx="871">
                  <c:v>0.0021190041</c:v>
                </c:pt>
                <c:pt idx="872">
                  <c:v>0.0021541691</c:v>
                </c:pt>
                <c:pt idx="873">
                  <c:v>0.002132446</c:v>
                </c:pt>
                <c:pt idx="874">
                  <c:v>0.0021274008</c:v>
                </c:pt>
                <c:pt idx="875">
                  <c:v>0.0020945428</c:v>
                </c:pt>
                <c:pt idx="876">
                  <c:v>0.00210399</c:v>
                </c:pt>
                <c:pt idx="877">
                  <c:v>0.002106706</c:v>
                </c:pt>
                <c:pt idx="878">
                  <c:v>0.0021213731</c:v>
                </c:pt>
                <c:pt idx="879">
                  <c:v>0.0021369749</c:v>
                </c:pt>
                <c:pt idx="880">
                  <c:v>0.0021267648</c:v>
                </c:pt>
                <c:pt idx="881">
                  <c:v>0.0021290639</c:v>
                </c:pt>
                <c:pt idx="882">
                  <c:v>0.0021158789</c:v>
                </c:pt>
                <c:pt idx="883">
                  <c:v>0.0020779773</c:v>
                </c:pt>
                <c:pt idx="884">
                  <c:v>0.0020483197</c:v>
                </c:pt>
                <c:pt idx="885">
                  <c:v>0.0020096186</c:v>
                </c:pt>
                <c:pt idx="886">
                  <c:v>0.0019581171</c:v>
                </c:pt>
                <c:pt idx="887">
                  <c:v>0.0019248284</c:v>
                </c:pt>
                <c:pt idx="888">
                  <c:v>0.0018927665</c:v>
                </c:pt>
                <c:pt idx="889">
                  <c:v>0.0018631147</c:v>
                </c:pt>
                <c:pt idx="890">
                  <c:v>0.0018456759</c:v>
                </c:pt>
                <c:pt idx="891">
                  <c:v>0.0018490578</c:v>
                </c:pt>
                <c:pt idx="892">
                  <c:v>0.0018490918</c:v>
                </c:pt>
                <c:pt idx="893">
                  <c:v>0.0018351227</c:v>
                </c:pt>
                <c:pt idx="894">
                  <c:v>0.001830474</c:v>
                </c:pt>
                <c:pt idx="895">
                  <c:v>0.0017863701</c:v>
                </c:pt>
                <c:pt idx="896">
                  <c:v>0.0017364047</c:v>
                </c:pt>
                <c:pt idx="897">
                  <c:v>0.0017399644</c:v>
                </c:pt>
                <c:pt idx="898">
                  <c:v>0.0017333781</c:v>
                </c:pt>
                <c:pt idx="899">
                  <c:v>0.0017335681</c:v>
                </c:pt>
                <c:pt idx="900">
                  <c:v>0.0017602493</c:v>
                </c:pt>
                <c:pt idx="901">
                  <c:v>0.0017579858</c:v>
                </c:pt>
                <c:pt idx="902">
                  <c:v>0.0017738437</c:v>
                </c:pt>
                <c:pt idx="903">
                  <c:v>0.0017831768</c:v>
                </c:pt>
                <c:pt idx="904">
                  <c:v>0.0017691774</c:v>
                </c:pt>
                <c:pt idx="905">
                  <c:v>0.0017414645</c:v>
                </c:pt>
                <c:pt idx="906">
                  <c:v>0.0017586964</c:v>
                </c:pt>
                <c:pt idx="907">
                  <c:v>0.0017482489</c:v>
                </c:pt>
                <c:pt idx="908">
                  <c:v>0.001763964</c:v>
                </c:pt>
                <c:pt idx="909">
                  <c:v>0.00178803</c:v>
                </c:pt>
                <c:pt idx="910">
                  <c:v>0.0018272389</c:v>
                </c:pt>
                <c:pt idx="911">
                  <c:v>0.00183972</c:v>
                </c:pt>
                <c:pt idx="912">
                  <c:v>0.0018166005</c:v>
                </c:pt>
                <c:pt idx="913">
                  <c:v>0.0018764968</c:v>
                </c:pt>
                <c:pt idx="914">
                  <c:v>0.0018623969</c:v>
                </c:pt>
                <c:pt idx="915">
                  <c:v>0.0018186145</c:v>
                </c:pt>
                <c:pt idx="916">
                  <c:v>0.0018015218</c:v>
                </c:pt>
                <c:pt idx="917">
                  <c:v>0.0017880225</c:v>
                </c:pt>
                <c:pt idx="918">
                  <c:v>0.0017932389</c:v>
                </c:pt>
                <c:pt idx="919">
                  <c:v>0.0017774668</c:v>
                </c:pt>
                <c:pt idx="920">
                  <c:v>0.0017798407</c:v>
                </c:pt>
                <c:pt idx="921">
                  <c:v>0.0017889966</c:v>
                </c:pt>
                <c:pt idx="922">
                  <c:v>0.0018148218</c:v>
                </c:pt>
                <c:pt idx="923">
                  <c:v>0.0018124182</c:v>
                </c:pt>
                <c:pt idx="924">
                  <c:v>0.001789229</c:v>
                </c:pt>
                <c:pt idx="925">
                  <c:v>0.0017889085</c:v>
                </c:pt>
                <c:pt idx="926">
                  <c:v>0.001786307</c:v>
                </c:pt>
                <c:pt idx="927">
                  <c:v>0.0017760414</c:v>
                </c:pt>
                <c:pt idx="928">
                  <c:v>0.0017821526</c:v>
                </c:pt>
                <c:pt idx="929">
                  <c:v>0.0017840022</c:v>
                </c:pt>
                <c:pt idx="930">
                  <c:v>0.0017846859</c:v>
                </c:pt>
                <c:pt idx="931">
                  <c:v>0.0017767192</c:v>
                </c:pt>
                <c:pt idx="932">
                  <c:v>0.0018006767</c:v>
                </c:pt>
                <c:pt idx="933">
                  <c:v>0.0018188034</c:v>
                </c:pt>
                <c:pt idx="934">
                  <c:v>0.0018206673</c:v>
                </c:pt>
                <c:pt idx="935">
                  <c:v>0.0018095127</c:v>
                </c:pt>
                <c:pt idx="936">
                  <c:v>0.0018585757</c:v>
                </c:pt>
                <c:pt idx="937">
                  <c:v>0.0018465904</c:v>
                </c:pt>
                <c:pt idx="938">
                  <c:v>0.0018704265</c:v>
                </c:pt>
                <c:pt idx="939">
                  <c:v>0.0018947193</c:v>
                </c:pt>
                <c:pt idx="940">
                  <c:v>0.0019103561</c:v>
                </c:pt>
                <c:pt idx="941">
                  <c:v>0.0019542361</c:v>
                </c:pt>
                <c:pt idx="942">
                  <c:v>0.0020189908</c:v>
                </c:pt>
                <c:pt idx="943">
                  <c:v>0.0020789233</c:v>
                </c:pt>
                <c:pt idx="944">
                  <c:v>0.0020846661</c:v>
                </c:pt>
                <c:pt idx="945">
                  <c:v>0.0021177869</c:v>
                </c:pt>
                <c:pt idx="946">
                  <c:v>0.0022296064</c:v>
                </c:pt>
                <c:pt idx="947">
                  <c:v>0.0020582292</c:v>
                </c:pt>
                <c:pt idx="948">
                  <c:v>0.0020778009</c:v>
                </c:pt>
                <c:pt idx="949">
                  <c:v>0.0021753063</c:v>
                </c:pt>
                <c:pt idx="950">
                  <c:v>0.0023377295</c:v>
                </c:pt>
                <c:pt idx="951">
                  <c:v>0.0022619073</c:v>
                </c:pt>
                <c:pt idx="952">
                  <c:v>0.0023978081</c:v>
                </c:pt>
                <c:pt idx="953">
                  <c:v>0.0024891447</c:v>
                </c:pt>
                <c:pt idx="954">
                  <c:v>0.002433312</c:v>
                </c:pt>
                <c:pt idx="955">
                  <c:v>0.0023567379</c:v>
                </c:pt>
                <c:pt idx="956">
                  <c:v>0.0024129091</c:v>
                </c:pt>
                <c:pt idx="957">
                  <c:v>0.0025679796</c:v>
                </c:pt>
                <c:pt idx="958">
                  <c:v>0.002614095</c:v>
                </c:pt>
                <c:pt idx="959">
                  <c:v>0.0025941262</c:v>
                </c:pt>
                <c:pt idx="960">
                  <c:v>0.0025605523</c:v>
                </c:pt>
                <c:pt idx="961">
                  <c:v>0.0024771312</c:v>
                </c:pt>
                <c:pt idx="962">
                  <c:v>0.002530902</c:v>
                </c:pt>
                <c:pt idx="963">
                  <c:v>0.0025619337</c:v>
                </c:pt>
                <c:pt idx="964">
                  <c:v>0.0025737843</c:v>
                </c:pt>
                <c:pt idx="965">
                  <c:v>0.0025045938</c:v>
                </c:pt>
                <c:pt idx="966">
                  <c:v>0.0025022304</c:v>
                </c:pt>
                <c:pt idx="967">
                  <c:v>0.0025203431</c:v>
                </c:pt>
                <c:pt idx="968">
                  <c:v>0.0025155391</c:v>
                </c:pt>
                <c:pt idx="969">
                  <c:v>0.0024666806</c:v>
                </c:pt>
                <c:pt idx="970">
                  <c:v>0.0024373095</c:v>
                </c:pt>
                <c:pt idx="971">
                  <c:v>0.0023824269</c:v>
                </c:pt>
                <c:pt idx="972">
                  <c:v>0.002366972</c:v>
                </c:pt>
                <c:pt idx="973">
                  <c:v>0.0023683382</c:v>
                </c:pt>
                <c:pt idx="974">
                  <c:v>0.0023608747</c:v>
                </c:pt>
                <c:pt idx="975">
                  <c:v>0.0023396449</c:v>
                </c:pt>
                <c:pt idx="976">
                  <c:v>0.0023427503</c:v>
                </c:pt>
                <c:pt idx="977">
                  <c:v>0.0022979472</c:v>
                </c:pt>
                <c:pt idx="978">
                  <c:v>0.002302886</c:v>
                </c:pt>
                <c:pt idx="979">
                  <c:v>0.0022873793</c:v>
                </c:pt>
                <c:pt idx="980">
                  <c:v>0.0023117383</c:v>
                </c:pt>
                <c:pt idx="981">
                  <c:v>0.0023224471</c:v>
                </c:pt>
                <c:pt idx="982">
                  <c:v>0.0023138863</c:v>
                </c:pt>
                <c:pt idx="983">
                  <c:v>0.0023053221</c:v>
                </c:pt>
                <c:pt idx="984">
                  <c:v>0.0022632561</c:v>
                </c:pt>
                <c:pt idx="985">
                  <c:v>0.0022420468</c:v>
                </c:pt>
                <c:pt idx="986">
                  <c:v>0.0022074985</c:v>
                </c:pt>
                <c:pt idx="987">
                  <c:v>0.0022007132</c:v>
                </c:pt>
                <c:pt idx="988">
                  <c:v>0.0021759415</c:v>
                </c:pt>
                <c:pt idx="989">
                  <c:v>0.0021241113</c:v>
                </c:pt>
                <c:pt idx="990">
                  <c:v>0.0021636799</c:v>
                </c:pt>
                <c:pt idx="991">
                  <c:v>0.0021253804</c:v>
                </c:pt>
                <c:pt idx="992">
                  <c:v>0.0021158734</c:v>
                </c:pt>
                <c:pt idx="993">
                  <c:v>0.0021023456</c:v>
                </c:pt>
                <c:pt idx="994">
                  <c:v>0.0020790426</c:v>
                </c:pt>
                <c:pt idx="995">
                  <c:v>0.0020396695</c:v>
                </c:pt>
                <c:pt idx="996">
                  <c:v>0.0020032597</c:v>
                </c:pt>
                <c:pt idx="997">
                  <c:v>0.0019509469</c:v>
                </c:pt>
                <c:pt idx="998">
                  <c:v>0.0018824974</c:v>
                </c:pt>
                <c:pt idx="999">
                  <c:v>0.001828777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Sheet1!$B$4009</c:f>
              <c:strCache>
                <c:ptCount val="1"/>
                <c:pt idx="0">
                  <c:v>k</c:v>
                </c:pt>
              </c:strCache>
            </c:strRef>
          </c:tx>
          <c:xVal>
            <c:numRef>
              <c:f>Sheet1!$A$4010:$A$5009</c:f>
              <c:numCache>
                <c:formatCode>General</c:formatCode>
                <c:ptCount val="1000"/>
                <c:pt idx="0">
                  <c:v>4.0</c:v>
                </c:pt>
                <c:pt idx="1">
                  <c:v>8.0</c:v>
                </c:pt>
                <c:pt idx="2">
                  <c:v>12.0</c:v>
                </c:pt>
                <c:pt idx="3">
                  <c:v>16.0</c:v>
                </c:pt>
                <c:pt idx="4">
                  <c:v>20.0</c:v>
                </c:pt>
                <c:pt idx="5">
                  <c:v>24.0</c:v>
                </c:pt>
                <c:pt idx="6">
                  <c:v>28.0</c:v>
                </c:pt>
                <c:pt idx="7">
                  <c:v>32.0</c:v>
                </c:pt>
                <c:pt idx="8">
                  <c:v>36.0</c:v>
                </c:pt>
                <c:pt idx="9">
                  <c:v>40.0</c:v>
                </c:pt>
                <c:pt idx="10">
                  <c:v>44.0</c:v>
                </c:pt>
                <c:pt idx="11">
                  <c:v>48.0</c:v>
                </c:pt>
                <c:pt idx="12">
                  <c:v>52.0</c:v>
                </c:pt>
                <c:pt idx="13">
                  <c:v>56.0</c:v>
                </c:pt>
                <c:pt idx="14">
                  <c:v>60.0</c:v>
                </c:pt>
                <c:pt idx="15">
                  <c:v>64.0</c:v>
                </c:pt>
                <c:pt idx="16">
                  <c:v>68.0</c:v>
                </c:pt>
                <c:pt idx="17">
                  <c:v>72.0</c:v>
                </c:pt>
                <c:pt idx="18">
                  <c:v>76.0</c:v>
                </c:pt>
                <c:pt idx="19">
                  <c:v>80.0</c:v>
                </c:pt>
                <c:pt idx="20">
                  <c:v>84.0</c:v>
                </c:pt>
                <c:pt idx="21">
                  <c:v>88.0</c:v>
                </c:pt>
                <c:pt idx="22">
                  <c:v>92.0</c:v>
                </c:pt>
                <c:pt idx="23">
                  <c:v>96.0</c:v>
                </c:pt>
                <c:pt idx="24">
                  <c:v>100.0</c:v>
                </c:pt>
                <c:pt idx="25">
                  <c:v>104.0</c:v>
                </c:pt>
                <c:pt idx="26">
                  <c:v>108.0</c:v>
                </c:pt>
                <c:pt idx="27">
                  <c:v>112.0</c:v>
                </c:pt>
                <c:pt idx="28">
                  <c:v>116.0</c:v>
                </c:pt>
                <c:pt idx="29">
                  <c:v>120.0</c:v>
                </c:pt>
                <c:pt idx="30">
                  <c:v>124.0</c:v>
                </c:pt>
                <c:pt idx="31">
                  <c:v>128.0</c:v>
                </c:pt>
                <c:pt idx="32">
                  <c:v>132.0</c:v>
                </c:pt>
                <c:pt idx="33">
                  <c:v>136.0</c:v>
                </c:pt>
                <c:pt idx="34">
                  <c:v>140.0</c:v>
                </c:pt>
                <c:pt idx="35">
                  <c:v>144.0</c:v>
                </c:pt>
                <c:pt idx="36">
                  <c:v>148.0</c:v>
                </c:pt>
                <c:pt idx="37">
                  <c:v>152.0</c:v>
                </c:pt>
                <c:pt idx="38">
                  <c:v>156.0</c:v>
                </c:pt>
                <c:pt idx="39">
                  <c:v>160.0</c:v>
                </c:pt>
                <c:pt idx="40">
                  <c:v>164.0</c:v>
                </c:pt>
                <c:pt idx="41">
                  <c:v>168.0</c:v>
                </c:pt>
                <c:pt idx="42">
                  <c:v>172.0</c:v>
                </c:pt>
                <c:pt idx="43">
                  <c:v>176.0</c:v>
                </c:pt>
                <c:pt idx="44">
                  <c:v>180.0</c:v>
                </c:pt>
                <c:pt idx="45">
                  <c:v>184.0</c:v>
                </c:pt>
                <c:pt idx="46">
                  <c:v>188.0</c:v>
                </c:pt>
                <c:pt idx="47">
                  <c:v>192.0</c:v>
                </c:pt>
                <c:pt idx="48">
                  <c:v>196.0</c:v>
                </c:pt>
                <c:pt idx="49">
                  <c:v>200.0</c:v>
                </c:pt>
                <c:pt idx="50">
                  <c:v>204.0</c:v>
                </c:pt>
                <c:pt idx="51">
                  <c:v>208.0</c:v>
                </c:pt>
                <c:pt idx="52">
                  <c:v>212.0</c:v>
                </c:pt>
                <c:pt idx="53">
                  <c:v>216.0</c:v>
                </c:pt>
                <c:pt idx="54">
                  <c:v>220.0</c:v>
                </c:pt>
                <c:pt idx="55">
                  <c:v>224.0</c:v>
                </c:pt>
                <c:pt idx="56">
                  <c:v>228.0</c:v>
                </c:pt>
                <c:pt idx="57">
                  <c:v>232.0</c:v>
                </c:pt>
                <c:pt idx="58">
                  <c:v>236.0</c:v>
                </c:pt>
                <c:pt idx="59">
                  <c:v>240.0</c:v>
                </c:pt>
                <c:pt idx="60">
                  <c:v>244.0</c:v>
                </c:pt>
                <c:pt idx="61">
                  <c:v>248.0</c:v>
                </c:pt>
                <c:pt idx="62">
                  <c:v>252.0</c:v>
                </c:pt>
                <c:pt idx="63">
                  <c:v>256.0</c:v>
                </c:pt>
                <c:pt idx="64">
                  <c:v>260.0</c:v>
                </c:pt>
                <c:pt idx="65">
                  <c:v>264.0</c:v>
                </c:pt>
                <c:pt idx="66">
                  <c:v>268.0</c:v>
                </c:pt>
                <c:pt idx="67">
                  <c:v>272.0</c:v>
                </c:pt>
                <c:pt idx="68">
                  <c:v>276.0</c:v>
                </c:pt>
                <c:pt idx="69">
                  <c:v>280.0</c:v>
                </c:pt>
                <c:pt idx="70">
                  <c:v>284.0</c:v>
                </c:pt>
                <c:pt idx="71">
                  <c:v>288.0</c:v>
                </c:pt>
                <c:pt idx="72">
                  <c:v>292.0</c:v>
                </c:pt>
                <c:pt idx="73">
                  <c:v>296.0</c:v>
                </c:pt>
                <c:pt idx="74">
                  <c:v>300.0</c:v>
                </c:pt>
                <c:pt idx="75">
                  <c:v>304.0</c:v>
                </c:pt>
                <c:pt idx="76">
                  <c:v>308.0</c:v>
                </c:pt>
                <c:pt idx="77">
                  <c:v>312.0</c:v>
                </c:pt>
                <c:pt idx="78">
                  <c:v>316.0</c:v>
                </c:pt>
                <c:pt idx="79">
                  <c:v>320.0</c:v>
                </c:pt>
                <c:pt idx="80">
                  <c:v>324.0</c:v>
                </c:pt>
                <c:pt idx="81">
                  <c:v>328.0</c:v>
                </c:pt>
                <c:pt idx="82">
                  <c:v>332.0</c:v>
                </c:pt>
                <c:pt idx="83">
                  <c:v>336.0</c:v>
                </c:pt>
                <c:pt idx="84">
                  <c:v>340.0</c:v>
                </c:pt>
                <c:pt idx="85">
                  <c:v>344.0</c:v>
                </c:pt>
                <c:pt idx="86">
                  <c:v>348.0</c:v>
                </c:pt>
                <c:pt idx="87">
                  <c:v>352.0</c:v>
                </c:pt>
                <c:pt idx="88">
                  <c:v>356.0</c:v>
                </c:pt>
                <c:pt idx="89">
                  <c:v>360.0</c:v>
                </c:pt>
                <c:pt idx="90">
                  <c:v>364.0</c:v>
                </c:pt>
                <c:pt idx="91">
                  <c:v>368.0</c:v>
                </c:pt>
                <c:pt idx="92">
                  <c:v>372.0</c:v>
                </c:pt>
                <c:pt idx="93">
                  <c:v>376.0</c:v>
                </c:pt>
                <c:pt idx="94">
                  <c:v>380.0</c:v>
                </c:pt>
                <c:pt idx="95">
                  <c:v>384.0</c:v>
                </c:pt>
                <c:pt idx="96">
                  <c:v>388.0</c:v>
                </c:pt>
                <c:pt idx="97">
                  <c:v>392.0</c:v>
                </c:pt>
                <c:pt idx="98">
                  <c:v>396.0</c:v>
                </c:pt>
                <c:pt idx="99">
                  <c:v>400.0</c:v>
                </c:pt>
                <c:pt idx="100">
                  <c:v>404.0</c:v>
                </c:pt>
                <c:pt idx="101">
                  <c:v>408.0</c:v>
                </c:pt>
                <c:pt idx="102">
                  <c:v>412.0</c:v>
                </c:pt>
                <c:pt idx="103">
                  <c:v>416.0</c:v>
                </c:pt>
                <c:pt idx="104">
                  <c:v>420.0</c:v>
                </c:pt>
                <c:pt idx="105">
                  <c:v>424.0</c:v>
                </c:pt>
                <c:pt idx="106">
                  <c:v>428.0</c:v>
                </c:pt>
                <c:pt idx="107">
                  <c:v>432.0</c:v>
                </c:pt>
                <c:pt idx="108">
                  <c:v>436.0</c:v>
                </c:pt>
                <c:pt idx="109">
                  <c:v>440.0</c:v>
                </c:pt>
                <c:pt idx="110">
                  <c:v>444.0</c:v>
                </c:pt>
                <c:pt idx="111">
                  <c:v>448.0</c:v>
                </c:pt>
                <c:pt idx="112">
                  <c:v>452.0</c:v>
                </c:pt>
                <c:pt idx="113">
                  <c:v>456.0</c:v>
                </c:pt>
                <c:pt idx="114">
                  <c:v>460.0</c:v>
                </c:pt>
                <c:pt idx="115">
                  <c:v>464.0</c:v>
                </c:pt>
                <c:pt idx="116">
                  <c:v>468.0</c:v>
                </c:pt>
                <c:pt idx="117">
                  <c:v>472.0</c:v>
                </c:pt>
                <c:pt idx="118">
                  <c:v>476.0</c:v>
                </c:pt>
                <c:pt idx="119">
                  <c:v>480.0</c:v>
                </c:pt>
                <c:pt idx="120">
                  <c:v>484.0</c:v>
                </c:pt>
                <c:pt idx="121">
                  <c:v>488.0</c:v>
                </c:pt>
                <c:pt idx="122">
                  <c:v>492.0</c:v>
                </c:pt>
                <c:pt idx="123">
                  <c:v>496.0</c:v>
                </c:pt>
                <c:pt idx="124">
                  <c:v>500.0</c:v>
                </c:pt>
                <c:pt idx="125">
                  <c:v>504.0</c:v>
                </c:pt>
                <c:pt idx="126">
                  <c:v>508.0</c:v>
                </c:pt>
                <c:pt idx="127">
                  <c:v>512.0</c:v>
                </c:pt>
                <c:pt idx="128">
                  <c:v>516.0</c:v>
                </c:pt>
                <c:pt idx="129">
                  <c:v>520.0</c:v>
                </c:pt>
                <c:pt idx="130">
                  <c:v>524.0</c:v>
                </c:pt>
                <c:pt idx="131">
                  <c:v>528.0</c:v>
                </c:pt>
                <c:pt idx="132">
                  <c:v>532.0</c:v>
                </c:pt>
                <c:pt idx="133">
                  <c:v>536.0</c:v>
                </c:pt>
                <c:pt idx="134">
                  <c:v>540.0</c:v>
                </c:pt>
                <c:pt idx="135">
                  <c:v>544.0</c:v>
                </c:pt>
                <c:pt idx="136">
                  <c:v>548.0</c:v>
                </c:pt>
                <c:pt idx="137">
                  <c:v>552.0</c:v>
                </c:pt>
                <c:pt idx="138">
                  <c:v>556.0</c:v>
                </c:pt>
                <c:pt idx="139">
                  <c:v>560.0</c:v>
                </c:pt>
                <c:pt idx="140">
                  <c:v>564.0</c:v>
                </c:pt>
                <c:pt idx="141">
                  <c:v>568.0</c:v>
                </c:pt>
                <c:pt idx="142">
                  <c:v>572.0</c:v>
                </c:pt>
                <c:pt idx="143">
                  <c:v>576.0</c:v>
                </c:pt>
                <c:pt idx="144">
                  <c:v>580.0</c:v>
                </c:pt>
                <c:pt idx="145">
                  <c:v>584.0</c:v>
                </c:pt>
                <c:pt idx="146">
                  <c:v>588.0</c:v>
                </c:pt>
                <c:pt idx="147">
                  <c:v>592.0</c:v>
                </c:pt>
                <c:pt idx="148">
                  <c:v>596.0</c:v>
                </c:pt>
                <c:pt idx="149">
                  <c:v>600.0</c:v>
                </c:pt>
                <c:pt idx="150">
                  <c:v>604.0</c:v>
                </c:pt>
                <c:pt idx="151">
                  <c:v>608.0</c:v>
                </c:pt>
                <c:pt idx="152">
                  <c:v>612.0</c:v>
                </c:pt>
                <c:pt idx="153">
                  <c:v>616.0</c:v>
                </c:pt>
                <c:pt idx="154">
                  <c:v>620.0</c:v>
                </c:pt>
                <c:pt idx="155">
                  <c:v>624.0</c:v>
                </c:pt>
                <c:pt idx="156">
                  <c:v>628.0</c:v>
                </c:pt>
                <c:pt idx="157">
                  <c:v>632.0</c:v>
                </c:pt>
                <c:pt idx="158">
                  <c:v>636.0</c:v>
                </c:pt>
                <c:pt idx="159">
                  <c:v>640.0</c:v>
                </c:pt>
                <c:pt idx="160">
                  <c:v>644.0</c:v>
                </c:pt>
                <c:pt idx="161">
                  <c:v>648.0</c:v>
                </c:pt>
                <c:pt idx="162">
                  <c:v>652.0</c:v>
                </c:pt>
                <c:pt idx="163">
                  <c:v>656.0</c:v>
                </c:pt>
                <c:pt idx="164">
                  <c:v>660.0</c:v>
                </c:pt>
                <c:pt idx="165">
                  <c:v>664.0</c:v>
                </c:pt>
                <c:pt idx="166">
                  <c:v>668.0</c:v>
                </c:pt>
                <c:pt idx="167">
                  <c:v>672.0</c:v>
                </c:pt>
                <c:pt idx="168">
                  <c:v>676.0</c:v>
                </c:pt>
                <c:pt idx="169">
                  <c:v>680.0</c:v>
                </c:pt>
                <c:pt idx="170">
                  <c:v>684.0</c:v>
                </c:pt>
                <c:pt idx="171">
                  <c:v>688.0</c:v>
                </c:pt>
                <c:pt idx="172">
                  <c:v>692.0</c:v>
                </c:pt>
                <c:pt idx="173">
                  <c:v>696.0</c:v>
                </c:pt>
                <c:pt idx="174">
                  <c:v>700.0</c:v>
                </c:pt>
                <c:pt idx="175">
                  <c:v>704.0</c:v>
                </c:pt>
                <c:pt idx="176">
                  <c:v>708.0</c:v>
                </c:pt>
                <c:pt idx="177">
                  <c:v>712.0</c:v>
                </c:pt>
                <c:pt idx="178">
                  <c:v>716.0</c:v>
                </c:pt>
                <c:pt idx="179">
                  <c:v>720.0</c:v>
                </c:pt>
                <c:pt idx="180">
                  <c:v>724.0</c:v>
                </c:pt>
                <c:pt idx="181">
                  <c:v>728.0</c:v>
                </c:pt>
                <c:pt idx="182">
                  <c:v>732.0</c:v>
                </c:pt>
                <c:pt idx="183">
                  <c:v>736.0</c:v>
                </c:pt>
                <c:pt idx="184">
                  <c:v>740.0</c:v>
                </c:pt>
                <c:pt idx="185">
                  <c:v>744.0</c:v>
                </c:pt>
                <c:pt idx="186">
                  <c:v>748.0</c:v>
                </c:pt>
                <c:pt idx="187">
                  <c:v>752.0</c:v>
                </c:pt>
                <c:pt idx="188">
                  <c:v>756.0</c:v>
                </c:pt>
                <c:pt idx="189">
                  <c:v>760.0</c:v>
                </c:pt>
                <c:pt idx="190">
                  <c:v>764.0</c:v>
                </c:pt>
                <c:pt idx="191">
                  <c:v>768.0</c:v>
                </c:pt>
                <c:pt idx="192">
                  <c:v>772.0</c:v>
                </c:pt>
                <c:pt idx="193">
                  <c:v>776.0</c:v>
                </c:pt>
                <c:pt idx="194">
                  <c:v>780.0</c:v>
                </c:pt>
                <c:pt idx="195">
                  <c:v>784.0</c:v>
                </c:pt>
                <c:pt idx="196">
                  <c:v>788.0</c:v>
                </c:pt>
                <c:pt idx="197">
                  <c:v>792.0</c:v>
                </c:pt>
                <c:pt idx="198">
                  <c:v>796.0</c:v>
                </c:pt>
                <c:pt idx="199">
                  <c:v>800.0</c:v>
                </c:pt>
                <c:pt idx="200">
                  <c:v>804.0</c:v>
                </c:pt>
                <c:pt idx="201">
                  <c:v>808.0</c:v>
                </c:pt>
                <c:pt idx="202">
                  <c:v>812.0</c:v>
                </c:pt>
                <c:pt idx="203">
                  <c:v>816.0</c:v>
                </c:pt>
                <c:pt idx="204">
                  <c:v>820.0</c:v>
                </c:pt>
                <c:pt idx="205">
                  <c:v>824.0</c:v>
                </c:pt>
                <c:pt idx="206">
                  <c:v>828.0</c:v>
                </c:pt>
                <c:pt idx="207">
                  <c:v>832.0</c:v>
                </c:pt>
                <c:pt idx="208">
                  <c:v>836.0</c:v>
                </c:pt>
                <c:pt idx="209">
                  <c:v>840.0</c:v>
                </c:pt>
                <c:pt idx="210">
                  <c:v>844.0</c:v>
                </c:pt>
                <c:pt idx="211">
                  <c:v>848.0</c:v>
                </c:pt>
                <c:pt idx="212">
                  <c:v>852.0</c:v>
                </c:pt>
                <c:pt idx="213">
                  <c:v>856.0</c:v>
                </c:pt>
                <c:pt idx="214">
                  <c:v>860.0</c:v>
                </c:pt>
                <c:pt idx="215">
                  <c:v>864.0</c:v>
                </c:pt>
                <c:pt idx="216">
                  <c:v>868.0</c:v>
                </c:pt>
                <c:pt idx="217">
                  <c:v>872.0</c:v>
                </c:pt>
                <c:pt idx="218">
                  <c:v>876.0</c:v>
                </c:pt>
                <c:pt idx="219">
                  <c:v>880.0</c:v>
                </c:pt>
                <c:pt idx="220">
                  <c:v>884.0</c:v>
                </c:pt>
                <c:pt idx="221">
                  <c:v>888.0</c:v>
                </c:pt>
                <c:pt idx="222">
                  <c:v>892.0</c:v>
                </c:pt>
                <c:pt idx="223">
                  <c:v>896.0</c:v>
                </c:pt>
                <c:pt idx="224">
                  <c:v>900.0</c:v>
                </c:pt>
                <c:pt idx="225">
                  <c:v>904.0</c:v>
                </c:pt>
                <c:pt idx="226">
                  <c:v>908.0</c:v>
                </c:pt>
                <c:pt idx="227">
                  <c:v>912.0</c:v>
                </c:pt>
                <c:pt idx="228">
                  <c:v>916.0</c:v>
                </c:pt>
                <c:pt idx="229">
                  <c:v>920.0</c:v>
                </c:pt>
                <c:pt idx="230">
                  <c:v>924.0</c:v>
                </c:pt>
                <c:pt idx="231">
                  <c:v>928.0</c:v>
                </c:pt>
                <c:pt idx="232">
                  <c:v>932.0</c:v>
                </c:pt>
                <c:pt idx="233">
                  <c:v>936.0</c:v>
                </c:pt>
                <c:pt idx="234">
                  <c:v>940.0</c:v>
                </c:pt>
                <c:pt idx="235">
                  <c:v>944.0</c:v>
                </c:pt>
                <c:pt idx="236">
                  <c:v>948.0</c:v>
                </c:pt>
                <c:pt idx="237">
                  <c:v>952.0</c:v>
                </c:pt>
                <c:pt idx="238">
                  <c:v>956.0</c:v>
                </c:pt>
                <c:pt idx="239">
                  <c:v>960.0</c:v>
                </c:pt>
                <c:pt idx="240">
                  <c:v>964.0</c:v>
                </c:pt>
                <c:pt idx="241">
                  <c:v>968.0</c:v>
                </c:pt>
                <c:pt idx="242">
                  <c:v>972.0</c:v>
                </c:pt>
                <c:pt idx="243">
                  <c:v>976.0</c:v>
                </c:pt>
                <c:pt idx="244">
                  <c:v>980.0</c:v>
                </c:pt>
                <c:pt idx="245">
                  <c:v>984.0</c:v>
                </c:pt>
                <c:pt idx="246">
                  <c:v>988.0</c:v>
                </c:pt>
                <c:pt idx="247">
                  <c:v>992.0</c:v>
                </c:pt>
                <c:pt idx="248">
                  <c:v>996.0</c:v>
                </c:pt>
                <c:pt idx="249">
                  <c:v>1000.0</c:v>
                </c:pt>
                <c:pt idx="250">
                  <c:v>1002.0</c:v>
                </c:pt>
                <c:pt idx="251">
                  <c:v>1004.0</c:v>
                </c:pt>
                <c:pt idx="252">
                  <c:v>1006.0</c:v>
                </c:pt>
                <c:pt idx="253">
                  <c:v>1008.0</c:v>
                </c:pt>
                <c:pt idx="254">
                  <c:v>1010.0</c:v>
                </c:pt>
                <c:pt idx="255">
                  <c:v>1012.0</c:v>
                </c:pt>
                <c:pt idx="256">
                  <c:v>1014.0</c:v>
                </c:pt>
                <c:pt idx="257">
                  <c:v>1016.0</c:v>
                </c:pt>
                <c:pt idx="258">
                  <c:v>1018.0</c:v>
                </c:pt>
                <c:pt idx="259">
                  <c:v>1020.0</c:v>
                </c:pt>
                <c:pt idx="260">
                  <c:v>1022.0</c:v>
                </c:pt>
                <c:pt idx="261">
                  <c:v>1024.0</c:v>
                </c:pt>
                <c:pt idx="262">
                  <c:v>1026.0</c:v>
                </c:pt>
                <c:pt idx="263">
                  <c:v>1028.0</c:v>
                </c:pt>
                <c:pt idx="264">
                  <c:v>1030.0</c:v>
                </c:pt>
                <c:pt idx="265">
                  <c:v>1032.0</c:v>
                </c:pt>
                <c:pt idx="266">
                  <c:v>1034.0</c:v>
                </c:pt>
                <c:pt idx="267">
                  <c:v>1036.0</c:v>
                </c:pt>
                <c:pt idx="268">
                  <c:v>1038.0</c:v>
                </c:pt>
                <c:pt idx="269">
                  <c:v>1040.0</c:v>
                </c:pt>
                <c:pt idx="270">
                  <c:v>1042.0</c:v>
                </c:pt>
                <c:pt idx="271">
                  <c:v>1044.0</c:v>
                </c:pt>
                <c:pt idx="272">
                  <c:v>1046.0</c:v>
                </c:pt>
                <c:pt idx="273">
                  <c:v>1048.0</c:v>
                </c:pt>
                <c:pt idx="274">
                  <c:v>1050.0</c:v>
                </c:pt>
                <c:pt idx="275">
                  <c:v>1052.0</c:v>
                </c:pt>
                <c:pt idx="276">
                  <c:v>1054.0</c:v>
                </c:pt>
                <c:pt idx="277">
                  <c:v>1056.0</c:v>
                </c:pt>
                <c:pt idx="278">
                  <c:v>1058.0</c:v>
                </c:pt>
                <c:pt idx="279">
                  <c:v>1060.0</c:v>
                </c:pt>
                <c:pt idx="280">
                  <c:v>1062.0</c:v>
                </c:pt>
                <c:pt idx="281">
                  <c:v>1064.0</c:v>
                </c:pt>
                <c:pt idx="282">
                  <c:v>1066.0</c:v>
                </c:pt>
                <c:pt idx="283">
                  <c:v>1068.0</c:v>
                </c:pt>
                <c:pt idx="284">
                  <c:v>1070.0</c:v>
                </c:pt>
                <c:pt idx="285">
                  <c:v>1072.0</c:v>
                </c:pt>
                <c:pt idx="286">
                  <c:v>1074.0</c:v>
                </c:pt>
                <c:pt idx="287">
                  <c:v>1076.0</c:v>
                </c:pt>
                <c:pt idx="288">
                  <c:v>1078.0</c:v>
                </c:pt>
                <c:pt idx="289">
                  <c:v>1080.0</c:v>
                </c:pt>
                <c:pt idx="290">
                  <c:v>1082.0</c:v>
                </c:pt>
                <c:pt idx="291">
                  <c:v>1084.0</c:v>
                </c:pt>
                <c:pt idx="292">
                  <c:v>1086.0</c:v>
                </c:pt>
                <c:pt idx="293">
                  <c:v>1088.0</c:v>
                </c:pt>
                <c:pt idx="294">
                  <c:v>1090.0</c:v>
                </c:pt>
                <c:pt idx="295">
                  <c:v>1092.0</c:v>
                </c:pt>
                <c:pt idx="296">
                  <c:v>1094.0</c:v>
                </c:pt>
                <c:pt idx="297">
                  <c:v>1096.0</c:v>
                </c:pt>
                <c:pt idx="298">
                  <c:v>1098.0</c:v>
                </c:pt>
                <c:pt idx="299">
                  <c:v>1100.0</c:v>
                </c:pt>
                <c:pt idx="300">
                  <c:v>1102.0</c:v>
                </c:pt>
                <c:pt idx="301">
                  <c:v>1104.0</c:v>
                </c:pt>
                <c:pt idx="302">
                  <c:v>1106.0</c:v>
                </c:pt>
                <c:pt idx="303">
                  <c:v>1108.0</c:v>
                </c:pt>
                <c:pt idx="304">
                  <c:v>1110.0</c:v>
                </c:pt>
                <c:pt idx="305">
                  <c:v>1112.0</c:v>
                </c:pt>
                <c:pt idx="306">
                  <c:v>1114.0</c:v>
                </c:pt>
                <c:pt idx="307">
                  <c:v>1116.0</c:v>
                </c:pt>
                <c:pt idx="308">
                  <c:v>1118.0</c:v>
                </c:pt>
                <c:pt idx="309">
                  <c:v>1120.0</c:v>
                </c:pt>
                <c:pt idx="310">
                  <c:v>1122.0</c:v>
                </c:pt>
                <c:pt idx="311">
                  <c:v>1124.0</c:v>
                </c:pt>
                <c:pt idx="312">
                  <c:v>1126.0</c:v>
                </c:pt>
                <c:pt idx="313">
                  <c:v>1128.0</c:v>
                </c:pt>
                <c:pt idx="314">
                  <c:v>1130.0</c:v>
                </c:pt>
                <c:pt idx="315">
                  <c:v>1132.0</c:v>
                </c:pt>
                <c:pt idx="316">
                  <c:v>1134.0</c:v>
                </c:pt>
                <c:pt idx="317">
                  <c:v>1136.0</c:v>
                </c:pt>
                <c:pt idx="318">
                  <c:v>1138.0</c:v>
                </c:pt>
                <c:pt idx="319">
                  <c:v>1140.0</c:v>
                </c:pt>
                <c:pt idx="320">
                  <c:v>1142.0</c:v>
                </c:pt>
                <c:pt idx="321">
                  <c:v>1144.0</c:v>
                </c:pt>
                <c:pt idx="322">
                  <c:v>1146.0</c:v>
                </c:pt>
                <c:pt idx="323">
                  <c:v>1148.0</c:v>
                </c:pt>
                <c:pt idx="324">
                  <c:v>1150.0</c:v>
                </c:pt>
                <c:pt idx="325">
                  <c:v>1152.0</c:v>
                </c:pt>
                <c:pt idx="326">
                  <c:v>1154.0</c:v>
                </c:pt>
                <c:pt idx="327">
                  <c:v>1156.0</c:v>
                </c:pt>
                <c:pt idx="328">
                  <c:v>1158.0</c:v>
                </c:pt>
                <c:pt idx="329">
                  <c:v>1160.0</c:v>
                </c:pt>
                <c:pt idx="330">
                  <c:v>1162.0</c:v>
                </c:pt>
                <c:pt idx="331">
                  <c:v>1164.0</c:v>
                </c:pt>
                <c:pt idx="332">
                  <c:v>1166.0</c:v>
                </c:pt>
                <c:pt idx="333">
                  <c:v>1168.0</c:v>
                </c:pt>
                <c:pt idx="334">
                  <c:v>1170.0</c:v>
                </c:pt>
                <c:pt idx="335">
                  <c:v>1172.0</c:v>
                </c:pt>
                <c:pt idx="336">
                  <c:v>1174.0</c:v>
                </c:pt>
                <c:pt idx="337">
                  <c:v>1176.0</c:v>
                </c:pt>
                <c:pt idx="338">
                  <c:v>1178.0</c:v>
                </c:pt>
                <c:pt idx="339">
                  <c:v>1180.0</c:v>
                </c:pt>
                <c:pt idx="340">
                  <c:v>1182.0</c:v>
                </c:pt>
                <c:pt idx="341">
                  <c:v>1184.0</c:v>
                </c:pt>
                <c:pt idx="342">
                  <c:v>1186.0</c:v>
                </c:pt>
                <c:pt idx="343">
                  <c:v>1188.0</c:v>
                </c:pt>
                <c:pt idx="344">
                  <c:v>1190.0</c:v>
                </c:pt>
                <c:pt idx="345">
                  <c:v>1192.0</c:v>
                </c:pt>
                <c:pt idx="346">
                  <c:v>1194.0</c:v>
                </c:pt>
                <c:pt idx="347">
                  <c:v>1196.0</c:v>
                </c:pt>
                <c:pt idx="348">
                  <c:v>1198.0</c:v>
                </c:pt>
                <c:pt idx="349">
                  <c:v>1200.0</c:v>
                </c:pt>
                <c:pt idx="350">
                  <c:v>1202.0</c:v>
                </c:pt>
                <c:pt idx="351">
                  <c:v>1204.0</c:v>
                </c:pt>
                <c:pt idx="352">
                  <c:v>1206.0</c:v>
                </c:pt>
                <c:pt idx="353">
                  <c:v>1208.0</c:v>
                </c:pt>
                <c:pt idx="354">
                  <c:v>1210.0</c:v>
                </c:pt>
                <c:pt idx="355">
                  <c:v>1212.0</c:v>
                </c:pt>
                <c:pt idx="356">
                  <c:v>1214.0</c:v>
                </c:pt>
                <c:pt idx="357">
                  <c:v>1216.0</c:v>
                </c:pt>
                <c:pt idx="358">
                  <c:v>1218.0</c:v>
                </c:pt>
                <c:pt idx="359">
                  <c:v>1220.0</c:v>
                </c:pt>
                <c:pt idx="360">
                  <c:v>1222.0</c:v>
                </c:pt>
                <c:pt idx="361">
                  <c:v>1224.0</c:v>
                </c:pt>
                <c:pt idx="362">
                  <c:v>1226.0</c:v>
                </c:pt>
                <c:pt idx="363">
                  <c:v>1228.0</c:v>
                </c:pt>
                <c:pt idx="364">
                  <c:v>1230.0</c:v>
                </c:pt>
                <c:pt idx="365">
                  <c:v>1232.0</c:v>
                </c:pt>
                <c:pt idx="366">
                  <c:v>1234.0</c:v>
                </c:pt>
                <c:pt idx="367">
                  <c:v>1236.0</c:v>
                </c:pt>
                <c:pt idx="368">
                  <c:v>1238.0</c:v>
                </c:pt>
                <c:pt idx="369">
                  <c:v>1240.0</c:v>
                </c:pt>
                <c:pt idx="370">
                  <c:v>1242.0</c:v>
                </c:pt>
                <c:pt idx="371">
                  <c:v>1244.0</c:v>
                </c:pt>
                <c:pt idx="372">
                  <c:v>1246.0</c:v>
                </c:pt>
                <c:pt idx="373">
                  <c:v>1248.0</c:v>
                </c:pt>
                <c:pt idx="374">
                  <c:v>1250.0</c:v>
                </c:pt>
                <c:pt idx="375">
                  <c:v>1252.0</c:v>
                </c:pt>
                <c:pt idx="376">
                  <c:v>1254.0</c:v>
                </c:pt>
                <c:pt idx="377">
                  <c:v>1256.0</c:v>
                </c:pt>
                <c:pt idx="378">
                  <c:v>1258.0</c:v>
                </c:pt>
                <c:pt idx="379">
                  <c:v>1260.0</c:v>
                </c:pt>
                <c:pt idx="380">
                  <c:v>1262.0</c:v>
                </c:pt>
                <c:pt idx="381">
                  <c:v>1264.0</c:v>
                </c:pt>
                <c:pt idx="382">
                  <c:v>1266.0</c:v>
                </c:pt>
                <c:pt idx="383">
                  <c:v>1268.0</c:v>
                </c:pt>
                <c:pt idx="384">
                  <c:v>1270.0</c:v>
                </c:pt>
                <c:pt idx="385">
                  <c:v>1272.0</c:v>
                </c:pt>
                <c:pt idx="386">
                  <c:v>1274.0</c:v>
                </c:pt>
                <c:pt idx="387">
                  <c:v>1276.0</c:v>
                </c:pt>
                <c:pt idx="388">
                  <c:v>1278.0</c:v>
                </c:pt>
                <c:pt idx="389">
                  <c:v>1280.0</c:v>
                </c:pt>
                <c:pt idx="390">
                  <c:v>1282.0</c:v>
                </c:pt>
                <c:pt idx="391">
                  <c:v>1284.0</c:v>
                </c:pt>
                <c:pt idx="392">
                  <c:v>1286.0</c:v>
                </c:pt>
                <c:pt idx="393">
                  <c:v>1288.0</c:v>
                </c:pt>
                <c:pt idx="394">
                  <c:v>1290.0</c:v>
                </c:pt>
                <c:pt idx="395">
                  <c:v>1292.0</c:v>
                </c:pt>
                <c:pt idx="396">
                  <c:v>1294.0</c:v>
                </c:pt>
                <c:pt idx="397">
                  <c:v>1296.0</c:v>
                </c:pt>
                <c:pt idx="398">
                  <c:v>1298.0</c:v>
                </c:pt>
                <c:pt idx="399">
                  <c:v>1300.0</c:v>
                </c:pt>
                <c:pt idx="400">
                  <c:v>1302.0</c:v>
                </c:pt>
                <c:pt idx="401">
                  <c:v>1304.0</c:v>
                </c:pt>
                <c:pt idx="402">
                  <c:v>1306.0</c:v>
                </c:pt>
                <c:pt idx="403">
                  <c:v>1308.0</c:v>
                </c:pt>
                <c:pt idx="404">
                  <c:v>1310.0</c:v>
                </c:pt>
                <c:pt idx="405">
                  <c:v>1312.0</c:v>
                </c:pt>
                <c:pt idx="406">
                  <c:v>1314.0</c:v>
                </c:pt>
                <c:pt idx="407">
                  <c:v>1316.0</c:v>
                </c:pt>
                <c:pt idx="408">
                  <c:v>1318.0</c:v>
                </c:pt>
                <c:pt idx="409">
                  <c:v>1320.0</c:v>
                </c:pt>
                <c:pt idx="410">
                  <c:v>1322.0</c:v>
                </c:pt>
                <c:pt idx="411">
                  <c:v>1324.0</c:v>
                </c:pt>
                <c:pt idx="412">
                  <c:v>1326.0</c:v>
                </c:pt>
                <c:pt idx="413">
                  <c:v>1328.0</c:v>
                </c:pt>
                <c:pt idx="414">
                  <c:v>1330.0</c:v>
                </c:pt>
                <c:pt idx="415">
                  <c:v>1332.0</c:v>
                </c:pt>
                <c:pt idx="416">
                  <c:v>1334.0</c:v>
                </c:pt>
                <c:pt idx="417">
                  <c:v>1336.0</c:v>
                </c:pt>
                <c:pt idx="418">
                  <c:v>1338.0</c:v>
                </c:pt>
                <c:pt idx="419">
                  <c:v>1340.0</c:v>
                </c:pt>
                <c:pt idx="420">
                  <c:v>1342.0</c:v>
                </c:pt>
                <c:pt idx="421">
                  <c:v>1344.0</c:v>
                </c:pt>
                <c:pt idx="422">
                  <c:v>1346.0</c:v>
                </c:pt>
                <c:pt idx="423">
                  <c:v>1348.0</c:v>
                </c:pt>
                <c:pt idx="424">
                  <c:v>1350.0</c:v>
                </c:pt>
                <c:pt idx="425">
                  <c:v>1352.0</c:v>
                </c:pt>
                <c:pt idx="426">
                  <c:v>1354.0</c:v>
                </c:pt>
                <c:pt idx="427">
                  <c:v>1356.0</c:v>
                </c:pt>
                <c:pt idx="428">
                  <c:v>1358.0</c:v>
                </c:pt>
                <c:pt idx="429">
                  <c:v>1360.0</c:v>
                </c:pt>
                <c:pt idx="430">
                  <c:v>1362.0</c:v>
                </c:pt>
                <c:pt idx="431">
                  <c:v>1364.0</c:v>
                </c:pt>
                <c:pt idx="432">
                  <c:v>1366.0</c:v>
                </c:pt>
                <c:pt idx="433">
                  <c:v>1368.0</c:v>
                </c:pt>
                <c:pt idx="434">
                  <c:v>1370.0</c:v>
                </c:pt>
                <c:pt idx="435">
                  <c:v>1372.0</c:v>
                </c:pt>
                <c:pt idx="436">
                  <c:v>1374.0</c:v>
                </c:pt>
                <c:pt idx="437">
                  <c:v>1376.0</c:v>
                </c:pt>
                <c:pt idx="438">
                  <c:v>1378.0</c:v>
                </c:pt>
                <c:pt idx="439">
                  <c:v>1380.0</c:v>
                </c:pt>
                <c:pt idx="440">
                  <c:v>1382.0</c:v>
                </c:pt>
                <c:pt idx="441">
                  <c:v>1384.0</c:v>
                </c:pt>
                <c:pt idx="442">
                  <c:v>1386.0</c:v>
                </c:pt>
                <c:pt idx="443">
                  <c:v>1388.0</c:v>
                </c:pt>
                <c:pt idx="444">
                  <c:v>1390.0</c:v>
                </c:pt>
                <c:pt idx="445">
                  <c:v>1392.0</c:v>
                </c:pt>
                <c:pt idx="446">
                  <c:v>1394.0</c:v>
                </c:pt>
                <c:pt idx="447">
                  <c:v>1396.0</c:v>
                </c:pt>
                <c:pt idx="448">
                  <c:v>1398.0</c:v>
                </c:pt>
                <c:pt idx="449">
                  <c:v>1400.0</c:v>
                </c:pt>
                <c:pt idx="450">
                  <c:v>1402.0</c:v>
                </c:pt>
                <c:pt idx="451">
                  <c:v>1404.0</c:v>
                </c:pt>
                <c:pt idx="452">
                  <c:v>1406.0</c:v>
                </c:pt>
                <c:pt idx="453">
                  <c:v>1408.0</c:v>
                </c:pt>
                <c:pt idx="454">
                  <c:v>1410.0</c:v>
                </c:pt>
                <c:pt idx="455">
                  <c:v>1412.0</c:v>
                </c:pt>
                <c:pt idx="456">
                  <c:v>1414.0</c:v>
                </c:pt>
                <c:pt idx="457">
                  <c:v>1416.0</c:v>
                </c:pt>
                <c:pt idx="458">
                  <c:v>1418.0</c:v>
                </c:pt>
                <c:pt idx="459">
                  <c:v>1420.0</c:v>
                </c:pt>
                <c:pt idx="460">
                  <c:v>1422.0</c:v>
                </c:pt>
                <c:pt idx="461">
                  <c:v>1424.0</c:v>
                </c:pt>
                <c:pt idx="462">
                  <c:v>1426.0</c:v>
                </c:pt>
                <c:pt idx="463">
                  <c:v>1428.0</c:v>
                </c:pt>
                <c:pt idx="464">
                  <c:v>1430.0</c:v>
                </c:pt>
                <c:pt idx="465">
                  <c:v>1432.0</c:v>
                </c:pt>
                <c:pt idx="466">
                  <c:v>1434.0</c:v>
                </c:pt>
                <c:pt idx="467">
                  <c:v>1436.0</c:v>
                </c:pt>
                <c:pt idx="468">
                  <c:v>1438.0</c:v>
                </c:pt>
                <c:pt idx="469">
                  <c:v>1440.0</c:v>
                </c:pt>
                <c:pt idx="470">
                  <c:v>1442.0</c:v>
                </c:pt>
                <c:pt idx="471">
                  <c:v>1444.0</c:v>
                </c:pt>
                <c:pt idx="472">
                  <c:v>1446.0</c:v>
                </c:pt>
                <c:pt idx="473">
                  <c:v>1448.0</c:v>
                </c:pt>
                <c:pt idx="474">
                  <c:v>1450.0</c:v>
                </c:pt>
                <c:pt idx="475">
                  <c:v>1452.0</c:v>
                </c:pt>
                <c:pt idx="476">
                  <c:v>1454.0</c:v>
                </c:pt>
                <c:pt idx="477">
                  <c:v>1456.0</c:v>
                </c:pt>
                <c:pt idx="478">
                  <c:v>1458.0</c:v>
                </c:pt>
                <c:pt idx="479">
                  <c:v>1460.0</c:v>
                </c:pt>
                <c:pt idx="480">
                  <c:v>1462.0</c:v>
                </c:pt>
                <c:pt idx="481">
                  <c:v>1464.0</c:v>
                </c:pt>
                <c:pt idx="482">
                  <c:v>1466.0</c:v>
                </c:pt>
                <c:pt idx="483">
                  <c:v>1468.0</c:v>
                </c:pt>
                <c:pt idx="484">
                  <c:v>1470.0</c:v>
                </c:pt>
                <c:pt idx="485">
                  <c:v>1472.0</c:v>
                </c:pt>
                <c:pt idx="486">
                  <c:v>1474.0</c:v>
                </c:pt>
                <c:pt idx="487">
                  <c:v>1476.0</c:v>
                </c:pt>
                <c:pt idx="488">
                  <c:v>1478.0</c:v>
                </c:pt>
                <c:pt idx="489">
                  <c:v>1480.0</c:v>
                </c:pt>
                <c:pt idx="490">
                  <c:v>1482.0</c:v>
                </c:pt>
                <c:pt idx="491">
                  <c:v>1484.0</c:v>
                </c:pt>
                <c:pt idx="492">
                  <c:v>1486.0</c:v>
                </c:pt>
                <c:pt idx="493">
                  <c:v>1488.0</c:v>
                </c:pt>
                <c:pt idx="494">
                  <c:v>1490.0</c:v>
                </c:pt>
                <c:pt idx="495">
                  <c:v>1492.0</c:v>
                </c:pt>
                <c:pt idx="496">
                  <c:v>1494.0</c:v>
                </c:pt>
                <c:pt idx="497">
                  <c:v>1496.0</c:v>
                </c:pt>
                <c:pt idx="498">
                  <c:v>1498.0</c:v>
                </c:pt>
                <c:pt idx="499">
                  <c:v>1500.0</c:v>
                </c:pt>
                <c:pt idx="500">
                  <c:v>1501.0</c:v>
                </c:pt>
                <c:pt idx="501">
                  <c:v>1502.0</c:v>
                </c:pt>
                <c:pt idx="502">
                  <c:v>1503.0</c:v>
                </c:pt>
                <c:pt idx="503">
                  <c:v>1504.0</c:v>
                </c:pt>
                <c:pt idx="504">
                  <c:v>1505.0</c:v>
                </c:pt>
                <c:pt idx="505">
                  <c:v>1506.0</c:v>
                </c:pt>
                <c:pt idx="506">
                  <c:v>1507.0</c:v>
                </c:pt>
                <c:pt idx="507">
                  <c:v>1508.0</c:v>
                </c:pt>
                <c:pt idx="508">
                  <c:v>1509.0</c:v>
                </c:pt>
                <c:pt idx="509">
                  <c:v>1510.0</c:v>
                </c:pt>
                <c:pt idx="510">
                  <c:v>1511.0</c:v>
                </c:pt>
                <c:pt idx="511">
                  <c:v>1512.0</c:v>
                </c:pt>
                <c:pt idx="512">
                  <c:v>1513.0</c:v>
                </c:pt>
                <c:pt idx="513">
                  <c:v>1514.0</c:v>
                </c:pt>
                <c:pt idx="514">
                  <c:v>1515.0</c:v>
                </c:pt>
                <c:pt idx="515">
                  <c:v>1516.0</c:v>
                </c:pt>
                <c:pt idx="516">
                  <c:v>1517.0</c:v>
                </c:pt>
                <c:pt idx="517">
                  <c:v>1518.0</c:v>
                </c:pt>
                <c:pt idx="518">
                  <c:v>1519.0</c:v>
                </c:pt>
                <c:pt idx="519">
                  <c:v>1520.0</c:v>
                </c:pt>
                <c:pt idx="520">
                  <c:v>1521.0</c:v>
                </c:pt>
                <c:pt idx="521">
                  <c:v>1522.0</c:v>
                </c:pt>
                <c:pt idx="522">
                  <c:v>1523.0</c:v>
                </c:pt>
                <c:pt idx="523">
                  <c:v>1524.0</c:v>
                </c:pt>
                <c:pt idx="524">
                  <c:v>1525.0</c:v>
                </c:pt>
                <c:pt idx="525">
                  <c:v>1526.0</c:v>
                </c:pt>
                <c:pt idx="526">
                  <c:v>1527.0</c:v>
                </c:pt>
                <c:pt idx="527">
                  <c:v>1528.0</c:v>
                </c:pt>
                <c:pt idx="528">
                  <c:v>1529.0</c:v>
                </c:pt>
                <c:pt idx="529">
                  <c:v>1530.0</c:v>
                </c:pt>
                <c:pt idx="530">
                  <c:v>1531.0</c:v>
                </c:pt>
                <c:pt idx="531">
                  <c:v>1532.0</c:v>
                </c:pt>
                <c:pt idx="532">
                  <c:v>1533.0</c:v>
                </c:pt>
                <c:pt idx="533">
                  <c:v>1534.0</c:v>
                </c:pt>
                <c:pt idx="534">
                  <c:v>1535.0</c:v>
                </c:pt>
                <c:pt idx="535">
                  <c:v>1536.0</c:v>
                </c:pt>
                <c:pt idx="536">
                  <c:v>1537.0</c:v>
                </c:pt>
                <c:pt idx="537">
                  <c:v>1538.0</c:v>
                </c:pt>
                <c:pt idx="538">
                  <c:v>1539.0</c:v>
                </c:pt>
                <c:pt idx="539">
                  <c:v>1540.0</c:v>
                </c:pt>
                <c:pt idx="540">
                  <c:v>1541.0</c:v>
                </c:pt>
                <c:pt idx="541">
                  <c:v>1542.0</c:v>
                </c:pt>
                <c:pt idx="542">
                  <c:v>1543.0</c:v>
                </c:pt>
                <c:pt idx="543">
                  <c:v>1544.0</c:v>
                </c:pt>
                <c:pt idx="544">
                  <c:v>1545.0</c:v>
                </c:pt>
                <c:pt idx="545">
                  <c:v>1546.0</c:v>
                </c:pt>
                <c:pt idx="546">
                  <c:v>1547.0</c:v>
                </c:pt>
                <c:pt idx="547">
                  <c:v>1548.0</c:v>
                </c:pt>
                <c:pt idx="548">
                  <c:v>1549.0</c:v>
                </c:pt>
                <c:pt idx="549">
                  <c:v>1550.0</c:v>
                </c:pt>
                <c:pt idx="550">
                  <c:v>1551.0</c:v>
                </c:pt>
                <c:pt idx="551">
                  <c:v>1552.0</c:v>
                </c:pt>
                <c:pt idx="552">
                  <c:v>1553.0</c:v>
                </c:pt>
                <c:pt idx="553">
                  <c:v>1554.0</c:v>
                </c:pt>
                <c:pt idx="554">
                  <c:v>1555.0</c:v>
                </c:pt>
                <c:pt idx="555">
                  <c:v>1556.0</c:v>
                </c:pt>
                <c:pt idx="556">
                  <c:v>1557.0</c:v>
                </c:pt>
                <c:pt idx="557">
                  <c:v>1558.0</c:v>
                </c:pt>
                <c:pt idx="558">
                  <c:v>1559.0</c:v>
                </c:pt>
                <c:pt idx="559">
                  <c:v>1560.0</c:v>
                </c:pt>
                <c:pt idx="560">
                  <c:v>1561.0</c:v>
                </c:pt>
                <c:pt idx="561">
                  <c:v>1562.0</c:v>
                </c:pt>
                <c:pt idx="562">
                  <c:v>1563.0</c:v>
                </c:pt>
                <c:pt idx="563">
                  <c:v>1564.0</c:v>
                </c:pt>
                <c:pt idx="564">
                  <c:v>1565.0</c:v>
                </c:pt>
                <c:pt idx="565">
                  <c:v>1566.0</c:v>
                </c:pt>
                <c:pt idx="566">
                  <c:v>1567.0</c:v>
                </c:pt>
                <c:pt idx="567">
                  <c:v>1568.0</c:v>
                </c:pt>
                <c:pt idx="568">
                  <c:v>1569.0</c:v>
                </c:pt>
                <c:pt idx="569">
                  <c:v>1570.0</c:v>
                </c:pt>
                <c:pt idx="570">
                  <c:v>1571.0</c:v>
                </c:pt>
                <c:pt idx="571">
                  <c:v>1572.0</c:v>
                </c:pt>
                <c:pt idx="572">
                  <c:v>1573.0</c:v>
                </c:pt>
                <c:pt idx="573">
                  <c:v>1574.0</c:v>
                </c:pt>
                <c:pt idx="574">
                  <c:v>1575.0</c:v>
                </c:pt>
                <c:pt idx="575">
                  <c:v>1576.0</c:v>
                </c:pt>
                <c:pt idx="576">
                  <c:v>1577.0</c:v>
                </c:pt>
                <c:pt idx="577">
                  <c:v>1578.0</c:v>
                </c:pt>
                <c:pt idx="578">
                  <c:v>1579.0</c:v>
                </c:pt>
                <c:pt idx="579">
                  <c:v>1580.0</c:v>
                </c:pt>
                <c:pt idx="580">
                  <c:v>1581.0</c:v>
                </c:pt>
                <c:pt idx="581">
                  <c:v>1582.0</c:v>
                </c:pt>
                <c:pt idx="582">
                  <c:v>1583.0</c:v>
                </c:pt>
                <c:pt idx="583">
                  <c:v>1584.0</c:v>
                </c:pt>
                <c:pt idx="584">
                  <c:v>1585.0</c:v>
                </c:pt>
                <c:pt idx="585">
                  <c:v>1586.0</c:v>
                </c:pt>
                <c:pt idx="586">
                  <c:v>1587.0</c:v>
                </c:pt>
                <c:pt idx="587">
                  <c:v>1588.0</c:v>
                </c:pt>
                <c:pt idx="588">
                  <c:v>1589.0</c:v>
                </c:pt>
                <c:pt idx="589">
                  <c:v>1590.0</c:v>
                </c:pt>
                <c:pt idx="590">
                  <c:v>1591.0</c:v>
                </c:pt>
                <c:pt idx="591">
                  <c:v>1592.0</c:v>
                </c:pt>
                <c:pt idx="592">
                  <c:v>1593.0</c:v>
                </c:pt>
                <c:pt idx="593">
                  <c:v>1594.0</c:v>
                </c:pt>
                <c:pt idx="594">
                  <c:v>1595.0</c:v>
                </c:pt>
                <c:pt idx="595">
                  <c:v>1596.0</c:v>
                </c:pt>
                <c:pt idx="596">
                  <c:v>1597.0</c:v>
                </c:pt>
                <c:pt idx="597">
                  <c:v>1598.0</c:v>
                </c:pt>
                <c:pt idx="598">
                  <c:v>1599.0</c:v>
                </c:pt>
                <c:pt idx="599">
                  <c:v>1600.0</c:v>
                </c:pt>
                <c:pt idx="600">
                  <c:v>1601.0</c:v>
                </c:pt>
                <c:pt idx="601">
                  <c:v>1602.0</c:v>
                </c:pt>
                <c:pt idx="602">
                  <c:v>1603.0</c:v>
                </c:pt>
                <c:pt idx="603">
                  <c:v>1604.0</c:v>
                </c:pt>
                <c:pt idx="604">
                  <c:v>1605.0</c:v>
                </c:pt>
                <c:pt idx="605">
                  <c:v>1606.0</c:v>
                </c:pt>
                <c:pt idx="606">
                  <c:v>1607.0</c:v>
                </c:pt>
                <c:pt idx="607">
                  <c:v>1608.0</c:v>
                </c:pt>
                <c:pt idx="608">
                  <c:v>1609.0</c:v>
                </c:pt>
                <c:pt idx="609">
                  <c:v>1610.0</c:v>
                </c:pt>
                <c:pt idx="610">
                  <c:v>1611.0</c:v>
                </c:pt>
                <c:pt idx="611">
                  <c:v>1612.0</c:v>
                </c:pt>
                <c:pt idx="612">
                  <c:v>1613.0</c:v>
                </c:pt>
                <c:pt idx="613">
                  <c:v>1614.0</c:v>
                </c:pt>
                <c:pt idx="614">
                  <c:v>1615.0</c:v>
                </c:pt>
                <c:pt idx="615">
                  <c:v>1616.0</c:v>
                </c:pt>
                <c:pt idx="616">
                  <c:v>1617.0</c:v>
                </c:pt>
                <c:pt idx="617">
                  <c:v>1618.0</c:v>
                </c:pt>
                <c:pt idx="618">
                  <c:v>1619.0</c:v>
                </c:pt>
                <c:pt idx="619">
                  <c:v>1620.0</c:v>
                </c:pt>
                <c:pt idx="620">
                  <c:v>1621.0</c:v>
                </c:pt>
                <c:pt idx="621">
                  <c:v>1622.0</c:v>
                </c:pt>
                <c:pt idx="622">
                  <c:v>1623.0</c:v>
                </c:pt>
                <c:pt idx="623">
                  <c:v>1624.0</c:v>
                </c:pt>
                <c:pt idx="624">
                  <c:v>1625.0</c:v>
                </c:pt>
                <c:pt idx="625">
                  <c:v>1626.0</c:v>
                </c:pt>
                <c:pt idx="626">
                  <c:v>1627.0</c:v>
                </c:pt>
                <c:pt idx="627">
                  <c:v>1628.0</c:v>
                </c:pt>
                <c:pt idx="628">
                  <c:v>1629.0</c:v>
                </c:pt>
                <c:pt idx="629">
                  <c:v>1630.0</c:v>
                </c:pt>
                <c:pt idx="630">
                  <c:v>1631.0</c:v>
                </c:pt>
                <c:pt idx="631">
                  <c:v>1632.0</c:v>
                </c:pt>
                <c:pt idx="632">
                  <c:v>1633.0</c:v>
                </c:pt>
                <c:pt idx="633">
                  <c:v>1634.0</c:v>
                </c:pt>
                <c:pt idx="634">
                  <c:v>1635.0</c:v>
                </c:pt>
                <c:pt idx="635">
                  <c:v>1636.0</c:v>
                </c:pt>
                <c:pt idx="636">
                  <c:v>1637.0</c:v>
                </c:pt>
                <c:pt idx="637">
                  <c:v>1638.0</c:v>
                </c:pt>
                <c:pt idx="638">
                  <c:v>1639.0</c:v>
                </c:pt>
                <c:pt idx="639">
                  <c:v>1640.0</c:v>
                </c:pt>
                <c:pt idx="640">
                  <c:v>1641.0</c:v>
                </c:pt>
                <c:pt idx="641">
                  <c:v>1642.0</c:v>
                </c:pt>
                <c:pt idx="642">
                  <c:v>1643.0</c:v>
                </c:pt>
                <c:pt idx="643">
                  <c:v>1644.0</c:v>
                </c:pt>
                <c:pt idx="644">
                  <c:v>1645.0</c:v>
                </c:pt>
                <c:pt idx="645">
                  <c:v>1646.0</c:v>
                </c:pt>
                <c:pt idx="646">
                  <c:v>1647.0</c:v>
                </c:pt>
                <c:pt idx="647">
                  <c:v>1648.0</c:v>
                </c:pt>
                <c:pt idx="648">
                  <c:v>1649.0</c:v>
                </c:pt>
                <c:pt idx="649">
                  <c:v>1650.0</c:v>
                </c:pt>
                <c:pt idx="650">
                  <c:v>1651.0</c:v>
                </c:pt>
                <c:pt idx="651">
                  <c:v>1652.0</c:v>
                </c:pt>
                <c:pt idx="652">
                  <c:v>1653.0</c:v>
                </c:pt>
                <c:pt idx="653">
                  <c:v>1654.0</c:v>
                </c:pt>
                <c:pt idx="654">
                  <c:v>1655.0</c:v>
                </c:pt>
                <c:pt idx="655">
                  <c:v>1656.0</c:v>
                </c:pt>
                <c:pt idx="656">
                  <c:v>1657.0</c:v>
                </c:pt>
                <c:pt idx="657">
                  <c:v>1658.0</c:v>
                </c:pt>
                <c:pt idx="658">
                  <c:v>1659.0</c:v>
                </c:pt>
                <c:pt idx="659">
                  <c:v>1660.0</c:v>
                </c:pt>
                <c:pt idx="660">
                  <c:v>1661.0</c:v>
                </c:pt>
                <c:pt idx="661">
                  <c:v>1662.0</c:v>
                </c:pt>
                <c:pt idx="662">
                  <c:v>1663.0</c:v>
                </c:pt>
                <c:pt idx="663">
                  <c:v>1664.0</c:v>
                </c:pt>
                <c:pt idx="664">
                  <c:v>1665.0</c:v>
                </c:pt>
                <c:pt idx="665">
                  <c:v>1666.0</c:v>
                </c:pt>
                <c:pt idx="666">
                  <c:v>1667.0</c:v>
                </c:pt>
                <c:pt idx="667">
                  <c:v>1668.0</c:v>
                </c:pt>
                <c:pt idx="668">
                  <c:v>1669.0</c:v>
                </c:pt>
                <c:pt idx="669">
                  <c:v>1670.0</c:v>
                </c:pt>
                <c:pt idx="670">
                  <c:v>1671.0</c:v>
                </c:pt>
                <c:pt idx="671">
                  <c:v>1672.0</c:v>
                </c:pt>
                <c:pt idx="672">
                  <c:v>1673.0</c:v>
                </c:pt>
                <c:pt idx="673">
                  <c:v>1674.0</c:v>
                </c:pt>
                <c:pt idx="674">
                  <c:v>1675.0</c:v>
                </c:pt>
                <c:pt idx="675">
                  <c:v>1676.0</c:v>
                </c:pt>
                <c:pt idx="676">
                  <c:v>1677.0</c:v>
                </c:pt>
                <c:pt idx="677">
                  <c:v>1678.0</c:v>
                </c:pt>
                <c:pt idx="678">
                  <c:v>1679.0</c:v>
                </c:pt>
                <c:pt idx="679">
                  <c:v>1680.0</c:v>
                </c:pt>
                <c:pt idx="680">
                  <c:v>1681.0</c:v>
                </c:pt>
                <c:pt idx="681">
                  <c:v>1682.0</c:v>
                </c:pt>
                <c:pt idx="682">
                  <c:v>1683.0</c:v>
                </c:pt>
                <c:pt idx="683">
                  <c:v>1684.0</c:v>
                </c:pt>
                <c:pt idx="684">
                  <c:v>1685.0</c:v>
                </c:pt>
                <c:pt idx="685">
                  <c:v>1686.0</c:v>
                </c:pt>
                <c:pt idx="686">
                  <c:v>1687.0</c:v>
                </c:pt>
                <c:pt idx="687">
                  <c:v>1688.0</c:v>
                </c:pt>
                <c:pt idx="688">
                  <c:v>1689.0</c:v>
                </c:pt>
                <c:pt idx="689">
                  <c:v>1690.0</c:v>
                </c:pt>
                <c:pt idx="690">
                  <c:v>1691.0</c:v>
                </c:pt>
                <c:pt idx="691">
                  <c:v>1692.0</c:v>
                </c:pt>
                <c:pt idx="692">
                  <c:v>1693.0</c:v>
                </c:pt>
                <c:pt idx="693">
                  <c:v>1694.0</c:v>
                </c:pt>
                <c:pt idx="694">
                  <c:v>1695.0</c:v>
                </c:pt>
                <c:pt idx="695">
                  <c:v>1696.0</c:v>
                </c:pt>
                <c:pt idx="696">
                  <c:v>1697.0</c:v>
                </c:pt>
                <c:pt idx="697">
                  <c:v>1698.0</c:v>
                </c:pt>
                <c:pt idx="698">
                  <c:v>1699.0</c:v>
                </c:pt>
                <c:pt idx="699">
                  <c:v>1700.0</c:v>
                </c:pt>
                <c:pt idx="700">
                  <c:v>1701.0</c:v>
                </c:pt>
                <c:pt idx="701">
                  <c:v>1702.0</c:v>
                </c:pt>
                <c:pt idx="702">
                  <c:v>1703.0</c:v>
                </c:pt>
                <c:pt idx="703">
                  <c:v>1704.0</c:v>
                </c:pt>
                <c:pt idx="704">
                  <c:v>1705.0</c:v>
                </c:pt>
                <c:pt idx="705">
                  <c:v>1706.0</c:v>
                </c:pt>
                <c:pt idx="706">
                  <c:v>1707.0</c:v>
                </c:pt>
                <c:pt idx="707">
                  <c:v>1708.0</c:v>
                </c:pt>
                <c:pt idx="708">
                  <c:v>1709.0</c:v>
                </c:pt>
                <c:pt idx="709">
                  <c:v>1710.0</c:v>
                </c:pt>
                <c:pt idx="710">
                  <c:v>1711.0</c:v>
                </c:pt>
                <c:pt idx="711">
                  <c:v>1712.0</c:v>
                </c:pt>
                <c:pt idx="712">
                  <c:v>1713.0</c:v>
                </c:pt>
                <c:pt idx="713">
                  <c:v>1714.0</c:v>
                </c:pt>
                <c:pt idx="714">
                  <c:v>1715.0</c:v>
                </c:pt>
                <c:pt idx="715">
                  <c:v>1716.0</c:v>
                </c:pt>
                <c:pt idx="716">
                  <c:v>1717.0</c:v>
                </c:pt>
                <c:pt idx="717">
                  <c:v>1718.0</c:v>
                </c:pt>
                <c:pt idx="718">
                  <c:v>1719.0</c:v>
                </c:pt>
                <c:pt idx="719">
                  <c:v>1720.0</c:v>
                </c:pt>
                <c:pt idx="720">
                  <c:v>1721.0</c:v>
                </c:pt>
                <c:pt idx="721">
                  <c:v>1722.0</c:v>
                </c:pt>
                <c:pt idx="722">
                  <c:v>1723.0</c:v>
                </c:pt>
                <c:pt idx="723">
                  <c:v>1724.0</c:v>
                </c:pt>
                <c:pt idx="724">
                  <c:v>1725.0</c:v>
                </c:pt>
                <c:pt idx="725">
                  <c:v>1726.0</c:v>
                </c:pt>
                <c:pt idx="726">
                  <c:v>1727.0</c:v>
                </c:pt>
                <c:pt idx="727">
                  <c:v>1728.0</c:v>
                </c:pt>
                <c:pt idx="728">
                  <c:v>1729.0</c:v>
                </c:pt>
                <c:pt idx="729">
                  <c:v>1730.0</c:v>
                </c:pt>
                <c:pt idx="730">
                  <c:v>1731.0</c:v>
                </c:pt>
                <c:pt idx="731">
                  <c:v>1732.0</c:v>
                </c:pt>
                <c:pt idx="732">
                  <c:v>1733.0</c:v>
                </c:pt>
                <c:pt idx="733">
                  <c:v>1734.0</c:v>
                </c:pt>
                <c:pt idx="734">
                  <c:v>1735.0</c:v>
                </c:pt>
                <c:pt idx="735">
                  <c:v>1736.0</c:v>
                </c:pt>
                <c:pt idx="736">
                  <c:v>1737.0</c:v>
                </c:pt>
                <c:pt idx="737">
                  <c:v>1738.0</c:v>
                </c:pt>
                <c:pt idx="738">
                  <c:v>1739.0</c:v>
                </c:pt>
                <c:pt idx="739">
                  <c:v>1740.0</c:v>
                </c:pt>
                <c:pt idx="740">
                  <c:v>1741.0</c:v>
                </c:pt>
                <c:pt idx="741">
                  <c:v>1742.0</c:v>
                </c:pt>
                <c:pt idx="742">
                  <c:v>1743.0</c:v>
                </c:pt>
                <c:pt idx="743">
                  <c:v>1744.0</c:v>
                </c:pt>
                <c:pt idx="744">
                  <c:v>1745.0</c:v>
                </c:pt>
                <c:pt idx="745">
                  <c:v>1746.0</c:v>
                </c:pt>
                <c:pt idx="746">
                  <c:v>1747.0</c:v>
                </c:pt>
                <c:pt idx="747">
                  <c:v>1748.0</c:v>
                </c:pt>
                <c:pt idx="748">
                  <c:v>1749.0</c:v>
                </c:pt>
                <c:pt idx="749">
                  <c:v>1750.0</c:v>
                </c:pt>
                <c:pt idx="750">
                  <c:v>1751.0</c:v>
                </c:pt>
                <c:pt idx="751">
                  <c:v>1752.0</c:v>
                </c:pt>
                <c:pt idx="752">
                  <c:v>1753.0</c:v>
                </c:pt>
                <c:pt idx="753">
                  <c:v>1754.0</c:v>
                </c:pt>
                <c:pt idx="754">
                  <c:v>1755.0</c:v>
                </c:pt>
                <c:pt idx="755">
                  <c:v>1756.0</c:v>
                </c:pt>
                <c:pt idx="756">
                  <c:v>1757.0</c:v>
                </c:pt>
                <c:pt idx="757">
                  <c:v>1758.0</c:v>
                </c:pt>
                <c:pt idx="758">
                  <c:v>1759.0</c:v>
                </c:pt>
                <c:pt idx="759">
                  <c:v>1760.0</c:v>
                </c:pt>
                <c:pt idx="760">
                  <c:v>1761.0</c:v>
                </c:pt>
                <c:pt idx="761">
                  <c:v>1762.0</c:v>
                </c:pt>
                <c:pt idx="762">
                  <c:v>1763.0</c:v>
                </c:pt>
                <c:pt idx="763">
                  <c:v>1764.0</c:v>
                </c:pt>
                <c:pt idx="764">
                  <c:v>1765.0</c:v>
                </c:pt>
                <c:pt idx="765">
                  <c:v>1766.0</c:v>
                </c:pt>
                <c:pt idx="766">
                  <c:v>1767.0</c:v>
                </c:pt>
                <c:pt idx="767">
                  <c:v>1768.0</c:v>
                </c:pt>
                <c:pt idx="768">
                  <c:v>1769.0</c:v>
                </c:pt>
                <c:pt idx="769">
                  <c:v>1770.0</c:v>
                </c:pt>
                <c:pt idx="770">
                  <c:v>1771.0</c:v>
                </c:pt>
                <c:pt idx="771">
                  <c:v>1772.0</c:v>
                </c:pt>
                <c:pt idx="772">
                  <c:v>1773.0</c:v>
                </c:pt>
                <c:pt idx="773">
                  <c:v>1774.0</c:v>
                </c:pt>
                <c:pt idx="774">
                  <c:v>1775.0</c:v>
                </c:pt>
                <c:pt idx="775">
                  <c:v>1776.0</c:v>
                </c:pt>
                <c:pt idx="776">
                  <c:v>1777.0</c:v>
                </c:pt>
                <c:pt idx="777">
                  <c:v>1778.0</c:v>
                </c:pt>
                <c:pt idx="778">
                  <c:v>1779.0</c:v>
                </c:pt>
                <c:pt idx="779">
                  <c:v>1780.0</c:v>
                </c:pt>
                <c:pt idx="780">
                  <c:v>1781.0</c:v>
                </c:pt>
                <c:pt idx="781">
                  <c:v>1782.0</c:v>
                </c:pt>
                <c:pt idx="782">
                  <c:v>1783.0</c:v>
                </c:pt>
                <c:pt idx="783">
                  <c:v>1784.0</c:v>
                </c:pt>
                <c:pt idx="784">
                  <c:v>1785.0</c:v>
                </c:pt>
                <c:pt idx="785">
                  <c:v>1786.0</c:v>
                </c:pt>
                <c:pt idx="786">
                  <c:v>1787.0</c:v>
                </c:pt>
                <c:pt idx="787">
                  <c:v>1788.0</c:v>
                </c:pt>
                <c:pt idx="788">
                  <c:v>1789.0</c:v>
                </c:pt>
                <c:pt idx="789">
                  <c:v>1790.0</c:v>
                </c:pt>
                <c:pt idx="790">
                  <c:v>1791.0</c:v>
                </c:pt>
                <c:pt idx="791">
                  <c:v>1792.0</c:v>
                </c:pt>
                <c:pt idx="792">
                  <c:v>1793.0</c:v>
                </c:pt>
                <c:pt idx="793">
                  <c:v>1794.0</c:v>
                </c:pt>
                <c:pt idx="794">
                  <c:v>1795.0</c:v>
                </c:pt>
                <c:pt idx="795">
                  <c:v>1796.0</c:v>
                </c:pt>
                <c:pt idx="796">
                  <c:v>1797.0</c:v>
                </c:pt>
                <c:pt idx="797">
                  <c:v>1798.0</c:v>
                </c:pt>
                <c:pt idx="798">
                  <c:v>1799.0</c:v>
                </c:pt>
                <c:pt idx="799">
                  <c:v>1800.0</c:v>
                </c:pt>
                <c:pt idx="800">
                  <c:v>1801.0</c:v>
                </c:pt>
                <c:pt idx="801">
                  <c:v>1802.0</c:v>
                </c:pt>
                <c:pt idx="802">
                  <c:v>1803.0</c:v>
                </c:pt>
                <c:pt idx="803">
                  <c:v>1804.0</c:v>
                </c:pt>
                <c:pt idx="804">
                  <c:v>1805.0</c:v>
                </c:pt>
                <c:pt idx="805">
                  <c:v>1806.0</c:v>
                </c:pt>
                <c:pt idx="806">
                  <c:v>1807.0</c:v>
                </c:pt>
                <c:pt idx="807">
                  <c:v>1808.0</c:v>
                </c:pt>
                <c:pt idx="808">
                  <c:v>1809.0</c:v>
                </c:pt>
                <c:pt idx="809">
                  <c:v>1810.0</c:v>
                </c:pt>
                <c:pt idx="810">
                  <c:v>1811.0</c:v>
                </c:pt>
                <c:pt idx="811">
                  <c:v>1812.0</c:v>
                </c:pt>
                <c:pt idx="812">
                  <c:v>1813.0</c:v>
                </c:pt>
                <c:pt idx="813">
                  <c:v>1814.0</c:v>
                </c:pt>
                <c:pt idx="814">
                  <c:v>1815.0</c:v>
                </c:pt>
                <c:pt idx="815">
                  <c:v>1816.0</c:v>
                </c:pt>
                <c:pt idx="816">
                  <c:v>1817.0</c:v>
                </c:pt>
                <c:pt idx="817">
                  <c:v>1818.0</c:v>
                </c:pt>
                <c:pt idx="818">
                  <c:v>1819.0</c:v>
                </c:pt>
                <c:pt idx="819">
                  <c:v>1820.0</c:v>
                </c:pt>
                <c:pt idx="820">
                  <c:v>1821.0</c:v>
                </c:pt>
                <c:pt idx="821">
                  <c:v>1822.0</c:v>
                </c:pt>
                <c:pt idx="822">
                  <c:v>1823.0</c:v>
                </c:pt>
                <c:pt idx="823">
                  <c:v>1824.0</c:v>
                </c:pt>
                <c:pt idx="824">
                  <c:v>1825.0</c:v>
                </c:pt>
                <c:pt idx="825">
                  <c:v>1826.0</c:v>
                </c:pt>
                <c:pt idx="826">
                  <c:v>1827.0</c:v>
                </c:pt>
                <c:pt idx="827">
                  <c:v>1828.0</c:v>
                </c:pt>
                <c:pt idx="828">
                  <c:v>1829.0</c:v>
                </c:pt>
                <c:pt idx="829">
                  <c:v>1830.0</c:v>
                </c:pt>
                <c:pt idx="830">
                  <c:v>1831.0</c:v>
                </c:pt>
                <c:pt idx="831">
                  <c:v>1832.0</c:v>
                </c:pt>
                <c:pt idx="832">
                  <c:v>1833.0</c:v>
                </c:pt>
                <c:pt idx="833">
                  <c:v>1834.0</c:v>
                </c:pt>
                <c:pt idx="834">
                  <c:v>1835.0</c:v>
                </c:pt>
                <c:pt idx="835">
                  <c:v>1836.0</c:v>
                </c:pt>
                <c:pt idx="836">
                  <c:v>1837.0</c:v>
                </c:pt>
                <c:pt idx="837">
                  <c:v>1838.0</c:v>
                </c:pt>
                <c:pt idx="838">
                  <c:v>1839.0</c:v>
                </c:pt>
                <c:pt idx="839">
                  <c:v>1840.0</c:v>
                </c:pt>
                <c:pt idx="840">
                  <c:v>1841.0</c:v>
                </c:pt>
                <c:pt idx="841">
                  <c:v>1842.0</c:v>
                </c:pt>
                <c:pt idx="842">
                  <c:v>1843.0</c:v>
                </c:pt>
                <c:pt idx="843">
                  <c:v>1844.0</c:v>
                </c:pt>
                <c:pt idx="844">
                  <c:v>1845.0</c:v>
                </c:pt>
                <c:pt idx="845">
                  <c:v>1846.0</c:v>
                </c:pt>
                <c:pt idx="846">
                  <c:v>1847.0</c:v>
                </c:pt>
                <c:pt idx="847">
                  <c:v>1848.0</c:v>
                </c:pt>
                <c:pt idx="848">
                  <c:v>1849.0</c:v>
                </c:pt>
                <c:pt idx="849">
                  <c:v>1850.0</c:v>
                </c:pt>
                <c:pt idx="850">
                  <c:v>1851.0</c:v>
                </c:pt>
                <c:pt idx="851">
                  <c:v>1852.0</c:v>
                </c:pt>
                <c:pt idx="852">
                  <c:v>1853.0</c:v>
                </c:pt>
                <c:pt idx="853">
                  <c:v>1854.0</c:v>
                </c:pt>
                <c:pt idx="854">
                  <c:v>1855.0</c:v>
                </c:pt>
                <c:pt idx="855">
                  <c:v>1856.0</c:v>
                </c:pt>
                <c:pt idx="856">
                  <c:v>1857.0</c:v>
                </c:pt>
                <c:pt idx="857">
                  <c:v>1858.0</c:v>
                </c:pt>
                <c:pt idx="858">
                  <c:v>1859.0</c:v>
                </c:pt>
                <c:pt idx="859">
                  <c:v>1860.0</c:v>
                </c:pt>
                <c:pt idx="860">
                  <c:v>1861.0</c:v>
                </c:pt>
                <c:pt idx="861">
                  <c:v>1862.0</c:v>
                </c:pt>
                <c:pt idx="862">
                  <c:v>1863.0</c:v>
                </c:pt>
                <c:pt idx="863">
                  <c:v>1864.0</c:v>
                </c:pt>
                <c:pt idx="864">
                  <c:v>1865.0</c:v>
                </c:pt>
                <c:pt idx="865">
                  <c:v>1866.0</c:v>
                </c:pt>
                <c:pt idx="866">
                  <c:v>1867.0</c:v>
                </c:pt>
                <c:pt idx="867">
                  <c:v>1868.0</c:v>
                </c:pt>
                <c:pt idx="868">
                  <c:v>1869.0</c:v>
                </c:pt>
                <c:pt idx="869">
                  <c:v>1870.0</c:v>
                </c:pt>
                <c:pt idx="870">
                  <c:v>1871.0</c:v>
                </c:pt>
                <c:pt idx="871">
                  <c:v>1872.0</c:v>
                </c:pt>
                <c:pt idx="872">
                  <c:v>1873.0</c:v>
                </c:pt>
                <c:pt idx="873">
                  <c:v>1874.0</c:v>
                </c:pt>
                <c:pt idx="874">
                  <c:v>1875.0</c:v>
                </c:pt>
                <c:pt idx="875">
                  <c:v>1876.0</c:v>
                </c:pt>
                <c:pt idx="876">
                  <c:v>1877.0</c:v>
                </c:pt>
                <c:pt idx="877">
                  <c:v>1878.0</c:v>
                </c:pt>
                <c:pt idx="878">
                  <c:v>1879.0</c:v>
                </c:pt>
                <c:pt idx="879">
                  <c:v>1880.0</c:v>
                </c:pt>
                <c:pt idx="880">
                  <c:v>1881.0</c:v>
                </c:pt>
                <c:pt idx="881">
                  <c:v>1882.0</c:v>
                </c:pt>
                <c:pt idx="882">
                  <c:v>1883.0</c:v>
                </c:pt>
                <c:pt idx="883">
                  <c:v>1884.0</c:v>
                </c:pt>
                <c:pt idx="884">
                  <c:v>1885.0</c:v>
                </c:pt>
                <c:pt idx="885">
                  <c:v>1886.0</c:v>
                </c:pt>
                <c:pt idx="886">
                  <c:v>1887.0</c:v>
                </c:pt>
                <c:pt idx="887">
                  <c:v>1888.0</c:v>
                </c:pt>
                <c:pt idx="888">
                  <c:v>1889.0</c:v>
                </c:pt>
                <c:pt idx="889">
                  <c:v>1890.0</c:v>
                </c:pt>
                <c:pt idx="890">
                  <c:v>1891.0</c:v>
                </c:pt>
                <c:pt idx="891">
                  <c:v>1892.0</c:v>
                </c:pt>
                <c:pt idx="892">
                  <c:v>1893.0</c:v>
                </c:pt>
                <c:pt idx="893">
                  <c:v>1894.0</c:v>
                </c:pt>
                <c:pt idx="894">
                  <c:v>1895.0</c:v>
                </c:pt>
                <c:pt idx="895">
                  <c:v>1896.0</c:v>
                </c:pt>
                <c:pt idx="896">
                  <c:v>1897.0</c:v>
                </c:pt>
                <c:pt idx="897">
                  <c:v>1898.0</c:v>
                </c:pt>
                <c:pt idx="898">
                  <c:v>1899.0</c:v>
                </c:pt>
                <c:pt idx="899">
                  <c:v>1900.0</c:v>
                </c:pt>
                <c:pt idx="900">
                  <c:v>1901.0</c:v>
                </c:pt>
                <c:pt idx="901">
                  <c:v>1902.0</c:v>
                </c:pt>
                <c:pt idx="902">
                  <c:v>1903.0</c:v>
                </c:pt>
                <c:pt idx="903">
                  <c:v>1904.0</c:v>
                </c:pt>
                <c:pt idx="904">
                  <c:v>1905.0</c:v>
                </c:pt>
                <c:pt idx="905">
                  <c:v>1906.0</c:v>
                </c:pt>
                <c:pt idx="906">
                  <c:v>1907.0</c:v>
                </c:pt>
                <c:pt idx="907">
                  <c:v>1908.0</c:v>
                </c:pt>
                <c:pt idx="908">
                  <c:v>1909.0</c:v>
                </c:pt>
                <c:pt idx="909">
                  <c:v>1910.0</c:v>
                </c:pt>
                <c:pt idx="910">
                  <c:v>1911.0</c:v>
                </c:pt>
                <c:pt idx="911">
                  <c:v>1912.0</c:v>
                </c:pt>
                <c:pt idx="912">
                  <c:v>1913.0</c:v>
                </c:pt>
                <c:pt idx="913">
                  <c:v>1914.0</c:v>
                </c:pt>
                <c:pt idx="914">
                  <c:v>1915.0</c:v>
                </c:pt>
                <c:pt idx="915">
                  <c:v>1916.0</c:v>
                </c:pt>
                <c:pt idx="916">
                  <c:v>1917.0</c:v>
                </c:pt>
                <c:pt idx="917">
                  <c:v>1918.0</c:v>
                </c:pt>
                <c:pt idx="918">
                  <c:v>1919.0</c:v>
                </c:pt>
                <c:pt idx="919">
                  <c:v>1920.0</c:v>
                </c:pt>
                <c:pt idx="920">
                  <c:v>1921.0</c:v>
                </c:pt>
                <c:pt idx="921">
                  <c:v>1922.0</c:v>
                </c:pt>
                <c:pt idx="922">
                  <c:v>1923.0</c:v>
                </c:pt>
                <c:pt idx="923">
                  <c:v>1924.0</c:v>
                </c:pt>
                <c:pt idx="924">
                  <c:v>1925.0</c:v>
                </c:pt>
                <c:pt idx="925">
                  <c:v>1926.0</c:v>
                </c:pt>
                <c:pt idx="926">
                  <c:v>1927.0</c:v>
                </c:pt>
                <c:pt idx="927">
                  <c:v>1928.0</c:v>
                </c:pt>
                <c:pt idx="928">
                  <c:v>1929.0</c:v>
                </c:pt>
                <c:pt idx="929">
                  <c:v>1930.0</c:v>
                </c:pt>
                <c:pt idx="930">
                  <c:v>1931.0</c:v>
                </c:pt>
                <c:pt idx="931">
                  <c:v>1932.0</c:v>
                </c:pt>
                <c:pt idx="932">
                  <c:v>1933.0</c:v>
                </c:pt>
                <c:pt idx="933">
                  <c:v>1934.0</c:v>
                </c:pt>
                <c:pt idx="934">
                  <c:v>1935.0</c:v>
                </c:pt>
                <c:pt idx="935">
                  <c:v>1936.0</c:v>
                </c:pt>
                <c:pt idx="936">
                  <c:v>1937.0</c:v>
                </c:pt>
                <c:pt idx="937">
                  <c:v>1938.0</c:v>
                </c:pt>
                <c:pt idx="938">
                  <c:v>1939.0</c:v>
                </c:pt>
                <c:pt idx="939">
                  <c:v>1940.0</c:v>
                </c:pt>
                <c:pt idx="940">
                  <c:v>1941.0</c:v>
                </c:pt>
                <c:pt idx="941">
                  <c:v>1942.0</c:v>
                </c:pt>
                <c:pt idx="942">
                  <c:v>1943.0</c:v>
                </c:pt>
                <c:pt idx="943">
                  <c:v>1944.0</c:v>
                </c:pt>
                <c:pt idx="944">
                  <c:v>1945.0</c:v>
                </c:pt>
                <c:pt idx="945">
                  <c:v>1946.0</c:v>
                </c:pt>
                <c:pt idx="946">
                  <c:v>1947.0</c:v>
                </c:pt>
                <c:pt idx="947">
                  <c:v>1948.0</c:v>
                </c:pt>
                <c:pt idx="948">
                  <c:v>1949.0</c:v>
                </c:pt>
                <c:pt idx="949">
                  <c:v>1950.0</c:v>
                </c:pt>
                <c:pt idx="950">
                  <c:v>1951.0</c:v>
                </c:pt>
                <c:pt idx="951">
                  <c:v>1952.0</c:v>
                </c:pt>
                <c:pt idx="952">
                  <c:v>1953.0</c:v>
                </c:pt>
                <c:pt idx="953">
                  <c:v>1954.0</c:v>
                </c:pt>
                <c:pt idx="954">
                  <c:v>1955.0</c:v>
                </c:pt>
                <c:pt idx="955">
                  <c:v>1956.0</c:v>
                </c:pt>
                <c:pt idx="956">
                  <c:v>1957.0</c:v>
                </c:pt>
                <c:pt idx="957">
                  <c:v>1958.0</c:v>
                </c:pt>
                <c:pt idx="958">
                  <c:v>1959.0</c:v>
                </c:pt>
                <c:pt idx="959">
                  <c:v>1960.0</c:v>
                </c:pt>
                <c:pt idx="960">
                  <c:v>1961.0</c:v>
                </c:pt>
                <c:pt idx="961">
                  <c:v>1962.0</c:v>
                </c:pt>
                <c:pt idx="962">
                  <c:v>1963.0</c:v>
                </c:pt>
                <c:pt idx="963">
                  <c:v>1964.0</c:v>
                </c:pt>
                <c:pt idx="964">
                  <c:v>1965.0</c:v>
                </c:pt>
                <c:pt idx="965">
                  <c:v>1966.0</c:v>
                </c:pt>
                <c:pt idx="966">
                  <c:v>1967.0</c:v>
                </c:pt>
                <c:pt idx="967">
                  <c:v>1968.0</c:v>
                </c:pt>
                <c:pt idx="968">
                  <c:v>1969.0</c:v>
                </c:pt>
                <c:pt idx="969">
                  <c:v>1970.0</c:v>
                </c:pt>
                <c:pt idx="970">
                  <c:v>1971.0</c:v>
                </c:pt>
                <c:pt idx="971">
                  <c:v>1972.0</c:v>
                </c:pt>
                <c:pt idx="972">
                  <c:v>1973.0</c:v>
                </c:pt>
                <c:pt idx="973">
                  <c:v>1974.0</c:v>
                </c:pt>
                <c:pt idx="974">
                  <c:v>1975.0</c:v>
                </c:pt>
                <c:pt idx="975">
                  <c:v>1976.0</c:v>
                </c:pt>
                <c:pt idx="976">
                  <c:v>1977.0</c:v>
                </c:pt>
                <c:pt idx="977">
                  <c:v>1978.0</c:v>
                </c:pt>
                <c:pt idx="978">
                  <c:v>1979.0</c:v>
                </c:pt>
                <c:pt idx="979">
                  <c:v>1980.0</c:v>
                </c:pt>
                <c:pt idx="980">
                  <c:v>1981.0</c:v>
                </c:pt>
                <c:pt idx="981">
                  <c:v>1982.0</c:v>
                </c:pt>
                <c:pt idx="982">
                  <c:v>1983.0</c:v>
                </c:pt>
                <c:pt idx="983">
                  <c:v>1984.0</c:v>
                </c:pt>
                <c:pt idx="984">
                  <c:v>1985.0</c:v>
                </c:pt>
                <c:pt idx="985">
                  <c:v>1986.0</c:v>
                </c:pt>
                <c:pt idx="986">
                  <c:v>1987.0</c:v>
                </c:pt>
                <c:pt idx="987">
                  <c:v>1988.0</c:v>
                </c:pt>
                <c:pt idx="988">
                  <c:v>1989.0</c:v>
                </c:pt>
                <c:pt idx="989">
                  <c:v>1990.0</c:v>
                </c:pt>
                <c:pt idx="990">
                  <c:v>1991.0</c:v>
                </c:pt>
                <c:pt idx="991">
                  <c:v>1992.0</c:v>
                </c:pt>
                <c:pt idx="992">
                  <c:v>1993.0</c:v>
                </c:pt>
                <c:pt idx="993">
                  <c:v>1994.0</c:v>
                </c:pt>
                <c:pt idx="994">
                  <c:v>1995.0</c:v>
                </c:pt>
                <c:pt idx="995">
                  <c:v>1996.0</c:v>
                </c:pt>
                <c:pt idx="996">
                  <c:v>1997.0</c:v>
                </c:pt>
                <c:pt idx="997">
                  <c:v>1998.0</c:v>
                </c:pt>
                <c:pt idx="998">
                  <c:v>1999.0</c:v>
                </c:pt>
                <c:pt idx="999">
                  <c:v>2000.0</c:v>
                </c:pt>
              </c:numCache>
            </c:numRef>
          </c:xVal>
          <c:yVal>
            <c:numRef>
              <c:f>Sheet1!$B$4010:$B$5009</c:f>
              <c:numCache>
                <c:formatCode>General</c:formatCode>
                <c:ptCount val="1000"/>
                <c:pt idx="0">
                  <c:v>0.013647625</c:v>
                </c:pt>
                <c:pt idx="1">
                  <c:v>0.012303333</c:v>
                </c:pt>
                <c:pt idx="2">
                  <c:v>0.0076520568</c:v>
                </c:pt>
                <c:pt idx="3">
                  <c:v>0.0067650013</c:v>
                </c:pt>
                <c:pt idx="4">
                  <c:v>0.004036271</c:v>
                </c:pt>
                <c:pt idx="5">
                  <c:v>0.0034401432</c:v>
                </c:pt>
                <c:pt idx="6">
                  <c:v>0.0027103879</c:v>
                </c:pt>
                <c:pt idx="7">
                  <c:v>0.0024203442</c:v>
                </c:pt>
                <c:pt idx="8">
                  <c:v>0.002067042</c:v>
                </c:pt>
                <c:pt idx="9">
                  <c:v>0.0025513914</c:v>
                </c:pt>
                <c:pt idx="10">
                  <c:v>0.0026941679</c:v>
                </c:pt>
                <c:pt idx="11">
                  <c:v>0.0034197264</c:v>
                </c:pt>
                <c:pt idx="12">
                  <c:v>0.0038149176</c:v>
                </c:pt>
                <c:pt idx="13">
                  <c:v>0.0053402958</c:v>
                </c:pt>
                <c:pt idx="14">
                  <c:v>0.0039929643</c:v>
                </c:pt>
                <c:pt idx="15">
                  <c:v>0.0029987505</c:v>
                </c:pt>
                <c:pt idx="16">
                  <c:v>0.0016346343</c:v>
                </c:pt>
                <c:pt idx="17">
                  <c:v>0.0017026139</c:v>
                </c:pt>
                <c:pt idx="18">
                  <c:v>0.0013073795</c:v>
                </c:pt>
                <c:pt idx="19">
                  <c:v>0.0017048686</c:v>
                </c:pt>
                <c:pt idx="20">
                  <c:v>0.0020255114</c:v>
                </c:pt>
                <c:pt idx="21">
                  <c:v>0.0025483425</c:v>
                </c:pt>
                <c:pt idx="22">
                  <c:v>0.0027537154</c:v>
                </c:pt>
                <c:pt idx="23">
                  <c:v>0.0038316905</c:v>
                </c:pt>
                <c:pt idx="24">
                  <c:v>0.0030472776</c:v>
                </c:pt>
                <c:pt idx="25">
                  <c:v>0.0024925131</c:v>
                </c:pt>
                <c:pt idx="26">
                  <c:v>0.0019064234</c:v>
                </c:pt>
                <c:pt idx="27">
                  <c:v>0.0017166953</c:v>
                </c:pt>
                <c:pt idx="28">
                  <c:v>0.0016992109</c:v>
                </c:pt>
                <c:pt idx="29">
                  <c:v>0.0020030344</c:v>
                </c:pt>
                <c:pt idx="30">
                  <c:v>0.0024304111</c:v>
                </c:pt>
                <c:pt idx="31">
                  <c:v>0.0029387965</c:v>
                </c:pt>
                <c:pt idx="32">
                  <c:v>0.0029613331</c:v>
                </c:pt>
                <c:pt idx="33">
                  <c:v>0.002548141</c:v>
                </c:pt>
                <c:pt idx="34">
                  <c:v>0.0018550565</c:v>
                </c:pt>
                <c:pt idx="35">
                  <c:v>0.0017472264</c:v>
                </c:pt>
                <c:pt idx="36">
                  <c:v>0.0016199303</c:v>
                </c:pt>
                <c:pt idx="37">
                  <c:v>0.001903976</c:v>
                </c:pt>
                <c:pt idx="38">
                  <c:v>0.002149983</c:v>
                </c:pt>
                <c:pt idx="39">
                  <c:v>0.0025142021</c:v>
                </c:pt>
                <c:pt idx="40">
                  <c:v>0.0020870603</c:v>
                </c:pt>
                <c:pt idx="41">
                  <c:v>0.0015393343</c:v>
                </c:pt>
                <c:pt idx="42">
                  <c:v>0.0011679981</c:v>
                </c:pt>
                <c:pt idx="43">
                  <c:v>0.0012922557</c:v>
                </c:pt>
                <c:pt idx="44">
                  <c:v>0.0010691888</c:v>
                </c:pt>
                <c:pt idx="45">
                  <c:v>0.0010579684</c:v>
                </c:pt>
                <c:pt idx="46">
                  <c:v>0.0012661746</c:v>
                </c:pt>
                <c:pt idx="47">
                  <c:v>0.0012128049</c:v>
                </c:pt>
                <c:pt idx="48">
                  <c:v>0.0010765574</c:v>
                </c:pt>
                <c:pt idx="49">
                  <c:v>0.00098168558</c:v>
                </c:pt>
                <c:pt idx="50">
                  <c:v>0.00091369208</c:v>
                </c:pt>
                <c:pt idx="51">
                  <c:v>0.0012086885</c:v>
                </c:pt>
                <c:pt idx="52">
                  <c:v>0.0013292242</c:v>
                </c:pt>
                <c:pt idx="53">
                  <c:v>0.0013664898</c:v>
                </c:pt>
                <c:pt idx="54">
                  <c:v>0.0017130749</c:v>
                </c:pt>
                <c:pt idx="55">
                  <c:v>0.0019442038</c:v>
                </c:pt>
                <c:pt idx="56">
                  <c:v>0.0016641539</c:v>
                </c:pt>
                <c:pt idx="57">
                  <c:v>0.0010931824</c:v>
                </c:pt>
                <c:pt idx="58">
                  <c:v>0.00093223516</c:v>
                </c:pt>
                <c:pt idx="59">
                  <c:v>0.00098238738</c:v>
                </c:pt>
                <c:pt idx="60">
                  <c:v>0.0011547566</c:v>
                </c:pt>
                <c:pt idx="61">
                  <c:v>0.0014057746</c:v>
                </c:pt>
                <c:pt idx="62">
                  <c:v>0.0014090947</c:v>
                </c:pt>
                <c:pt idx="63">
                  <c:v>0.0013747286</c:v>
                </c:pt>
                <c:pt idx="64">
                  <c:v>0.00099681332</c:v>
                </c:pt>
                <c:pt idx="65">
                  <c:v>0.0007812979</c:v>
                </c:pt>
                <c:pt idx="66">
                  <c:v>0.00077230003</c:v>
                </c:pt>
                <c:pt idx="67">
                  <c:v>0.00069017899</c:v>
                </c:pt>
                <c:pt idx="68">
                  <c:v>0.00094834659</c:v>
                </c:pt>
                <c:pt idx="69">
                  <c:v>0.00089594761</c:v>
                </c:pt>
                <c:pt idx="70">
                  <c:v>0.0010563321</c:v>
                </c:pt>
                <c:pt idx="71">
                  <c:v>0.0012920936</c:v>
                </c:pt>
                <c:pt idx="72">
                  <c:v>0.0015859339</c:v>
                </c:pt>
                <c:pt idx="73">
                  <c:v>0.0017617781</c:v>
                </c:pt>
                <c:pt idx="74">
                  <c:v>0.0016513918</c:v>
                </c:pt>
                <c:pt idx="75">
                  <c:v>0.0015330289</c:v>
                </c:pt>
                <c:pt idx="76">
                  <c:v>0.0013131458</c:v>
                </c:pt>
                <c:pt idx="77">
                  <c:v>0.0014767419</c:v>
                </c:pt>
                <c:pt idx="78">
                  <c:v>0.0013000328</c:v>
                </c:pt>
                <c:pt idx="79">
                  <c:v>0.0013926121</c:v>
                </c:pt>
                <c:pt idx="80">
                  <c:v>0.0015305133</c:v>
                </c:pt>
                <c:pt idx="81">
                  <c:v>0.0017102718</c:v>
                </c:pt>
                <c:pt idx="82">
                  <c:v>0.0017274751</c:v>
                </c:pt>
                <c:pt idx="83">
                  <c:v>0.0016091101</c:v>
                </c:pt>
                <c:pt idx="84">
                  <c:v>0.0014850629</c:v>
                </c:pt>
                <c:pt idx="85">
                  <c:v>0.0016006579</c:v>
                </c:pt>
                <c:pt idx="86">
                  <c:v>0.0018871318</c:v>
                </c:pt>
                <c:pt idx="87">
                  <c:v>0.0023720685</c:v>
                </c:pt>
                <c:pt idx="88">
                  <c:v>0.0030587113</c:v>
                </c:pt>
                <c:pt idx="89">
                  <c:v>0.0033473094</c:v>
                </c:pt>
                <c:pt idx="90">
                  <c:v>0.0029953462</c:v>
                </c:pt>
                <c:pt idx="91">
                  <c:v>0.0026337742</c:v>
                </c:pt>
                <c:pt idx="92">
                  <c:v>0.0023339501</c:v>
                </c:pt>
                <c:pt idx="93">
                  <c:v>0.0020946874</c:v>
                </c:pt>
                <c:pt idx="94">
                  <c:v>0.0021354488</c:v>
                </c:pt>
                <c:pt idx="95">
                  <c:v>0.0024820564</c:v>
                </c:pt>
                <c:pt idx="96">
                  <c:v>0.002694919</c:v>
                </c:pt>
                <c:pt idx="97">
                  <c:v>0.0027686859</c:v>
                </c:pt>
                <c:pt idx="98">
                  <c:v>0.0024730088</c:v>
                </c:pt>
                <c:pt idx="99">
                  <c:v>0.0021218981</c:v>
                </c:pt>
                <c:pt idx="100">
                  <c:v>0.0023027934</c:v>
                </c:pt>
                <c:pt idx="101">
                  <c:v>0.0024632909</c:v>
                </c:pt>
                <c:pt idx="102">
                  <c:v>0.0025242797</c:v>
                </c:pt>
                <c:pt idx="103">
                  <c:v>0.0026346364</c:v>
                </c:pt>
                <c:pt idx="104">
                  <c:v>0.0025069897</c:v>
                </c:pt>
                <c:pt idx="105">
                  <c:v>0.0027226155</c:v>
                </c:pt>
                <c:pt idx="106">
                  <c:v>0.0031055112</c:v>
                </c:pt>
                <c:pt idx="107">
                  <c:v>0.0033303713</c:v>
                </c:pt>
                <c:pt idx="108">
                  <c:v>0.0028946647</c:v>
                </c:pt>
                <c:pt idx="109">
                  <c:v>0.0020047724</c:v>
                </c:pt>
                <c:pt idx="110">
                  <c:v>0.0019153539</c:v>
                </c:pt>
                <c:pt idx="111">
                  <c:v>0.0022056586</c:v>
                </c:pt>
                <c:pt idx="112">
                  <c:v>0.0025080766</c:v>
                </c:pt>
                <c:pt idx="113">
                  <c:v>0.0035222155</c:v>
                </c:pt>
                <c:pt idx="114">
                  <c:v>0.0035460956</c:v>
                </c:pt>
                <c:pt idx="115">
                  <c:v>0.0036997677</c:v>
                </c:pt>
                <c:pt idx="116">
                  <c:v>0.0031173886</c:v>
                </c:pt>
                <c:pt idx="117">
                  <c:v>0.0030891149</c:v>
                </c:pt>
                <c:pt idx="118">
                  <c:v>0.0028961397</c:v>
                </c:pt>
                <c:pt idx="119">
                  <c:v>0.0030892934</c:v>
                </c:pt>
                <c:pt idx="120">
                  <c:v>0.0038387268</c:v>
                </c:pt>
                <c:pt idx="121">
                  <c:v>0.0042627928</c:v>
                </c:pt>
                <c:pt idx="122">
                  <c:v>0.0045402335</c:v>
                </c:pt>
                <c:pt idx="123">
                  <c:v>0.0046672271</c:v>
                </c:pt>
                <c:pt idx="124">
                  <c:v>0.0048884006</c:v>
                </c:pt>
                <c:pt idx="125">
                  <c:v>0.0045491374</c:v>
                </c:pt>
                <c:pt idx="126">
                  <c:v>0.0055495025</c:v>
                </c:pt>
                <c:pt idx="127">
                  <c:v>0.0038902431</c:v>
                </c:pt>
                <c:pt idx="128">
                  <c:v>0.0036059818</c:v>
                </c:pt>
                <c:pt idx="129">
                  <c:v>0.0035438424</c:v>
                </c:pt>
                <c:pt idx="130">
                  <c:v>0.0042883173</c:v>
                </c:pt>
                <c:pt idx="131">
                  <c:v>0.0050101398</c:v>
                </c:pt>
                <c:pt idx="132">
                  <c:v>0.0043199972</c:v>
                </c:pt>
                <c:pt idx="133">
                  <c:v>0.0053193405</c:v>
                </c:pt>
                <c:pt idx="134">
                  <c:v>0.0036266017</c:v>
                </c:pt>
                <c:pt idx="135">
                  <c:v>0.002056115</c:v>
                </c:pt>
                <c:pt idx="136">
                  <c:v>0.0015977948</c:v>
                </c:pt>
                <c:pt idx="137">
                  <c:v>0.0018475734</c:v>
                </c:pt>
                <c:pt idx="138">
                  <c:v>0.0026563851</c:v>
                </c:pt>
                <c:pt idx="139">
                  <c:v>0.003452703</c:v>
                </c:pt>
                <c:pt idx="140">
                  <c:v>0.0040016297</c:v>
                </c:pt>
                <c:pt idx="141">
                  <c:v>0.0028447218</c:v>
                </c:pt>
                <c:pt idx="142">
                  <c:v>0.0031035845</c:v>
                </c:pt>
                <c:pt idx="143">
                  <c:v>0.0021975183</c:v>
                </c:pt>
                <c:pt idx="144">
                  <c:v>0.0021102157</c:v>
                </c:pt>
                <c:pt idx="145">
                  <c:v>0.0023894418</c:v>
                </c:pt>
                <c:pt idx="146">
                  <c:v>0.003297906</c:v>
                </c:pt>
                <c:pt idx="147">
                  <c:v>0.0038640057</c:v>
                </c:pt>
                <c:pt idx="148">
                  <c:v>0.0041303524</c:v>
                </c:pt>
                <c:pt idx="149">
                  <c:v>0.004867556</c:v>
                </c:pt>
                <c:pt idx="150">
                  <c:v>0.0045143499</c:v>
                </c:pt>
                <c:pt idx="151">
                  <c:v>0.0040958013</c:v>
                </c:pt>
                <c:pt idx="152">
                  <c:v>0.0037205849</c:v>
                </c:pt>
                <c:pt idx="153">
                  <c:v>0.0033151307</c:v>
                </c:pt>
                <c:pt idx="154">
                  <c:v>0.0034023823</c:v>
                </c:pt>
                <c:pt idx="155">
                  <c:v>0.0032524311</c:v>
                </c:pt>
                <c:pt idx="156">
                  <c:v>0.0030259678</c:v>
                </c:pt>
                <c:pt idx="157">
                  <c:v>0.0024701126</c:v>
                </c:pt>
                <c:pt idx="158">
                  <c:v>0.0024620213</c:v>
                </c:pt>
                <c:pt idx="159">
                  <c:v>0.0021891072</c:v>
                </c:pt>
                <c:pt idx="160">
                  <c:v>0.0023382068</c:v>
                </c:pt>
                <c:pt idx="161">
                  <c:v>0.002451713</c:v>
                </c:pt>
                <c:pt idx="162">
                  <c:v>0.0020030406</c:v>
                </c:pt>
                <c:pt idx="163">
                  <c:v>0.0013929529</c:v>
                </c:pt>
                <c:pt idx="164">
                  <c:v>0.0012535726</c:v>
                </c:pt>
                <c:pt idx="165">
                  <c:v>0.0012045225</c:v>
                </c:pt>
                <c:pt idx="166">
                  <c:v>0.0013071562</c:v>
                </c:pt>
                <c:pt idx="167">
                  <c:v>0.0017162892</c:v>
                </c:pt>
                <c:pt idx="168">
                  <c:v>0.0019613656</c:v>
                </c:pt>
                <c:pt idx="169">
                  <c:v>0.0021579299</c:v>
                </c:pt>
                <c:pt idx="170">
                  <c:v>0.0020417245</c:v>
                </c:pt>
                <c:pt idx="171">
                  <c:v>0.0022606094</c:v>
                </c:pt>
                <c:pt idx="172">
                  <c:v>0.0026130222</c:v>
                </c:pt>
                <c:pt idx="173">
                  <c:v>0.0033201099</c:v>
                </c:pt>
                <c:pt idx="174">
                  <c:v>0.0039112187</c:v>
                </c:pt>
                <c:pt idx="175">
                  <c:v>0.0031905742</c:v>
                </c:pt>
                <c:pt idx="176">
                  <c:v>0.0032120863</c:v>
                </c:pt>
                <c:pt idx="177">
                  <c:v>0.002671536</c:v>
                </c:pt>
                <c:pt idx="178">
                  <c:v>0.0022263975</c:v>
                </c:pt>
                <c:pt idx="179">
                  <c:v>0.0025733095</c:v>
                </c:pt>
                <c:pt idx="180">
                  <c:v>0.003191307</c:v>
                </c:pt>
                <c:pt idx="181">
                  <c:v>0.003928518</c:v>
                </c:pt>
                <c:pt idx="182">
                  <c:v>0.0035514825</c:v>
                </c:pt>
                <c:pt idx="183">
                  <c:v>0.0033653085</c:v>
                </c:pt>
                <c:pt idx="184">
                  <c:v>0.0032282812</c:v>
                </c:pt>
                <c:pt idx="185">
                  <c:v>0.0033843303</c:v>
                </c:pt>
                <c:pt idx="186">
                  <c:v>0.0031933194</c:v>
                </c:pt>
                <c:pt idx="187">
                  <c:v>0.0032002699</c:v>
                </c:pt>
                <c:pt idx="188">
                  <c:v>0.0025437841</c:v>
                </c:pt>
                <c:pt idx="189">
                  <c:v>0.0022985304</c:v>
                </c:pt>
                <c:pt idx="190">
                  <c:v>0.002170245</c:v>
                </c:pt>
                <c:pt idx="191">
                  <c:v>0.0018382739</c:v>
                </c:pt>
                <c:pt idx="192">
                  <c:v>0.0022488263</c:v>
                </c:pt>
                <c:pt idx="193">
                  <c:v>0.0020294715</c:v>
                </c:pt>
                <c:pt idx="194">
                  <c:v>0.0020352568</c:v>
                </c:pt>
                <c:pt idx="195">
                  <c:v>0.0023418273</c:v>
                </c:pt>
                <c:pt idx="196">
                  <c:v>0.0023803256</c:v>
                </c:pt>
                <c:pt idx="197">
                  <c:v>0.0021510492</c:v>
                </c:pt>
                <c:pt idx="198">
                  <c:v>0.0019535987</c:v>
                </c:pt>
                <c:pt idx="199">
                  <c:v>0.0018391814</c:v>
                </c:pt>
                <c:pt idx="200">
                  <c:v>0.0017888185</c:v>
                </c:pt>
                <c:pt idx="201">
                  <c:v>0.0021607953</c:v>
                </c:pt>
                <c:pt idx="202">
                  <c:v>0.0024610704</c:v>
                </c:pt>
                <c:pt idx="203">
                  <c:v>0.0028592992</c:v>
                </c:pt>
                <c:pt idx="204">
                  <c:v>0.0029522355</c:v>
                </c:pt>
                <c:pt idx="205">
                  <c:v>0.002874186</c:v>
                </c:pt>
                <c:pt idx="206">
                  <c:v>0.0026904914</c:v>
                </c:pt>
                <c:pt idx="207">
                  <c:v>0.0023641866</c:v>
                </c:pt>
                <c:pt idx="208">
                  <c:v>0.0024134563</c:v>
                </c:pt>
                <c:pt idx="209">
                  <c:v>0.0027595345</c:v>
                </c:pt>
                <c:pt idx="210">
                  <c:v>0.0031713074</c:v>
                </c:pt>
                <c:pt idx="211">
                  <c:v>0.0035577604</c:v>
                </c:pt>
                <c:pt idx="212">
                  <c:v>0.0034229658</c:v>
                </c:pt>
                <c:pt idx="213">
                  <c:v>0.0034740091</c:v>
                </c:pt>
                <c:pt idx="214">
                  <c:v>0.0035707126</c:v>
                </c:pt>
                <c:pt idx="215">
                  <c:v>0.0042868751</c:v>
                </c:pt>
                <c:pt idx="216">
                  <c:v>0.0040458334</c:v>
                </c:pt>
                <c:pt idx="217">
                  <c:v>0.0032933929</c:v>
                </c:pt>
                <c:pt idx="218">
                  <c:v>0.002374279</c:v>
                </c:pt>
                <c:pt idx="219">
                  <c:v>0.00196924</c:v>
                </c:pt>
                <c:pt idx="220">
                  <c:v>0.0021406849</c:v>
                </c:pt>
                <c:pt idx="221">
                  <c:v>0.0024100959</c:v>
                </c:pt>
                <c:pt idx="222">
                  <c:v>0.0019975955</c:v>
                </c:pt>
                <c:pt idx="223">
                  <c:v>0.0020580521</c:v>
                </c:pt>
                <c:pt idx="224">
                  <c:v>0.0019510607</c:v>
                </c:pt>
                <c:pt idx="225">
                  <c:v>0.0019124891</c:v>
                </c:pt>
                <c:pt idx="226">
                  <c:v>0.0019429999</c:v>
                </c:pt>
                <c:pt idx="227">
                  <c:v>0.002057908</c:v>
                </c:pt>
                <c:pt idx="228">
                  <c:v>0.0018925</c:v>
                </c:pt>
                <c:pt idx="229">
                  <c:v>0.0020659302</c:v>
                </c:pt>
                <c:pt idx="230">
                  <c:v>0.0022449568</c:v>
                </c:pt>
                <c:pt idx="231">
                  <c:v>0.0026261766</c:v>
                </c:pt>
                <c:pt idx="232">
                  <c:v>0.0030165183</c:v>
                </c:pt>
                <c:pt idx="233">
                  <c:v>0.0031336213</c:v>
                </c:pt>
                <c:pt idx="234">
                  <c:v>0.0030235858</c:v>
                </c:pt>
                <c:pt idx="235">
                  <c:v>0.002974236</c:v>
                </c:pt>
                <c:pt idx="236">
                  <c:v>0.002925813</c:v>
                </c:pt>
                <c:pt idx="237">
                  <c:v>0.0029748145</c:v>
                </c:pt>
                <c:pt idx="238">
                  <c:v>0.0027800772</c:v>
                </c:pt>
                <c:pt idx="239">
                  <c:v>0.0026903965</c:v>
                </c:pt>
                <c:pt idx="240">
                  <c:v>0.0028013597</c:v>
                </c:pt>
                <c:pt idx="241">
                  <c:v>0.0033038941</c:v>
                </c:pt>
                <c:pt idx="242">
                  <c:v>0.0041469462</c:v>
                </c:pt>
                <c:pt idx="243">
                  <c:v>0.0040678945</c:v>
                </c:pt>
                <c:pt idx="244">
                  <c:v>0.0040468401</c:v>
                </c:pt>
                <c:pt idx="245">
                  <c:v>0.0032863588</c:v>
                </c:pt>
                <c:pt idx="246">
                  <c:v>0.0022331092</c:v>
                </c:pt>
                <c:pt idx="247">
                  <c:v>0.0019881378</c:v>
                </c:pt>
                <c:pt idx="248">
                  <c:v>0.0018530775</c:v>
                </c:pt>
                <c:pt idx="249">
                  <c:v>0.0017837818</c:v>
                </c:pt>
                <c:pt idx="250">
                  <c:v>0.0019586205</c:v>
                </c:pt>
                <c:pt idx="251">
                  <c:v>0.0019912542</c:v>
                </c:pt>
                <c:pt idx="252">
                  <c:v>0.0020189381</c:v>
                </c:pt>
                <c:pt idx="253">
                  <c:v>0.0021724105</c:v>
                </c:pt>
                <c:pt idx="254">
                  <c:v>0.00232873</c:v>
                </c:pt>
                <c:pt idx="255">
                  <c:v>0.0024150178</c:v>
                </c:pt>
                <c:pt idx="256">
                  <c:v>0.002311601</c:v>
                </c:pt>
                <c:pt idx="257">
                  <c:v>0.002078416</c:v>
                </c:pt>
                <c:pt idx="258">
                  <c:v>0.001785853</c:v>
                </c:pt>
                <c:pt idx="259">
                  <c:v>0.001588456</c:v>
                </c:pt>
                <c:pt idx="260">
                  <c:v>0.0014887159</c:v>
                </c:pt>
                <c:pt idx="261">
                  <c:v>0.0014137456</c:v>
                </c:pt>
                <c:pt idx="262">
                  <c:v>0.0013976055</c:v>
                </c:pt>
                <c:pt idx="263">
                  <c:v>0.0014228827</c:v>
                </c:pt>
                <c:pt idx="264">
                  <c:v>0.0015064383</c:v>
                </c:pt>
                <c:pt idx="265">
                  <c:v>0.0020336279</c:v>
                </c:pt>
                <c:pt idx="266">
                  <c:v>0.0018370735</c:v>
                </c:pt>
                <c:pt idx="267">
                  <c:v>0.0019408504</c:v>
                </c:pt>
                <c:pt idx="268">
                  <c:v>0.0022425197</c:v>
                </c:pt>
                <c:pt idx="269">
                  <c:v>0.0024906133</c:v>
                </c:pt>
                <c:pt idx="270">
                  <c:v>0.0029766636</c:v>
                </c:pt>
                <c:pt idx="271">
                  <c:v>0.0035506883</c:v>
                </c:pt>
                <c:pt idx="272">
                  <c:v>0.0031347415</c:v>
                </c:pt>
                <c:pt idx="273">
                  <c:v>0.0031831318</c:v>
                </c:pt>
                <c:pt idx="274">
                  <c:v>0.0031912303</c:v>
                </c:pt>
                <c:pt idx="275">
                  <c:v>0.0033430449</c:v>
                </c:pt>
                <c:pt idx="276">
                  <c:v>0.003354885</c:v>
                </c:pt>
                <c:pt idx="277">
                  <c:v>0.0032087508</c:v>
                </c:pt>
                <c:pt idx="278">
                  <c:v>0.0031724678</c:v>
                </c:pt>
                <c:pt idx="279">
                  <c:v>0.0028851349</c:v>
                </c:pt>
                <c:pt idx="280">
                  <c:v>0.0026155609</c:v>
                </c:pt>
                <c:pt idx="281">
                  <c:v>0.0026633677</c:v>
                </c:pt>
                <c:pt idx="282">
                  <c:v>0.0025843422</c:v>
                </c:pt>
                <c:pt idx="283">
                  <c:v>0.0024625238</c:v>
                </c:pt>
                <c:pt idx="284">
                  <c:v>0.0025432428</c:v>
                </c:pt>
                <c:pt idx="285">
                  <c:v>0.0025135009</c:v>
                </c:pt>
                <c:pt idx="286">
                  <c:v>0.0025484645</c:v>
                </c:pt>
                <c:pt idx="287">
                  <c:v>0.0029104722</c:v>
                </c:pt>
                <c:pt idx="288">
                  <c:v>0.0032857153</c:v>
                </c:pt>
                <c:pt idx="289">
                  <c:v>0.0037611635</c:v>
                </c:pt>
                <c:pt idx="290">
                  <c:v>0.0040372927</c:v>
                </c:pt>
                <c:pt idx="291">
                  <c:v>0.0039734687</c:v>
                </c:pt>
                <c:pt idx="292">
                  <c:v>0.003758253</c:v>
                </c:pt>
                <c:pt idx="293">
                  <c:v>0.0040071022</c:v>
                </c:pt>
                <c:pt idx="294">
                  <c:v>0.0041862204</c:v>
                </c:pt>
                <c:pt idx="295">
                  <c:v>0.0036383059</c:v>
                </c:pt>
                <c:pt idx="296">
                  <c:v>0.0032529392</c:v>
                </c:pt>
                <c:pt idx="297">
                  <c:v>0.0030955451</c:v>
                </c:pt>
                <c:pt idx="298">
                  <c:v>0.0028309834</c:v>
                </c:pt>
                <c:pt idx="299">
                  <c:v>0.0026562093</c:v>
                </c:pt>
                <c:pt idx="300">
                  <c:v>0.0025907785</c:v>
                </c:pt>
                <c:pt idx="301">
                  <c:v>0.0024055055</c:v>
                </c:pt>
                <c:pt idx="302">
                  <c:v>0.0023198101</c:v>
                </c:pt>
                <c:pt idx="303">
                  <c:v>0.002324007</c:v>
                </c:pt>
                <c:pt idx="304">
                  <c:v>0.0025044838</c:v>
                </c:pt>
                <c:pt idx="305">
                  <c:v>0.0023179843</c:v>
                </c:pt>
                <c:pt idx="306">
                  <c:v>0.0022533286</c:v>
                </c:pt>
                <c:pt idx="307">
                  <c:v>0.0021226682</c:v>
                </c:pt>
                <c:pt idx="308">
                  <c:v>0.0021672097</c:v>
                </c:pt>
                <c:pt idx="309">
                  <c:v>0.0022958916</c:v>
                </c:pt>
                <c:pt idx="310">
                  <c:v>0.0024169774</c:v>
                </c:pt>
                <c:pt idx="311">
                  <c:v>0.0024354445</c:v>
                </c:pt>
                <c:pt idx="312">
                  <c:v>0.0022993355</c:v>
                </c:pt>
                <c:pt idx="313">
                  <c:v>0.00202499</c:v>
                </c:pt>
                <c:pt idx="314">
                  <c:v>0.0018114007</c:v>
                </c:pt>
                <c:pt idx="315">
                  <c:v>0.0016025634</c:v>
                </c:pt>
                <c:pt idx="316">
                  <c:v>0.0015025544</c:v>
                </c:pt>
                <c:pt idx="317">
                  <c:v>0.001561517</c:v>
                </c:pt>
                <c:pt idx="318">
                  <c:v>0.0015217142</c:v>
                </c:pt>
                <c:pt idx="319">
                  <c:v>0.0016054544</c:v>
                </c:pt>
                <c:pt idx="320">
                  <c:v>0.0018879831</c:v>
                </c:pt>
                <c:pt idx="321">
                  <c:v>0.0020197771</c:v>
                </c:pt>
                <c:pt idx="322">
                  <c:v>0.0019595634</c:v>
                </c:pt>
                <c:pt idx="323">
                  <c:v>0.0020460908</c:v>
                </c:pt>
                <c:pt idx="324">
                  <c:v>0.0023679939</c:v>
                </c:pt>
                <c:pt idx="325">
                  <c:v>0.0026739607</c:v>
                </c:pt>
                <c:pt idx="326">
                  <c:v>0.0028091732</c:v>
                </c:pt>
                <c:pt idx="327">
                  <c:v>0.0026315745</c:v>
                </c:pt>
                <c:pt idx="328">
                  <c:v>0.002599189</c:v>
                </c:pt>
                <c:pt idx="329">
                  <c:v>0.0029560656</c:v>
                </c:pt>
                <c:pt idx="330">
                  <c:v>0.0029090481</c:v>
                </c:pt>
                <c:pt idx="331">
                  <c:v>0.0029674624</c:v>
                </c:pt>
                <c:pt idx="332">
                  <c:v>0.0031236055</c:v>
                </c:pt>
                <c:pt idx="333">
                  <c:v>0.0032200316</c:v>
                </c:pt>
                <c:pt idx="334">
                  <c:v>0.0037643411</c:v>
                </c:pt>
                <c:pt idx="335">
                  <c:v>0.0034325021</c:v>
                </c:pt>
                <c:pt idx="336">
                  <c:v>0.0032755803</c:v>
                </c:pt>
                <c:pt idx="337">
                  <c:v>0.003223165</c:v>
                </c:pt>
                <c:pt idx="338">
                  <c:v>0.0032711866</c:v>
                </c:pt>
                <c:pt idx="339">
                  <c:v>0.0029276285</c:v>
                </c:pt>
                <c:pt idx="340">
                  <c:v>0.0029690266</c:v>
                </c:pt>
                <c:pt idx="341">
                  <c:v>0.0028873528</c:v>
                </c:pt>
                <c:pt idx="342">
                  <c:v>0.0030010944</c:v>
                </c:pt>
                <c:pt idx="343">
                  <c:v>0.0031384023</c:v>
                </c:pt>
                <c:pt idx="344">
                  <c:v>0.003645418</c:v>
                </c:pt>
                <c:pt idx="345">
                  <c:v>0.0038369665</c:v>
                </c:pt>
                <c:pt idx="346">
                  <c:v>0.0040740659</c:v>
                </c:pt>
                <c:pt idx="347">
                  <c:v>0.0040802349</c:v>
                </c:pt>
                <c:pt idx="348">
                  <c:v>0.0040476256</c:v>
                </c:pt>
                <c:pt idx="349">
                  <c:v>0.004174228</c:v>
                </c:pt>
                <c:pt idx="350">
                  <c:v>0.0042425919</c:v>
                </c:pt>
                <c:pt idx="351">
                  <c:v>0.0039268916</c:v>
                </c:pt>
                <c:pt idx="352">
                  <c:v>0.0041689804</c:v>
                </c:pt>
                <c:pt idx="353">
                  <c:v>0.0038795129</c:v>
                </c:pt>
                <c:pt idx="354">
                  <c:v>0.0036474309</c:v>
                </c:pt>
                <c:pt idx="355">
                  <c:v>0.0035350435</c:v>
                </c:pt>
                <c:pt idx="356">
                  <c:v>0.0031861364</c:v>
                </c:pt>
                <c:pt idx="357">
                  <c:v>0.0029453582</c:v>
                </c:pt>
                <c:pt idx="358">
                  <c:v>0.0026421723</c:v>
                </c:pt>
                <c:pt idx="359">
                  <c:v>0.0024684342</c:v>
                </c:pt>
                <c:pt idx="360">
                  <c:v>0.0024137752</c:v>
                </c:pt>
                <c:pt idx="361">
                  <c:v>0.0024227235</c:v>
                </c:pt>
                <c:pt idx="362">
                  <c:v>0.0021006877</c:v>
                </c:pt>
                <c:pt idx="363">
                  <c:v>0.0020026498</c:v>
                </c:pt>
                <c:pt idx="364">
                  <c:v>0.0021090366</c:v>
                </c:pt>
                <c:pt idx="365">
                  <c:v>0.002123594</c:v>
                </c:pt>
                <c:pt idx="366">
                  <c:v>0.0022135028</c:v>
                </c:pt>
                <c:pt idx="367">
                  <c:v>0.0022350155</c:v>
                </c:pt>
                <c:pt idx="368">
                  <c:v>0.0024098828</c:v>
                </c:pt>
                <c:pt idx="369">
                  <c:v>0.0026545074</c:v>
                </c:pt>
                <c:pt idx="370">
                  <c:v>0.0026014782</c:v>
                </c:pt>
                <c:pt idx="371">
                  <c:v>0.0024713954</c:v>
                </c:pt>
                <c:pt idx="372">
                  <c:v>0.0022620693</c:v>
                </c:pt>
                <c:pt idx="373">
                  <c:v>0.0020036208</c:v>
                </c:pt>
                <c:pt idx="374">
                  <c:v>0.00187949</c:v>
                </c:pt>
                <c:pt idx="375">
                  <c:v>0.0018385869</c:v>
                </c:pt>
                <c:pt idx="376">
                  <c:v>0.0019733012</c:v>
                </c:pt>
                <c:pt idx="377">
                  <c:v>0.002026017</c:v>
                </c:pt>
                <c:pt idx="378">
                  <c:v>0.0023245391</c:v>
                </c:pt>
                <c:pt idx="379">
                  <c:v>0.0023429908</c:v>
                </c:pt>
                <c:pt idx="380">
                  <c:v>0.0024653931</c:v>
                </c:pt>
                <c:pt idx="381">
                  <c:v>0.0026022653</c:v>
                </c:pt>
                <c:pt idx="382">
                  <c:v>0.0029214741</c:v>
                </c:pt>
                <c:pt idx="383">
                  <c:v>0.0028952577</c:v>
                </c:pt>
                <c:pt idx="384">
                  <c:v>0.0029737367</c:v>
                </c:pt>
                <c:pt idx="385">
                  <c:v>0.0031594557</c:v>
                </c:pt>
                <c:pt idx="386">
                  <c:v>0.0033168581</c:v>
                </c:pt>
                <c:pt idx="387">
                  <c:v>0.0033938015</c:v>
                </c:pt>
                <c:pt idx="388">
                  <c:v>0.0033583609</c:v>
                </c:pt>
                <c:pt idx="389">
                  <c:v>0.0037122751</c:v>
                </c:pt>
                <c:pt idx="390">
                  <c:v>0.0038350433</c:v>
                </c:pt>
                <c:pt idx="391">
                  <c:v>0.0037271805</c:v>
                </c:pt>
                <c:pt idx="392">
                  <c:v>0.003643721</c:v>
                </c:pt>
                <c:pt idx="393">
                  <c:v>0.0033293983</c:v>
                </c:pt>
                <c:pt idx="394">
                  <c:v>0.0033043658</c:v>
                </c:pt>
                <c:pt idx="395">
                  <c:v>0.0033053334</c:v>
                </c:pt>
                <c:pt idx="396">
                  <c:v>0.0035371611</c:v>
                </c:pt>
                <c:pt idx="397">
                  <c:v>0.0033647578</c:v>
                </c:pt>
                <c:pt idx="398">
                  <c:v>0.0030606392</c:v>
                </c:pt>
                <c:pt idx="399">
                  <c:v>0.0030329838</c:v>
                </c:pt>
                <c:pt idx="400">
                  <c:v>0.0030152577</c:v>
                </c:pt>
                <c:pt idx="401">
                  <c:v>0.0031856834</c:v>
                </c:pt>
                <c:pt idx="402">
                  <c:v>0.0035000619</c:v>
                </c:pt>
                <c:pt idx="403">
                  <c:v>0.0039228023</c:v>
                </c:pt>
                <c:pt idx="404">
                  <c:v>0.0039940922</c:v>
                </c:pt>
                <c:pt idx="405">
                  <c:v>0.0042994082</c:v>
                </c:pt>
                <c:pt idx="406">
                  <c:v>0.0040537271</c:v>
                </c:pt>
                <c:pt idx="407">
                  <c:v>0.004019197</c:v>
                </c:pt>
                <c:pt idx="408">
                  <c:v>0.0040464129</c:v>
                </c:pt>
                <c:pt idx="409">
                  <c:v>0.0041170616</c:v>
                </c:pt>
                <c:pt idx="410">
                  <c:v>0.0044969578</c:v>
                </c:pt>
                <c:pt idx="411">
                  <c:v>0.0040339331</c:v>
                </c:pt>
                <c:pt idx="412">
                  <c:v>0.003614411</c:v>
                </c:pt>
                <c:pt idx="413">
                  <c:v>0.0030772058</c:v>
                </c:pt>
                <c:pt idx="414">
                  <c:v>0.0025064878</c:v>
                </c:pt>
                <c:pt idx="415">
                  <c:v>0.0023353942</c:v>
                </c:pt>
                <c:pt idx="416">
                  <c:v>0.0021298795</c:v>
                </c:pt>
                <c:pt idx="417">
                  <c:v>0.0019293837</c:v>
                </c:pt>
                <c:pt idx="418">
                  <c:v>0.0017971119</c:v>
                </c:pt>
                <c:pt idx="419">
                  <c:v>0.0019053744</c:v>
                </c:pt>
                <c:pt idx="420">
                  <c:v>0.0017193057</c:v>
                </c:pt>
                <c:pt idx="421">
                  <c:v>0.001841444</c:v>
                </c:pt>
                <c:pt idx="422">
                  <c:v>0.0019368671</c:v>
                </c:pt>
                <c:pt idx="423">
                  <c:v>0.0021274293</c:v>
                </c:pt>
                <c:pt idx="424">
                  <c:v>0.002297051</c:v>
                </c:pt>
                <c:pt idx="425">
                  <c:v>0.0023438987</c:v>
                </c:pt>
                <c:pt idx="426">
                  <c:v>0.0023413948</c:v>
                </c:pt>
                <c:pt idx="427">
                  <c:v>0.0022746107</c:v>
                </c:pt>
                <c:pt idx="428">
                  <c:v>0.0020474047</c:v>
                </c:pt>
                <c:pt idx="429">
                  <c:v>0.0019004613</c:v>
                </c:pt>
                <c:pt idx="430">
                  <c:v>0.0018354661</c:v>
                </c:pt>
                <c:pt idx="431">
                  <c:v>0.0018076498</c:v>
                </c:pt>
                <c:pt idx="432">
                  <c:v>0.0019222353</c:v>
                </c:pt>
                <c:pt idx="433">
                  <c:v>0.0020164275</c:v>
                </c:pt>
                <c:pt idx="434">
                  <c:v>0.0021453975</c:v>
                </c:pt>
                <c:pt idx="435">
                  <c:v>0.0024328877</c:v>
                </c:pt>
                <c:pt idx="436">
                  <c:v>0.0025252352</c:v>
                </c:pt>
                <c:pt idx="437">
                  <c:v>0.0026728118</c:v>
                </c:pt>
                <c:pt idx="438">
                  <c:v>0.0029253296</c:v>
                </c:pt>
                <c:pt idx="439">
                  <c:v>0.0031128899</c:v>
                </c:pt>
                <c:pt idx="440">
                  <c:v>0.0037550188</c:v>
                </c:pt>
                <c:pt idx="441">
                  <c:v>0.0037737229</c:v>
                </c:pt>
                <c:pt idx="442">
                  <c:v>0.0037838712</c:v>
                </c:pt>
                <c:pt idx="443">
                  <c:v>0.0042783467</c:v>
                </c:pt>
                <c:pt idx="444">
                  <c:v>0.0042701406</c:v>
                </c:pt>
                <c:pt idx="445">
                  <c:v>0.0040795958</c:v>
                </c:pt>
                <c:pt idx="446">
                  <c:v>0.0041403472</c:v>
                </c:pt>
                <c:pt idx="447">
                  <c:v>0.0039845706</c:v>
                </c:pt>
                <c:pt idx="448">
                  <c:v>0.0038251006</c:v>
                </c:pt>
                <c:pt idx="449">
                  <c:v>0.0037002648</c:v>
                </c:pt>
                <c:pt idx="450">
                  <c:v>0.0036936286</c:v>
                </c:pt>
                <c:pt idx="451">
                  <c:v>0.0041021152</c:v>
                </c:pt>
                <c:pt idx="452">
                  <c:v>0.0040028933</c:v>
                </c:pt>
                <c:pt idx="453">
                  <c:v>0.0037543867</c:v>
                </c:pt>
                <c:pt idx="454">
                  <c:v>0.0034750987</c:v>
                </c:pt>
                <c:pt idx="455">
                  <c:v>0.0032463317</c:v>
                </c:pt>
                <c:pt idx="456">
                  <c:v>0.0030625876</c:v>
                </c:pt>
                <c:pt idx="457">
                  <c:v>0.0031266963</c:v>
                </c:pt>
                <c:pt idx="458">
                  <c:v>0.0033770494</c:v>
                </c:pt>
                <c:pt idx="459">
                  <c:v>0.0037543236</c:v>
                </c:pt>
                <c:pt idx="460">
                  <c:v>0.0041567459</c:v>
                </c:pt>
                <c:pt idx="461">
                  <c:v>0.0038743838</c:v>
                </c:pt>
                <c:pt idx="462">
                  <c:v>0.0040869536</c:v>
                </c:pt>
                <c:pt idx="463">
                  <c:v>0.0043356897</c:v>
                </c:pt>
                <c:pt idx="464">
                  <c:v>0.0044410437</c:v>
                </c:pt>
                <c:pt idx="465">
                  <c:v>0.0048272745</c:v>
                </c:pt>
                <c:pt idx="466">
                  <c:v>0.0052185856</c:v>
                </c:pt>
                <c:pt idx="467">
                  <c:v>0.004601437</c:v>
                </c:pt>
                <c:pt idx="468">
                  <c:v>0.0040149562</c:v>
                </c:pt>
                <c:pt idx="469">
                  <c:v>0.0032329377</c:v>
                </c:pt>
                <c:pt idx="470">
                  <c:v>0.0026146508</c:v>
                </c:pt>
                <c:pt idx="471">
                  <c:v>0.0020814326</c:v>
                </c:pt>
                <c:pt idx="472">
                  <c:v>0.0017082093</c:v>
                </c:pt>
                <c:pt idx="473">
                  <c:v>0.0016654282</c:v>
                </c:pt>
                <c:pt idx="474">
                  <c:v>0.0015776307</c:v>
                </c:pt>
                <c:pt idx="475">
                  <c:v>0.0015831543</c:v>
                </c:pt>
                <c:pt idx="476">
                  <c:v>0.0016000399</c:v>
                </c:pt>
                <c:pt idx="477">
                  <c:v>0.0017328861</c:v>
                </c:pt>
                <c:pt idx="478">
                  <c:v>0.001831407</c:v>
                </c:pt>
                <c:pt idx="479">
                  <c:v>0.0018878087</c:v>
                </c:pt>
                <c:pt idx="480">
                  <c:v>0.0021068727</c:v>
                </c:pt>
                <c:pt idx="481">
                  <c:v>0.0023670054</c:v>
                </c:pt>
                <c:pt idx="482">
                  <c:v>0.0024503086</c:v>
                </c:pt>
                <c:pt idx="483">
                  <c:v>0.002167444</c:v>
                </c:pt>
                <c:pt idx="484">
                  <c:v>0.0020885474</c:v>
                </c:pt>
                <c:pt idx="485">
                  <c:v>0.0019255475</c:v>
                </c:pt>
                <c:pt idx="486">
                  <c:v>0.001928921</c:v>
                </c:pt>
                <c:pt idx="487">
                  <c:v>0.0019210767</c:v>
                </c:pt>
                <c:pt idx="488">
                  <c:v>0.0020645851</c:v>
                </c:pt>
                <c:pt idx="489">
                  <c:v>0.002139494</c:v>
                </c:pt>
                <c:pt idx="490">
                  <c:v>0.0022772775</c:v>
                </c:pt>
                <c:pt idx="491">
                  <c:v>0.0023054946</c:v>
                </c:pt>
                <c:pt idx="492">
                  <c:v>0.0024110031</c:v>
                </c:pt>
                <c:pt idx="493">
                  <c:v>0.0027411827</c:v>
                </c:pt>
                <c:pt idx="494">
                  <c:v>0.0030316588</c:v>
                </c:pt>
                <c:pt idx="495">
                  <c:v>0.0033244228</c:v>
                </c:pt>
                <c:pt idx="496">
                  <c:v>0.0035358474</c:v>
                </c:pt>
                <c:pt idx="497">
                  <c:v>0.0037486886</c:v>
                </c:pt>
                <c:pt idx="498">
                  <c:v>0.0041744074</c:v>
                </c:pt>
                <c:pt idx="499">
                  <c:v>0.0040977194</c:v>
                </c:pt>
                <c:pt idx="500">
                  <c:v>0.0040430544</c:v>
                </c:pt>
                <c:pt idx="501">
                  <c:v>0.0040885766</c:v>
                </c:pt>
                <c:pt idx="502">
                  <c:v>0.0041645948</c:v>
                </c:pt>
                <c:pt idx="503">
                  <c:v>0.0040385095</c:v>
                </c:pt>
                <c:pt idx="504">
                  <c:v>0.0039107765</c:v>
                </c:pt>
                <c:pt idx="505">
                  <c:v>0.0038561044</c:v>
                </c:pt>
                <c:pt idx="506">
                  <c:v>0.0037822012</c:v>
                </c:pt>
                <c:pt idx="507">
                  <c:v>0.0038184646</c:v>
                </c:pt>
                <c:pt idx="508">
                  <c:v>0.0038944346</c:v>
                </c:pt>
                <c:pt idx="509">
                  <c:v>0.0039793764</c:v>
                </c:pt>
                <c:pt idx="510">
                  <c:v>0.0039999566</c:v>
                </c:pt>
                <c:pt idx="511">
                  <c:v>0.0040896151</c:v>
                </c:pt>
                <c:pt idx="512">
                  <c:v>0.0041415033</c:v>
                </c:pt>
                <c:pt idx="513">
                  <c:v>0.004046958</c:v>
                </c:pt>
                <c:pt idx="514">
                  <c:v>0.0040143636</c:v>
                </c:pt>
                <c:pt idx="515">
                  <c:v>0.0038939585</c:v>
                </c:pt>
                <c:pt idx="516">
                  <c:v>0.0042070379</c:v>
                </c:pt>
                <c:pt idx="517">
                  <c:v>0.0043294748</c:v>
                </c:pt>
                <c:pt idx="518">
                  <c:v>0.0042475024</c:v>
                </c:pt>
                <c:pt idx="519">
                  <c:v>0.0037882698</c:v>
                </c:pt>
                <c:pt idx="520">
                  <c:v>0.0034858074</c:v>
                </c:pt>
                <c:pt idx="521">
                  <c:v>0.0034044611</c:v>
                </c:pt>
                <c:pt idx="522">
                  <c:v>0.0032840511</c:v>
                </c:pt>
                <c:pt idx="523">
                  <c:v>0.0032363137</c:v>
                </c:pt>
                <c:pt idx="524">
                  <c:v>0.0032812642</c:v>
                </c:pt>
                <c:pt idx="525">
                  <c:v>0.0032722642</c:v>
                </c:pt>
                <c:pt idx="526">
                  <c:v>0.0030131999</c:v>
                </c:pt>
                <c:pt idx="527">
                  <c:v>0.0030252161</c:v>
                </c:pt>
                <c:pt idx="528">
                  <c:v>0.0031367076</c:v>
                </c:pt>
                <c:pt idx="529">
                  <c:v>0.003163499</c:v>
                </c:pt>
                <c:pt idx="530">
                  <c:v>0.0032531569</c:v>
                </c:pt>
                <c:pt idx="531">
                  <c:v>0.0032657503</c:v>
                </c:pt>
                <c:pt idx="532">
                  <c:v>0.0033654446</c:v>
                </c:pt>
                <c:pt idx="533">
                  <c:v>0.0034536873</c:v>
                </c:pt>
                <c:pt idx="534">
                  <c:v>0.0035788265</c:v>
                </c:pt>
                <c:pt idx="535">
                  <c:v>0.003847607</c:v>
                </c:pt>
                <c:pt idx="536">
                  <c:v>0.0040254859</c:v>
                </c:pt>
                <c:pt idx="537">
                  <c:v>0.0042189276</c:v>
                </c:pt>
                <c:pt idx="538">
                  <c:v>0.004466118</c:v>
                </c:pt>
                <c:pt idx="539">
                  <c:v>0.0046186255</c:v>
                </c:pt>
                <c:pt idx="540">
                  <c:v>0.0049775068</c:v>
                </c:pt>
                <c:pt idx="541">
                  <c:v>0.0052918969</c:v>
                </c:pt>
                <c:pt idx="542">
                  <c:v>0.0049432665</c:v>
                </c:pt>
                <c:pt idx="543">
                  <c:v>0.0044699965</c:v>
                </c:pt>
                <c:pt idx="544">
                  <c:v>0.0045617412</c:v>
                </c:pt>
                <c:pt idx="545">
                  <c:v>0.0047870946</c:v>
                </c:pt>
                <c:pt idx="546">
                  <c:v>0.0046758694</c:v>
                </c:pt>
                <c:pt idx="547">
                  <c:v>0.0044003019</c:v>
                </c:pt>
                <c:pt idx="548">
                  <c:v>0.0044860242</c:v>
                </c:pt>
                <c:pt idx="549">
                  <c:v>0.0040973042</c:v>
                </c:pt>
                <c:pt idx="550">
                  <c:v>0.0036358351</c:v>
                </c:pt>
                <c:pt idx="551">
                  <c:v>0.0032234109</c:v>
                </c:pt>
                <c:pt idx="552">
                  <c:v>0.0028507692</c:v>
                </c:pt>
                <c:pt idx="553">
                  <c:v>0.0025261451</c:v>
                </c:pt>
                <c:pt idx="554">
                  <c:v>0.0022433001</c:v>
                </c:pt>
                <c:pt idx="555">
                  <c:v>0.0020098307</c:v>
                </c:pt>
                <c:pt idx="556">
                  <c:v>0.0018832236</c:v>
                </c:pt>
                <c:pt idx="557">
                  <c:v>0.0016746017</c:v>
                </c:pt>
                <c:pt idx="558">
                  <c:v>0.001553441</c:v>
                </c:pt>
                <c:pt idx="559">
                  <c:v>0.0014764642</c:v>
                </c:pt>
                <c:pt idx="560">
                  <c:v>0.0014959118</c:v>
                </c:pt>
                <c:pt idx="561">
                  <c:v>0.0015043913</c:v>
                </c:pt>
                <c:pt idx="562">
                  <c:v>0.0014724727</c:v>
                </c:pt>
                <c:pt idx="563">
                  <c:v>0.0014375453</c:v>
                </c:pt>
                <c:pt idx="564">
                  <c:v>0.0014923334</c:v>
                </c:pt>
                <c:pt idx="565">
                  <c:v>0.0014650777</c:v>
                </c:pt>
                <c:pt idx="566">
                  <c:v>0.0014752224</c:v>
                </c:pt>
                <c:pt idx="567">
                  <c:v>0.0014779294</c:v>
                </c:pt>
                <c:pt idx="568">
                  <c:v>0.0015030157</c:v>
                </c:pt>
                <c:pt idx="569">
                  <c:v>0.0016041855</c:v>
                </c:pt>
                <c:pt idx="570">
                  <c:v>0.0016694224</c:v>
                </c:pt>
                <c:pt idx="571">
                  <c:v>0.0017865235</c:v>
                </c:pt>
                <c:pt idx="572">
                  <c:v>0.0018563489</c:v>
                </c:pt>
                <c:pt idx="573">
                  <c:v>0.0018982141</c:v>
                </c:pt>
                <c:pt idx="574">
                  <c:v>0.0019196781</c:v>
                </c:pt>
                <c:pt idx="575">
                  <c:v>0.0020107112</c:v>
                </c:pt>
                <c:pt idx="576">
                  <c:v>0.0020734172</c:v>
                </c:pt>
                <c:pt idx="577">
                  <c:v>0.0020660003</c:v>
                </c:pt>
                <c:pt idx="578">
                  <c:v>0.0020773422</c:v>
                </c:pt>
                <c:pt idx="579">
                  <c:v>0.0020630203</c:v>
                </c:pt>
                <c:pt idx="580">
                  <c:v>0.0020862061</c:v>
                </c:pt>
                <c:pt idx="581">
                  <c:v>0.0021819511</c:v>
                </c:pt>
                <c:pt idx="582">
                  <c:v>0.0021904556</c:v>
                </c:pt>
                <c:pt idx="583">
                  <c:v>0.0022473034</c:v>
                </c:pt>
                <c:pt idx="584">
                  <c:v>0.0022993028</c:v>
                </c:pt>
                <c:pt idx="585">
                  <c:v>0.0022778418</c:v>
                </c:pt>
                <c:pt idx="586">
                  <c:v>0.0022692558</c:v>
                </c:pt>
                <c:pt idx="587">
                  <c:v>0.0022946083</c:v>
                </c:pt>
                <c:pt idx="588">
                  <c:v>0.0023448283</c:v>
                </c:pt>
                <c:pt idx="589">
                  <c:v>0.0023444937</c:v>
                </c:pt>
                <c:pt idx="590">
                  <c:v>0.002529016</c:v>
                </c:pt>
                <c:pt idx="591">
                  <c:v>0.0024150316</c:v>
                </c:pt>
                <c:pt idx="592">
                  <c:v>0.0022779514</c:v>
                </c:pt>
                <c:pt idx="593">
                  <c:v>0.0022029701</c:v>
                </c:pt>
                <c:pt idx="594">
                  <c:v>0.0021854512</c:v>
                </c:pt>
                <c:pt idx="595">
                  <c:v>0.0022662837</c:v>
                </c:pt>
                <c:pt idx="596">
                  <c:v>0.0024643868</c:v>
                </c:pt>
                <c:pt idx="597">
                  <c:v>0.00247343</c:v>
                </c:pt>
                <c:pt idx="598">
                  <c:v>0.0025308253</c:v>
                </c:pt>
                <c:pt idx="599">
                  <c:v>0.0026333623</c:v>
                </c:pt>
                <c:pt idx="600">
                  <c:v>0.0028344215</c:v>
                </c:pt>
                <c:pt idx="601">
                  <c:v>0.002953693</c:v>
                </c:pt>
                <c:pt idx="602">
                  <c:v>0.0029525316</c:v>
                </c:pt>
                <c:pt idx="603">
                  <c:v>0.0029522307</c:v>
                </c:pt>
                <c:pt idx="604">
                  <c:v>0.0032289739</c:v>
                </c:pt>
                <c:pt idx="605">
                  <c:v>0.0034079937</c:v>
                </c:pt>
                <c:pt idx="606">
                  <c:v>0.0036190318</c:v>
                </c:pt>
                <c:pt idx="607">
                  <c:v>0.0034231064</c:v>
                </c:pt>
                <c:pt idx="608">
                  <c:v>0.0033591818</c:v>
                </c:pt>
                <c:pt idx="609">
                  <c:v>0.0033670855</c:v>
                </c:pt>
                <c:pt idx="610">
                  <c:v>0.003541229</c:v>
                </c:pt>
                <c:pt idx="611">
                  <c:v>0.0035499688</c:v>
                </c:pt>
                <c:pt idx="612">
                  <c:v>0.0034363391</c:v>
                </c:pt>
                <c:pt idx="613">
                  <c:v>0.0034048876</c:v>
                </c:pt>
                <c:pt idx="614">
                  <c:v>0.0033755014</c:v>
                </c:pt>
                <c:pt idx="615">
                  <c:v>0.0033983175</c:v>
                </c:pt>
                <c:pt idx="616">
                  <c:v>0.0034751213</c:v>
                </c:pt>
                <c:pt idx="617">
                  <c:v>0.003573687</c:v>
                </c:pt>
                <c:pt idx="618">
                  <c:v>0.0036076455</c:v>
                </c:pt>
                <c:pt idx="619">
                  <c:v>0.0037192762</c:v>
                </c:pt>
                <c:pt idx="620">
                  <c:v>0.0038549613</c:v>
                </c:pt>
                <c:pt idx="621">
                  <c:v>0.003942802</c:v>
                </c:pt>
                <c:pt idx="622">
                  <c:v>0.0039386259</c:v>
                </c:pt>
                <c:pt idx="623">
                  <c:v>0.0038194782</c:v>
                </c:pt>
                <c:pt idx="624">
                  <c:v>0.0038208699</c:v>
                </c:pt>
                <c:pt idx="625">
                  <c:v>0.0040446444</c:v>
                </c:pt>
                <c:pt idx="626">
                  <c:v>0.0037839552</c:v>
                </c:pt>
                <c:pt idx="627">
                  <c:v>0.0034428784</c:v>
                </c:pt>
                <c:pt idx="628">
                  <c:v>0.0031074494</c:v>
                </c:pt>
                <c:pt idx="629">
                  <c:v>0.0028718849</c:v>
                </c:pt>
                <c:pt idx="630">
                  <c:v>0.0028053822</c:v>
                </c:pt>
                <c:pt idx="631">
                  <c:v>0.0027984346</c:v>
                </c:pt>
                <c:pt idx="632">
                  <c:v>0.0027165744</c:v>
                </c:pt>
                <c:pt idx="633">
                  <c:v>0.0027674689</c:v>
                </c:pt>
                <c:pt idx="634">
                  <c:v>0.0029317157</c:v>
                </c:pt>
                <c:pt idx="635">
                  <c:v>0.002915905</c:v>
                </c:pt>
                <c:pt idx="636">
                  <c:v>0.0030133573</c:v>
                </c:pt>
                <c:pt idx="637">
                  <c:v>0.0031806124</c:v>
                </c:pt>
                <c:pt idx="638">
                  <c:v>0.0032802062</c:v>
                </c:pt>
                <c:pt idx="639">
                  <c:v>0.0032900215</c:v>
                </c:pt>
                <c:pt idx="640">
                  <c:v>0.0033337408</c:v>
                </c:pt>
                <c:pt idx="641">
                  <c:v>0.0034989383</c:v>
                </c:pt>
                <c:pt idx="642">
                  <c:v>0.0035971897</c:v>
                </c:pt>
                <c:pt idx="643">
                  <c:v>0.0038628784</c:v>
                </c:pt>
                <c:pt idx="644">
                  <c:v>0.0040748974</c:v>
                </c:pt>
                <c:pt idx="645">
                  <c:v>0.0041280402</c:v>
                </c:pt>
                <c:pt idx="646">
                  <c:v>0.004310754</c:v>
                </c:pt>
                <c:pt idx="647">
                  <c:v>0.0044316572</c:v>
                </c:pt>
                <c:pt idx="648">
                  <c:v>0.004634093</c:v>
                </c:pt>
                <c:pt idx="649">
                  <c:v>0.0050011755</c:v>
                </c:pt>
                <c:pt idx="650">
                  <c:v>0.0052658694</c:v>
                </c:pt>
                <c:pt idx="651">
                  <c:v>0.0051289327</c:v>
                </c:pt>
                <c:pt idx="652">
                  <c:v>0.0048036638</c:v>
                </c:pt>
                <c:pt idx="653">
                  <c:v>0.0048280905</c:v>
                </c:pt>
                <c:pt idx="654">
                  <c:v>0.004910345</c:v>
                </c:pt>
                <c:pt idx="655">
                  <c:v>0.0049102537</c:v>
                </c:pt>
                <c:pt idx="656">
                  <c:v>0.0052067676</c:v>
                </c:pt>
                <c:pt idx="657">
                  <c:v>0.0048613602</c:v>
                </c:pt>
                <c:pt idx="658">
                  <c:v>0.0042448892</c:v>
                </c:pt>
                <c:pt idx="659">
                  <c:v>0.0036367039</c:v>
                </c:pt>
                <c:pt idx="660">
                  <c:v>0.0031146222</c:v>
                </c:pt>
                <c:pt idx="661">
                  <c:v>0.0027334744</c:v>
                </c:pt>
                <c:pt idx="662">
                  <c:v>0.0024329838</c:v>
                </c:pt>
                <c:pt idx="663">
                  <c:v>0.0021430857</c:v>
                </c:pt>
                <c:pt idx="664">
                  <c:v>0.0019238149</c:v>
                </c:pt>
                <c:pt idx="665">
                  <c:v>0.00177514</c:v>
                </c:pt>
                <c:pt idx="666">
                  <c:v>0.0017057986</c:v>
                </c:pt>
                <c:pt idx="667">
                  <c:v>0.0015762648</c:v>
                </c:pt>
                <c:pt idx="668">
                  <c:v>0.001465808</c:v>
                </c:pt>
                <c:pt idx="669">
                  <c:v>0.0014064423</c:v>
                </c:pt>
                <c:pt idx="670">
                  <c:v>0.0015210118</c:v>
                </c:pt>
                <c:pt idx="671">
                  <c:v>0.0015275128</c:v>
                </c:pt>
                <c:pt idx="672">
                  <c:v>0.0015094056</c:v>
                </c:pt>
                <c:pt idx="673">
                  <c:v>0.0015216774</c:v>
                </c:pt>
                <c:pt idx="674">
                  <c:v>0.0015744966</c:v>
                </c:pt>
                <c:pt idx="675">
                  <c:v>0.0015620802</c:v>
                </c:pt>
                <c:pt idx="676">
                  <c:v>0.0016423712</c:v>
                </c:pt>
                <c:pt idx="677">
                  <c:v>0.0017156944</c:v>
                </c:pt>
                <c:pt idx="678">
                  <c:v>0.0019513719</c:v>
                </c:pt>
                <c:pt idx="679">
                  <c:v>0.0020227289</c:v>
                </c:pt>
                <c:pt idx="680">
                  <c:v>0.0020724832</c:v>
                </c:pt>
                <c:pt idx="681">
                  <c:v>0.0021341844</c:v>
                </c:pt>
                <c:pt idx="682">
                  <c:v>0.0021507516</c:v>
                </c:pt>
                <c:pt idx="683">
                  <c:v>0.0022394833</c:v>
                </c:pt>
                <c:pt idx="684">
                  <c:v>0.0024208048</c:v>
                </c:pt>
                <c:pt idx="685">
                  <c:v>0.0025652113</c:v>
                </c:pt>
                <c:pt idx="686">
                  <c:v>0.0024901033</c:v>
                </c:pt>
                <c:pt idx="687">
                  <c:v>0.0024432283</c:v>
                </c:pt>
                <c:pt idx="688">
                  <c:v>0.0023626741</c:v>
                </c:pt>
                <c:pt idx="689">
                  <c:v>0.0023360247</c:v>
                </c:pt>
                <c:pt idx="690">
                  <c:v>0.0021917668</c:v>
                </c:pt>
                <c:pt idx="691">
                  <c:v>0.0020823197</c:v>
                </c:pt>
                <c:pt idx="692">
                  <c:v>0.0020215298</c:v>
                </c:pt>
                <c:pt idx="693">
                  <c:v>0.0019807201</c:v>
                </c:pt>
                <c:pt idx="694">
                  <c:v>0.0019191166</c:v>
                </c:pt>
                <c:pt idx="695">
                  <c:v>0.0018829017</c:v>
                </c:pt>
                <c:pt idx="696">
                  <c:v>0.0018995343</c:v>
                </c:pt>
                <c:pt idx="697">
                  <c:v>0.0018549291</c:v>
                </c:pt>
                <c:pt idx="698">
                  <c:v>0.0018135549</c:v>
                </c:pt>
                <c:pt idx="699">
                  <c:v>0.0018030301</c:v>
                </c:pt>
                <c:pt idx="700">
                  <c:v>0.001837459</c:v>
                </c:pt>
                <c:pt idx="701">
                  <c:v>0.0019271419</c:v>
                </c:pt>
                <c:pt idx="702">
                  <c:v>0.0021311948</c:v>
                </c:pt>
                <c:pt idx="703">
                  <c:v>0.0021930349</c:v>
                </c:pt>
                <c:pt idx="704">
                  <c:v>0.0023209214</c:v>
                </c:pt>
                <c:pt idx="705">
                  <c:v>0.0024862798</c:v>
                </c:pt>
                <c:pt idx="706">
                  <c:v>0.0027020306</c:v>
                </c:pt>
                <c:pt idx="707">
                  <c:v>0.0027952607</c:v>
                </c:pt>
                <c:pt idx="708">
                  <c:v>0.0030089196</c:v>
                </c:pt>
                <c:pt idx="709">
                  <c:v>0.003375199</c:v>
                </c:pt>
                <c:pt idx="710">
                  <c:v>0.0034276563</c:v>
                </c:pt>
                <c:pt idx="711">
                  <c:v>0.0034608703</c:v>
                </c:pt>
                <c:pt idx="712">
                  <c:v>0.0037631566</c:v>
                </c:pt>
                <c:pt idx="713">
                  <c:v>0.0036755947</c:v>
                </c:pt>
                <c:pt idx="714">
                  <c:v>0.003827377</c:v>
                </c:pt>
                <c:pt idx="715">
                  <c:v>0.0038939878</c:v>
                </c:pt>
                <c:pt idx="716">
                  <c:v>0.0039177785</c:v>
                </c:pt>
                <c:pt idx="717">
                  <c:v>0.0039691378</c:v>
                </c:pt>
                <c:pt idx="718">
                  <c:v>0.0040661804</c:v>
                </c:pt>
                <c:pt idx="719">
                  <c:v>0.0041869191</c:v>
                </c:pt>
                <c:pt idx="720">
                  <c:v>0.00402828</c:v>
                </c:pt>
                <c:pt idx="721">
                  <c:v>0.003889756</c:v>
                </c:pt>
                <c:pt idx="722">
                  <c:v>0.0037962494</c:v>
                </c:pt>
                <c:pt idx="723">
                  <c:v>0.0036924315</c:v>
                </c:pt>
                <c:pt idx="724">
                  <c:v>0.0036252534</c:v>
                </c:pt>
                <c:pt idx="725">
                  <c:v>0.0036338677</c:v>
                </c:pt>
                <c:pt idx="726">
                  <c:v>0.0036101917</c:v>
                </c:pt>
                <c:pt idx="727">
                  <c:v>0.0036791788</c:v>
                </c:pt>
                <c:pt idx="728">
                  <c:v>0.003760538</c:v>
                </c:pt>
                <c:pt idx="729">
                  <c:v>0.0038105126</c:v>
                </c:pt>
                <c:pt idx="730">
                  <c:v>0.0038330725</c:v>
                </c:pt>
                <c:pt idx="731">
                  <c:v>0.0038101199</c:v>
                </c:pt>
                <c:pt idx="732">
                  <c:v>0.0038975558</c:v>
                </c:pt>
                <c:pt idx="733">
                  <c:v>0.0042002378</c:v>
                </c:pt>
                <c:pt idx="734">
                  <c:v>0.0040983867</c:v>
                </c:pt>
                <c:pt idx="735">
                  <c:v>0.0041399905</c:v>
                </c:pt>
                <c:pt idx="736">
                  <c:v>0.0041948085</c:v>
                </c:pt>
                <c:pt idx="737">
                  <c:v>0.0040342685</c:v>
                </c:pt>
                <c:pt idx="738">
                  <c:v>0.0037395835</c:v>
                </c:pt>
                <c:pt idx="739">
                  <c:v>0.0035012741</c:v>
                </c:pt>
                <c:pt idx="740">
                  <c:v>0.0032582964</c:v>
                </c:pt>
                <c:pt idx="741">
                  <c:v>0.0032584206</c:v>
                </c:pt>
                <c:pt idx="742">
                  <c:v>0.0030301919</c:v>
                </c:pt>
                <c:pt idx="743">
                  <c:v>0.0028701957</c:v>
                </c:pt>
                <c:pt idx="744">
                  <c:v>0.0029094365</c:v>
                </c:pt>
                <c:pt idx="745">
                  <c:v>0.0030376709</c:v>
                </c:pt>
                <c:pt idx="746">
                  <c:v>0.003147531</c:v>
                </c:pt>
                <c:pt idx="747">
                  <c:v>0.0032730229</c:v>
                </c:pt>
                <c:pt idx="748">
                  <c:v>0.0033548916</c:v>
                </c:pt>
                <c:pt idx="749">
                  <c:v>0.0035406956</c:v>
                </c:pt>
                <c:pt idx="750">
                  <c:v>0.0037130376</c:v>
                </c:pt>
                <c:pt idx="751">
                  <c:v>0.0038596921</c:v>
                </c:pt>
                <c:pt idx="752">
                  <c:v>0.0039278047</c:v>
                </c:pt>
                <c:pt idx="753">
                  <c:v>0.0040236291</c:v>
                </c:pt>
                <c:pt idx="754">
                  <c:v>0.0041522316</c:v>
                </c:pt>
                <c:pt idx="755">
                  <c:v>0.0044937333</c:v>
                </c:pt>
                <c:pt idx="756">
                  <c:v>0.004483625</c:v>
                </c:pt>
                <c:pt idx="757">
                  <c:v>0.004613816</c:v>
                </c:pt>
                <c:pt idx="758">
                  <c:v>0.0048591123</c:v>
                </c:pt>
                <c:pt idx="759">
                  <c:v>0.004474597</c:v>
                </c:pt>
                <c:pt idx="760">
                  <c:v>0.0043053123</c:v>
                </c:pt>
                <c:pt idx="761">
                  <c:v>0.0045631837</c:v>
                </c:pt>
                <c:pt idx="762">
                  <c:v>0.0046768635</c:v>
                </c:pt>
                <c:pt idx="763">
                  <c:v>0.0044090892</c:v>
                </c:pt>
                <c:pt idx="764">
                  <c:v>0.004267187</c:v>
                </c:pt>
                <c:pt idx="765">
                  <c:v>0.0040039221</c:v>
                </c:pt>
                <c:pt idx="766">
                  <c:v>0.0038368242</c:v>
                </c:pt>
                <c:pt idx="767">
                  <c:v>0.0036901</c:v>
                </c:pt>
                <c:pt idx="768">
                  <c:v>0.0035067493</c:v>
                </c:pt>
                <c:pt idx="769">
                  <c:v>0.0031069284</c:v>
                </c:pt>
                <c:pt idx="770">
                  <c:v>0.0027910921</c:v>
                </c:pt>
                <c:pt idx="771">
                  <c:v>0.0025180232</c:v>
                </c:pt>
                <c:pt idx="772">
                  <c:v>0.0022576752</c:v>
                </c:pt>
                <c:pt idx="773">
                  <c:v>0.0020385483</c:v>
                </c:pt>
                <c:pt idx="774">
                  <c:v>0.0018817437</c:v>
                </c:pt>
                <c:pt idx="775">
                  <c:v>0.0017567473</c:v>
                </c:pt>
                <c:pt idx="776">
                  <c:v>0.0016862852</c:v>
                </c:pt>
                <c:pt idx="777">
                  <c:v>0.0016560181</c:v>
                </c:pt>
                <c:pt idx="778">
                  <c:v>0.001580304</c:v>
                </c:pt>
                <c:pt idx="779">
                  <c:v>0.0015065221</c:v>
                </c:pt>
                <c:pt idx="780">
                  <c:v>0.0014668066</c:v>
                </c:pt>
                <c:pt idx="781">
                  <c:v>0.0015725092</c:v>
                </c:pt>
                <c:pt idx="782">
                  <c:v>0.0015418343</c:v>
                </c:pt>
                <c:pt idx="783">
                  <c:v>0.0014979027</c:v>
                </c:pt>
                <c:pt idx="784">
                  <c:v>0.0015465032</c:v>
                </c:pt>
                <c:pt idx="785">
                  <c:v>0.00153269</c:v>
                </c:pt>
                <c:pt idx="786">
                  <c:v>0.0015529008</c:v>
                </c:pt>
                <c:pt idx="787">
                  <c:v>0.0015839631</c:v>
                </c:pt>
                <c:pt idx="788">
                  <c:v>0.0016538762</c:v>
                </c:pt>
                <c:pt idx="789">
                  <c:v>0.0016834411</c:v>
                </c:pt>
                <c:pt idx="790">
                  <c:v>0.0017566919</c:v>
                </c:pt>
                <c:pt idx="791">
                  <c:v>0.0017833277</c:v>
                </c:pt>
                <c:pt idx="792">
                  <c:v>0.0018186939</c:v>
                </c:pt>
                <c:pt idx="793">
                  <c:v>0.0018206194</c:v>
                </c:pt>
                <c:pt idx="794">
                  <c:v>0.0017867481</c:v>
                </c:pt>
                <c:pt idx="795">
                  <c:v>0.0018186642</c:v>
                </c:pt>
                <c:pt idx="796">
                  <c:v>0.0018054812</c:v>
                </c:pt>
                <c:pt idx="797">
                  <c:v>0.0018205651</c:v>
                </c:pt>
                <c:pt idx="798">
                  <c:v>0.0018406152</c:v>
                </c:pt>
                <c:pt idx="799">
                  <c:v>0.001826192</c:v>
                </c:pt>
                <c:pt idx="800">
                  <c:v>0.0018255842</c:v>
                </c:pt>
                <c:pt idx="801">
                  <c:v>0.001887441</c:v>
                </c:pt>
                <c:pt idx="802">
                  <c:v>0.0019865231</c:v>
                </c:pt>
                <c:pt idx="803">
                  <c:v>0.0020019209</c:v>
                </c:pt>
                <c:pt idx="804">
                  <c:v>0.0020050414</c:v>
                </c:pt>
                <c:pt idx="805">
                  <c:v>0.0019819113</c:v>
                </c:pt>
                <c:pt idx="806">
                  <c:v>0.0020274369</c:v>
                </c:pt>
                <c:pt idx="807">
                  <c:v>0.0022072052</c:v>
                </c:pt>
                <c:pt idx="808">
                  <c:v>0.0021446026</c:v>
                </c:pt>
                <c:pt idx="809">
                  <c:v>0.0020976299</c:v>
                </c:pt>
                <c:pt idx="810">
                  <c:v>0.0022000395</c:v>
                </c:pt>
                <c:pt idx="811">
                  <c:v>0.0022967075</c:v>
                </c:pt>
                <c:pt idx="812">
                  <c:v>0.0025805622</c:v>
                </c:pt>
                <c:pt idx="813">
                  <c:v>0.0027224047</c:v>
                </c:pt>
                <c:pt idx="814">
                  <c:v>0.0027997352</c:v>
                </c:pt>
                <c:pt idx="815">
                  <c:v>0.0028046836</c:v>
                </c:pt>
                <c:pt idx="816">
                  <c:v>0.0030064765</c:v>
                </c:pt>
                <c:pt idx="817">
                  <c:v>0.0031116976</c:v>
                </c:pt>
                <c:pt idx="818">
                  <c:v>0.0030734027</c:v>
                </c:pt>
                <c:pt idx="819">
                  <c:v>0.0031242499</c:v>
                </c:pt>
                <c:pt idx="820">
                  <c:v>0.003153892</c:v>
                </c:pt>
                <c:pt idx="821">
                  <c:v>0.0032605708</c:v>
                </c:pt>
                <c:pt idx="822">
                  <c:v>0.0033651673</c:v>
                </c:pt>
                <c:pt idx="823">
                  <c:v>0.0034475209</c:v>
                </c:pt>
                <c:pt idx="824">
                  <c:v>0.0033912039</c:v>
                </c:pt>
                <c:pt idx="825">
                  <c:v>0.0034894706</c:v>
                </c:pt>
                <c:pt idx="826">
                  <c:v>0.0034959444</c:v>
                </c:pt>
                <c:pt idx="827">
                  <c:v>0.0034438816</c:v>
                </c:pt>
                <c:pt idx="828">
                  <c:v>0.0033209986</c:v>
                </c:pt>
                <c:pt idx="829">
                  <c:v>0.0032023751</c:v>
                </c:pt>
                <c:pt idx="830">
                  <c:v>0.0031292504</c:v>
                </c:pt>
                <c:pt idx="831">
                  <c:v>0.0030131369</c:v>
                </c:pt>
                <c:pt idx="832">
                  <c:v>0.0029444487</c:v>
                </c:pt>
                <c:pt idx="833">
                  <c:v>0.0029492582</c:v>
                </c:pt>
                <c:pt idx="834">
                  <c:v>0.0030521424</c:v>
                </c:pt>
                <c:pt idx="835">
                  <c:v>0.003151608</c:v>
                </c:pt>
                <c:pt idx="836">
                  <c:v>0.0033705399</c:v>
                </c:pt>
                <c:pt idx="837">
                  <c:v>0.0036889379</c:v>
                </c:pt>
                <c:pt idx="838">
                  <c:v>0.0038622237</c:v>
                </c:pt>
                <c:pt idx="839">
                  <c:v>0.0038076395</c:v>
                </c:pt>
                <c:pt idx="840">
                  <c:v>0.0038757337</c:v>
                </c:pt>
                <c:pt idx="841">
                  <c:v>0.0037286444</c:v>
                </c:pt>
                <c:pt idx="842">
                  <c:v>0.0039121175</c:v>
                </c:pt>
                <c:pt idx="843">
                  <c:v>0.0042607376</c:v>
                </c:pt>
                <c:pt idx="844">
                  <c:v>0.0040325766</c:v>
                </c:pt>
                <c:pt idx="845">
                  <c:v>0.0038852564</c:v>
                </c:pt>
                <c:pt idx="846">
                  <c:v>0.003572401</c:v>
                </c:pt>
                <c:pt idx="847">
                  <c:v>0.0032738633</c:v>
                </c:pt>
                <c:pt idx="848">
                  <c:v>0.0031226183</c:v>
                </c:pt>
                <c:pt idx="849">
                  <c:v>0.0028334344</c:v>
                </c:pt>
                <c:pt idx="850">
                  <c:v>0.0028955176</c:v>
                </c:pt>
                <c:pt idx="851">
                  <c:v>0.0028329447</c:v>
                </c:pt>
                <c:pt idx="852">
                  <c:v>0.0028044171</c:v>
                </c:pt>
                <c:pt idx="853">
                  <c:v>0.0027609083</c:v>
                </c:pt>
                <c:pt idx="854">
                  <c:v>0.0026855977</c:v>
                </c:pt>
                <c:pt idx="855">
                  <c:v>0.0027711386</c:v>
                </c:pt>
                <c:pt idx="856">
                  <c:v>0.0032555983</c:v>
                </c:pt>
                <c:pt idx="857">
                  <c:v>0.0034324505</c:v>
                </c:pt>
                <c:pt idx="858">
                  <c:v>0.0033624805</c:v>
                </c:pt>
                <c:pt idx="859">
                  <c:v>0.0035616791</c:v>
                </c:pt>
                <c:pt idx="860">
                  <c:v>0.0036331452</c:v>
                </c:pt>
                <c:pt idx="861">
                  <c:v>0.0038443995</c:v>
                </c:pt>
                <c:pt idx="862">
                  <c:v>0.0041025233</c:v>
                </c:pt>
                <c:pt idx="863">
                  <c:v>0.0038782248</c:v>
                </c:pt>
                <c:pt idx="864">
                  <c:v>0.0038304541</c:v>
                </c:pt>
                <c:pt idx="865">
                  <c:v>0.0040132588</c:v>
                </c:pt>
                <c:pt idx="866">
                  <c:v>0.0046776369</c:v>
                </c:pt>
                <c:pt idx="867">
                  <c:v>0.0047313769</c:v>
                </c:pt>
                <c:pt idx="868">
                  <c:v>0.004828038</c:v>
                </c:pt>
                <c:pt idx="869">
                  <c:v>0.0048116341</c:v>
                </c:pt>
                <c:pt idx="870">
                  <c:v>0.0047151192</c:v>
                </c:pt>
                <c:pt idx="871">
                  <c:v>0.0050769479</c:v>
                </c:pt>
                <c:pt idx="872">
                  <c:v>0.0057613733</c:v>
                </c:pt>
                <c:pt idx="873">
                  <c:v>0.0058811041</c:v>
                </c:pt>
                <c:pt idx="874">
                  <c:v>0.0057694106</c:v>
                </c:pt>
                <c:pt idx="875">
                  <c:v>0.0054321261</c:v>
                </c:pt>
                <c:pt idx="876">
                  <c:v>0.0048936644</c:v>
                </c:pt>
                <c:pt idx="877">
                  <c:v>0.0042782197</c:v>
                </c:pt>
                <c:pt idx="878">
                  <c:v>0.0037391179</c:v>
                </c:pt>
                <c:pt idx="879">
                  <c:v>0.0033242441</c:v>
                </c:pt>
                <c:pt idx="880">
                  <c:v>0.0029718208</c:v>
                </c:pt>
                <c:pt idx="881">
                  <c:v>0.002620716</c:v>
                </c:pt>
                <c:pt idx="882">
                  <c:v>0.0023312115</c:v>
                </c:pt>
                <c:pt idx="883">
                  <c:v>0.002096559</c:v>
                </c:pt>
                <c:pt idx="884">
                  <c:v>0.0019610932</c:v>
                </c:pt>
                <c:pt idx="885">
                  <c:v>0.0018414989</c:v>
                </c:pt>
                <c:pt idx="886">
                  <c:v>0.0016704451</c:v>
                </c:pt>
                <c:pt idx="887">
                  <c:v>0.0016032331</c:v>
                </c:pt>
                <c:pt idx="888">
                  <c:v>0.0016627939</c:v>
                </c:pt>
                <c:pt idx="889">
                  <c:v>0.0016524526</c:v>
                </c:pt>
                <c:pt idx="890">
                  <c:v>0.0016251452</c:v>
                </c:pt>
                <c:pt idx="891">
                  <c:v>0.0016639074</c:v>
                </c:pt>
                <c:pt idx="892">
                  <c:v>0.0016795707</c:v>
                </c:pt>
                <c:pt idx="893">
                  <c:v>0.0016871448</c:v>
                </c:pt>
                <c:pt idx="894">
                  <c:v>0.0018831619</c:v>
                </c:pt>
                <c:pt idx="895">
                  <c:v>0.0020519656</c:v>
                </c:pt>
                <c:pt idx="896">
                  <c:v>0.002057933</c:v>
                </c:pt>
                <c:pt idx="897">
                  <c:v>0.0022332798</c:v>
                </c:pt>
                <c:pt idx="898">
                  <c:v>0.0023127718</c:v>
                </c:pt>
                <c:pt idx="899">
                  <c:v>0.0024099371</c:v>
                </c:pt>
                <c:pt idx="900">
                  <c:v>0.0023824046</c:v>
                </c:pt>
                <c:pt idx="901">
                  <c:v>0.0025488118</c:v>
                </c:pt>
                <c:pt idx="902">
                  <c:v>0.0027905044</c:v>
                </c:pt>
                <c:pt idx="903">
                  <c:v>0.0029705743</c:v>
                </c:pt>
                <c:pt idx="904">
                  <c:v>0.0029899177</c:v>
                </c:pt>
                <c:pt idx="905">
                  <c:v>0.002728597</c:v>
                </c:pt>
                <c:pt idx="906">
                  <c:v>0.0026020536</c:v>
                </c:pt>
                <c:pt idx="907">
                  <c:v>0.0025086555</c:v>
                </c:pt>
                <c:pt idx="908">
                  <c:v>0.0024196702</c:v>
                </c:pt>
                <c:pt idx="909">
                  <c:v>0.0022958749</c:v>
                </c:pt>
                <c:pt idx="910">
                  <c:v>0.0021271899</c:v>
                </c:pt>
                <c:pt idx="911">
                  <c:v>0.0020361672</c:v>
                </c:pt>
                <c:pt idx="912">
                  <c:v>0.0019755467</c:v>
                </c:pt>
                <c:pt idx="913">
                  <c:v>0.0018867893</c:v>
                </c:pt>
                <c:pt idx="914">
                  <c:v>0.001919331</c:v>
                </c:pt>
                <c:pt idx="915">
                  <c:v>0.0018829271</c:v>
                </c:pt>
                <c:pt idx="916">
                  <c:v>0.0019345356</c:v>
                </c:pt>
                <c:pt idx="917">
                  <c:v>0.0019638682</c:v>
                </c:pt>
                <c:pt idx="918">
                  <c:v>0.0019367217</c:v>
                </c:pt>
                <c:pt idx="919">
                  <c:v>0.0020446014</c:v>
                </c:pt>
                <c:pt idx="920">
                  <c:v>0.0021283071</c:v>
                </c:pt>
                <c:pt idx="921">
                  <c:v>0.0022010932</c:v>
                </c:pt>
                <c:pt idx="922">
                  <c:v>0.0024750567</c:v>
                </c:pt>
                <c:pt idx="923">
                  <c:v>0.0024409645</c:v>
                </c:pt>
                <c:pt idx="924">
                  <c:v>0.0024985262</c:v>
                </c:pt>
                <c:pt idx="925">
                  <c:v>0.0027010173</c:v>
                </c:pt>
                <c:pt idx="926">
                  <c:v>0.0030122776</c:v>
                </c:pt>
                <c:pt idx="927">
                  <c:v>0.0032152614</c:v>
                </c:pt>
                <c:pt idx="928">
                  <c:v>0.0034105255</c:v>
                </c:pt>
                <c:pt idx="929">
                  <c:v>0.0038088532</c:v>
                </c:pt>
                <c:pt idx="930">
                  <c:v>0.0039809733</c:v>
                </c:pt>
                <c:pt idx="931">
                  <c:v>0.0041094042</c:v>
                </c:pt>
                <c:pt idx="932">
                  <c:v>0.0042360787</c:v>
                </c:pt>
                <c:pt idx="933">
                  <c:v>0.0041962717</c:v>
                </c:pt>
                <c:pt idx="934">
                  <c:v>0.0043123308</c:v>
                </c:pt>
                <c:pt idx="935">
                  <c:v>0.0044537033</c:v>
                </c:pt>
                <c:pt idx="936">
                  <c:v>0.00468243</c:v>
                </c:pt>
                <c:pt idx="937">
                  <c:v>0.0046395509</c:v>
                </c:pt>
                <c:pt idx="938">
                  <c:v>0.0046009954</c:v>
                </c:pt>
                <c:pt idx="939">
                  <c:v>0.0045329143</c:v>
                </c:pt>
                <c:pt idx="940">
                  <c:v>0.0043997244</c:v>
                </c:pt>
                <c:pt idx="941">
                  <c:v>0.0044012548</c:v>
                </c:pt>
                <c:pt idx="942">
                  <c:v>0.0043130502</c:v>
                </c:pt>
                <c:pt idx="943">
                  <c:v>0.0042477007</c:v>
                </c:pt>
                <c:pt idx="944">
                  <c:v>0.0040880522</c:v>
                </c:pt>
                <c:pt idx="945">
                  <c:v>0.0040444008</c:v>
                </c:pt>
                <c:pt idx="946">
                  <c:v>0.0039667602</c:v>
                </c:pt>
                <c:pt idx="947">
                  <c:v>0.0041176936</c:v>
                </c:pt>
                <c:pt idx="948">
                  <c:v>0.0040485677</c:v>
                </c:pt>
                <c:pt idx="949">
                  <c:v>0.0040982696</c:v>
                </c:pt>
                <c:pt idx="950">
                  <c:v>0.0041381306</c:v>
                </c:pt>
                <c:pt idx="951">
                  <c:v>0.0042120796</c:v>
                </c:pt>
                <c:pt idx="952">
                  <c:v>0.0042821584</c:v>
                </c:pt>
                <c:pt idx="953">
                  <c:v>0.004008884</c:v>
                </c:pt>
                <c:pt idx="954">
                  <c:v>0.0039250461</c:v>
                </c:pt>
                <c:pt idx="955">
                  <c:v>0.0040608821</c:v>
                </c:pt>
                <c:pt idx="956">
                  <c:v>0.0037015376</c:v>
                </c:pt>
                <c:pt idx="957">
                  <c:v>0.0034751729</c:v>
                </c:pt>
                <c:pt idx="958">
                  <c:v>0.0032557533</c:v>
                </c:pt>
                <c:pt idx="959">
                  <c:v>0.0032517613</c:v>
                </c:pt>
                <c:pt idx="960">
                  <c:v>0.0033467443</c:v>
                </c:pt>
                <c:pt idx="961">
                  <c:v>0.0031119482</c:v>
                </c:pt>
                <c:pt idx="962">
                  <c:v>0.0030594127</c:v>
                </c:pt>
                <c:pt idx="963">
                  <c:v>0.003139931</c:v>
                </c:pt>
                <c:pt idx="964">
                  <c:v>0.0031896335</c:v>
                </c:pt>
                <c:pt idx="965">
                  <c:v>0.00325348</c:v>
                </c:pt>
                <c:pt idx="966">
                  <c:v>0.0032726478</c:v>
                </c:pt>
                <c:pt idx="967">
                  <c:v>0.0033728803</c:v>
                </c:pt>
                <c:pt idx="968">
                  <c:v>0.0033728935</c:v>
                </c:pt>
                <c:pt idx="969">
                  <c:v>0.0034362937</c:v>
                </c:pt>
                <c:pt idx="970">
                  <c:v>0.0035504822</c:v>
                </c:pt>
                <c:pt idx="971">
                  <c:v>0.0037177798</c:v>
                </c:pt>
                <c:pt idx="972">
                  <c:v>0.0037775156</c:v>
                </c:pt>
                <c:pt idx="973">
                  <c:v>0.0038041561</c:v>
                </c:pt>
                <c:pt idx="974">
                  <c:v>0.0038110161</c:v>
                </c:pt>
                <c:pt idx="975">
                  <c:v>0.003835224</c:v>
                </c:pt>
                <c:pt idx="976">
                  <c:v>0.003822543</c:v>
                </c:pt>
                <c:pt idx="977">
                  <c:v>0.0036365655</c:v>
                </c:pt>
                <c:pt idx="978">
                  <c:v>0.0033958631</c:v>
                </c:pt>
                <c:pt idx="979">
                  <c:v>0.003306199</c:v>
                </c:pt>
                <c:pt idx="980">
                  <c:v>0.0032635459</c:v>
                </c:pt>
                <c:pt idx="981">
                  <c:v>0.0031931872</c:v>
                </c:pt>
                <c:pt idx="982">
                  <c:v>0.0030017819</c:v>
                </c:pt>
                <c:pt idx="983">
                  <c:v>0.0027802836</c:v>
                </c:pt>
                <c:pt idx="984">
                  <c:v>0.0026370906</c:v>
                </c:pt>
                <c:pt idx="985">
                  <c:v>0.0024888904</c:v>
                </c:pt>
                <c:pt idx="986">
                  <c:v>0.0024120372</c:v>
                </c:pt>
                <c:pt idx="987">
                  <c:v>0.0023712221</c:v>
                </c:pt>
                <c:pt idx="988">
                  <c:v>0.0023697142</c:v>
                </c:pt>
                <c:pt idx="989">
                  <c:v>0.0023818197</c:v>
                </c:pt>
                <c:pt idx="990">
                  <c:v>0.0022601177</c:v>
                </c:pt>
                <c:pt idx="991">
                  <c:v>0.0020831388</c:v>
                </c:pt>
                <c:pt idx="992">
                  <c:v>0.0018995738</c:v>
                </c:pt>
                <c:pt idx="993">
                  <c:v>0.0017622505</c:v>
                </c:pt>
                <c:pt idx="994">
                  <c:v>0.0016411459</c:v>
                </c:pt>
                <c:pt idx="995">
                  <c:v>0.0015405098</c:v>
                </c:pt>
                <c:pt idx="996">
                  <c:v>0.0015314229</c:v>
                </c:pt>
                <c:pt idx="997">
                  <c:v>0.0015305795</c:v>
                </c:pt>
                <c:pt idx="998">
                  <c:v>0.0014596757</c:v>
                </c:pt>
                <c:pt idx="999">
                  <c:v>0.0013998284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Sheet1!$B$5011</c:f>
              <c:strCache>
                <c:ptCount val="1"/>
                <c:pt idx="0">
                  <c:v>omega</c:v>
                </c:pt>
              </c:strCache>
            </c:strRef>
          </c:tx>
          <c:xVal>
            <c:numRef>
              <c:f>Sheet1!$A$5012:$A$6011</c:f>
              <c:numCache>
                <c:formatCode>General</c:formatCode>
                <c:ptCount val="1000"/>
                <c:pt idx="0">
                  <c:v>4.0</c:v>
                </c:pt>
                <c:pt idx="1">
                  <c:v>8.0</c:v>
                </c:pt>
                <c:pt idx="2">
                  <c:v>12.0</c:v>
                </c:pt>
                <c:pt idx="3">
                  <c:v>16.0</c:v>
                </c:pt>
                <c:pt idx="4">
                  <c:v>20.0</c:v>
                </c:pt>
                <c:pt idx="5">
                  <c:v>24.0</c:v>
                </c:pt>
                <c:pt idx="6">
                  <c:v>28.0</c:v>
                </c:pt>
                <c:pt idx="7">
                  <c:v>32.0</c:v>
                </c:pt>
                <c:pt idx="8">
                  <c:v>36.0</c:v>
                </c:pt>
                <c:pt idx="9">
                  <c:v>40.0</c:v>
                </c:pt>
                <c:pt idx="10">
                  <c:v>44.0</c:v>
                </c:pt>
                <c:pt idx="11">
                  <c:v>48.0</c:v>
                </c:pt>
                <c:pt idx="12">
                  <c:v>52.0</c:v>
                </c:pt>
                <c:pt idx="13">
                  <c:v>56.0</c:v>
                </c:pt>
                <c:pt idx="14">
                  <c:v>60.0</c:v>
                </c:pt>
                <c:pt idx="15">
                  <c:v>64.0</c:v>
                </c:pt>
                <c:pt idx="16">
                  <c:v>68.0</c:v>
                </c:pt>
                <c:pt idx="17">
                  <c:v>72.0</c:v>
                </c:pt>
                <c:pt idx="18">
                  <c:v>76.0</c:v>
                </c:pt>
                <c:pt idx="19">
                  <c:v>80.0</c:v>
                </c:pt>
                <c:pt idx="20">
                  <c:v>84.0</c:v>
                </c:pt>
                <c:pt idx="21">
                  <c:v>88.0</c:v>
                </c:pt>
                <c:pt idx="22">
                  <c:v>92.0</c:v>
                </c:pt>
                <c:pt idx="23">
                  <c:v>96.0</c:v>
                </c:pt>
                <c:pt idx="24">
                  <c:v>100.0</c:v>
                </c:pt>
                <c:pt idx="25">
                  <c:v>104.0</c:v>
                </c:pt>
                <c:pt idx="26">
                  <c:v>108.0</c:v>
                </c:pt>
                <c:pt idx="27">
                  <c:v>112.0</c:v>
                </c:pt>
                <c:pt idx="28">
                  <c:v>116.0</c:v>
                </c:pt>
                <c:pt idx="29">
                  <c:v>120.0</c:v>
                </c:pt>
                <c:pt idx="30">
                  <c:v>124.0</c:v>
                </c:pt>
                <c:pt idx="31">
                  <c:v>128.0</c:v>
                </c:pt>
                <c:pt idx="32">
                  <c:v>132.0</c:v>
                </c:pt>
                <c:pt idx="33">
                  <c:v>136.0</c:v>
                </c:pt>
                <c:pt idx="34">
                  <c:v>140.0</c:v>
                </c:pt>
                <c:pt idx="35">
                  <c:v>144.0</c:v>
                </c:pt>
                <c:pt idx="36">
                  <c:v>148.0</c:v>
                </c:pt>
                <c:pt idx="37">
                  <c:v>152.0</c:v>
                </c:pt>
                <c:pt idx="38">
                  <c:v>156.0</c:v>
                </c:pt>
                <c:pt idx="39">
                  <c:v>160.0</c:v>
                </c:pt>
                <c:pt idx="40">
                  <c:v>164.0</c:v>
                </c:pt>
                <c:pt idx="41">
                  <c:v>168.0</c:v>
                </c:pt>
                <c:pt idx="42">
                  <c:v>172.0</c:v>
                </c:pt>
                <c:pt idx="43">
                  <c:v>176.0</c:v>
                </c:pt>
                <c:pt idx="44">
                  <c:v>180.0</c:v>
                </c:pt>
                <c:pt idx="45">
                  <c:v>184.0</c:v>
                </c:pt>
                <c:pt idx="46">
                  <c:v>188.0</c:v>
                </c:pt>
                <c:pt idx="47">
                  <c:v>192.0</c:v>
                </c:pt>
                <c:pt idx="48">
                  <c:v>196.0</c:v>
                </c:pt>
                <c:pt idx="49">
                  <c:v>200.0</c:v>
                </c:pt>
                <c:pt idx="50">
                  <c:v>204.0</c:v>
                </c:pt>
                <c:pt idx="51">
                  <c:v>208.0</c:v>
                </c:pt>
                <c:pt idx="52">
                  <c:v>212.0</c:v>
                </c:pt>
                <c:pt idx="53">
                  <c:v>216.0</c:v>
                </c:pt>
                <c:pt idx="54">
                  <c:v>220.0</c:v>
                </c:pt>
                <c:pt idx="55">
                  <c:v>224.0</c:v>
                </c:pt>
                <c:pt idx="56">
                  <c:v>228.0</c:v>
                </c:pt>
                <c:pt idx="57">
                  <c:v>232.0</c:v>
                </c:pt>
                <c:pt idx="58">
                  <c:v>236.0</c:v>
                </c:pt>
                <c:pt idx="59">
                  <c:v>240.0</c:v>
                </c:pt>
                <c:pt idx="60">
                  <c:v>244.0</c:v>
                </c:pt>
                <c:pt idx="61">
                  <c:v>248.0</c:v>
                </c:pt>
                <c:pt idx="62">
                  <c:v>252.0</c:v>
                </c:pt>
                <c:pt idx="63">
                  <c:v>256.0</c:v>
                </c:pt>
                <c:pt idx="64">
                  <c:v>260.0</c:v>
                </c:pt>
                <c:pt idx="65">
                  <c:v>264.0</c:v>
                </c:pt>
                <c:pt idx="66">
                  <c:v>268.0</c:v>
                </c:pt>
                <c:pt idx="67">
                  <c:v>272.0</c:v>
                </c:pt>
                <c:pt idx="68">
                  <c:v>276.0</c:v>
                </c:pt>
                <c:pt idx="69">
                  <c:v>280.0</c:v>
                </c:pt>
                <c:pt idx="70">
                  <c:v>284.0</c:v>
                </c:pt>
                <c:pt idx="71">
                  <c:v>288.0</c:v>
                </c:pt>
                <c:pt idx="72">
                  <c:v>292.0</c:v>
                </c:pt>
                <c:pt idx="73">
                  <c:v>296.0</c:v>
                </c:pt>
                <c:pt idx="74">
                  <c:v>300.0</c:v>
                </c:pt>
                <c:pt idx="75">
                  <c:v>304.0</c:v>
                </c:pt>
                <c:pt idx="76">
                  <c:v>308.0</c:v>
                </c:pt>
                <c:pt idx="77">
                  <c:v>312.0</c:v>
                </c:pt>
                <c:pt idx="78">
                  <c:v>316.0</c:v>
                </c:pt>
                <c:pt idx="79">
                  <c:v>320.0</c:v>
                </c:pt>
                <c:pt idx="80">
                  <c:v>324.0</c:v>
                </c:pt>
                <c:pt idx="81">
                  <c:v>328.0</c:v>
                </c:pt>
                <c:pt idx="82">
                  <c:v>332.0</c:v>
                </c:pt>
                <c:pt idx="83">
                  <c:v>336.0</c:v>
                </c:pt>
                <c:pt idx="84">
                  <c:v>340.0</c:v>
                </c:pt>
                <c:pt idx="85">
                  <c:v>344.0</c:v>
                </c:pt>
                <c:pt idx="86">
                  <c:v>348.0</c:v>
                </c:pt>
                <c:pt idx="87">
                  <c:v>352.0</c:v>
                </c:pt>
                <c:pt idx="88">
                  <c:v>356.0</c:v>
                </c:pt>
                <c:pt idx="89">
                  <c:v>360.0</c:v>
                </c:pt>
                <c:pt idx="90">
                  <c:v>364.0</c:v>
                </c:pt>
                <c:pt idx="91">
                  <c:v>368.0</c:v>
                </c:pt>
                <c:pt idx="92">
                  <c:v>372.0</c:v>
                </c:pt>
                <c:pt idx="93">
                  <c:v>376.0</c:v>
                </c:pt>
                <c:pt idx="94">
                  <c:v>380.0</c:v>
                </c:pt>
                <c:pt idx="95">
                  <c:v>384.0</c:v>
                </c:pt>
                <c:pt idx="96">
                  <c:v>388.0</c:v>
                </c:pt>
                <c:pt idx="97">
                  <c:v>392.0</c:v>
                </c:pt>
                <c:pt idx="98">
                  <c:v>396.0</c:v>
                </c:pt>
                <c:pt idx="99">
                  <c:v>400.0</c:v>
                </c:pt>
                <c:pt idx="100">
                  <c:v>404.0</c:v>
                </c:pt>
                <c:pt idx="101">
                  <c:v>408.0</c:v>
                </c:pt>
                <c:pt idx="102">
                  <c:v>412.0</c:v>
                </c:pt>
                <c:pt idx="103">
                  <c:v>416.0</c:v>
                </c:pt>
                <c:pt idx="104">
                  <c:v>420.0</c:v>
                </c:pt>
                <c:pt idx="105">
                  <c:v>424.0</c:v>
                </c:pt>
                <c:pt idx="106">
                  <c:v>428.0</c:v>
                </c:pt>
                <c:pt idx="107">
                  <c:v>432.0</c:v>
                </c:pt>
                <c:pt idx="108">
                  <c:v>436.0</c:v>
                </c:pt>
                <c:pt idx="109">
                  <c:v>440.0</c:v>
                </c:pt>
                <c:pt idx="110">
                  <c:v>444.0</c:v>
                </c:pt>
                <c:pt idx="111">
                  <c:v>448.0</c:v>
                </c:pt>
                <c:pt idx="112">
                  <c:v>452.0</c:v>
                </c:pt>
                <c:pt idx="113">
                  <c:v>456.0</c:v>
                </c:pt>
                <c:pt idx="114">
                  <c:v>460.0</c:v>
                </c:pt>
                <c:pt idx="115">
                  <c:v>464.0</c:v>
                </c:pt>
                <c:pt idx="116">
                  <c:v>468.0</c:v>
                </c:pt>
                <c:pt idx="117">
                  <c:v>472.0</c:v>
                </c:pt>
                <c:pt idx="118">
                  <c:v>476.0</c:v>
                </c:pt>
                <c:pt idx="119">
                  <c:v>480.0</c:v>
                </c:pt>
                <c:pt idx="120">
                  <c:v>484.0</c:v>
                </c:pt>
                <c:pt idx="121">
                  <c:v>488.0</c:v>
                </c:pt>
                <c:pt idx="122">
                  <c:v>492.0</c:v>
                </c:pt>
                <c:pt idx="123">
                  <c:v>496.0</c:v>
                </c:pt>
                <c:pt idx="124">
                  <c:v>500.0</c:v>
                </c:pt>
                <c:pt idx="125">
                  <c:v>504.0</c:v>
                </c:pt>
                <c:pt idx="126">
                  <c:v>508.0</c:v>
                </c:pt>
                <c:pt idx="127">
                  <c:v>512.0</c:v>
                </c:pt>
                <c:pt idx="128">
                  <c:v>516.0</c:v>
                </c:pt>
                <c:pt idx="129">
                  <c:v>520.0</c:v>
                </c:pt>
                <c:pt idx="130">
                  <c:v>524.0</c:v>
                </c:pt>
                <c:pt idx="131">
                  <c:v>528.0</c:v>
                </c:pt>
                <c:pt idx="132">
                  <c:v>532.0</c:v>
                </c:pt>
                <c:pt idx="133">
                  <c:v>536.0</c:v>
                </c:pt>
                <c:pt idx="134">
                  <c:v>540.0</c:v>
                </c:pt>
                <c:pt idx="135">
                  <c:v>544.0</c:v>
                </c:pt>
                <c:pt idx="136">
                  <c:v>548.0</c:v>
                </c:pt>
                <c:pt idx="137">
                  <c:v>552.0</c:v>
                </c:pt>
                <c:pt idx="138">
                  <c:v>556.0</c:v>
                </c:pt>
                <c:pt idx="139">
                  <c:v>560.0</c:v>
                </c:pt>
                <c:pt idx="140">
                  <c:v>564.0</c:v>
                </c:pt>
                <c:pt idx="141">
                  <c:v>568.0</c:v>
                </c:pt>
                <c:pt idx="142">
                  <c:v>572.0</c:v>
                </c:pt>
                <c:pt idx="143">
                  <c:v>576.0</c:v>
                </c:pt>
                <c:pt idx="144">
                  <c:v>580.0</c:v>
                </c:pt>
                <c:pt idx="145">
                  <c:v>584.0</c:v>
                </c:pt>
                <c:pt idx="146">
                  <c:v>588.0</c:v>
                </c:pt>
                <c:pt idx="147">
                  <c:v>592.0</c:v>
                </c:pt>
                <c:pt idx="148">
                  <c:v>596.0</c:v>
                </c:pt>
                <c:pt idx="149">
                  <c:v>600.0</c:v>
                </c:pt>
                <c:pt idx="150">
                  <c:v>604.0</c:v>
                </c:pt>
                <c:pt idx="151">
                  <c:v>608.0</c:v>
                </c:pt>
                <c:pt idx="152">
                  <c:v>612.0</c:v>
                </c:pt>
                <c:pt idx="153">
                  <c:v>616.0</c:v>
                </c:pt>
                <c:pt idx="154">
                  <c:v>620.0</c:v>
                </c:pt>
                <c:pt idx="155">
                  <c:v>624.0</c:v>
                </c:pt>
                <c:pt idx="156">
                  <c:v>628.0</c:v>
                </c:pt>
                <c:pt idx="157">
                  <c:v>632.0</c:v>
                </c:pt>
                <c:pt idx="158">
                  <c:v>636.0</c:v>
                </c:pt>
                <c:pt idx="159">
                  <c:v>640.0</c:v>
                </c:pt>
                <c:pt idx="160">
                  <c:v>644.0</c:v>
                </c:pt>
                <c:pt idx="161">
                  <c:v>648.0</c:v>
                </c:pt>
                <c:pt idx="162">
                  <c:v>652.0</c:v>
                </c:pt>
                <c:pt idx="163">
                  <c:v>656.0</c:v>
                </c:pt>
                <c:pt idx="164">
                  <c:v>660.0</c:v>
                </c:pt>
                <c:pt idx="165">
                  <c:v>664.0</c:v>
                </c:pt>
                <c:pt idx="166">
                  <c:v>668.0</c:v>
                </c:pt>
                <c:pt idx="167">
                  <c:v>672.0</c:v>
                </c:pt>
                <c:pt idx="168">
                  <c:v>676.0</c:v>
                </c:pt>
                <c:pt idx="169">
                  <c:v>680.0</c:v>
                </c:pt>
                <c:pt idx="170">
                  <c:v>684.0</c:v>
                </c:pt>
                <c:pt idx="171">
                  <c:v>688.0</c:v>
                </c:pt>
                <c:pt idx="172">
                  <c:v>692.0</c:v>
                </c:pt>
                <c:pt idx="173">
                  <c:v>696.0</c:v>
                </c:pt>
                <c:pt idx="174">
                  <c:v>700.0</c:v>
                </c:pt>
                <c:pt idx="175">
                  <c:v>704.0</c:v>
                </c:pt>
                <c:pt idx="176">
                  <c:v>708.0</c:v>
                </c:pt>
                <c:pt idx="177">
                  <c:v>712.0</c:v>
                </c:pt>
                <c:pt idx="178">
                  <c:v>716.0</c:v>
                </c:pt>
                <c:pt idx="179">
                  <c:v>720.0</c:v>
                </c:pt>
                <c:pt idx="180">
                  <c:v>724.0</c:v>
                </c:pt>
                <c:pt idx="181">
                  <c:v>728.0</c:v>
                </c:pt>
                <c:pt idx="182">
                  <c:v>732.0</c:v>
                </c:pt>
                <c:pt idx="183">
                  <c:v>736.0</c:v>
                </c:pt>
                <c:pt idx="184">
                  <c:v>740.0</c:v>
                </c:pt>
                <c:pt idx="185">
                  <c:v>744.0</c:v>
                </c:pt>
                <c:pt idx="186">
                  <c:v>748.0</c:v>
                </c:pt>
                <c:pt idx="187">
                  <c:v>752.0</c:v>
                </c:pt>
                <c:pt idx="188">
                  <c:v>756.0</c:v>
                </c:pt>
                <c:pt idx="189">
                  <c:v>760.0</c:v>
                </c:pt>
                <c:pt idx="190">
                  <c:v>764.0</c:v>
                </c:pt>
                <c:pt idx="191">
                  <c:v>768.0</c:v>
                </c:pt>
                <c:pt idx="192">
                  <c:v>772.0</c:v>
                </c:pt>
                <c:pt idx="193">
                  <c:v>776.0</c:v>
                </c:pt>
                <c:pt idx="194">
                  <c:v>780.0</c:v>
                </c:pt>
                <c:pt idx="195">
                  <c:v>784.0</c:v>
                </c:pt>
                <c:pt idx="196">
                  <c:v>788.0</c:v>
                </c:pt>
                <c:pt idx="197">
                  <c:v>792.0</c:v>
                </c:pt>
                <c:pt idx="198">
                  <c:v>796.0</c:v>
                </c:pt>
                <c:pt idx="199">
                  <c:v>800.0</c:v>
                </c:pt>
                <c:pt idx="200">
                  <c:v>804.0</c:v>
                </c:pt>
                <c:pt idx="201">
                  <c:v>808.0</c:v>
                </c:pt>
                <c:pt idx="202">
                  <c:v>812.0</c:v>
                </c:pt>
                <c:pt idx="203">
                  <c:v>816.0</c:v>
                </c:pt>
                <c:pt idx="204">
                  <c:v>820.0</c:v>
                </c:pt>
                <c:pt idx="205">
                  <c:v>824.0</c:v>
                </c:pt>
                <c:pt idx="206">
                  <c:v>828.0</c:v>
                </c:pt>
                <c:pt idx="207">
                  <c:v>832.0</c:v>
                </c:pt>
                <c:pt idx="208">
                  <c:v>836.0</c:v>
                </c:pt>
                <c:pt idx="209">
                  <c:v>840.0</c:v>
                </c:pt>
                <c:pt idx="210">
                  <c:v>844.0</c:v>
                </c:pt>
                <c:pt idx="211">
                  <c:v>848.0</c:v>
                </c:pt>
                <c:pt idx="212">
                  <c:v>852.0</c:v>
                </c:pt>
                <c:pt idx="213">
                  <c:v>856.0</c:v>
                </c:pt>
                <c:pt idx="214">
                  <c:v>860.0</c:v>
                </c:pt>
                <c:pt idx="215">
                  <c:v>864.0</c:v>
                </c:pt>
                <c:pt idx="216">
                  <c:v>868.0</c:v>
                </c:pt>
                <c:pt idx="217">
                  <c:v>872.0</c:v>
                </c:pt>
                <c:pt idx="218">
                  <c:v>876.0</c:v>
                </c:pt>
                <c:pt idx="219">
                  <c:v>880.0</c:v>
                </c:pt>
                <c:pt idx="220">
                  <c:v>884.0</c:v>
                </c:pt>
                <c:pt idx="221">
                  <c:v>888.0</c:v>
                </c:pt>
                <c:pt idx="222">
                  <c:v>892.0</c:v>
                </c:pt>
                <c:pt idx="223">
                  <c:v>896.0</c:v>
                </c:pt>
                <c:pt idx="224">
                  <c:v>900.0</c:v>
                </c:pt>
                <c:pt idx="225">
                  <c:v>904.0</c:v>
                </c:pt>
                <c:pt idx="226">
                  <c:v>908.0</c:v>
                </c:pt>
                <c:pt idx="227">
                  <c:v>912.0</c:v>
                </c:pt>
                <c:pt idx="228">
                  <c:v>916.0</c:v>
                </c:pt>
                <c:pt idx="229">
                  <c:v>920.0</c:v>
                </c:pt>
                <c:pt idx="230">
                  <c:v>924.0</c:v>
                </c:pt>
                <c:pt idx="231">
                  <c:v>928.0</c:v>
                </c:pt>
                <c:pt idx="232">
                  <c:v>932.0</c:v>
                </c:pt>
                <c:pt idx="233">
                  <c:v>936.0</c:v>
                </c:pt>
                <c:pt idx="234">
                  <c:v>940.0</c:v>
                </c:pt>
                <c:pt idx="235">
                  <c:v>944.0</c:v>
                </c:pt>
                <c:pt idx="236">
                  <c:v>948.0</c:v>
                </c:pt>
                <c:pt idx="237">
                  <c:v>952.0</c:v>
                </c:pt>
                <c:pt idx="238">
                  <c:v>956.0</c:v>
                </c:pt>
                <c:pt idx="239">
                  <c:v>960.0</c:v>
                </c:pt>
                <c:pt idx="240">
                  <c:v>964.0</c:v>
                </c:pt>
                <c:pt idx="241">
                  <c:v>968.0</c:v>
                </c:pt>
                <c:pt idx="242">
                  <c:v>972.0</c:v>
                </c:pt>
                <c:pt idx="243">
                  <c:v>976.0</c:v>
                </c:pt>
                <c:pt idx="244">
                  <c:v>980.0</c:v>
                </c:pt>
                <c:pt idx="245">
                  <c:v>984.0</c:v>
                </c:pt>
                <c:pt idx="246">
                  <c:v>988.0</c:v>
                </c:pt>
                <c:pt idx="247">
                  <c:v>992.0</c:v>
                </c:pt>
                <c:pt idx="248">
                  <c:v>996.0</c:v>
                </c:pt>
                <c:pt idx="249">
                  <c:v>1000.0</c:v>
                </c:pt>
                <c:pt idx="250">
                  <c:v>1002.0</c:v>
                </c:pt>
                <c:pt idx="251">
                  <c:v>1004.0</c:v>
                </c:pt>
                <c:pt idx="252">
                  <c:v>1006.0</c:v>
                </c:pt>
                <c:pt idx="253">
                  <c:v>1008.0</c:v>
                </c:pt>
                <c:pt idx="254">
                  <c:v>1010.0</c:v>
                </c:pt>
                <c:pt idx="255">
                  <c:v>1012.0</c:v>
                </c:pt>
                <c:pt idx="256">
                  <c:v>1014.0</c:v>
                </c:pt>
                <c:pt idx="257">
                  <c:v>1016.0</c:v>
                </c:pt>
                <c:pt idx="258">
                  <c:v>1018.0</c:v>
                </c:pt>
                <c:pt idx="259">
                  <c:v>1020.0</c:v>
                </c:pt>
                <c:pt idx="260">
                  <c:v>1022.0</c:v>
                </c:pt>
                <c:pt idx="261">
                  <c:v>1024.0</c:v>
                </c:pt>
                <c:pt idx="262">
                  <c:v>1026.0</c:v>
                </c:pt>
                <c:pt idx="263">
                  <c:v>1028.0</c:v>
                </c:pt>
                <c:pt idx="264">
                  <c:v>1030.0</c:v>
                </c:pt>
                <c:pt idx="265">
                  <c:v>1032.0</c:v>
                </c:pt>
                <c:pt idx="266">
                  <c:v>1034.0</c:v>
                </c:pt>
                <c:pt idx="267">
                  <c:v>1036.0</c:v>
                </c:pt>
                <c:pt idx="268">
                  <c:v>1038.0</c:v>
                </c:pt>
                <c:pt idx="269">
                  <c:v>1040.0</c:v>
                </c:pt>
                <c:pt idx="270">
                  <c:v>1042.0</c:v>
                </c:pt>
                <c:pt idx="271">
                  <c:v>1044.0</c:v>
                </c:pt>
                <c:pt idx="272">
                  <c:v>1046.0</c:v>
                </c:pt>
                <c:pt idx="273">
                  <c:v>1048.0</c:v>
                </c:pt>
                <c:pt idx="274">
                  <c:v>1050.0</c:v>
                </c:pt>
                <c:pt idx="275">
                  <c:v>1052.0</c:v>
                </c:pt>
                <c:pt idx="276">
                  <c:v>1054.0</c:v>
                </c:pt>
                <c:pt idx="277">
                  <c:v>1056.0</c:v>
                </c:pt>
                <c:pt idx="278">
                  <c:v>1058.0</c:v>
                </c:pt>
                <c:pt idx="279">
                  <c:v>1060.0</c:v>
                </c:pt>
                <c:pt idx="280">
                  <c:v>1062.0</c:v>
                </c:pt>
                <c:pt idx="281">
                  <c:v>1064.0</c:v>
                </c:pt>
                <c:pt idx="282">
                  <c:v>1066.0</c:v>
                </c:pt>
                <c:pt idx="283">
                  <c:v>1068.0</c:v>
                </c:pt>
                <c:pt idx="284">
                  <c:v>1070.0</c:v>
                </c:pt>
                <c:pt idx="285">
                  <c:v>1072.0</c:v>
                </c:pt>
                <c:pt idx="286">
                  <c:v>1074.0</c:v>
                </c:pt>
                <c:pt idx="287">
                  <c:v>1076.0</c:v>
                </c:pt>
                <c:pt idx="288">
                  <c:v>1078.0</c:v>
                </c:pt>
                <c:pt idx="289">
                  <c:v>1080.0</c:v>
                </c:pt>
                <c:pt idx="290">
                  <c:v>1082.0</c:v>
                </c:pt>
                <c:pt idx="291">
                  <c:v>1084.0</c:v>
                </c:pt>
                <c:pt idx="292">
                  <c:v>1086.0</c:v>
                </c:pt>
                <c:pt idx="293">
                  <c:v>1088.0</c:v>
                </c:pt>
                <c:pt idx="294">
                  <c:v>1090.0</c:v>
                </c:pt>
                <c:pt idx="295">
                  <c:v>1092.0</c:v>
                </c:pt>
                <c:pt idx="296">
                  <c:v>1094.0</c:v>
                </c:pt>
                <c:pt idx="297">
                  <c:v>1096.0</c:v>
                </c:pt>
                <c:pt idx="298">
                  <c:v>1098.0</c:v>
                </c:pt>
                <c:pt idx="299">
                  <c:v>1100.0</c:v>
                </c:pt>
                <c:pt idx="300">
                  <c:v>1102.0</c:v>
                </c:pt>
                <c:pt idx="301">
                  <c:v>1104.0</c:v>
                </c:pt>
                <c:pt idx="302">
                  <c:v>1106.0</c:v>
                </c:pt>
                <c:pt idx="303">
                  <c:v>1108.0</c:v>
                </c:pt>
                <c:pt idx="304">
                  <c:v>1110.0</c:v>
                </c:pt>
                <c:pt idx="305">
                  <c:v>1112.0</c:v>
                </c:pt>
                <c:pt idx="306">
                  <c:v>1114.0</c:v>
                </c:pt>
                <c:pt idx="307">
                  <c:v>1116.0</c:v>
                </c:pt>
                <c:pt idx="308">
                  <c:v>1118.0</c:v>
                </c:pt>
                <c:pt idx="309">
                  <c:v>1120.0</c:v>
                </c:pt>
                <c:pt idx="310">
                  <c:v>1122.0</c:v>
                </c:pt>
                <c:pt idx="311">
                  <c:v>1124.0</c:v>
                </c:pt>
                <c:pt idx="312">
                  <c:v>1126.0</c:v>
                </c:pt>
                <c:pt idx="313">
                  <c:v>1128.0</c:v>
                </c:pt>
                <c:pt idx="314">
                  <c:v>1130.0</c:v>
                </c:pt>
                <c:pt idx="315">
                  <c:v>1132.0</c:v>
                </c:pt>
                <c:pt idx="316">
                  <c:v>1134.0</c:v>
                </c:pt>
                <c:pt idx="317">
                  <c:v>1136.0</c:v>
                </c:pt>
                <c:pt idx="318">
                  <c:v>1138.0</c:v>
                </c:pt>
                <c:pt idx="319">
                  <c:v>1140.0</c:v>
                </c:pt>
                <c:pt idx="320">
                  <c:v>1142.0</c:v>
                </c:pt>
                <c:pt idx="321">
                  <c:v>1144.0</c:v>
                </c:pt>
                <c:pt idx="322">
                  <c:v>1146.0</c:v>
                </c:pt>
                <c:pt idx="323">
                  <c:v>1148.0</c:v>
                </c:pt>
                <c:pt idx="324">
                  <c:v>1150.0</c:v>
                </c:pt>
                <c:pt idx="325">
                  <c:v>1152.0</c:v>
                </c:pt>
                <c:pt idx="326">
                  <c:v>1154.0</c:v>
                </c:pt>
                <c:pt idx="327">
                  <c:v>1156.0</c:v>
                </c:pt>
                <c:pt idx="328">
                  <c:v>1158.0</c:v>
                </c:pt>
                <c:pt idx="329">
                  <c:v>1160.0</c:v>
                </c:pt>
                <c:pt idx="330">
                  <c:v>1162.0</c:v>
                </c:pt>
                <c:pt idx="331">
                  <c:v>1164.0</c:v>
                </c:pt>
                <c:pt idx="332">
                  <c:v>1166.0</c:v>
                </c:pt>
                <c:pt idx="333">
                  <c:v>1168.0</c:v>
                </c:pt>
                <c:pt idx="334">
                  <c:v>1170.0</c:v>
                </c:pt>
                <c:pt idx="335">
                  <c:v>1172.0</c:v>
                </c:pt>
                <c:pt idx="336">
                  <c:v>1174.0</c:v>
                </c:pt>
                <c:pt idx="337">
                  <c:v>1176.0</c:v>
                </c:pt>
                <c:pt idx="338">
                  <c:v>1178.0</c:v>
                </c:pt>
                <c:pt idx="339">
                  <c:v>1180.0</c:v>
                </c:pt>
                <c:pt idx="340">
                  <c:v>1182.0</c:v>
                </c:pt>
                <c:pt idx="341">
                  <c:v>1184.0</c:v>
                </c:pt>
                <c:pt idx="342">
                  <c:v>1186.0</c:v>
                </c:pt>
                <c:pt idx="343">
                  <c:v>1188.0</c:v>
                </c:pt>
                <c:pt idx="344">
                  <c:v>1190.0</c:v>
                </c:pt>
                <c:pt idx="345">
                  <c:v>1192.0</c:v>
                </c:pt>
                <c:pt idx="346">
                  <c:v>1194.0</c:v>
                </c:pt>
                <c:pt idx="347">
                  <c:v>1196.0</c:v>
                </c:pt>
                <c:pt idx="348">
                  <c:v>1198.0</c:v>
                </c:pt>
                <c:pt idx="349">
                  <c:v>1200.0</c:v>
                </c:pt>
                <c:pt idx="350">
                  <c:v>1202.0</c:v>
                </c:pt>
                <c:pt idx="351">
                  <c:v>1204.0</c:v>
                </c:pt>
                <c:pt idx="352">
                  <c:v>1206.0</c:v>
                </c:pt>
                <c:pt idx="353">
                  <c:v>1208.0</c:v>
                </c:pt>
                <c:pt idx="354">
                  <c:v>1210.0</c:v>
                </c:pt>
                <c:pt idx="355">
                  <c:v>1212.0</c:v>
                </c:pt>
                <c:pt idx="356">
                  <c:v>1214.0</c:v>
                </c:pt>
                <c:pt idx="357">
                  <c:v>1216.0</c:v>
                </c:pt>
                <c:pt idx="358">
                  <c:v>1218.0</c:v>
                </c:pt>
                <c:pt idx="359">
                  <c:v>1220.0</c:v>
                </c:pt>
                <c:pt idx="360">
                  <c:v>1222.0</c:v>
                </c:pt>
                <c:pt idx="361">
                  <c:v>1224.0</c:v>
                </c:pt>
                <c:pt idx="362">
                  <c:v>1226.0</c:v>
                </c:pt>
                <c:pt idx="363">
                  <c:v>1228.0</c:v>
                </c:pt>
                <c:pt idx="364">
                  <c:v>1230.0</c:v>
                </c:pt>
                <c:pt idx="365">
                  <c:v>1232.0</c:v>
                </c:pt>
                <c:pt idx="366">
                  <c:v>1234.0</c:v>
                </c:pt>
                <c:pt idx="367">
                  <c:v>1236.0</c:v>
                </c:pt>
                <c:pt idx="368">
                  <c:v>1238.0</c:v>
                </c:pt>
                <c:pt idx="369">
                  <c:v>1240.0</c:v>
                </c:pt>
                <c:pt idx="370">
                  <c:v>1242.0</c:v>
                </c:pt>
                <c:pt idx="371">
                  <c:v>1244.0</c:v>
                </c:pt>
                <c:pt idx="372">
                  <c:v>1246.0</c:v>
                </c:pt>
                <c:pt idx="373">
                  <c:v>1248.0</c:v>
                </c:pt>
                <c:pt idx="374">
                  <c:v>1250.0</c:v>
                </c:pt>
                <c:pt idx="375">
                  <c:v>1252.0</c:v>
                </c:pt>
                <c:pt idx="376">
                  <c:v>1254.0</c:v>
                </c:pt>
                <c:pt idx="377">
                  <c:v>1256.0</c:v>
                </c:pt>
                <c:pt idx="378">
                  <c:v>1258.0</c:v>
                </c:pt>
                <c:pt idx="379">
                  <c:v>1260.0</c:v>
                </c:pt>
                <c:pt idx="380">
                  <c:v>1262.0</c:v>
                </c:pt>
                <c:pt idx="381">
                  <c:v>1264.0</c:v>
                </c:pt>
                <c:pt idx="382">
                  <c:v>1266.0</c:v>
                </c:pt>
                <c:pt idx="383">
                  <c:v>1268.0</c:v>
                </c:pt>
                <c:pt idx="384">
                  <c:v>1270.0</c:v>
                </c:pt>
                <c:pt idx="385">
                  <c:v>1272.0</c:v>
                </c:pt>
                <c:pt idx="386">
                  <c:v>1274.0</c:v>
                </c:pt>
                <c:pt idx="387">
                  <c:v>1276.0</c:v>
                </c:pt>
                <c:pt idx="388">
                  <c:v>1278.0</c:v>
                </c:pt>
                <c:pt idx="389">
                  <c:v>1280.0</c:v>
                </c:pt>
                <c:pt idx="390">
                  <c:v>1282.0</c:v>
                </c:pt>
                <c:pt idx="391">
                  <c:v>1284.0</c:v>
                </c:pt>
                <c:pt idx="392">
                  <c:v>1286.0</c:v>
                </c:pt>
                <c:pt idx="393">
                  <c:v>1288.0</c:v>
                </c:pt>
                <c:pt idx="394">
                  <c:v>1290.0</c:v>
                </c:pt>
                <c:pt idx="395">
                  <c:v>1292.0</c:v>
                </c:pt>
                <c:pt idx="396">
                  <c:v>1294.0</c:v>
                </c:pt>
                <c:pt idx="397">
                  <c:v>1296.0</c:v>
                </c:pt>
                <c:pt idx="398">
                  <c:v>1298.0</c:v>
                </c:pt>
                <c:pt idx="399">
                  <c:v>1300.0</c:v>
                </c:pt>
                <c:pt idx="400">
                  <c:v>1302.0</c:v>
                </c:pt>
                <c:pt idx="401">
                  <c:v>1304.0</c:v>
                </c:pt>
                <c:pt idx="402">
                  <c:v>1306.0</c:v>
                </c:pt>
                <c:pt idx="403">
                  <c:v>1308.0</c:v>
                </c:pt>
                <c:pt idx="404">
                  <c:v>1310.0</c:v>
                </c:pt>
                <c:pt idx="405">
                  <c:v>1312.0</c:v>
                </c:pt>
                <c:pt idx="406">
                  <c:v>1314.0</c:v>
                </c:pt>
                <c:pt idx="407">
                  <c:v>1316.0</c:v>
                </c:pt>
                <c:pt idx="408">
                  <c:v>1318.0</c:v>
                </c:pt>
                <c:pt idx="409">
                  <c:v>1320.0</c:v>
                </c:pt>
                <c:pt idx="410">
                  <c:v>1322.0</c:v>
                </c:pt>
                <c:pt idx="411">
                  <c:v>1324.0</c:v>
                </c:pt>
                <c:pt idx="412">
                  <c:v>1326.0</c:v>
                </c:pt>
                <c:pt idx="413">
                  <c:v>1328.0</c:v>
                </c:pt>
                <c:pt idx="414">
                  <c:v>1330.0</c:v>
                </c:pt>
                <c:pt idx="415">
                  <c:v>1332.0</c:v>
                </c:pt>
                <c:pt idx="416">
                  <c:v>1334.0</c:v>
                </c:pt>
                <c:pt idx="417">
                  <c:v>1336.0</c:v>
                </c:pt>
                <c:pt idx="418">
                  <c:v>1338.0</c:v>
                </c:pt>
                <c:pt idx="419">
                  <c:v>1340.0</c:v>
                </c:pt>
                <c:pt idx="420">
                  <c:v>1342.0</c:v>
                </c:pt>
                <c:pt idx="421">
                  <c:v>1344.0</c:v>
                </c:pt>
                <c:pt idx="422">
                  <c:v>1346.0</c:v>
                </c:pt>
                <c:pt idx="423">
                  <c:v>1348.0</c:v>
                </c:pt>
                <c:pt idx="424">
                  <c:v>1350.0</c:v>
                </c:pt>
                <c:pt idx="425">
                  <c:v>1352.0</c:v>
                </c:pt>
                <c:pt idx="426">
                  <c:v>1354.0</c:v>
                </c:pt>
                <c:pt idx="427">
                  <c:v>1356.0</c:v>
                </c:pt>
                <c:pt idx="428">
                  <c:v>1358.0</c:v>
                </c:pt>
                <c:pt idx="429">
                  <c:v>1360.0</c:v>
                </c:pt>
                <c:pt idx="430">
                  <c:v>1362.0</c:v>
                </c:pt>
                <c:pt idx="431">
                  <c:v>1364.0</c:v>
                </c:pt>
                <c:pt idx="432">
                  <c:v>1366.0</c:v>
                </c:pt>
                <c:pt idx="433">
                  <c:v>1368.0</c:v>
                </c:pt>
                <c:pt idx="434">
                  <c:v>1370.0</c:v>
                </c:pt>
                <c:pt idx="435">
                  <c:v>1372.0</c:v>
                </c:pt>
                <c:pt idx="436">
                  <c:v>1374.0</c:v>
                </c:pt>
                <c:pt idx="437">
                  <c:v>1376.0</c:v>
                </c:pt>
                <c:pt idx="438">
                  <c:v>1378.0</c:v>
                </c:pt>
                <c:pt idx="439">
                  <c:v>1380.0</c:v>
                </c:pt>
                <c:pt idx="440">
                  <c:v>1382.0</c:v>
                </c:pt>
                <c:pt idx="441">
                  <c:v>1384.0</c:v>
                </c:pt>
                <c:pt idx="442">
                  <c:v>1386.0</c:v>
                </c:pt>
                <c:pt idx="443">
                  <c:v>1388.0</c:v>
                </c:pt>
                <c:pt idx="444">
                  <c:v>1390.0</c:v>
                </c:pt>
                <c:pt idx="445">
                  <c:v>1392.0</c:v>
                </c:pt>
                <c:pt idx="446">
                  <c:v>1394.0</c:v>
                </c:pt>
                <c:pt idx="447">
                  <c:v>1396.0</c:v>
                </c:pt>
                <c:pt idx="448">
                  <c:v>1398.0</c:v>
                </c:pt>
                <c:pt idx="449">
                  <c:v>1400.0</c:v>
                </c:pt>
                <c:pt idx="450">
                  <c:v>1402.0</c:v>
                </c:pt>
                <c:pt idx="451">
                  <c:v>1404.0</c:v>
                </c:pt>
                <c:pt idx="452">
                  <c:v>1406.0</c:v>
                </c:pt>
                <c:pt idx="453">
                  <c:v>1408.0</c:v>
                </c:pt>
                <c:pt idx="454">
                  <c:v>1410.0</c:v>
                </c:pt>
                <c:pt idx="455">
                  <c:v>1412.0</c:v>
                </c:pt>
                <c:pt idx="456">
                  <c:v>1414.0</c:v>
                </c:pt>
                <c:pt idx="457">
                  <c:v>1416.0</c:v>
                </c:pt>
                <c:pt idx="458">
                  <c:v>1418.0</c:v>
                </c:pt>
                <c:pt idx="459">
                  <c:v>1420.0</c:v>
                </c:pt>
                <c:pt idx="460">
                  <c:v>1422.0</c:v>
                </c:pt>
                <c:pt idx="461">
                  <c:v>1424.0</c:v>
                </c:pt>
                <c:pt idx="462">
                  <c:v>1426.0</c:v>
                </c:pt>
                <c:pt idx="463">
                  <c:v>1428.0</c:v>
                </c:pt>
                <c:pt idx="464">
                  <c:v>1430.0</c:v>
                </c:pt>
                <c:pt idx="465">
                  <c:v>1432.0</c:v>
                </c:pt>
                <c:pt idx="466">
                  <c:v>1434.0</c:v>
                </c:pt>
                <c:pt idx="467">
                  <c:v>1436.0</c:v>
                </c:pt>
                <c:pt idx="468">
                  <c:v>1438.0</c:v>
                </c:pt>
                <c:pt idx="469">
                  <c:v>1440.0</c:v>
                </c:pt>
                <c:pt idx="470">
                  <c:v>1442.0</c:v>
                </c:pt>
                <c:pt idx="471">
                  <c:v>1444.0</c:v>
                </c:pt>
                <c:pt idx="472">
                  <c:v>1446.0</c:v>
                </c:pt>
                <c:pt idx="473">
                  <c:v>1448.0</c:v>
                </c:pt>
                <c:pt idx="474">
                  <c:v>1450.0</c:v>
                </c:pt>
                <c:pt idx="475">
                  <c:v>1452.0</c:v>
                </c:pt>
                <c:pt idx="476">
                  <c:v>1454.0</c:v>
                </c:pt>
                <c:pt idx="477">
                  <c:v>1456.0</c:v>
                </c:pt>
                <c:pt idx="478">
                  <c:v>1458.0</c:v>
                </c:pt>
                <c:pt idx="479">
                  <c:v>1460.0</c:v>
                </c:pt>
                <c:pt idx="480">
                  <c:v>1462.0</c:v>
                </c:pt>
                <c:pt idx="481">
                  <c:v>1464.0</c:v>
                </c:pt>
                <c:pt idx="482">
                  <c:v>1466.0</c:v>
                </c:pt>
                <c:pt idx="483">
                  <c:v>1468.0</c:v>
                </c:pt>
                <c:pt idx="484">
                  <c:v>1470.0</c:v>
                </c:pt>
                <c:pt idx="485">
                  <c:v>1472.0</c:v>
                </c:pt>
                <c:pt idx="486">
                  <c:v>1474.0</c:v>
                </c:pt>
                <c:pt idx="487">
                  <c:v>1476.0</c:v>
                </c:pt>
                <c:pt idx="488">
                  <c:v>1478.0</c:v>
                </c:pt>
                <c:pt idx="489">
                  <c:v>1480.0</c:v>
                </c:pt>
                <c:pt idx="490">
                  <c:v>1482.0</c:v>
                </c:pt>
                <c:pt idx="491">
                  <c:v>1484.0</c:v>
                </c:pt>
                <c:pt idx="492">
                  <c:v>1486.0</c:v>
                </c:pt>
                <c:pt idx="493">
                  <c:v>1488.0</c:v>
                </c:pt>
                <c:pt idx="494">
                  <c:v>1490.0</c:v>
                </c:pt>
                <c:pt idx="495">
                  <c:v>1492.0</c:v>
                </c:pt>
                <c:pt idx="496">
                  <c:v>1494.0</c:v>
                </c:pt>
                <c:pt idx="497">
                  <c:v>1496.0</c:v>
                </c:pt>
                <c:pt idx="498">
                  <c:v>1498.0</c:v>
                </c:pt>
                <c:pt idx="499">
                  <c:v>1500.0</c:v>
                </c:pt>
                <c:pt idx="500">
                  <c:v>1501.0</c:v>
                </c:pt>
                <c:pt idx="501">
                  <c:v>1502.0</c:v>
                </c:pt>
                <c:pt idx="502">
                  <c:v>1503.0</c:v>
                </c:pt>
                <c:pt idx="503">
                  <c:v>1504.0</c:v>
                </c:pt>
                <c:pt idx="504">
                  <c:v>1505.0</c:v>
                </c:pt>
                <c:pt idx="505">
                  <c:v>1506.0</c:v>
                </c:pt>
                <c:pt idx="506">
                  <c:v>1507.0</c:v>
                </c:pt>
                <c:pt idx="507">
                  <c:v>1508.0</c:v>
                </c:pt>
                <c:pt idx="508">
                  <c:v>1509.0</c:v>
                </c:pt>
                <c:pt idx="509">
                  <c:v>1510.0</c:v>
                </c:pt>
                <c:pt idx="510">
                  <c:v>1511.0</c:v>
                </c:pt>
                <c:pt idx="511">
                  <c:v>1512.0</c:v>
                </c:pt>
                <c:pt idx="512">
                  <c:v>1513.0</c:v>
                </c:pt>
                <c:pt idx="513">
                  <c:v>1514.0</c:v>
                </c:pt>
                <c:pt idx="514">
                  <c:v>1515.0</c:v>
                </c:pt>
                <c:pt idx="515">
                  <c:v>1516.0</c:v>
                </c:pt>
                <c:pt idx="516">
                  <c:v>1517.0</c:v>
                </c:pt>
                <c:pt idx="517">
                  <c:v>1518.0</c:v>
                </c:pt>
                <c:pt idx="518">
                  <c:v>1519.0</c:v>
                </c:pt>
                <c:pt idx="519">
                  <c:v>1520.0</c:v>
                </c:pt>
                <c:pt idx="520">
                  <c:v>1521.0</c:v>
                </c:pt>
                <c:pt idx="521">
                  <c:v>1522.0</c:v>
                </c:pt>
                <c:pt idx="522">
                  <c:v>1523.0</c:v>
                </c:pt>
                <c:pt idx="523">
                  <c:v>1524.0</c:v>
                </c:pt>
                <c:pt idx="524">
                  <c:v>1525.0</c:v>
                </c:pt>
                <c:pt idx="525">
                  <c:v>1526.0</c:v>
                </c:pt>
                <c:pt idx="526">
                  <c:v>1527.0</c:v>
                </c:pt>
                <c:pt idx="527">
                  <c:v>1528.0</c:v>
                </c:pt>
                <c:pt idx="528">
                  <c:v>1529.0</c:v>
                </c:pt>
                <c:pt idx="529">
                  <c:v>1530.0</c:v>
                </c:pt>
                <c:pt idx="530">
                  <c:v>1531.0</c:v>
                </c:pt>
                <c:pt idx="531">
                  <c:v>1532.0</c:v>
                </c:pt>
                <c:pt idx="532">
                  <c:v>1533.0</c:v>
                </c:pt>
                <c:pt idx="533">
                  <c:v>1534.0</c:v>
                </c:pt>
                <c:pt idx="534">
                  <c:v>1535.0</c:v>
                </c:pt>
                <c:pt idx="535">
                  <c:v>1536.0</c:v>
                </c:pt>
                <c:pt idx="536">
                  <c:v>1537.0</c:v>
                </c:pt>
                <c:pt idx="537">
                  <c:v>1538.0</c:v>
                </c:pt>
                <c:pt idx="538">
                  <c:v>1539.0</c:v>
                </c:pt>
                <c:pt idx="539">
                  <c:v>1540.0</c:v>
                </c:pt>
                <c:pt idx="540">
                  <c:v>1541.0</c:v>
                </c:pt>
                <c:pt idx="541">
                  <c:v>1542.0</c:v>
                </c:pt>
                <c:pt idx="542">
                  <c:v>1543.0</c:v>
                </c:pt>
                <c:pt idx="543">
                  <c:v>1544.0</c:v>
                </c:pt>
                <c:pt idx="544">
                  <c:v>1545.0</c:v>
                </c:pt>
                <c:pt idx="545">
                  <c:v>1546.0</c:v>
                </c:pt>
                <c:pt idx="546">
                  <c:v>1547.0</c:v>
                </c:pt>
                <c:pt idx="547">
                  <c:v>1548.0</c:v>
                </c:pt>
                <c:pt idx="548">
                  <c:v>1549.0</c:v>
                </c:pt>
                <c:pt idx="549">
                  <c:v>1550.0</c:v>
                </c:pt>
                <c:pt idx="550">
                  <c:v>1551.0</c:v>
                </c:pt>
                <c:pt idx="551">
                  <c:v>1552.0</c:v>
                </c:pt>
                <c:pt idx="552">
                  <c:v>1553.0</c:v>
                </c:pt>
                <c:pt idx="553">
                  <c:v>1554.0</c:v>
                </c:pt>
                <c:pt idx="554">
                  <c:v>1555.0</c:v>
                </c:pt>
                <c:pt idx="555">
                  <c:v>1556.0</c:v>
                </c:pt>
                <c:pt idx="556">
                  <c:v>1557.0</c:v>
                </c:pt>
                <c:pt idx="557">
                  <c:v>1558.0</c:v>
                </c:pt>
                <c:pt idx="558">
                  <c:v>1559.0</c:v>
                </c:pt>
                <c:pt idx="559">
                  <c:v>1560.0</c:v>
                </c:pt>
                <c:pt idx="560">
                  <c:v>1561.0</c:v>
                </c:pt>
                <c:pt idx="561">
                  <c:v>1562.0</c:v>
                </c:pt>
                <c:pt idx="562">
                  <c:v>1563.0</c:v>
                </c:pt>
                <c:pt idx="563">
                  <c:v>1564.0</c:v>
                </c:pt>
                <c:pt idx="564">
                  <c:v>1565.0</c:v>
                </c:pt>
                <c:pt idx="565">
                  <c:v>1566.0</c:v>
                </c:pt>
                <c:pt idx="566">
                  <c:v>1567.0</c:v>
                </c:pt>
                <c:pt idx="567">
                  <c:v>1568.0</c:v>
                </c:pt>
                <c:pt idx="568">
                  <c:v>1569.0</c:v>
                </c:pt>
                <c:pt idx="569">
                  <c:v>1570.0</c:v>
                </c:pt>
                <c:pt idx="570">
                  <c:v>1571.0</c:v>
                </c:pt>
                <c:pt idx="571">
                  <c:v>1572.0</c:v>
                </c:pt>
                <c:pt idx="572">
                  <c:v>1573.0</c:v>
                </c:pt>
                <c:pt idx="573">
                  <c:v>1574.0</c:v>
                </c:pt>
                <c:pt idx="574">
                  <c:v>1575.0</c:v>
                </c:pt>
                <c:pt idx="575">
                  <c:v>1576.0</c:v>
                </c:pt>
                <c:pt idx="576">
                  <c:v>1577.0</c:v>
                </c:pt>
                <c:pt idx="577">
                  <c:v>1578.0</c:v>
                </c:pt>
                <c:pt idx="578">
                  <c:v>1579.0</c:v>
                </c:pt>
                <c:pt idx="579">
                  <c:v>1580.0</c:v>
                </c:pt>
                <c:pt idx="580">
                  <c:v>1581.0</c:v>
                </c:pt>
                <c:pt idx="581">
                  <c:v>1582.0</c:v>
                </c:pt>
                <c:pt idx="582">
                  <c:v>1583.0</c:v>
                </c:pt>
                <c:pt idx="583">
                  <c:v>1584.0</c:v>
                </c:pt>
                <c:pt idx="584">
                  <c:v>1585.0</c:v>
                </c:pt>
                <c:pt idx="585">
                  <c:v>1586.0</c:v>
                </c:pt>
                <c:pt idx="586">
                  <c:v>1587.0</c:v>
                </c:pt>
                <c:pt idx="587">
                  <c:v>1588.0</c:v>
                </c:pt>
                <c:pt idx="588">
                  <c:v>1589.0</c:v>
                </c:pt>
                <c:pt idx="589">
                  <c:v>1590.0</c:v>
                </c:pt>
                <c:pt idx="590">
                  <c:v>1591.0</c:v>
                </c:pt>
                <c:pt idx="591">
                  <c:v>1592.0</c:v>
                </c:pt>
                <c:pt idx="592">
                  <c:v>1593.0</c:v>
                </c:pt>
                <c:pt idx="593">
                  <c:v>1594.0</c:v>
                </c:pt>
                <c:pt idx="594">
                  <c:v>1595.0</c:v>
                </c:pt>
                <c:pt idx="595">
                  <c:v>1596.0</c:v>
                </c:pt>
                <c:pt idx="596">
                  <c:v>1597.0</c:v>
                </c:pt>
                <c:pt idx="597">
                  <c:v>1598.0</c:v>
                </c:pt>
                <c:pt idx="598">
                  <c:v>1599.0</c:v>
                </c:pt>
                <c:pt idx="599">
                  <c:v>1600.0</c:v>
                </c:pt>
                <c:pt idx="600">
                  <c:v>1601.0</c:v>
                </c:pt>
                <c:pt idx="601">
                  <c:v>1602.0</c:v>
                </c:pt>
                <c:pt idx="602">
                  <c:v>1603.0</c:v>
                </c:pt>
                <c:pt idx="603">
                  <c:v>1604.0</c:v>
                </c:pt>
                <c:pt idx="604">
                  <c:v>1605.0</c:v>
                </c:pt>
                <c:pt idx="605">
                  <c:v>1606.0</c:v>
                </c:pt>
                <c:pt idx="606">
                  <c:v>1607.0</c:v>
                </c:pt>
                <c:pt idx="607">
                  <c:v>1608.0</c:v>
                </c:pt>
                <c:pt idx="608">
                  <c:v>1609.0</c:v>
                </c:pt>
                <c:pt idx="609">
                  <c:v>1610.0</c:v>
                </c:pt>
                <c:pt idx="610">
                  <c:v>1611.0</c:v>
                </c:pt>
                <c:pt idx="611">
                  <c:v>1612.0</c:v>
                </c:pt>
                <c:pt idx="612">
                  <c:v>1613.0</c:v>
                </c:pt>
                <c:pt idx="613">
                  <c:v>1614.0</c:v>
                </c:pt>
                <c:pt idx="614">
                  <c:v>1615.0</c:v>
                </c:pt>
                <c:pt idx="615">
                  <c:v>1616.0</c:v>
                </c:pt>
                <c:pt idx="616">
                  <c:v>1617.0</c:v>
                </c:pt>
                <c:pt idx="617">
                  <c:v>1618.0</c:v>
                </c:pt>
                <c:pt idx="618">
                  <c:v>1619.0</c:v>
                </c:pt>
                <c:pt idx="619">
                  <c:v>1620.0</c:v>
                </c:pt>
                <c:pt idx="620">
                  <c:v>1621.0</c:v>
                </c:pt>
                <c:pt idx="621">
                  <c:v>1622.0</c:v>
                </c:pt>
                <c:pt idx="622">
                  <c:v>1623.0</c:v>
                </c:pt>
                <c:pt idx="623">
                  <c:v>1624.0</c:v>
                </c:pt>
                <c:pt idx="624">
                  <c:v>1625.0</c:v>
                </c:pt>
                <c:pt idx="625">
                  <c:v>1626.0</c:v>
                </c:pt>
                <c:pt idx="626">
                  <c:v>1627.0</c:v>
                </c:pt>
                <c:pt idx="627">
                  <c:v>1628.0</c:v>
                </c:pt>
                <c:pt idx="628">
                  <c:v>1629.0</c:v>
                </c:pt>
                <c:pt idx="629">
                  <c:v>1630.0</c:v>
                </c:pt>
                <c:pt idx="630">
                  <c:v>1631.0</c:v>
                </c:pt>
                <c:pt idx="631">
                  <c:v>1632.0</c:v>
                </c:pt>
                <c:pt idx="632">
                  <c:v>1633.0</c:v>
                </c:pt>
                <c:pt idx="633">
                  <c:v>1634.0</c:v>
                </c:pt>
                <c:pt idx="634">
                  <c:v>1635.0</c:v>
                </c:pt>
                <c:pt idx="635">
                  <c:v>1636.0</c:v>
                </c:pt>
                <c:pt idx="636">
                  <c:v>1637.0</c:v>
                </c:pt>
                <c:pt idx="637">
                  <c:v>1638.0</c:v>
                </c:pt>
                <c:pt idx="638">
                  <c:v>1639.0</c:v>
                </c:pt>
                <c:pt idx="639">
                  <c:v>1640.0</c:v>
                </c:pt>
                <c:pt idx="640">
                  <c:v>1641.0</c:v>
                </c:pt>
                <c:pt idx="641">
                  <c:v>1642.0</c:v>
                </c:pt>
                <c:pt idx="642">
                  <c:v>1643.0</c:v>
                </c:pt>
                <c:pt idx="643">
                  <c:v>1644.0</c:v>
                </c:pt>
                <c:pt idx="644">
                  <c:v>1645.0</c:v>
                </c:pt>
                <c:pt idx="645">
                  <c:v>1646.0</c:v>
                </c:pt>
                <c:pt idx="646">
                  <c:v>1647.0</c:v>
                </c:pt>
                <c:pt idx="647">
                  <c:v>1648.0</c:v>
                </c:pt>
                <c:pt idx="648">
                  <c:v>1649.0</c:v>
                </c:pt>
                <c:pt idx="649">
                  <c:v>1650.0</c:v>
                </c:pt>
                <c:pt idx="650">
                  <c:v>1651.0</c:v>
                </c:pt>
                <c:pt idx="651">
                  <c:v>1652.0</c:v>
                </c:pt>
                <c:pt idx="652">
                  <c:v>1653.0</c:v>
                </c:pt>
                <c:pt idx="653">
                  <c:v>1654.0</c:v>
                </c:pt>
                <c:pt idx="654">
                  <c:v>1655.0</c:v>
                </c:pt>
                <c:pt idx="655">
                  <c:v>1656.0</c:v>
                </c:pt>
                <c:pt idx="656">
                  <c:v>1657.0</c:v>
                </c:pt>
                <c:pt idx="657">
                  <c:v>1658.0</c:v>
                </c:pt>
                <c:pt idx="658">
                  <c:v>1659.0</c:v>
                </c:pt>
                <c:pt idx="659">
                  <c:v>1660.0</c:v>
                </c:pt>
                <c:pt idx="660">
                  <c:v>1661.0</c:v>
                </c:pt>
                <c:pt idx="661">
                  <c:v>1662.0</c:v>
                </c:pt>
                <c:pt idx="662">
                  <c:v>1663.0</c:v>
                </c:pt>
                <c:pt idx="663">
                  <c:v>1664.0</c:v>
                </c:pt>
                <c:pt idx="664">
                  <c:v>1665.0</c:v>
                </c:pt>
                <c:pt idx="665">
                  <c:v>1666.0</c:v>
                </c:pt>
                <c:pt idx="666">
                  <c:v>1667.0</c:v>
                </c:pt>
                <c:pt idx="667">
                  <c:v>1668.0</c:v>
                </c:pt>
                <c:pt idx="668">
                  <c:v>1669.0</c:v>
                </c:pt>
                <c:pt idx="669">
                  <c:v>1670.0</c:v>
                </c:pt>
                <c:pt idx="670">
                  <c:v>1671.0</c:v>
                </c:pt>
                <c:pt idx="671">
                  <c:v>1672.0</c:v>
                </c:pt>
                <c:pt idx="672">
                  <c:v>1673.0</c:v>
                </c:pt>
                <c:pt idx="673">
                  <c:v>1674.0</c:v>
                </c:pt>
                <c:pt idx="674">
                  <c:v>1675.0</c:v>
                </c:pt>
                <c:pt idx="675">
                  <c:v>1676.0</c:v>
                </c:pt>
                <c:pt idx="676">
                  <c:v>1677.0</c:v>
                </c:pt>
                <c:pt idx="677">
                  <c:v>1678.0</c:v>
                </c:pt>
                <c:pt idx="678">
                  <c:v>1679.0</c:v>
                </c:pt>
                <c:pt idx="679">
                  <c:v>1680.0</c:v>
                </c:pt>
                <c:pt idx="680">
                  <c:v>1681.0</c:v>
                </c:pt>
                <c:pt idx="681">
                  <c:v>1682.0</c:v>
                </c:pt>
                <c:pt idx="682">
                  <c:v>1683.0</c:v>
                </c:pt>
                <c:pt idx="683">
                  <c:v>1684.0</c:v>
                </c:pt>
                <c:pt idx="684">
                  <c:v>1685.0</c:v>
                </c:pt>
                <c:pt idx="685">
                  <c:v>1686.0</c:v>
                </c:pt>
                <c:pt idx="686">
                  <c:v>1687.0</c:v>
                </c:pt>
                <c:pt idx="687">
                  <c:v>1688.0</c:v>
                </c:pt>
                <c:pt idx="688">
                  <c:v>1689.0</c:v>
                </c:pt>
                <c:pt idx="689">
                  <c:v>1690.0</c:v>
                </c:pt>
                <c:pt idx="690">
                  <c:v>1691.0</c:v>
                </c:pt>
                <c:pt idx="691">
                  <c:v>1692.0</c:v>
                </c:pt>
                <c:pt idx="692">
                  <c:v>1693.0</c:v>
                </c:pt>
                <c:pt idx="693">
                  <c:v>1694.0</c:v>
                </c:pt>
                <c:pt idx="694">
                  <c:v>1695.0</c:v>
                </c:pt>
                <c:pt idx="695">
                  <c:v>1696.0</c:v>
                </c:pt>
                <c:pt idx="696">
                  <c:v>1697.0</c:v>
                </c:pt>
                <c:pt idx="697">
                  <c:v>1698.0</c:v>
                </c:pt>
                <c:pt idx="698">
                  <c:v>1699.0</c:v>
                </c:pt>
                <c:pt idx="699">
                  <c:v>1700.0</c:v>
                </c:pt>
                <c:pt idx="700">
                  <c:v>1701.0</c:v>
                </c:pt>
                <c:pt idx="701">
                  <c:v>1702.0</c:v>
                </c:pt>
                <c:pt idx="702">
                  <c:v>1703.0</c:v>
                </c:pt>
                <c:pt idx="703">
                  <c:v>1704.0</c:v>
                </c:pt>
                <c:pt idx="704">
                  <c:v>1705.0</c:v>
                </c:pt>
                <c:pt idx="705">
                  <c:v>1706.0</c:v>
                </c:pt>
                <c:pt idx="706">
                  <c:v>1707.0</c:v>
                </c:pt>
                <c:pt idx="707">
                  <c:v>1708.0</c:v>
                </c:pt>
                <c:pt idx="708">
                  <c:v>1709.0</c:v>
                </c:pt>
                <c:pt idx="709">
                  <c:v>1710.0</c:v>
                </c:pt>
                <c:pt idx="710">
                  <c:v>1711.0</c:v>
                </c:pt>
                <c:pt idx="711">
                  <c:v>1712.0</c:v>
                </c:pt>
                <c:pt idx="712">
                  <c:v>1713.0</c:v>
                </c:pt>
                <c:pt idx="713">
                  <c:v>1714.0</c:v>
                </c:pt>
                <c:pt idx="714">
                  <c:v>1715.0</c:v>
                </c:pt>
                <c:pt idx="715">
                  <c:v>1716.0</c:v>
                </c:pt>
                <c:pt idx="716">
                  <c:v>1717.0</c:v>
                </c:pt>
                <c:pt idx="717">
                  <c:v>1718.0</c:v>
                </c:pt>
                <c:pt idx="718">
                  <c:v>1719.0</c:v>
                </c:pt>
                <c:pt idx="719">
                  <c:v>1720.0</c:v>
                </c:pt>
                <c:pt idx="720">
                  <c:v>1721.0</c:v>
                </c:pt>
                <c:pt idx="721">
                  <c:v>1722.0</c:v>
                </c:pt>
                <c:pt idx="722">
                  <c:v>1723.0</c:v>
                </c:pt>
                <c:pt idx="723">
                  <c:v>1724.0</c:v>
                </c:pt>
                <c:pt idx="724">
                  <c:v>1725.0</c:v>
                </c:pt>
                <c:pt idx="725">
                  <c:v>1726.0</c:v>
                </c:pt>
                <c:pt idx="726">
                  <c:v>1727.0</c:v>
                </c:pt>
                <c:pt idx="727">
                  <c:v>1728.0</c:v>
                </c:pt>
                <c:pt idx="728">
                  <c:v>1729.0</c:v>
                </c:pt>
                <c:pt idx="729">
                  <c:v>1730.0</c:v>
                </c:pt>
                <c:pt idx="730">
                  <c:v>1731.0</c:v>
                </c:pt>
                <c:pt idx="731">
                  <c:v>1732.0</c:v>
                </c:pt>
                <c:pt idx="732">
                  <c:v>1733.0</c:v>
                </c:pt>
                <c:pt idx="733">
                  <c:v>1734.0</c:v>
                </c:pt>
                <c:pt idx="734">
                  <c:v>1735.0</c:v>
                </c:pt>
                <c:pt idx="735">
                  <c:v>1736.0</c:v>
                </c:pt>
                <c:pt idx="736">
                  <c:v>1737.0</c:v>
                </c:pt>
                <c:pt idx="737">
                  <c:v>1738.0</c:v>
                </c:pt>
                <c:pt idx="738">
                  <c:v>1739.0</c:v>
                </c:pt>
                <c:pt idx="739">
                  <c:v>1740.0</c:v>
                </c:pt>
                <c:pt idx="740">
                  <c:v>1741.0</c:v>
                </c:pt>
                <c:pt idx="741">
                  <c:v>1742.0</c:v>
                </c:pt>
                <c:pt idx="742">
                  <c:v>1743.0</c:v>
                </c:pt>
                <c:pt idx="743">
                  <c:v>1744.0</c:v>
                </c:pt>
                <c:pt idx="744">
                  <c:v>1745.0</c:v>
                </c:pt>
                <c:pt idx="745">
                  <c:v>1746.0</c:v>
                </c:pt>
                <c:pt idx="746">
                  <c:v>1747.0</c:v>
                </c:pt>
                <c:pt idx="747">
                  <c:v>1748.0</c:v>
                </c:pt>
                <c:pt idx="748">
                  <c:v>1749.0</c:v>
                </c:pt>
                <c:pt idx="749">
                  <c:v>1750.0</c:v>
                </c:pt>
                <c:pt idx="750">
                  <c:v>1751.0</c:v>
                </c:pt>
                <c:pt idx="751">
                  <c:v>1752.0</c:v>
                </c:pt>
                <c:pt idx="752">
                  <c:v>1753.0</c:v>
                </c:pt>
                <c:pt idx="753">
                  <c:v>1754.0</c:v>
                </c:pt>
                <c:pt idx="754">
                  <c:v>1755.0</c:v>
                </c:pt>
                <c:pt idx="755">
                  <c:v>1756.0</c:v>
                </c:pt>
                <c:pt idx="756">
                  <c:v>1757.0</c:v>
                </c:pt>
                <c:pt idx="757">
                  <c:v>1758.0</c:v>
                </c:pt>
                <c:pt idx="758">
                  <c:v>1759.0</c:v>
                </c:pt>
                <c:pt idx="759">
                  <c:v>1760.0</c:v>
                </c:pt>
                <c:pt idx="760">
                  <c:v>1761.0</c:v>
                </c:pt>
                <c:pt idx="761">
                  <c:v>1762.0</c:v>
                </c:pt>
                <c:pt idx="762">
                  <c:v>1763.0</c:v>
                </c:pt>
                <c:pt idx="763">
                  <c:v>1764.0</c:v>
                </c:pt>
                <c:pt idx="764">
                  <c:v>1765.0</c:v>
                </c:pt>
                <c:pt idx="765">
                  <c:v>1766.0</c:v>
                </c:pt>
                <c:pt idx="766">
                  <c:v>1767.0</c:v>
                </c:pt>
                <c:pt idx="767">
                  <c:v>1768.0</c:v>
                </c:pt>
                <c:pt idx="768">
                  <c:v>1769.0</c:v>
                </c:pt>
                <c:pt idx="769">
                  <c:v>1770.0</c:v>
                </c:pt>
                <c:pt idx="770">
                  <c:v>1771.0</c:v>
                </c:pt>
                <c:pt idx="771">
                  <c:v>1772.0</c:v>
                </c:pt>
                <c:pt idx="772">
                  <c:v>1773.0</c:v>
                </c:pt>
                <c:pt idx="773">
                  <c:v>1774.0</c:v>
                </c:pt>
                <c:pt idx="774">
                  <c:v>1775.0</c:v>
                </c:pt>
                <c:pt idx="775">
                  <c:v>1776.0</c:v>
                </c:pt>
                <c:pt idx="776">
                  <c:v>1777.0</c:v>
                </c:pt>
                <c:pt idx="777">
                  <c:v>1778.0</c:v>
                </c:pt>
                <c:pt idx="778">
                  <c:v>1779.0</c:v>
                </c:pt>
                <c:pt idx="779">
                  <c:v>1780.0</c:v>
                </c:pt>
                <c:pt idx="780">
                  <c:v>1781.0</c:v>
                </c:pt>
                <c:pt idx="781">
                  <c:v>1782.0</c:v>
                </c:pt>
                <c:pt idx="782">
                  <c:v>1783.0</c:v>
                </c:pt>
                <c:pt idx="783">
                  <c:v>1784.0</c:v>
                </c:pt>
                <c:pt idx="784">
                  <c:v>1785.0</c:v>
                </c:pt>
                <c:pt idx="785">
                  <c:v>1786.0</c:v>
                </c:pt>
                <c:pt idx="786">
                  <c:v>1787.0</c:v>
                </c:pt>
                <c:pt idx="787">
                  <c:v>1788.0</c:v>
                </c:pt>
                <c:pt idx="788">
                  <c:v>1789.0</c:v>
                </c:pt>
                <c:pt idx="789">
                  <c:v>1790.0</c:v>
                </c:pt>
                <c:pt idx="790">
                  <c:v>1791.0</c:v>
                </c:pt>
                <c:pt idx="791">
                  <c:v>1792.0</c:v>
                </c:pt>
                <c:pt idx="792">
                  <c:v>1793.0</c:v>
                </c:pt>
                <c:pt idx="793">
                  <c:v>1794.0</c:v>
                </c:pt>
                <c:pt idx="794">
                  <c:v>1795.0</c:v>
                </c:pt>
                <c:pt idx="795">
                  <c:v>1796.0</c:v>
                </c:pt>
                <c:pt idx="796">
                  <c:v>1797.0</c:v>
                </c:pt>
                <c:pt idx="797">
                  <c:v>1798.0</c:v>
                </c:pt>
                <c:pt idx="798">
                  <c:v>1799.0</c:v>
                </c:pt>
                <c:pt idx="799">
                  <c:v>1800.0</c:v>
                </c:pt>
                <c:pt idx="800">
                  <c:v>1801.0</c:v>
                </c:pt>
                <c:pt idx="801">
                  <c:v>1802.0</c:v>
                </c:pt>
                <c:pt idx="802">
                  <c:v>1803.0</c:v>
                </c:pt>
                <c:pt idx="803">
                  <c:v>1804.0</c:v>
                </c:pt>
                <c:pt idx="804">
                  <c:v>1805.0</c:v>
                </c:pt>
                <c:pt idx="805">
                  <c:v>1806.0</c:v>
                </c:pt>
                <c:pt idx="806">
                  <c:v>1807.0</c:v>
                </c:pt>
                <c:pt idx="807">
                  <c:v>1808.0</c:v>
                </c:pt>
                <c:pt idx="808">
                  <c:v>1809.0</c:v>
                </c:pt>
                <c:pt idx="809">
                  <c:v>1810.0</c:v>
                </c:pt>
                <c:pt idx="810">
                  <c:v>1811.0</c:v>
                </c:pt>
                <c:pt idx="811">
                  <c:v>1812.0</c:v>
                </c:pt>
                <c:pt idx="812">
                  <c:v>1813.0</c:v>
                </c:pt>
                <c:pt idx="813">
                  <c:v>1814.0</c:v>
                </c:pt>
                <c:pt idx="814">
                  <c:v>1815.0</c:v>
                </c:pt>
                <c:pt idx="815">
                  <c:v>1816.0</c:v>
                </c:pt>
                <c:pt idx="816">
                  <c:v>1817.0</c:v>
                </c:pt>
                <c:pt idx="817">
                  <c:v>1818.0</c:v>
                </c:pt>
                <c:pt idx="818">
                  <c:v>1819.0</c:v>
                </c:pt>
                <c:pt idx="819">
                  <c:v>1820.0</c:v>
                </c:pt>
                <c:pt idx="820">
                  <c:v>1821.0</c:v>
                </c:pt>
                <c:pt idx="821">
                  <c:v>1822.0</c:v>
                </c:pt>
                <c:pt idx="822">
                  <c:v>1823.0</c:v>
                </c:pt>
                <c:pt idx="823">
                  <c:v>1824.0</c:v>
                </c:pt>
                <c:pt idx="824">
                  <c:v>1825.0</c:v>
                </c:pt>
                <c:pt idx="825">
                  <c:v>1826.0</c:v>
                </c:pt>
                <c:pt idx="826">
                  <c:v>1827.0</c:v>
                </c:pt>
                <c:pt idx="827">
                  <c:v>1828.0</c:v>
                </c:pt>
                <c:pt idx="828">
                  <c:v>1829.0</c:v>
                </c:pt>
                <c:pt idx="829">
                  <c:v>1830.0</c:v>
                </c:pt>
                <c:pt idx="830">
                  <c:v>1831.0</c:v>
                </c:pt>
                <c:pt idx="831">
                  <c:v>1832.0</c:v>
                </c:pt>
                <c:pt idx="832">
                  <c:v>1833.0</c:v>
                </c:pt>
                <c:pt idx="833">
                  <c:v>1834.0</c:v>
                </c:pt>
                <c:pt idx="834">
                  <c:v>1835.0</c:v>
                </c:pt>
                <c:pt idx="835">
                  <c:v>1836.0</c:v>
                </c:pt>
                <c:pt idx="836">
                  <c:v>1837.0</c:v>
                </c:pt>
                <c:pt idx="837">
                  <c:v>1838.0</c:v>
                </c:pt>
                <c:pt idx="838">
                  <c:v>1839.0</c:v>
                </c:pt>
                <c:pt idx="839">
                  <c:v>1840.0</c:v>
                </c:pt>
                <c:pt idx="840">
                  <c:v>1841.0</c:v>
                </c:pt>
                <c:pt idx="841">
                  <c:v>1842.0</c:v>
                </c:pt>
                <c:pt idx="842">
                  <c:v>1843.0</c:v>
                </c:pt>
                <c:pt idx="843">
                  <c:v>1844.0</c:v>
                </c:pt>
                <c:pt idx="844">
                  <c:v>1845.0</c:v>
                </c:pt>
                <c:pt idx="845">
                  <c:v>1846.0</c:v>
                </c:pt>
                <c:pt idx="846">
                  <c:v>1847.0</c:v>
                </c:pt>
                <c:pt idx="847">
                  <c:v>1848.0</c:v>
                </c:pt>
                <c:pt idx="848">
                  <c:v>1849.0</c:v>
                </c:pt>
                <c:pt idx="849">
                  <c:v>1850.0</c:v>
                </c:pt>
                <c:pt idx="850">
                  <c:v>1851.0</c:v>
                </c:pt>
                <c:pt idx="851">
                  <c:v>1852.0</c:v>
                </c:pt>
                <c:pt idx="852">
                  <c:v>1853.0</c:v>
                </c:pt>
                <c:pt idx="853">
                  <c:v>1854.0</c:v>
                </c:pt>
                <c:pt idx="854">
                  <c:v>1855.0</c:v>
                </c:pt>
                <c:pt idx="855">
                  <c:v>1856.0</c:v>
                </c:pt>
                <c:pt idx="856">
                  <c:v>1857.0</c:v>
                </c:pt>
                <c:pt idx="857">
                  <c:v>1858.0</c:v>
                </c:pt>
                <c:pt idx="858">
                  <c:v>1859.0</c:v>
                </c:pt>
                <c:pt idx="859">
                  <c:v>1860.0</c:v>
                </c:pt>
                <c:pt idx="860">
                  <c:v>1861.0</c:v>
                </c:pt>
                <c:pt idx="861">
                  <c:v>1862.0</c:v>
                </c:pt>
                <c:pt idx="862">
                  <c:v>1863.0</c:v>
                </c:pt>
                <c:pt idx="863">
                  <c:v>1864.0</c:v>
                </c:pt>
                <c:pt idx="864">
                  <c:v>1865.0</c:v>
                </c:pt>
                <c:pt idx="865">
                  <c:v>1866.0</c:v>
                </c:pt>
                <c:pt idx="866">
                  <c:v>1867.0</c:v>
                </c:pt>
                <c:pt idx="867">
                  <c:v>1868.0</c:v>
                </c:pt>
                <c:pt idx="868">
                  <c:v>1869.0</c:v>
                </c:pt>
                <c:pt idx="869">
                  <c:v>1870.0</c:v>
                </c:pt>
                <c:pt idx="870">
                  <c:v>1871.0</c:v>
                </c:pt>
                <c:pt idx="871">
                  <c:v>1872.0</c:v>
                </c:pt>
                <c:pt idx="872">
                  <c:v>1873.0</c:v>
                </c:pt>
                <c:pt idx="873">
                  <c:v>1874.0</c:v>
                </c:pt>
                <c:pt idx="874">
                  <c:v>1875.0</c:v>
                </c:pt>
                <c:pt idx="875">
                  <c:v>1876.0</c:v>
                </c:pt>
                <c:pt idx="876">
                  <c:v>1877.0</c:v>
                </c:pt>
                <c:pt idx="877">
                  <c:v>1878.0</c:v>
                </c:pt>
                <c:pt idx="878">
                  <c:v>1879.0</c:v>
                </c:pt>
                <c:pt idx="879">
                  <c:v>1880.0</c:v>
                </c:pt>
                <c:pt idx="880">
                  <c:v>1881.0</c:v>
                </c:pt>
                <c:pt idx="881">
                  <c:v>1882.0</c:v>
                </c:pt>
                <c:pt idx="882">
                  <c:v>1883.0</c:v>
                </c:pt>
                <c:pt idx="883">
                  <c:v>1884.0</c:v>
                </c:pt>
                <c:pt idx="884">
                  <c:v>1885.0</c:v>
                </c:pt>
                <c:pt idx="885">
                  <c:v>1886.0</c:v>
                </c:pt>
                <c:pt idx="886">
                  <c:v>1887.0</c:v>
                </c:pt>
                <c:pt idx="887">
                  <c:v>1888.0</c:v>
                </c:pt>
                <c:pt idx="888">
                  <c:v>1889.0</c:v>
                </c:pt>
                <c:pt idx="889">
                  <c:v>1890.0</c:v>
                </c:pt>
                <c:pt idx="890">
                  <c:v>1891.0</c:v>
                </c:pt>
                <c:pt idx="891">
                  <c:v>1892.0</c:v>
                </c:pt>
                <c:pt idx="892">
                  <c:v>1893.0</c:v>
                </c:pt>
                <c:pt idx="893">
                  <c:v>1894.0</c:v>
                </c:pt>
                <c:pt idx="894">
                  <c:v>1895.0</c:v>
                </c:pt>
                <c:pt idx="895">
                  <c:v>1896.0</c:v>
                </c:pt>
                <c:pt idx="896">
                  <c:v>1897.0</c:v>
                </c:pt>
                <c:pt idx="897">
                  <c:v>1898.0</c:v>
                </c:pt>
                <c:pt idx="898">
                  <c:v>1899.0</c:v>
                </c:pt>
                <c:pt idx="899">
                  <c:v>1900.0</c:v>
                </c:pt>
                <c:pt idx="900">
                  <c:v>1901.0</c:v>
                </c:pt>
                <c:pt idx="901">
                  <c:v>1902.0</c:v>
                </c:pt>
                <c:pt idx="902">
                  <c:v>1903.0</c:v>
                </c:pt>
                <c:pt idx="903">
                  <c:v>1904.0</c:v>
                </c:pt>
                <c:pt idx="904">
                  <c:v>1905.0</c:v>
                </c:pt>
                <c:pt idx="905">
                  <c:v>1906.0</c:v>
                </c:pt>
                <c:pt idx="906">
                  <c:v>1907.0</c:v>
                </c:pt>
                <c:pt idx="907">
                  <c:v>1908.0</c:v>
                </c:pt>
                <c:pt idx="908">
                  <c:v>1909.0</c:v>
                </c:pt>
                <c:pt idx="909">
                  <c:v>1910.0</c:v>
                </c:pt>
                <c:pt idx="910">
                  <c:v>1911.0</c:v>
                </c:pt>
                <c:pt idx="911">
                  <c:v>1912.0</c:v>
                </c:pt>
                <c:pt idx="912">
                  <c:v>1913.0</c:v>
                </c:pt>
                <c:pt idx="913">
                  <c:v>1914.0</c:v>
                </c:pt>
                <c:pt idx="914">
                  <c:v>1915.0</c:v>
                </c:pt>
                <c:pt idx="915">
                  <c:v>1916.0</c:v>
                </c:pt>
                <c:pt idx="916">
                  <c:v>1917.0</c:v>
                </c:pt>
                <c:pt idx="917">
                  <c:v>1918.0</c:v>
                </c:pt>
                <c:pt idx="918">
                  <c:v>1919.0</c:v>
                </c:pt>
                <c:pt idx="919">
                  <c:v>1920.0</c:v>
                </c:pt>
                <c:pt idx="920">
                  <c:v>1921.0</c:v>
                </c:pt>
                <c:pt idx="921">
                  <c:v>1922.0</c:v>
                </c:pt>
                <c:pt idx="922">
                  <c:v>1923.0</c:v>
                </c:pt>
                <c:pt idx="923">
                  <c:v>1924.0</c:v>
                </c:pt>
                <c:pt idx="924">
                  <c:v>1925.0</c:v>
                </c:pt>
                <c:pt idx="925">
                  <c:v>1926.0</c:v>
                </c:pt>
                <c:pt idx="926">
                  <c:v>1927.0</c:v>
                </c:pt>
                <c:pt idx="927">
                  <c:v>1928.0</c:v>
                </c:pt>
                <c:pt idx="928">
                  <c:v>1929.0</c:v>
                </c:pt>
                <c:pt idx="929">
                  <c:v>1930.0</c:v>
                </c:pt>
                <c:pt idx="930">
                  <c:v>1931.0</c:v>
                </c:pt>
                <c:pt idx="931">
                  <c:v>1932.0</c:v>
                </c:pt>
                <c:pt idx="932">
                  <c:v>1933.0</c:v>
                </c:pt>
                <c:pt idx="933">
                  <c:v>1934.0</c:v>
                </c:pt>
                <c:pt idx="934">
                  <c:v>1935.0</c:v>
                </c:pt>
                <c:pt idx="935">
                  <c:v>1936.0</c:v>
                </c:pt>
                <c:pt idx="936">
                  <c:v>1937.0</c:v>
                </c:pt>
                <c:pt idx="937">
                  <c:v>1938.0</c:v>
                </c:pt>
                <c:pt idx="938">
                  <c:v>1939.0</c:v>
                </c:pt>
                <c:pt idx="939">
                  <c:v>1940.0</c:v>
                </c:pt>
                <c:pt idx="940">
                  <c:v>1941.0</c:v>
                </c:pt>
                <c:pt idx="941">
                  <c:v>1942.0</c:v>
                </c:pt>
                <c:pt idx="942">
                  <c:v>1943.0</c:v>
                </c:pt>
                <c:pt idx="943">
                  <c:v>1944.0</c:v>
                </c:pt>
                <c:pt idx="944">
                  <c:v>1945.0</c:v>
                </c:pt>
                <c:pt idx="945">
                  <c:v>1946.0</c:v>
                </c:pt>
                <c:pt idx="946">
                  <c:v>1947.0</c:v>
                </c:pt>
                <c:pt idx="947">
                  <c:v>1948.0</c:v>
                </c:pt>
                <c:pt idx="948">
                  <c:v>1949.0</c:v>
                </c:pt>
                <c:pt idx="949">
                  <c:v>1950.0</c:v>
                </c:pt>
                <c:pt idx="950">
                  <c:v>1951.0</c:v>
                </c:pt>
                <c:pt idx="951">
                  <c:v>1952.0</c:v>
                </c:pt>
                <c:pt idx="952">
                  <c:v>1953.0</c:v>
                </c:pt>
                <c:pt idx="953">
                  <c:v>1954.0</c:v>
                </c:pt>
                <c:pt idx="954">
                  <c:v>1955.0</c:v>
                </c:pt>
                <c:pt idx="955">
                  <c:v>1956.0</c:v>
                </c:pt>
                <c:pt idx="956">
                  <c:v>1957.0</c:v>
                </c:pt>
                <c:pt idx="957">
                  <c:v>1958.0</c:v>
                </c:pt>
                <c:pt idx="958">
                  <c:v>1959.0</c:v>
                </c:pt>
                <c:pt idx="959">
                  <c:v>1960.0</c:v>
                </c:pt>
                <c:pt idx="960">
                  <c:v>1961.0</c:v>
                </c:pt>
                <c:pt idx="961">
                  <c:v>1962.0</c:v>
                </c:pt>
                <c:pt idx="962">
                  <c:v>1963.0</c:v>
                </c:pt>
                <c:pt idx="963">
                  <c:v>1964.0</c:v>
                </c:pt>
                <c:pt idx="964">
                  <c:v>1965.0</c:v>
                </c:pt>
                <c:pt idx="965">
                  <c:v>1966.0</c:v>
                </c:pt>
                <c:pt idx="966">
                  <c:v>1967.0</c:v>
                </c:pt>
                <c:pt idx="967">
                  <c:v>1968.0</c:v>
                </c:pt>
                <c:pt idx="968">
                  <c:v>1969.0</c:v>
                </c:pt>
                <c:pt idx="969">
                  <c:v>1970.0</c:v>
                </c:pt>
                <c:pt idx="970">
                  <c:v>1971.0</c:v>
                </c:pt>
                <c:pt idx="971">
                  <c:v>1972.0</c:v>
                </c:pt>
                <c:pt idx="972">
                  <c:v>1973.0</c:v>
                </c:pt>
                <c:pt idx="973">
                  <c:v>1974.0</c:v>
                </c:pt>
                <c:pt idx="974">
                  <c:v>1975.0</c:v>
                </c:pt>
                <c:pt idx="975">
                  <c:v>1976.0</c:v>
                </c:pt>
                <c:pt idx="976">
                  <c:v>1977.0</c:v>
                </c:pt>
                <c:pt idx="977">
                  <c:v>1978.0</c:v>
                </c:pt>
                <c:pt idx="978">
                  <c:v>1979.0</c:v>
                </c:pt>
                <c:pt idx="979">
                  <c:v>1980.0</c:v>
                </c:pt>
                <c:pt idx="980">
                  <c:v>1981.0</c:v>
                </c:pt>
                <c:pt idx="981">
                  <c:v>1982.0</c:v>
                </c:pt>
                <c:pt idx="982">
                  <c:v>1983.0</c:v>
                </c:pt>
                <c:pt idx="983">
                  <c:v>1984.0</c:v>
                </c:pt>
                <c:pt idx="984">
                  <c:v>1985.0</c:v>
                </c:pt>
                <c:pt idx="985">
                  <c:v>1986.0</c:v>
                </c:pt>
                <c:pt idx="986">
                  <c:v>1987.0</c:v>
                </c:pt>
                <c:pt idx="987">
                  <c:v>1988.0</c:v>
                </c:pt>
                <c:pt idx="988">
                  <c:v>1989.0</c:v>
                </c:pt>
                <c:pt idx="989">
                  <c:v>1990.0</c:v>
                </c:pt>
                <c:pt idx="990">
                  <c:v>1991.0</c:v>
                </c:pt>
                <c:pt idx="991">
                  <c:v>1992.0</c:v>
                </c:pt>
                <c:pt idx="992">
                  <c:v>1993.0</c:v>
                </c:pt>
                <c:pt idx="993">
                  <c:v>1994.0</c:v>
                </c:pt>
                <c:pt idx="994">
                  <c:v>1995.0</c:v>
                </c:pt>
                <c:pt idx="995">
                  <c:v>1996.0</c:v>
                </c:pt>
                <c:pt idx="996">
                  <c:v>1997.0</c:v>
                </c:pt>
                <c:pt idx="997">
                  <c:v>1998.0</c:v>
                </c:pt>
                <c:pt idx="998">
                  <c:v>1999.0</c:v>
                </c:pt>
                <c:pt idx="999">
                  <c:v>2000.0</c:v>
                </c:pt>
              </c:numCache>
            </c:numRef>
          </c:xVal>
          <c:yVal>
            <c:numRef>
              <c:f>Sheet1!$B$5012:$B$6011</c:f>
              <c:numCache>
                <c:formatCode>General</c:formatCode>
                <c:ptCount val="1000"/>
                <c:pt idx="0">
                  <c:v>0.022867041</c:v>
                </c:pt>
                <c:pt idx="1">
                  <c:v>0.011493649</c:v>
                </c:pt>
                <c:pt idx="2">
                  <c:v>0.0050080205</c:v>
                </c:pt>
                <c:pt idx="3">
                  <c:v>0.0038130846</c:v>
                </c:pt>
                <c:pt idx="4">
                  <c:v>0.0032111616</c:v>
                </c:pt>
                <c:pt idx="5">
                  <c:v>0.002701355</c:v>
                </c:pt>
                <c:pt idx="6">
                  <c:v>0.0021942274</c:v>
                </c:pt>
                <c:pt idx="7">
                  <c:v>0.0019880885</c:v>
                </c:pt>
                <c:pt idx="8">
                  <c:v>0.0019168047</c:v>
                </c:pt>
                <c:pt idx="9">
                  <c:v>0.0019767317</c:v>
                </c:pt>
                <c:pt idx="10">
                  <c:v>0.0020522394</c:v>
                </c:pt>
                <c:pt idx="11">
                  <c:v>0.0020601964</c:v>
                </c:pt>
                <c:pt idx="12">
                  <c:v>0.0021108112</c:v>
                </c:pt>
                <c:pt idx="13">
                  <c:v>0.0014256518</c:v>
                </c:pt>
                <c:pt idx="14">
                  <c:v>0.0012525521</c:v>
                </c:pt>
                <c:pt idx="15">
                  <c:v>0.0012425582</c:v>
                </c:pt>
                <c:pt idx="16">
                  <c:v>0.00089443795</c:v>
                </c:pt>
                <c:pt idx="17">
                  <c:v>0.00083591406</c:v>
                </c:pt>
                <c:pt idx="18">
                  <c:v>0.0007926722</c:v>
                </c:pt>
                <c:pt idx="19">
                  <c:v>0.00089741245</c:v>
                </c:pt>
                <c:pt idx="20">
                  <c:v>0.0010825282</c:v>
                </c:pt>
                <c:pt idx="21">
                  <c:v>0.0012923386</c:v>
                </c:pt>
                <c:pt idx="22">
                  <c:v>0.0013650995</c:v>
                </c:pt>
                <c:pt idx="23">
                  <c:v>0.0013415443</c:v>
                </c:pt>
                <c:pt idx="24">
                  <c:v>0.0010096631</c:v>
                </c:pt>
                <c:pt idx="25">
                  <c:v>0.00096597362</c:v>
                </c:pt>
                <c:pt idx="26">
                  <c:v>0.00083278404</c:v>
                </c:pt>
                <c:pt idx="27">
                  <c:v>0.0009615235</c:v>
                </c:pt>
                <c:pt idx="28">
                  <c:v>0.00097219098</c:v>
                </c:pt>
                <c:pt idx="29">
                  <c:v>0.0010823507</c:v>
                </c:pt>
                <c:pt idx="30">
                  <c:v>0.0011577998</c:v>
                </c:pt>
                <c:pt idx="31">
                  <c:v>0.0011613876</c:v>
                </c:pt>
                <c:pt idx="32">
                  <c:v>0.0012307917</c:v>
                </c:pt>
                <c:pt idx="33">
                  <c:v>0.0010336165</c:v>
                </c:pt>
                <c:pt idx="34">
                  <c:v>0.00088421945</c:v>
                </c:pt>
                <c:pt idx="35">
                  <c:v>0.00083172231</c:v>
                </c:pt>
                <c:pt idx="36">
                  <c:v>0.00093463</c:v>
                </c:pt>
                <c:pt idx="37">
                  <c:v>0.0009597683</c:v>
                </c:pt>
                <c:pt idx="38">
                  <c:v>0.0010048788</c:v>
                </c:pt>
                <c:pt idx="39">
                  <c:v>0.00097793116</c:v>
                </c:pt>
                <c:pt idx="40">
                  <c:v>0.00091455119</c:v>
                </c:pt>
                <c:pt idx="41">
                  <c:v>0.0009084463</c:v>
                </c:pt>
                <c:pt idx="42">
                  <c:v>0.00073035445</c:v>
                </c:pt>
                <c:pt idx="43">
                  <c:v>0.00068269345</c:v>
                </c:pt>
                <c:pt idx="44">
                  <c:v>0.00075814102</c:v>
                </c:pt>
                <c:pt idx="45">
                  <c:v>0.00059094528</c:v>
                </c:pt>
                <c:pt idx="46">
                  <c:v>0.00059129554</c:v>
                </c:pt>
                <c:pt idx="47">
                  <c:v>0.00055457147</c:v>
                </c:pt>
                <c:pt idx="48">
                  <c:v>0.00051819761</c:v>
                </c:pt>
                <c:pt idx="49">
                  <c:v>0.00048582125</c:v>
                </c:pt>
                <c:pt idx="50">
                  <c:v>0.00050565105</c:v>
                </c:pt>
                <c:pt idx="51">
                  <c:v>0.00054533563</c:v>
                </c:pt>
                <c:pt idx="52">
                  <c:v>0.00064216994</c:v>
                </c:pt>
                <c:pt idx="53">
                  <c:v>0.0007322561</c:v>
                </c:pt>
                <c:pt idx="54">
                  <c:v>0.00083298644</c:v>
                </c:pt>
                <c:pt idx="55">
                  <c:v>0.00081325048</c:v>
                </c:pt>
                <c:pt idx="56">
                  <c:v>0.00098929894</c:v>
                </c:pt>
                <c:pt idx="57">
                  <c:v>0.0008048191</c:v>
                </c:pt>
                <c:pt idx="58">
                  <c:v>0.00081507144</c:v>
                </c:pt>
                <c:pt idx="59">
                  <c:v>0.00096024041</c:v>
                </c:pt>
                <c:pt idx="60">
                  <c:v>0.00088744847</c:v>
                </c:pt>
                <c:pt idx="61">
                  <c:v>0.00083391121</c:v>
                </c:pt>
                <c:pt idx="62">
                  <c:v>0.00084114495</c:v>
                </c:pt>
                <c:pt idx="63">
                  <c:v>0.00081827475</c:v>
                </c:pt>
                <c:pt idx="64">
                  <c:v>0.00067799129</c:v>
                </c:pt>
                <c:pt idx="65">
                  <c:v>0.0005868336</c:v>
                </c:pt>
                <c:pt idx="66">
                  <c:v>0.00071230539</c:v>
                </c:pt>
                <c:pt idx="67">
                  <c:v>0.00062141401</c:v>
                </c:pt>
                <c:pt idx="68">
                  <c:v>0.00064279902</c:v>
                </c:pt>
                <c:pt idx="69">
                  <c:v>0.00067858295</c:v>
                </c:pt>
                <c:pt idx="70">
                  <c:v>0.00072773477</c:v>
                </c:pt>
                <c:pt idx="71">
                  <c:v>0.0007261698</c:v>
                </c:pt>
                <c:pt idx="72">
                  <c:v>0.00067317937</c:v>
                </c:pt>
                <c:pt idx="73">
                  <c:v>0.00067427883</c:v>
                </c:pt>
                <c:pt idx="74">
                  <c:v>0.00070409107</c:v>
                </c:pt>
                <c:pt idx="75">
                  <c:v>0.00083212191</c:v>
                </c:pt>
                <c:pt idx="76">
                  <c:v>0.00092949748</c:v>
                </c:pt>
                <c:pt idx="77">
                  <c:v>0.0011202337</c:v>
                </c:pt>
                <c:pt idx="78">
                  <c:v>0.0012344732</c:v>
                </c:pt>
                <c:pt idx="79">
                  <c:v>0.001076234</c:v>
                </c:pt>
                <c:pt idx="80">
                  <c:v>0.0011302895</c:v>
                </c:pt>
                <c:pt idx="81">
                  <c:v>0.001362421</c:v>
                </c:pt>
                <c:pt idx="82">
                  <c:v>0.0012663702</c:v>
                </c:pt>
                <c:pt idx="83">
                  <c:v>0.0012775308</c:v>
                </c:pt>
                <c:pt idx="84">
                  <c:v>0.0013139447</c:v>
                </c:pt>
                <c:pt idx="85">
                  <c:v>0.0016323451</c:v>
                </c:pt>
                <c:pt idx="86">
                  <c:v>0.001622397</c:v>
                </c:pt>
                <c:pt idx="87">
                  <c:v>0.0015792301</c:v>
                </c:pt>
                <c:pt idx="88">
                  <c:v>0.0016065418</c:v>
                </c:pt>
                <c:pt idx="89">
                  <c:v>0.0016741808</c:v>
                </c:pt>
                <c:pt idx="90">
                  <c:v>0.0016426803</c:v>
                </c:pt>
                <c:pt idx="91">
                  <c:v>0.0014538537</c:v>
                </c:pt>
                <c:pt idx="92">
                  <c:v>0.001452125</c:v>
                </c:pt>
                <c:pt idx="93">
                  <c:v>0.0014194028</c:v>
                </c:pt>
                <c:pt idx="94">
                  <c:v>0.0013841867</c:v>
                </c:pt>
                <c:pt idx="95">
                  <c:v>0.0013868065</c:v>
                </c:pt>
                <c:pt idx="96">
                  <c:v>0.0013251917</c:v>
                </c:pt>
                <c:pt idx="97">
                  <c:v>0.00121507</c:v>
                </c:pt>
                <c:pt idx="98">
                  <c:v>0.0011574885</c:v>
                </c:pt>
                <c:pt idx="99">
                  <c:v>0.0011940254</c:v>
                </c:pt>
                <c:pt idx="100">
                  <c:v>0.0013619398</c:v>
                </c:pt>
                <c:pt idx="101">
                  <c:v>0.0013698239</c:v>
                </c:pt>
                <c:pt idx="102">
                  <c:v>0.0013990665</c:v>
                </c:pt>
                <c:pt idx="103">
                  <c:v>0.0013475584</c:v>
                </c:pt>
                <c:pt idx="104">
                  <c:v>0.0014689251</c:v>
                </c:pt>
                <c:pt idx="105">
                  <c:v>0.00168675</c:v>
                </c:pt>
                <c:pt idx="106">
                  <c:v>0.0018799814</c:v>
                </c:pt>
                <c:pt idx="107">
                  <c:v>0.0018892812</c:v>
                </c:pt>
                <c:pt idx="108">
                  <c:v>0.0017277052</c:v>
                </c:pt>
                <c:pt idx="109">
                  <c:v>0.0017518571</c:v>
                </c:pt>
                <c:pt idx="110">
                  <c:v>0.0018978861</c:v>
                </c:pt>
                <c:pt idx="111">
                  <c:v>0.0019165782</c:v>
                </c:pt>
                <c:pt idx="112">
                  <c:v>0.0020391263</c:v>
                </c:pt>
                <c:pt idx="113">
                  <c:v>0.002221614</c:v>
                </c:pt>
                <c:pt idx="114">
                  <c:v>0.0020028731</c:v>
                </c:pt>
                <c:pt idx="115">
                  <c:v>0.001899071</c:v>
                </c:pt>
                <c:pt idx="116">
                  <c:v>0.0017703964</c:v>
                </c:pt>
                <c:pt idx="117">
                  <c:v>0.0017445899</c:v>
                </c:pt>
                <c:pt idx="118">
                  <c:v>0.00187774</c:v>
                </c:pt>
                <c:pt idx="119">
                  <c:v>0.0019581058</c:v>
                </c:pt>
                <c:pt idx="120">
                  <c:v>0.001927543</c:v>
                </c:pt>
                <c:pt idx="121">
                  <c:v>0.0018936957</c:v>
                </c:pt>
                <c:pt idx="122">
                  <c:v>0.0018700811</c:v>
                </c:pt>
                <c:pt idx="123">
                  <c:v>0.0018216702</c:v>
                </c:pt>
                <c:pt idx="124">
                  <c:v>0.0019476619</c:v>
                </c:pt>
                <c:pt idx="125">
                  <c:v>0.0020658936</c:v>
                </c:pt>
                <c:pt idx="126">
                  <c:v>0.0020651749</c:v>
                </c:pt>
                <c:pt idx="127">
                  <c:v>0.0020899876</c:v>
                </c:pt>
                <c:pt idx="128">
                  <c:v>0.0021828579</c:v>
                </c:pt>
                <c:pt idx="129">
                  <c:v>0.0022954637</c:v>
                </c:pt>
                <c:pt idx="130">
                  <c:v>0.0024628724</c:v>
                </c:pt>
                <c:pt idx="131">
                  <c:v>0.0021827279</c:v>
                </c:pt>
                <c:pt idx="132">
                  <c:v>0.0019742031</c:v>
                </c:pt>
                <c:pt idx="133">
                  <c:v>0.001943592</c:v>
                </c:pt>
                <c:pt idx="134">
                  <c:v>0.0019000701</c:v>
                </c:pt>
                <c:pt idx="135">
                  <c:v>0.0018991217</c:v>
                </c:pt>
                <c:pt idx="136">
                  <c:v>0.001734527</c:v>
                </c:pt>
                <c:pt idx="137">
                  <c:v>0.00157016</c:v>
                </c:pt>
                <c:pt idx="138">
                  <c:v>0.0016344206</c:v>
                </c:pt>
                <c:pt idx="139">
                  <c:v>0.001707444</c:v>
                </c:pt>
                <c:pt idx="140">
                  <c:v>0.0018013667</c:v>
                </c:pt>
                <c:pt idx="141">
                  <c:v>0.0017377537</c:v>
                </c:pt>
                <c:pt idx="142">
                  <c:v>0.0017766205</c:v>
                </c:pt>
                <c:pt idx="143">
                  <c:v>0.0015034658</c:v>
                </c:pt>
                <c:pt idx="144">
                  <c:v>0.001534205</c:v>
                </c:pt>
                <c:pt idx="145">
                  <c:v>0.0015819403</c:v>
                </c:pt>
                <c:pt idx="146">
                  <c:v>0.0016505385</c:v>
                </c:pt>
                <c:pt idx="147">
                  <c:v>0.0016020959</c:v>
                </c:pt>
                <c:pt idx="148">
                  <c:v>0.0017367909</c:v>
                </c:pt>
                <c:pt idx="149">
                  <c:v>0.0018169043</c:v>
                </c:pt>
                <c:pt idx="150">
                  <c:v>0.0020423591</c:v>
                </c:pt>
                <c:pt idx="151">
                  <c:v>0.0020827857</c:v>
                </c:pt>
                <c:pt idx="152">
                  <c:v>0.0020480226</c:v>
                </c:pt>
                <c:pt idx="153">
                  <c:v>0.002134357</c:v>
                </c:pt>
                <c:pt idx="154">
                  <c:v>0.0020465671</c:v>
                </c:pt>
                <c:pt idx="155">
                  <c:v>0.0019449895</c:v>
                </c:pt>
                <c:pt idx="156">
                  <c:v>0.0019006549</c:v>
                </c:pt>
                <c:pt idx="157">
                  <c:v>0.0015612617</c:v>
                </c:pt>
                <c:pt idx="158">
                  <c:v>0.0014341861</c:v>
                </c:pt>
                <c:pt idx="159">
                  <c:v>0.0013519682</c:v>
                </c:pt>
                <c:pt idx="160">
                  <c:v>0.0013811627</c:v>
                </c:pt>
                <c:pt idx="161">
                  <c:v>0.001419514</c:v>
                </c:pt>
                <c:pt idx="162">
                  <c:v>0.0013258732</c:v>
                </c:pt>
                <c:pt idx="163">
                  <c:v>0.0012256034</c:v>
                </c:pt>
                <c:pt idx="164">
                  <c:v>0.0011902459</c:v>
                </c:pt>
                <c:pt idx="165">
                  <c:v>0.0010893441</c:v>
                </c:pt>
                <c:pt idx="166">
                  <c:v>0.0010464206</c:v>
                </c:pt>
                <c:pt idx="167">
                  <c:v>0.0011510539</c:v>
                </c:pt>
                <c:pt idx="168">
                  <c:v>0.0011366855</c:v>
                </c:pt>
                <c:pt idx="169">
                  <c:v>0.0010099751</c:v>
                </c:pt>
                <c:pt idx="170">
                  <c:v>0.0010690416</c:v>
                </c:pt>
                <c:pt idx="171">
                  <c:v>0.0011168694</c:v>
                </c:pt>
                <c:pt idx="172">
                  <c:v>0.0012393284</c:v>
                </c:pt>
                <c:pt idx="173">
                  <c:v>0.001456167</c:v>
                </c:pt>
                <c:pt idx="174">
                  <c:v>0.0015728656</c:v>
                </c:pt>
                <c:pt idx="175">
                  <c:v>0.0015482992</c:v>
                </c:pt>
                <c:pt idx="176">
                  <c:v>0.0014049309</c:v>
                </c:pt>
                <c:pt idx="177">
                  <c:v>0.0013400183</c:v>
                </c:pt>
                <c:pt idx="178">
                  <c:v>0.0013344282</c:v>
                </c:pt>
                <c:pt idx="179">
                  <c:v>0.0013342602</c:v>
                </c:pt>
                <c:pt idx="180">
                  <c:v>0.0015509112</c:v>
                </c:pt>
                <c:pt idx="181">
                  <c:v>0.0015669663</c:v>
                </c:pt>
                <c:pt idx="182">
                  <c:v>0.0016617012</c:v>
                </c:pt>
                <c:pt idx="183">
                  <c:v>0.0015878191</c:v>
                </c:pt>
                <c:pt idx="184">
                  <c:v>0.0017212509</c:v>
                </c:pt>
                <c:pt idx="185">
                  <c:v>0.0017189369</c:v>
                </c:pt>
                <c:pt idx="186">
                  <c:v>0.0017491012</c:v>
                </c:pt>
                <c:pt idx="187">
                  <c:v>0.0016184718</c:v>
                </c:pt>
                <c:pt idx="188">
                  <c:v>0.0013875574</c:v>
                </c:pt>
                <c:pt idx="189">
                  <c:v>0.0014080067</c:v>
                </c:pt>
                <c:pt idx="190">
                  <c:v>0.001234977</c:v>
                </c:pt>
                <c:pt idx="191">
                  <c:v>0.0011882731</c:v>
                </c:pt>
                <c:pt idx="192">
                  <c:v>0.0012075712</c:v>
                </c:pt>
                <c:pt idx="193">
                  <c:v>0.0012751399</c:v>
                </c:pt>
                <c:pt idx="194">
                  <c:v>0.0011504546</c:v>
                </c:pt>
                <c:pt idx="195">
                  <c:v>0.0011749166</c:v>
                </c:pt>
                <c:pt idx="196">
                  <c:v>0.0011451574</c:v>
                </c:pt>
                <c:pt idx="197">
                  <c:v>0.0010583965</c:v>
                </c:pt>
                <c:pt idx="198">
                  <c:v>0.00099355914</c:v>
                </c:pt>
                <c:pt idx="199">
                  <c:v>0.0010091209</c:v>
                </c:pt>
                <c:pt idx="200">
                  <c:v>0.00099252046</c:v>
                </c:pt>
                <c:pt idx="201">
                  <c:v>0.0011109145</c:v>
                </c:pt>
                <c:pt idx="202">
                  <c:v>0.0012456082</c:v>
                </c:pt>
                <c:pt idx="203">
                  <c:v>0.0013618046</c:v>
                </c:pt>
                <c:pt idx="204">
                  <c:v>0.001371412</c:v>
                </c:pt>
                <c:pt idx="205">
                  <c:v>0.0014766239</c:v>
                </c:pt>
                <c:pt idx="206">
                  <c:v>0.0014486447</c:v>
                </c:pt>
                <c:pt idx="207">
                  <c:v>0.0013598937</c:v>
                </c:pt>
                <c:pt idx="208">
                  <c:v>0.0014119438</c:v>
                </c:pt>
                <c:pt idx="209">
                  <c:v>0.0014772883</c:v>
                </c:pt>
                <c:pt idx="210">
                  <c:v>0.0016662745</c:v>
                </c:pt>
                <c:pt idx="211">
                  <c:v>0.001705693</c:v>
                </c:pt>
                <c:pt idx="212">
                  <c:v>0.00179827</c:v>
                </c:pt>
                <c:pt idx="213">
                  <c:v>0.0018379255</c:v>
                </c:pt>
                <c:pt idx="214">
                  <c:v>0.0018005266</c:v>
                </c:pt>
                <c:pt idx="215">
                  <c:v>0.001804757</c:v>
                </c:pt>
                <c:pt idx="216">
                  <c:v>0.0018183089</c:v>
                </c:pt>
                <c:pt idx="217">
                  <c:v>0.0016572818</c:v>
                </c:pt>
                <c:pt idx="218">
                  <c:v>0.0014631466</c:v>
                </c:pt>
                <c:pt idx="219">
                  <c:v>0.0014104858</c:v>
                </c:pt>
                <c:pt idx="220">
                  <c:v>0.0013327487</c:v>
                </c:pt>
                <c:pt idx="221">
                  <c:v>0.0013178213</c:v>
                </c:pt>
                <c:pt idx="222">
                  <c:v>0.0014754249</c:v>
                </c:pt>
                <c:pt idx="223">
                  <c:v>0.0016391024</c:v>
                </c:pt>
                <c:pt idx="224">
                  <c:v>0.0012991927</c:v>
                </c:pt>
                <c:pt idx="225">
                  <c:v>0.0011778239</c:v>
                </c:pt>
                <c:pt idx="226">
                  <c:v>0.0010621853</c:v>
                </c:pt>
                <c:pt idx="227">
                  <c:v>0.0011728014</c:v>
                </c:pt>
                <c:pt idx="228">
                  <c:v>0.0012113861</c:v>
                </c:pt>
                <c:pt idx="229">
                  <c:v>0.0012758925</c:v>
                </c:pt>
                <c:pt idx="230">
                  <c:v>0.0014039073</c:v>
                </c:pt>
                <c:pt idx="231">
                  <c:v>0.001599532</c:v>
                </c:pt>
                <c:pt idx="232">
                  <c:v>0.0016602683</c:v>
                </c:pt>
                <c:pt idx="233">
                  <c:v>0.001529555</c:v>
                </c:pt>
                <c:pt idx="234">
                  <c:v>0.0013689355</c:v>
                </c:pt>
                <c:pt idx="235">
                  <c:v>0.001294199</c:v>
                </c:pt>
                <c:pt idx="236">
                  <c:v>0.0013196854</c:v>
                </c:pt>
                <c:pt idx="237">
                  <c:v>0.001345307</c:v>
                </c:pt>
                <c:pt idx="238">
                  <c:v>0.0015513757</c:v>
                </c:pt>
                <c:pt idx="239">
                  <c:v>0.0017149601</c:v>
                </c:pt>
                <c:pt idx="240">
                  <c:v>0.0018293862</c:v>
                </c:pt>
                <c:pt idx="241">
                  <c:v>0.0019327842</c:v>
                </c:pt>
                <c:pt idx="242">
                  <c:v>0.0018794247</c:v>
                </c:pt>
                <c:pt idx="243">
                  <c:v>0.0019668904</c:v>
                </c:pt>
                <c:pt idx="244">
                  <c:v>0.0018903336</c:v>
                </c:pt>
                <c:pt idx="245">
                  <c:v>0.001805068</c:v>
                </c:pt>
                <c:pt idx="246">
                  <c:v>0.0016536093</c:v>
                </c:pt>
                <c:pt idx="247">
                  <c:v>0.0014863651</c:v>
                </c:pt>
                <c:pt idx="248">
                  <c:v>0.001554524</c:v>
                </c:pt>
                <c:pt idx="249">
                  <c:v>0.0014471056</c:v>
                </c:pt>
                <c:pt idx="250">
                  <c:v>0.0013972481</c:v>
                </c:pt>
                <c:pt idx="251">
                  <c:v>0.0013687789</c:v>
                </c:pt>
                <c:pt idx="252">
                  <c:v>0.0013758937</c:v>
                </c:pt>
                <c:pt idx="253">
                  <c:v>0.001398173</c:v>
                </c:pt>
                <c:pt idx="254">
                  <c:v>0.0014263075</c:v>
                </c:pt>
                <c:pt idx="255">
                  <c:v>0.0015626102</c:v>
                </c:pt>
                <c:pt idx="256">
                  <c:v>0.0013843731</c:v>
                </c:pt>
                <c:pt idx="257">
                  <c:v>0.0012291658</c:v>
                </c:pt>
                <c:pt idx="258">
                  <c:v>0.001127525</c:v>
                </c:pt>
                <c:pt idx="259">
                  <c:v>0.0010241137</c:v>
                </c:pt>
                <c:pt idx="260">
                  <c:v>0.0010058964</c:v>
                </c:pt>
                <c:pt idx="261">
                  <c:v>0.0010144033</c:v>
                </c:pt>
                <c:pt idx="262">
                  <c:v>0.0010978995</c:v>
                </c:pt>
                <c:pt idx="263">
                  <c:v>0.0012192388</c:v>
                </c:pt>
                <c:pt idx="264">
                  <c:v>0.0011116673</c:v>
                </c:pt>
                <c:pt idx="265">
                  <c:v>0.0012444195</c:v>
                </c:pt>
                <c:pt idx="266">
                  <c:v>0.0013145747</c:v>
                </c:pt>
                <c:pt idx="267">
                  <c:v>0.0013736625</c:v>
                </c:pt>
                <c:pt idx="268">
                  <c:v>0.0014182762</c:v>
                </c:pt>
                <c:pt idx="269">
                  <c:v>0.0016457507</c:v>
                </c:pt>
                <c:pt idx="270">
                  <c:v>0.0015671531</c:v>
                </c:pt>
                <c:pt idx="271">
                  <c:v>0.001604601</c:v>
                </c:pt>
                <c:pt idx="272">
                  <c:v>0.0015760656</c:v>
                </c:pt>
                <c:pt idx="273">
                  <c:v>0.0014665206</c:v>
                </c:pt>
                <c:pt idx="274">
                  <c:v>0.0014568275</c:v>
                </c:pt>
                <c:pt idx="275">
                  <c:v>0.0013509213</c:v>
                </c:pt>
                <c:pt idx="276">
                  <c:v>0.0014158973</c:v>
                </c:pt>
                <c:pt idx="277">
                  <c:v>0.0013253986</c:v>
                </c:pt>
                <c:pt idx="278">
                  <c:v>0.0013711712</c:v>
                </c:pt>
                <c:pt idx="279">
                  <c:v>0.0013130375</c:v>
                </c:pt>
                <c:pt idx="280">
                  <c:v>0.0013284651</c:v>
                </c:pt>
                <c:pt idx="281">
                  <c:v>0.0013299962</c:v>
                </c:pt>
                <c:pt idx="282">
                  <c:v>0.0013392667</c:v>
                </c:pt>
                <c:pt idx="283">
                  <c:v>0.00137172</c:v>
                </c:pt>
                <c:pt idx="284">
                  <c:v>0.0015121282</c:v>
                </c:pt>
                <c:pt idx="285">
                  <c:v>0.0016576309</c:v>
                </c:pt>
                <c:pt idx="286">
                  <c:v>0.0017274723</c:v>
                </c:pt>
                <c:pt idx="287">
                  <c:v>0.0017837265</c:v>
                </c:pt>
                <c:pt idx="288">
                  <c:v>0.0018083081</c:v>
                </c:pt>
                <c:pt idx="289">
                  <c:v>0.0018106167</c:v>
                </c:pt>
                <c:pt idx="290">
                  <c:v>0.0018588462</c:v>
                </c:pt>
                <c:pt idx="291">
                  <c:v>0.0019729083</c:v>
                </c:pt>
                <c:pt idx="292">
                  <c:v>0.0018663083</c:v>
                </c:pt>
                <c:pt idx="293">
                  <c:v>0.0019192813</c:v>
                </c:pt>
                <c:pt idx="294">
                  <c:v>0.0019293272</c:v>
                </c:pt>
                <c:pt idx="295">
                  <c:v>0.0019064288</c:v>
                </c:pt>
                <c:pt idx="296">
                  <c:v>0.0018122939</c:v>
                </c:pt>
                <c:pt idx="297">
                  <c:v>0.0018667422</c:v>
                </c:pt>
                <c:pt idx="298">
                  <c:v>0.0018455197</c:v>
                </c:pt>
                <c:pt idx="299">
                  <c:v>0.0018159125</c:v>
                </c:pt>
                <c:pt idx="300">
                  <c:v>0.0017649416</c:v>
                </c:pt>
                <c:pt idx="301">
                  <c:v>0.0016670742</c:v>
                </c:pt>
                <c:pt idx="302">
                  <c:v>0.0015416389</c:v>
                </c:pt>
                <c:pt idx="303">
                  <c:v>0.0014985556</c:v>
                </c:pt>
                <c:pt idx="304">
                  <c:v>0.0016363118</c:v>
                </c:pt>
                <c:pt idx="305">
                  <c:v>0.0016601023</c:v>
                </c:pt>
                <c:pt idx="306">
                  <c:v>0.0015577346</c:v>
                </c:pt>
                <c:pt idx="307">
                  <c:v>0.0014490893</c:v>
                </c:pt>
                <c:pt idx="308">
                  <c:v>0.0013801933</c:v>
                </c:pt>
                <c:pt idx="309">
                  <c:v>0.0013570762</c:v>
                </c:pt>
                <c:pt idx="310">
                  <c:v>0.0015896614</c:v>
                </c:pt>
                <c:pt idx="311">
                  <c:v>0.0016093165</c:v>
                </c:pt>
                <c:pt idx="312">
                  <c:v>0.0017497039</c:v>
                </c:pt>
                <c:pt idx="313">
                  <c:v>0.0016795729</c:v>
                </c:pt>
                <c:pt idx="314">
                  <c:v>0.0014531252</c:v>
                </c:pt>
                <c:pt idx="315">
                  <c:v>0.0013046687</c:v>
                </c:pt>
                <c:pt idx="316">
                  <c:v>0.0011827577</c:v>
                </c:pt>
                <c:pt idx="317">
                  <c:v>0.0011706135</c:v>
                </c:pt>
                <c:pt idx="318">
                  <c:v>0.0011180402</c:v>
                </c:pt>
                <c:pt idx="319">
                  <c:v>0.0011964277</c:v>
                </c:pt>
                <c:pt idx="320">
                  <c:v>0.0012841381</c:v>
                </c:pt>
                <c:pt idx="321">
                  <c:v>0.0013874254</c:v>
                </c:pt>
                <c:pt idx="322">
                  <c:v>0.0013632354</c:v>
                </c:pt>
                <c:pt idx="323">
                  <c:v>0.0015139623</c:v>
                </c:pt>
                <c:pt idx="324">
                  <c:v>0.0015119581</c:v>
                </c:pt>
                <c:pt idx="325">
                  <c:v>0.0015296055</c:v>
                </c:pt>
                <c:pt idx="326">
                  <c:v>0.0015747528</c:v>
                </c:pt>
                <c:pt idx="327">
                  <c:v>0.0015607239</c:v>
                </c:pt>
                <c:pt idx="328">
                  <c:v>0.0015420962</c:v>
                </c:pt>
                <c:pt idx="329">
                  <c:v>0.0014313995</c:v>
                </c:pt>
                <c:pt idx="330">
                  <c:v>0.0014170439</c:v>
                </c:pt>
                <c:pt idx="331">
                  <c:v>0.001444607</c:v>
                </c:pt>
                <c:pt idx="332">
                  <c:v>0.0014740351</c:v>
                </c:pt>
                <c:pt idx="333">
                  <c:v>0.0014031808</c:v>
                </c:pt>
                <c:pt idx="334">
                  <c:v>0.0014623379</c:v>
                </c:pt>
                <c:pt idx="335">
                  <c:v>0.0014590998</c:v>
                </c:pt>
                <c:pt idx="336">
                  <c:v>0.0015091923</c:v>
                </c:pt>
                <c:pt idx="337">
                  <c:v>0.0015268714</c:v>
                </c:pt>
                <c:pt idx="338">
                  <c:v>0.0015073009</c:v>
                </c:pt>
                <c:pt idx="339">
                  <c:v>0.0015266167</c:v>
                </c:pt>
                <c:pt idx="340">
                  <c:v>0.0015231929</c:v>
                </c:pt>
                <c:pt idx="341">
                  <c:v>0.0017171363</c:v>
                </c:pt>
                <c:pt idx="342">
                  <c:v>0.0016949603</c:v>
                </c:pt>
                <c:pt idx="343">
                  <c:v>0.0018726095</c:v>
                </c:pt>
                <c:pt idx="344">
                  <c:v>0.001940615</c:v>
                </c:pt>
                <c:pt idx="345">
                  <c:v>0.0019339519</c:v>
                </c:pt>
                <c:pt idx="346">
                  <c:v>0.0019493422</c:v>
                </c:pt>
                <c:pt idx="347">
                  <c:v>0.0020119747</c:v>
                </c:pt>
                <c:pt idx="348">
                  <c:v>0.0020109158</c:v>
                </c:pt>
                <c:pt idx="349">
                  <c:v>0.0020079794</c:v>
                </c:pt>
                <c:pt idx="350">
                  <c:v>0.0019744834</c:v>
                </c:pt>
                <c:pt idx="351">
                  <c:v>0.0019926405</c:v>
                </c:pt>
                <c:pt idx="352">
                  <c:v>0.0019135864</c:v>
                </c:pt>
                <c:pt idx="353">
                  <c:v>0.0018879757</c:v>
                </c:pt>
                <c:pt idx="354">
                  <c:v>0.0019391725</c:v>
                </c:pt>
                <c:pt idx="355">
                  <c:v>0.0018870988</c:v>
                </c:pt>
                <c:pt idx="356">
                  <c:v>0.0018213486</c:v>
                </c:pt>
                <c:pt idx="357">
                  <c:v>0.0018295235</c:v>
                </c:pt>
                <c:pt idx="358">
                  <c:v>0.0016781227</c:v>
                </c:pt>
                <c:pt idx="359">
                  <c:v>0.0015528355</c:v>
                </c:pt>
                <c:pt idx="360">
                  <c:v>0.0016125218</c:v>
                </c:pt>
                <c:pt idx="361">
                  <c:v>0.0016516614</c:v>
                </c:pt>
                <c:pt idx="362">
                  <c:v>0.0016928163</c:v>
                </c:pt>
                <c:pt idx="363">
                  <c:v>0.0016596149</c:v>
                </c:pt>
                <c:pt idx="364">
                  <c:v>0.0015538286</c:v>
                </c:pt>
                <c:pt idx="365">
                  <c:v>0.001683593</c:v>
                </c:pt>
                <c:pt idx="366">
                  <c:v>0.0017174166</c:v>
                </c:pt>
                <c:pt idx="367">
                  <c:v>0.0016891095</c:v>
                </c:pt>
                <c:pt idx="368">
                  <c:v>0.0020061305</c:v>
                </c:pt>
                <c:pt idx="369">
                  <c:v>0.001839837</c:v>
                </c:pt>
                <c:pt idx="370">
                  <c:v>0.0016630008</c:v>
                </c:pt>
                <c:pt idx="371">
                  <c:v>0.0014233511</c:v>
                </c:pt>
                <c:pt idx="372">
                  <c:v>0.001397383</c:v>
                </c:pt>
                <c:pt idx="373">
                  <c:v>0.0013538669</c:v>
                </c:pt>
                <c:pt idx="374">
                  <c:v>0.0012702908</c:v>
                </c:pt>
                <c:pt idx="375">
                  <c:v>0.0013119545</c:v>
                </c:pt>
                <c:pt idx="376">
                  <c:v>0.0014492173</c:v>
                </c:pt>
                <c:pt idx="377">
                  <c:v>0.0014146712</c:v>
                </c:pt>
                <c:pt idx="378">
                  <c:v>0.0014782867</c:v>
                </c:pt>
                <c:pt idx="379">
                  <c:v>0.0015322087</c:v>
                </c:pt>
                <c:pt idx="380">
                  <c:v>0.0016944188</c:v>
                </c:pt>
                <c:pt idx="381">
                  <c:v>0.0017195347</c:v>
                </c:pt>
                <c:pt idx="382">
                  <c:v>0.0016642515</c:v>
                </c:pt>
                <c:pt idx="383">
                  <c:v>0.0015678926</c:v>
                </c:pt>
                <c:pt idx="384">
                  <c:v>0.0014723542</c:v>
                </c:pt>
                <c:pt idx="385">
                  <c:v>0.0014544947</c:v>
                </c:pt>
                <c:pt idx="386">
                  <c:v>0.0013603184</c:v>
                </c:pt>
                <c:pt idx="387">
                  <c:v>0.0013939081</c:v>
                </c:pt>
                <c:pt idx="388">
                  <c:v>0.0014109809</c:v>
                </c:pt>
                <c:pt idx="389">
                  <c:v>0.0014939571</c:v>
                </c:pt>
                <c:pt idx="390">
                  <c:v>0.001552319</c:v>
                </c:pt>
                <c:pt idx="391">
                  <c:v>0.0016591373</c:v>
                </c:pt>
                <c:pt idx="392">
                  <c:v>0.0016632229</c:v>
                </c:pt>
                <c:pt idx="393">
                  <c:v>0.0015729681</c:v>
                </c:pt>
                <c:pt idx="394">
                  <c:v>0.0016126487</c:v>
                </c:pt>
                <c:pt idx="395">
                  <c:v>0.0015736048</c:v>
                </c:pt>
                <c:pt idx="396">
                  <c:v>0.0016515197</c:v>
                </c:pt>
                <c:pt idx="397">
                  <c:v>0.0016629813</c:v>
                </c:pt>
                <c:pt idx="398">
                  <c:v>0.0018061357</c:v>
                </c:pt>
                <c:pt idx="399">
                  <c:v>0.0018840217</c:v>
                </c:pt>
                <c:pt idx="400">
                  <c:v>0.0018679219</c:v>
                </c:pt>
                <c:pt idx="401">
                  <c:v>0.0019097483</c:v>
                </c:pt>
                <c:pt idx="402">
                  <c:v>0.0020114378</c:v>
                </c:pt>
                <c:pt idx="403">
                  <c:v>0.002091688</c:v>
                </c:pt>
                <c:pt idx="404">
                  <c:v>0.0019732239</c:v>
                </c:pt>
                <c:pt idx="405">
                  <c:v>0.0020568779</c:v>
                </c:pt>
                <c:pt idx="406">
                  <c:v>0.0020390374</c:v>
                </c:pt>
                <c:pt idx="407">
                  <c:v>0.0020405985</c:v>
                </c:pt>
                <c:pt idx="408">
                  <c:v>0.0019883226</c:v>
                </c:pt>
                <c:pt idx="409">
                  <c:v>0.0020341043</c:v>
                </c:pt>
                <c:pt idx="410">
                  <c:v>0.0019837937</c:v>
                </c:pt>
                <c:pt idx="411">
                  <c:v>0.0019451298</c:v>
                </c:pt>
                <c:pt idx="412">
                  <c:v>0.0019490985</c:v>
                </c:pt>
                <c:pt idx="413">
                  <c:v>0.0018447479</c:v>
                </c:pt>
                <c:pt idx="414">
                  <c:v>0.0016824436</c:v>
                </c:pt>
                <c:pt idx="415">
                  <c:v>0.0016668901</c:v>
                </c:pt>
                <c:pt idx="416">
                  <c:v>0.0017096392</c:v>
                </c:pt>
                <c:pt idx="417">
                  <c:v>0.001730578</c:v>
                </c:pt>
                <c:pt idx="418">
                  <c:v>0.0017081665</c:v>
                </c:pt>
                <c:pt idx="419">
                  <c:v>0.001631326</c:v>
                </c:pt>
                <c:pt idx="420">
                  <c:v>0.0016033722</c:v>
                </c:pt>
                <c:pt idx="421">
                  <c:v>0.0016922428</c:v>
                </c:pt>
                <c:pt idx="422">
                  <c:v>0.0017404232</c:v>
                </c:pt>
                <c:pt idx="423">
                  <c:v>0.0020016905</c:v>
                </c:pt>
                <c:pt idx="424">
                  <c:v>0.0018895004</c:v>
                </c:pt>
                <c:pt idx="425">
                  <c:v>0.0016971027</c:v>
                </c:pt>
                <c:pt idx="426">
                  <c:v>0.0015764143</c:v>
                </c:pt>
                <c:pt idx="427">
                  <c:v>0.0014509435</c:v>
                </c:pt>
                <c:pt idx="428">
                  <c:v>0.0013037539</c:v>
                </c:pt>
                <c:pt idx="429">
                  <c:v>0.0013001932</c:v>
                </c:pt>
                <c:pt idx="430">
                  <c:v>0.001297918</c:v>
                </c:pt>
                <c:pt idx="431">
                  <c:v>0.0015123363</c:v>
                </c:pt>
                <c:pt idx="432">
                  <c:v>0.0014648401</c:v>
                </c:pt>
                <c:pt idx="433">
                  <c:v>0.0014419307</c:v>
                </c:pt>
                <c:pt idx="434">
                  <c:v>0.0015595777</c:v>
                </c:pt>
                <c:pt idx="435">
                  <c:v>0.0015666016</c:v>
                </c:pt>
                <c:pt idx="436">
                  <c:v>0.0016155221</c:v>
                </c:pt>
                <c:pt idx="437">
                  <c:v>0.0015380015</c:v>
                </c:pt>
                <c:pt idx="438">
                  <c:v>0.0013920762</c:v>
                </c:pt>
                <c:pt idx="439">
                  <c:v>0.0014729919</c:v>
                </c:pt>
                <c:pt idx="440">
                  <c:v>0.0014870306</c:v>
                </c:pt>
                <c:pt idx="441">
                  <c:v>0.0014361184</c:v>
                </c:pt>
                <c:pt idx="442">
                  <c:v>0.0014326357</c:v>
                </c:pt>
                <c:pt idx="443">
                  <c:v>0.0015077241</c:v>
                </c:pt>
                <c:pt idx="444">
                  <c:v>0.0015751336</c:v>
                </c:pt>
                <c:pt idx="445">
                  <c:v>0.0016656973</c:v>
                </c:pt>
                <c:pt idx="446">
                  <c:v>0.0017290897</c:v>
                </c:pt>
                <c:pt idx="447">
                  <c:v>0.0017182449</c:v>
                </c:pt>
                <c:pt idx="448">
                  <c:v>0.0017693632</c:v>
                </c:pt>
                <c:pt idx="449">
                  <c:v>0.0016890471</c:v>
                </c:pt>
                <c:pt idx="450">
                  <c:v>0.001728826</c:v>
                </c:pt>
                <c:pt idx="451">
                  <c:v>0.0018235498</c:v>
                </c:pt>
                <c:pt idx="452">
                  <c:v>0.0018148686</c:v>
                </c:pt>
                <c:pt idx="453">
                  <c:v>0.0018710179</c:v>
                </c:pt>
                <c:pt idx="454">
                  <c:v>0.0019690665</c:v>
                </c:pt>
                <c:pt idx="455">
                  <c:v>0.0018732888</c:v>
                </c:pt>
                <c:pt idx="456">
                  <c:v>0.0019200285</c:v>
                </c:pt>
                <c:pt idx="457">
                  <c:v>0.0019880585</c:v>
                </c:pt>
                <c:pt idx="458">
                  <c:v>0.0020833171</c:v>
                </c:pt>
                <c:pt idx="459">
                  <c:v>0.0020415623</c:v>
                </c:pt>
                <c:pt idx="460">
                  <c:v>0.0020653078</c:v>
                </c:pt>
                <c:pt idx="461">
                  <c:v>0.0021107032</c:v>
                </c:pt>
                <c:pt idx="462">
                  <c:v>0.0020887776</c:v>
                </c:pt>
                <c:pt idx="463">
                  <c:v>0.002147232</c:v>
                </c:pt>
                <c:pt idx="464">
                  <c:v>0.0021770185</c:v>
                </c:pt>
                <c:pt idx="465">
                  <c:v>0.0020933303</c:v>
                </c:pt>
                <c:pt idx="466">
                  <c:v>0.0021172875</c:v>
                </c:pt>
                <c:pt idx="467">
                  <c:v>0.0021851251</c:v>
                </c:pt>
                <c:pt idx="468">
                  <c:v>0.0019783277</c:v>
                </c:pt>
                <c:pt idx="469">
                  <c:v>0.0018671911</c:v>
                </c:pt>
                <c:pt idx="470">
                  <c:v>0.0018004914</c:v>
                </c:pt>
                <c:pt idx="471">
                  <c:v>0.0017416099</c:v>
                </c:pt>
                <c:pt idx="472">
                  <c:v>0.0017644256</c:v>
                </c:pt>
                <c:pt idx="473">
                  <c:v>0.0017334147</c:v>
                </c:pt>
                <c:pt idx="474">
                  <c:v>0.0016420153</c:v>
                </c:pt>
                <c:pt idx="475">
                  <c:v>0.0016747853</c:v>
                </c:pt>
                <c:pt idx="476">
                  <c:v>0.0017559083</c:v>
                </c:pt>
                <c:pt idx="477">
                  <c:v>0.0020097471</c:v>
                </c:pt>
                <c:pt idx="478">
                  <c:v>0.001772705</c:v>
                </c:pt>
                <c:pt idx="479">
                  <c:v>0.0016714067</c:v>
                </c:pt>
                <c:pt idx="480">
                  <c:v>0.0016423515</c:v>
                </c:pt>
                <c:pt idx="481">
                  <c:v>0.0017138597</c:v>
                </c:pt>
                <c:pt idx="482">
                  <c:v>0.0015714003</c:v>
                </c:pt>
                <c:pt idx="483">
                  <c:v>0.0015751797</c:v>
                </c:pt>
                <c:pt idx="484">
                  <c:v>0.0014886765</c:v>
                </c:pt>
                <c:pt idx="485">
                  <c:v>0.0014032227</c:v>
                </c:pt>
                <c:pt idx="486">
                  <c:v>0.0014239459</c:v>
                </c:pt>
                <c:pt idx="487">
                  <c:v>0.0014896352</c:v>
                </c:pt>
                <c:pt idx="488">
                  <c:v>0.001542201</c:v>
                </c:pt>
                <c:pt idx="489">
                  <c:v>0.0015894666</c:v>
                </c:pt>
                <c:pt idx="490">
                  <c:v>0.0016167811</c:v>
                </c:pt>
                <c:pt idx="491">
                  <c:v>0.0016112098</c:v>
                </c:pt>
                <c:pt idx="492">
                  <c:v>0.0014642812</c:v>
                </c:pt>
                <c:pt idx="493">
                  <c:v>0.0013948716</c:v>
                </c:pt>
                <c:pt idx="494">
                  <c:v>0.001341604</c:v>
                </c:pt>
                <c:pt idx="495">
                  <c:v>0.0013620826</c:v>
                </c:pt>
                <c:pt idx="496">
                  <c:v>0.001384987</c:v>
                </c:pt>
                <c:pt idx="497">
                  <c:v>0.0014110732</c:v>
                </c:pt>
                <c:pt idx="498">
                  <c:v>0.001514365</c:v>
                </c:pt>
                <c:pt idx="499">
                  <c:v>0.0016028926</c:v>
                </c:pt>
                <c:pt idx="500">
                  <c:v>0.0016972179</c:v>
                </c:pt>
                <c:pt idx="501">
                  <c:v>0.0017391767</c:v>
                </c:pt>
                <c:pt idx="502">
                  <c:v>0.0017705146</c:v>
                </c:pt>
                <c:pt idx="503">
                  <c:v>0.0018032538</c:v>
                </c:pt>
                <c:pt idx="504">
                  <c:v>0.0017108122</c:v>
                </c:pt>
                <c:pt idx="505">
                  <c:v>0.0017170716</c:v>
                </c:pt>
                <c:pt idx="506">
                  <c:v>0.0017441339</c:v>
                </c:pt>
                <c:pt idx="507">
                  <c:v>0.0016945452</c:v>
                </c:pt>
                <c:pt idx="508">
                  <c:v>0.0016716616</c:v>
                </c:pt>
                <c:pt idx="509">
                  <c:v>0.0017051107</c:v>
                </c:pt>
                <c:pt idx="510">
                  <c:v>0.0017397051</c:v>
                </c:pt>
                <c:pt idx="511">
                  <c:v>0.0018599852</c:v>
                </c:pt>
                <c:pt idx="512">
                  <c:v>0.0018825315</c:v>
                </c:pt>
                <c:pt idx="513">
                  <c:v>0.0018498676</c:v>
                </c:pt>
                <c:pt idx="514">
                  <c:v>0.0019110152</c:v>
                </c:pt>
                <c:pt idx="515">
                  <c:v>0.0019660302</c:v>
                </c:pt>
                <c:pt idx="516">
                  <c:v>0.001994816</c:v>
                </c:pt>
                <c:pt idx="517">
                  <c:v>0.0020384072</c:v>
                </c:pt>
                <c:pt idx="518">
                  <c:v>0.001983034</c:v>
                </c:pt>
                <c:pt idx="519">
                  <c:v>0.0019753078</c:v>
                </c:pt>
                <c:pt idx="520">
                  <c:v>0.0018862583</c:v>
                </c:pt>
                <c:pt idx="521">
                  <c:v>0.0019448176</c:v>
                </c:pt>
                <c:pt idx="522">
                  <c:v>0.0020266634</c:v>
                </c:pt>
                <c:pt idx="523">
                  <c:v>0.0019890361</c:v>
                </c:pt>
                <c:pt idx="524">
                  <c:v>0.0021290299</c:v>
                </c:pt>
                <c:pt idx="525">
                  <c:v>0.0021162661</c:v>
                </c:pt>
                <c:pt idx="526">
                  <c:v>0.0019848235</c:v>
                </c:pt>
                <c:pt idx="527">
                  <c:v>0.0019940539</c:v>
                </c:pt>
                <c:pt idx="528">
                  <c:v>0.0020226002</c:v>
                </c:pt>
                <c:pt idx="529">
                  <c:v>0.0020215809</c:v>
                </c:pt>
                <c:pt idx="530">
                  <c:v>0.0019986245</c:v>
                </c:pt>
                <c:pt idx="531">
                  <c:v>0.0020155284</c:v>
                </c:pt>
                <c:pt idx="532">
                  <c:v>0.0020229712</c:v>
                </c:pt>
                <c:pt idx="533">
                  <c:v>0.0020057343</c:v>
                </c:pt>
                <c:pt idx="534">
                  <c:v>0.0020619982</c:v>
                </c:pt>
                <c:pt idx="535">
                  <c:v>0.0020881838</c:v>
                </c:pt>
                <c:pt idx="536">
                  <c:v>0.0021339989</c:v>
                </c:pt>
                <c:pt idx="537">
                  <c:v>0.0021847404</c:v>
                </c:pt>
                <c:pt idx="538">
                  <c:v>0.0021495844</c:v>
                </c:pt>
                <c:pt idx="539">
                  <c:v>0.0020988375</c:v>
                </c:pt>
                <c:pt idx="540">
                  <c:v>0.0020837134</c:v>
                </c:pt>
                <c:pt idx="541">
                  <c:v>0.0020608565</c:v>
                </c:pt>
                <c:pt idx="542">
                  <c:v>0.0022493982</c:v>
                </c:pt>
                <c:pt idx="543">
                  <c:v>0.0021523735</c:v>
                </c:pt>
                <c:pt idx="544">
                  <c:v>0.0021199225</c:v>
                </c:pt>
                <c:pt idx="545">
                  <c:v>0.0020670215</c:v>
                </c:pt>
                <c:pt idx="546">
                  <c:v>0.0019374805</c:v>
                </c:pt>
                <c:pt idx="547">
                  <c:v>0.0018208993</c:v>
                </c:pt>
                <c:pt idx="548">
                  <c:v>0.0018711292</c:v>
                </c:pt>
                <c:pt idx="549">
                  <c:v>0.0018804176</c:v>
                </c:pt>
                <c:pt idx="550">
                  <c:v>0.0018547879</c:v>
                </c:pt>
                <c:pt idx="551">
                  <c:v>0.0018210213</c:v>
                </c:pt>
                <c:pt idx="552">
                  <c:v>0.0018668967</c:v>
                </c:pt>
                <c:pt idx="553">
                  <c:v>0.0018467083</c:v>
                </c:pt>
                <c:pt idx="554">
                  <c:v>0.0018063161</c:v>
                </c:pt>
                <c:pt idx="555">
                  <c:v>0.0018459806</c:v>
                </c:pt>
                <c:pt idx="556">
                  <c:v>0.0017911426</c:v>
                </c:pt>
                <c:pt idx="557">
                  <c:v>0.0017345327</c:v>
                </c:pt>
                <c:pt idx="558">
                  <c:v>0.0017314254</c:v>
                </c:pt>
                <c:pt idx="559">
                  <c:v>0.0017085202</c:v>
                </c:pt>
                <c:pt idx="560">
                  <c:v>0.0018125215</c:v>
                </c:pt>
                <c:pt idx="561">
                  <c:v>0.0018120047</c:v>
                </c:pt>
                <c:pt idx="562">
                  <c:v>0.0018189041</c:v>
                </c:pt>
                <c:pt idx="563">
                  <c:v>0.0019526466</c:v>
                </c:pt>
                <c:pt idx="564">
                  <c:v>0.0019646851</c:v>
                </c:pt>
                <c:pt idx="565">
                  <c:v>0.0018338586</c:v>
                </c:pt>
                <c:pt idx="566">
                  <c:v>0.0018179803</c:v>
                </c:pt>
                <c:pt idx="567">
                  <c:v>0.0017435178</c:v>
                </c:pt>
                <c:pt idx="568">
                  <c:v>0.0016821592</c:v>
                </c:pt>
                <c:pt idx="569">
                  <c:v>0.0015804466</c:v>
                </c:pt>
                <c:pt idx="570">
                  <c:v>0.0014806247</c:v>
                </c:pt>
                <c:pt idx="571">
                  <c:v>0.001490834</c:v>
                </c:pt>
                <c:pt idx="572">
                  <c:v>0.0014930531</c:v>
                </c:pt>
                <c:pt idx="573">
                  <c:v>0.0014604552</c:v>
                </c:pt>
                <c:pt idx="574">
                  <c:v>0.0014076082</c:v>
                </c:pt>
                <c:pt idx="575">
                  <c:v>0.0013871692</c:v>
                </c:pt>
                <c:pt idx="576">
                  <c:v>0.0014098727</c:v>
                </c:pt>
                <c:pt idx="577">
                  <c:v>0.0014924037</c:v>
                </c:pt>
                <c:pt idx="578">
                  <c:v>0.001437904</c:v>
                </c:pt>
                <c:pt idx="579">
                  <c:v>0.0014947059</c:v>
                </c:pt>
                <c:pt idx="580">
                  <c:v>0.0014952592</c:v>
                </c:pt>
                <c:pt idx="581">
                  <c:v>0.0014969141</c:v>
                </c:pt>
                <c:pt idx="582">
                  <c:v>0.0014861044</c:v>
                </c:pt>
                <c:pt idx="583">
                  <c:v>0.0014248415</c:v>
                </c:pt>
                <c:pt idx="584">
                  <c:v>0.0014822617</c:v>
                </c:pt>
                <c:pt idx="585">
                  <c:v>0.0014727776</c:v>
                </c:pt>
                <c:pt idx="586">
                  <c:v>0.001498594</c:v>
                </c:pt>
                <c:pt idx="587">
                  <c:v>0.0015420524</c:v>
                </c:pt>
                <c:pt idx="588">
                  <c:v>0.0015995614</c:v>
                </c:pt>
                <c:pt idx="589">
                  <c:v>0.0017143124</c:v>
                </c:pt>
                <c:pt idx="590">
                  <c:v>0.0016588312</c:v>
                </c:pt>
                <c:pt idx="591">
                  <c:v>0.0016492379</c:v>
                </c:pt>
                <c:pt idx="592">
                  <c:v>0.0015653952</c:v>
                </c:pt>
                <c:pt idx="593">
                  <c:v>0.0014593775</c:v>
                </c:pt>
                <c:pt idx="594">
                  <c:v>0.0013623575</c:v>
                </c:pt>
                <c:pt idx="595">
                  <c:v>0.0013341216</c:v>
                </c:pt>
                <c:pt idx="596">
                  <c:v>0.001343266</c:v>
                </c:pt>
                <c:pt idx="597">
                  <c:v>0.001299451</c:v>
                </c:pt>
                <c:pt idx="598">
                  <c:v>0.0012783343</c:v>
                </c:pt>
                <c:pt idx="599">
                  <c:v>0.0012697817</c:v>
                </c:pt>
                <c:pt idx="600">
                  <c:v>0.0012685063</c:v>
                </c:pt>
                <c:pt idx="601">
                  <c:v>0.0013130031</c:v>
                </c:pt>
                <c:pt idx="602">
                  <c:v>0.001308985</c:v>
                </c:pt>
                <c:pt idx="603">
                  <c:v>0.0012967178</c:v>
                </c:pt>
                <c:pt idx="604">
                  <c:v>0.0013664569</c:v>
                </c:pt>
                <c:pt idx="605">
                  <c:v>0.0014144959</c:v>
                </c:pt>
                <c:pt idx="606">
                  <c:v>0.0014253755</c:v>
                </c:pt>
                <c:pt idx="607">
                  <c:v>0.0014740203</c:v>
                </c:pt>
                <c:pt idx="608">
                  <c:v>0.0015383489</c:v>
                </c:pt>
                <c:pt idx="609">
                  <c:v>0.0015860921</c:v>
                </c:pt>
                <c:pt idx="610">
                  <c:v>0.001679375</c:v>
                </c:pt>
                <c:pt idx="611">
                  <c:v>0.0017411737</c:v>
                </c:pt>
                <c:pt idx="612">
                  <c:v>0.001737216</c:v>
                </c:pt>
                <c:pt idx="613">
                  <c:v>0.0016737811</c:v>
                </c:pt>
                <c:pt idx="614">
                  <c:v>0.0016678164</c:v>
                </c:pt>
                <c:pt idx="615">
                  <c:v>0.0016250285</c:v>
                </c:pt>
                <c:pt idx="616">
                  <c:v>0.001590801</c:v>
                </c:pt>
                <c:pt idx="617">
                  <c:v>0.0015967307</c:v>
                </c:pt>
                <c:pt idx="618">
                  <c:v>0.0016366991</c:v>
                </c:pt>
                <c:pt idx="619">
                  <c:v>0.0016441768</c:v>
                </c:pt>
                <c:pt idx="620">
                  <c:v>0.0017655527</c:v>
                </c:pt>
                <c:pt idx="621">
                  <c:v>0.001801275</c:v>
                </c:pt>
                <c:pt idx="622">
                  <c:v>0.0017571041</c:v>
                </c:pt>
                <c:pt idx="623">
                  <c:v>0.0018026896</c:v>
                </c:pt>
                <c:pt idx="624">
                  <c:v>0.0018836034</c:v>
                </c:pt>
                <c:pt idx="625">
                  <c:v>0.00188423</c:v>
                </c:pt>
                <c:pt idx="626">
                  <c:v>0.0019415855</c:v>
                </c:pt>
                <c:pt idx="627">
                  <c:v>0.0019170349</c:v>
                </c:pt>
                <c:pt idx="628">
                  <c:v>0.0018532239</c:v>
                </c:pt>
                <c:pt idx="629">
                  <c:v>0.0017971735</c:v>
                </c:pt>
                <c:pt idx="630">
                  <c:v>0.0019033086</c:v>
                </c:pt>
                <c:pt idx="631">
                  <c:v>0.0019564271</c:v>
                </c:pt>
                <c:pt idx="632">
                  <c:v>0.0018940002</c:v>
                </c:pt>
                <c:pt idx="633">
                  <c:v>0.0020468898</c:v>
                </c:pt>
                <c:pt idx="634">
                  <c:v>0.0020739626</c:v>
                </c:pt>
                <c:pt idx="635">
                  <c:v>0.0019550295</c:v>
                </c:pt>
                <c:pt idx="636">
                  <c:v>0.0019167034</c:v>
                </c:pt>
                <c:pt idx="637">
                  <c:v>0.0019952002</c:v>
                </c:pt>
                <c:pt idx="638">
                  <c:v>0.0020103878</c:v>
                </c:pt>
                <c:pt idx="639">
                  <c:v>0.0019838159</c:v>
                </c:pt>
                <c:pt idx="640">
                  <c:v>0.001972014</c:v>
                </c:pt>
                <c:pt idx="641">
                  <c:v>0.0020265192</c:v>
                </c:pt>
                <c:pt idx="642">
                  <c:v>0.0019981595</c:v>
                </c:pt>
                <c:pt idx="643">
                  <c:v>0.0020247862</c:v>
                </c:pt>
                <c:pt idx="644">
                  <c:v>0.0020644722</c:v>
                </c:pt>
                <c:pt idx="645">
                  <c:v>0.0020930803</c:v>
                </c:pt>
                <c:pt idx="646">
                  <c:v>0.0021118276</c:v>
                </c:pt>
                <c:pt idx="647">
                  <c:v>0.0020641985</c:v>
                </c:pt>
                <c:pt idx="648">
                  <c:v>0.0020728409</c:v>
                </c:pt>
                <c:pt idx="649">
                  <c:v>0.0020537315</c:v>
                </c:pt>
                <c:pt idx="650">
                  <c:v>0.0020976222</c:v>
                </c:pt>
                <c:pt idx="651">
                  <c:v>0.0021316788</c:v>
                </c:pt>
                <c:pt idx="652">
                  <c:v>0.0021631446</c:v>
                </c:pt>
                <c:pt idx="653">
                  <c:v>0.0021469902</c:v>
                </c:pt>
                <c:pt idx="654">
                  <c:v>0.0020624738</c:v>
                </c:pt>
                <c:pt idx="655">
                  <c:v>0.0019849878</c:v>
                </c:pt>
                <c:pt idx="656">
                  <c:v>0.0019070351</c:v>
                </c:pt>
                <c:pt idx="657">
                  <c:v>0.0018209686</c:v>
                </c:pt>
                <c:pt idx="658">
                  <c:v>0.0018256005</c:v>
                </c:pt>
                <c:pt idx="659">
                  <c:v>0.001799146</c:v>
                </c:pt>
                <c:pt idx="660">
                  <c:v>0.0017737366</c:v>
                </c:pt>
                <c:pt idx="661">
                  <c:v>0.0017772455</c:v>
                </c:pt>
                <c:pt idx="662">
                  <c:v>0.0017681776</c:v>
                </c:pt>
                <c:pt idx="663">
                  <c:v>0.0017123474</c:v>
                </c:pt>
                <c:pt idx="664">
                  <c:v>0.0017150919</c:v>
                </c:pt>
                <c:pt idx="665">
                  <c:v>0.0017246364</c:v>
                </c:pt>
                <c:pt idx="666">
                  <c:v>0.0016975249</c:v>
                </c:pt>
                <c:pt idx="667">
                  <c:v>0.0016290071</c:v>
                </c:pt>
                <c:pt idx="668">
                  <c:v>0.0016190708</c:v>
                </c:pt>
                <c:pt idx="669">
                  <c:v>0.0016862506</c:v>
                </c:pt>
                <c:pt idx="670">
                  <c:v>0.001730641</c:v>
                </c:pt>
                <c:pt idx="671">
                  <c:v>0.0017777616</c:v>
                </c:pt>
                <c:pt idx="672">
                  <c:v>0.0018897401</c:v>
                </c:pt>
                <c:pt idx="673">
                  <c:v>0.0018084809</c:v>
                </c:pt>
                <c:pt idx="674">
                  <c:v>0.0017587044</c:v>
                </c:pt>
                <c:pt idx="675">
                  <c:v>0.0017078666</c:v>
                </c:pt>
                <c:pt idx="676">
                  <c:v>0.0016801133</c:v>
                </c:pt>
                <c:pt idx="677">
                  <c:v>0.0016874202</c:v>
                </c:pt>
                <c:pt idx="678">
                  <c:v>0.0015861411</c:v>
                </c:pt>
                <c:pt idx="679">
                  <c:v>0.0015432543</c:v>
                </c:pt>
                <c:pt idx="680">
                  <c:v>0.0015380187</c:v>
                </c:pt>
                <c:pt idx="681">
                  <c:v>0.0015374682</c:v>
                </c:pt>
                <c:pt idx="682">
                  <c:v>0.0015103798</c:v>
                </c:pt>
                <c:pt idx="683">
                  <c:v>0.0014974153</c:v>
                </c:pt>
                <c:pt idx="684">
                  <c:v>0.0015634852</c:v>
                </c:pt>
                <c:pt idx="685">
                  <c:v>0.0015770674</c:v>
                </c:pt>
                <c:pt idx="686">
                  <c:v>0.0015343887</c:v>
                </c:pt>
                <c:pt idx="687">
                  <c:v>0.0015522669</c:v>
                </c:pt>
                <c:pt idx="688">
                  <c:v>0.001453839</c:v>
                </c:pt>
                <c:pt idx="689">
                  <c:v>0.0014873293</c:v>
                </c:pt>
                <c:pt idx="690">
                  <c:v>0.0015083133</c:v>
                </c:pt>
                <c:pt idx="691">
                  <c:v>0.0014255662</c:v>
                </c:pt>
                <c:pt idx="692">
                  <c:v>0.0014586279</c:v>
                </c:pt>
                <c:pt idx="693">
                  <c:v>0.0014473885</c:v>
                </c:pt>
                <c:pt idx="694">
                  <c:v>0.0014733874</c:v>
                </c:pt>
                <c:pt idx="695">
                  <c:v>0.0015754291</c:v>
                </c:pt>
                <c:pt idx="696">
                  <c:v>0.0015842191</c:v>
                </c:pt>
                <c:pt idx="697">
                  <c:v>0.0015687272</c:v>
                </c:pt>
                <c:pt idx="698">
                  <c:v>0.0016075159</c:v>
                </c:pt>
                <c:pt idx="699">
                  <c:v>0.0016145438</c:v>
                </c:pt>
                <c:pt idx="700">
                  <c:v>0.0015540057</c:v>
                </c:pt>
                <c:pt idx="701">
                  <c:v>0.0015298144</c:v>
                </c:pt>
                <c:pt idx="702">
                  <c:v>0.00146702</c:v>
                </c:pt>
                <c:pt idx="703">
                  <c:v>0.0014641125</c:v>
                </c:pt>
                <c:pt idx="704">
                  <c:v>0.0014522491</c:v>
                </c:pt>
                <c:pt idx="705">
                  <c:v>0.0014254122</c:v>
                </c:pt>
                <c:pt idx="706">
                  <c:v>0.001403028</c:v>
                </c:pt>
                <c:pt idx="707">
                  <c:v>0.0013645616</c:v>
                </c:pt>
                <c:pt idx="708">
                  <c:v>0.0013706051</c:v>
                </c:pt>
                <c:pt idx="709">
                  <c:v>0.0013930799</c:v>
                </c:pt>
                <c:pt idx="710">
                  <c:v>0.0013803927</c:v>
                </c:pt>
                <c:pt idx="711">
                  <c:v>0.0013748373</c:v>
                </c:pt>
                <c:pt idx="712">
                  <c:v>0.0014064962</c:v>
                </c:pt>
                <c:pt idx="713">
                  <c:v>0.0014403031</c:v>
                </c:pt>
                <c:pt idx="714">
                  <c:v>0.0014481407</c:v>
                </c:pt>
                <c:pt idx="715">
                  <c:v>0.0014902548</c:v>
                </c:pt>
                <c:pt idx="716">
                  <c:v>0.0015180325</c:v>
                </c:pt>
                <c:pt idx="717">
                  <c:v>0.0015818066</c:v>
                </c:pt>
                <c:pt idx="718">
                  <c:v>0.0016171472</c:v>
                </c:pt>
                <c:pt idx="719">
                  <c:v>0.0016756701</c:v>
                </c:pt>
                <c:pt idx="720">
                  <c:v>0.0016821574</c:v>
                </c:pt>
                <c:pt idx="721">
                  <c:v>0.0016229828</c:v>
                </c:pt>
                <c:pt idx="722">
                  <c:v>0.0016648909</c:v>
                </c:pt>
                <c:pt idx="723">
                  <c:v>0.0016485242</c:v>
                </c:pt>
                <c:pt idx="724">
                  <c:v>0.0016078263</c:v>
                </c:pt>
                <c:pt idx="725">
                  <c:v>0.0016093237</c:v>
                </c:pt>
                <c:pt idx="726">
                  <c:v>0.0016437376</c:v>
                </c:pt>
                <c:pt idx="727">
                  <c:v>0.0016622534</c:v>
                </c:pt>
                <c:pt idx="728">
                  <c:v>0.0017392289</c:v>
                </c:pt>
                <c:pt idx="729">
                  <c:v>0.0017490224</c:v>
                </c:pt>
                <c:pt idx="730">
                  <c:v>0.0017703127</c:v>
                </c:pt>
                <c:pt idx="731">
                  <c:v>0.0018670355</c:v>
                </c:pt>
                <c:pt idx="732">
                  <c:v>0.0019112407</c:v>
                </c:pt>
                <c:pt idx="733">
                  <c:v>0.0019894422</c:v>
                </c:pt>
                <c:pt idx="734">
                  <c:v>0.001960816</c:v>
                </c:pt>
                <c:pt idx="735">
                  <c:v>0.0019712886</c:v>
                </c:pt>
                <c:pt idx="736">
                  <c:v>0.0019425356</c:v>
                </c:pt>
                <c:pt idx="737">
                  <c:v>0.0019557109</c:v>
                </c:pt>
                <c:pt idx="738">
                  <c:v>0.0019892113</c:v>
                </c:pt>
                <c:pt idx="739">
                  <c:v>0.0020060301</c:v>
                </c:pt>
                <c:pt idx="740">
                  <c:v>0.0020600592</c:v>
                </c:pt>
                <c:pt idx="741">
                  <c:v>0.0021140033</c:v>
                </c:pt>
                <c:pt idx="742">
                  <c:v>0.0020502819</c:v>
                </c:pt>
                <c:pt idx="743">
                  <c:v>0.0019848176</c:v>
                </c:pt>
                <c:pt idx="744">
                  <c:v>0.0020186067</c:v>
                </c:pt>
                <c:pt idx="745">
                  <c:v>0.0020481482</c:v>
                </c:pt>
                <c:pt idx="746">
                  <c:v>0.0020102115</c:v>
                </c:pt>
                <c:pt idx="747">
                  <c:v>0.0020151509</c:v>
                </c:pt>
                <c:pt idx="748">
                  <c:v>0.0020398472</c:v>
                </c:pt>
                <c:pt idx="749">
                  <c:v>0.002008769</c:v>
                </c:pt>
                <c:pt idx="750">
                  <c:v>0.0020150486</c:v>
                </c:pt>
                <c:pt idx="751">
                  <c:v>0.0020182406</c:v>
                </c:pt>
                <c:pt idx="752">
                  <c:v>0.0020510068</c:v>
                </c:pt>
                <c:pt idx="753">
                  <c:v>0.0021102378</c:v>
                </c:pt>
                <c:pt idx="754">
                  <c:v>0.0021152541</c:v>
                </c:pt>
                <c:pt idx="755">
                  <c:v>0.002082951</c:v>
                </c:pt>
                <c:pt idx="756">
                  <c:v>0.002108378</c:v>
                </c:pt>
                <c:pt idx="757">
                  <c:v>0.0020195756</c:v>
                </c:pt>
                <c:pt idx="758">
                  <c:v>0.0019880188</c:v>
                </c:pt>
                <c:pt idx="759">
                  <c:v>0.0019974596</c:v>
                </c:pt>
                <c:pt idx="760">
                  <c:v>0.0020506847</c:v>
                </c:pt>
                <c:pt idx="761">
                  <c:v>0.0019421274</c:v>
                </c:pt>
                <c:pt idx="762">
                  <c:v>0.0018779814</c:v>
                </c:pt>
                <c:pt idx="763">
                  <c:v>0.0017810249</c:v>
                </c:pt>
                <c:pt idx="764">
                  <c:v>0.00170354</c:v>
                </c:pt>
                <c:pt idx="765">
                  <c:v>0.001704098</c:v>
                </c:pt>
                <c:pt idx="766">
                  <c:v>0.0017314536</c:v>
                </c:pt>
                <c:pt idx="767">
                  <c:v>0.0017704245</c:v>
                </c:pt>
                <c:pt idx="768">
                  <c:v>0.0017490399</c:v>
                </c:pt>
                <c:pt idx="769">
                  <c:v>0.0018426735</c:v>
                </c:pt>
                <c:pt idx="770">
                  <c:v>0.0017584226</c:v>
                </c:pt>
                <c:pt idx="771">
                  <c:v>0.0017337873</c:v>
                </c:pt>
                <c:pt idx="772">
                  <c:v>0.0017971202</c:v>
                </c:pt>
                <c:pt idx="773">
                  <c:v>0.001750969</c:v>
                </c:pt>
                <c:pt idx="774">
                  <c:v>0.0016934443</c:v>
                </c:pt>
                <c:pt idx="775">
                  <c:v>0.0016935423</c:v>
                </c:pt>
                <c:pt idx="776">
                  <c:v>0.0017094007</c:v>
                </c:pt>
                <c:pt idx="777">
                  <c:v>0.0018111846</c:v>
                </c:pt>
                <c:pt idx="778">
                  <c:v>0.0019058195</c:v>
                </c:pt>
                <c:pt idx="779">
                  <c:v>0.0018989025</c:v>
                </c:pt>
                <c:pt idx="780">
                  <c:v>0.0018167542</c:v>
                </c:pt>
                <c:pt idx="781">
                  <c:v>0.001972126</c:v>
                </c:pt>
                <c:pt idx="782">
                  <c:v>0.0019103004</c:v>
                </c:pt>
                <c:pt idx="783">
                  <c:v>0.0017355284</c:v>
                </c:pt>
                <c:pt idx="784">
                  <c:v>0.0016573815</c:v>
                </c:pt>
                <c:pt idx="785">
                  <c:v>0.0015862886</c:v>
                </c:pt>
                <c:pt idx="786">
                  <c:v>0.0015163025</c:v>
                </c:pt>
                <c:pt idx="787">
                  <c:v>0.0014452703</c:v>
                </c:pt>
                <c:pt idx="788">
                  <c:v>0.001422182</c:v>
                </c:pt>
                <c:pt idx="789">
                  <c:v>0.0014325497</c:v>
                </c:pt>
                <c:pt idx="790">
                  <c:v>0.0013501969</c:v>
                </c:pt>
                <c:pt idx="791">
                  <c:v>0.0013087624</c:v>
                </c:pt>
                <c:pt idx="792">
                  <c:v>0.0013785388</c:v>
                </c:pt>
                <c:pt idx="793">
                  <c:v>0.0013579059</c:v>
                </c:pt>
                <c:pt idx="794">
                  <c:v>0.0013317152</c:v>
                </c:pt>
                <c:pt idx="795">
                  <c:v>0.0013953141</c:v>
                </c:pt>
                <c:pt idx="796">
                  <c:v>0.0013725368</c:v>
                </c:pt>
                <c:pt idx="797">
                  <c:v>0.0014457585</c:v>
                </c:pt>
                <c:pt idx="798">
                  <c:v>0.0015069911</c:v>
                </c:pt>
                <c:pt idx="799">
                  <c:v>0.0014518123</c:v>
                </c:pt>
                <c:pt idx="800">
                  <c:v>0.0014534894</c:v>
                </c:pt>
                <c:pt idx="801">
                  <c:v>0.0015141725</c:v>
                </c:pt>
                <c:pt idx="802">
                  <c:v>0.0014584591</c:v>
                </c:pt>
                <c:pt idx="803">
                  <c:v>0.0015155044</c:v>
                </c:pt>
                <c:pt idx="804">
                  <c:v>0.0015814398</c:v>
                </c:pt>
                <c:pt idx="805">
                  <c:v>0.0016762176</c:v>
                </c:pt>
                <c:pt idx="806">
                  <c:v>0.00166641</c:v>
                </c:pt>
                <c:pt idx="807">
                  <c:v>0.0015793406</c:v>
                </c:pt>
                <c:pt idx="808">
                  <c:v>0.0015328352</c:v>
                </c:pt>
                <c:pt idx="809">
                  <c:v>0.0014707935</c:v>
                </c:pt>
                <c:pt idx="810">
                  <c:v>0.0014016487</c:v>
                </c:pt>
                <c:pt idx="811">
                  <c:v>0.0013369839</c:v>
                </c:pt>
                <c:pt idx="812">
                  <c:v>0.0013234002</c:v>
                </c:pt>
                <c:pt idx="813">
                  <c:v>0.0013591003</c:v>
                </c:pt>
                <c:pt idx="814">
                  <c:v>0.0013146302</c:v>
                </c:pt>
                <c:pt idx="815">
                  <c:v>0.0012702128</c:v>
                </c:pt>
                <c:pt idx="816">
                  <c:v>0.0012689758</c:v>
                </c:pt>
                <c:pt idx="817">
                  <c:v>0.0013091634</c:v>
                </c:pt>
                <c:pt idx="818">
                  <c:v>0.0012813274</c:v>
                </c:pt>
                <c:pt idx="819">
                  <c:v>0.0012696547</c:v>
                </c:pt>
                <c:pt idx="820">
                  <c:v>0.0012674937</c:v>
                </c:pt>
                <c:pt idx="821">
                  <c:v>0.0013530364</c:v>
                </c:pt>
                <c:pt idx="822">
                  <c:v>0.0013792307</c:v>
                </c:pt>
                <c:pt idx="823">
                  <c:v>0.001440541</c:v>
                </c:pt>
                <c:pt idx="824">
                  <c:v>0.0014701612</c:v>
                </c:pt>
                <c:pt idx="825">
                  <c:v>0.0015538579</c:v>
                </c:pt>
                <c:pt idx="826">
                  <c:v>0.0015709884</c:v>
                </c:pt>
                <c:pt idx="827">
                  <c:v>0.0016401448</c:v>
                </c:pt>
                <c:pt idx="828">
                  <c:v>0.0017110498</c:v>
                </c:pt>
                <c:pt idx="829">
                  <c:v>0.0016789089</c:v>
                </c:pt>
                <c:pt idx="830">
                  <c:v>0.0016493455</c:v>
                </c:pt>
                <c:pt idx="831">
                  <c:v>0.001644287</c:v>
                </c:pt>
                <c:pt idx="832">
                  <c:v>0.0016589092</c:v>
                </c:pt>
                <c:pt idx="833">
                  <c:v>0.0016105867</c:v>
                </c:pt>
                <c:pt idx="834">
                  <c:v>0.0016102964</c:v>
                </c:pt>
                <c:pt idx="835">
                  <c:v>0.0015941023</c:v>
                </c:pt>
                <c:pt idx="836">
                  <c:v>0.0015882518</c:v>
                </c:pt>
                <c:pt idx="837">
                  <c:v>0.0016906179</c:v>
                </c:pt>
                <c:pt idx="838">
                  <c:v>0.0017190213</c:v>
                </c:pt>
                <c:pt idx="839">
                  <c:v>0.0017049937</c:v>
                </c:pt>
                <c:pt idx="840">
                  <c:v>0.0017152451</c:v>
                </c:pt>
                <c:pt idx="841">
                  <c:v>0.0017781984</c:v>
                </c:pt>
                <c:pt idx="842">
                  <c:v>0.0017806978</c:v>
                </c:pt>
                <c:pt idx="843">
                  <c:v>0.0018946242</c:v>
                </c:pt>
                <c:pt idx="844">
                  <c:v>0.0019335792</c:v>
                </c:pt>
                <c:pt idx="845">
                  <c:v>0.0018721514</c:v>
                </c:pt>
                <c:pt idx="846">
                  <c:v>0.0017706917</c:v>
                </c:pt>
                <c:pt idx="847">
                  <c:v>0.0017944255</c:v>
                </c:pt>
                <c:pt idx="848">
                  <c:v>0.0018325632</c:v>
                </c:pt>
                <c:pt idx="849">
                  <c:v>0.0018225585</c:v>
                </c:pt>
                <c:pt idx="850">
                  <c:v>0.0018654007</c:v>
                </c:pt>
                <c:pt idx="851">
                  <c:v>0.001894904</c:v>
                </c:pt>
                <c:pt idx="852">
                  <c:v>0.001996337</c:v>
                </c:pt>
                <c:pt idx="853">
                  <c:v>0.001953231</c:v>
                </c:pt>
                <c:pt idx="854">
                  <c:v>0.0019110205</c:v>
                </c:pt>
                <c:pt idx="855">
                  <c:v>0.0020260975</c:v>
                </c:pt>
                <c:pt idx="856">
                  <c:v>0.002075479</c:v>
                </c:pt>
                <c:pt idx="857">
                  <c:v>0.0020791215</c:v>
                </c:pt>
                <c:pt idx="858">
                  <c:v>0.0019539638</c:v>
                </c:pt>
                <c:pt idx="859">
                  <c:v>0.0019845974</c:v>
                </c:pt>
                <c:pt idx="860">
                  <c:v>0.0019856705</c:v>
                </c:pt>
                <c:pt idx="861">
                  <c:v>0.0019506307</c:v>
                </c:pt>
                <c:pt idx="862">
                  <c:v>0.0019941337</c:v>
                </c:pt>
                <c:pt idx="863">
                  <c:v>0.0020055731</c:v>
                </c:pt>
                <c:pt idx="864">
                  <c:v>0.002021598</c:v>
                </c:pt>
                <c:pt idx="865">
                  <c:v>0.0020379593</c:v>
                </c:pt>
                <c:pt idx="866">
                  <c:v>0.0020247516</c:v>
                </c:pt>
                <c:pt idx="867">
                  <c:v>0.0020450336</c:v>
                </c:pt>
                <c:pt idx="868">
                  <c:v>0.0020332424</c:v>
                </c:pt>
                <c:pt idx="869">
                  <c:v>0.0020316982</c:v>
                </c:pt>
                <c:pt idx="870">
                  <c:v>0.0020461647</c:v>
                </c:pt>
                <c:pt idx="871">
                  <c:v>0.0020136489</c:v>
                </c:pt>
                <c:pt idx="872">
                  <c:v>0.0020236506</c:v>
                </c:pt>
                <c:pt idx="873">
                  <c:v>0.0019827851</c:v>
                </c:pt>
                <c:pt idx="874">
                  <c:v>0.0019164063</c:v>
                </c:pt>
                <c:pt idx="875">
                  <c:v>0.0018550665</c:v>
                </c:pt>
                <c:pt idx="876">
                  <c:v>0.0018083824</c:v>
                </c:pt>
                <c:pt idx="877">
                  <c:v>0.0017415581</c:v>
                </c:pt>
                <c:pt idx="878">
                  <c:v>0.0017144063</c:v>
                </c:pt>
                <c:pt idx="879">
                  <c:v>0.0016974038</c:v>
                </c:pt>
                <c:pt idx="880">
                  <c:v>0.0016856403</c:v>
                </c:pt>
                <c:pt idx="881">
                  <c:v>0.0016794513</c:v>
                </c:pt>
                <c:pt idx="882">
                  <c:v>0.001631323</c:v>
                </c:pt>
                <c:pt idx="883">
                  <c:v>0.0015233459</c:v>
                </c:pt>
                <c:pt idx="884">
                  <c:v>0.0014478547</c:v>
                </c:pt>
                <c:pt idx="885">
                  <c:v>0.0013778801</c:v>
                </c:pt>
                <c:pt idx="886">
                  <c:v>0.0013855733</c:v>
                </c:pt>
                <c:pt idx="887">
                  <c:v>0.0014989622</c:v>
                </c:pt>
                <c:pt idx="888">
                  <c:v>0.0014669127</c:v>
                </c:pt>
                <c:pt idx="889">
                  <c:v>0.0014267483</c:v>
                </c:pt>
                <c:pt idx="890">
                  <c:v>0.001469818</c:v>
                </c:pt>
                <c:pt idx="891">
                  <c:v>0.0014360201</c:v>
                </c:pt>
                <c:pt idx="892">
                  <c:v>0.0013894039</c:v>
                </c:pt>
                <c:pt idx="893">
                  <c:v>0.001394176</c:v>
                </c:pt>
                <c:pt idx="894">
                  <c:v>0.0014264836</c:v>
                </c:pt>
                <c:pt idx="895">
                  <c:v>0.0014327927</c:v>
                </c:pt>
                <c:pt idx="896">
                  <c:v>0.0015613914</c:v>
                </c:pt>
                <c:pt idx="897">
                  <c:v>0.0014726957</c:v>
                </c:pt>
                <c:pt idx="898">
                  <c:v>0.0015019956</c:v>
                </c:pt>
                <c:pt idx="899">
                  <c:v>0.0015555365</c:v>
                </c:pt>
                <c:pt idx="900">
                  <c:v>0.0015302872</c:v>
                </c:pt>
                <c:pt idx="901">
                  <c:v>0.0015351275</c:v>
                </c:pt>
                <c:pt idx="902">
                  <c:v>0.001588956</c:v>
                </c:pt>
                <c:pt idx="903">
                  <c:v>0.0015831811</c:v>
                </c:pt>
                <c:pt idx="904">
                  <c:v>0.0015814573</c:v>
                </c:pt>
                <c:pt idx="905">
                  <c:v>0.0014531473</c:v>
                </c:pt>
                <c:pt idx="906">
                  <c:v>0.0014090355</c:v>
                </c:pt>
                <c:pt idx="907">
                  <c:v>0.001481773</c:v>
                </c:pt>
                <c:pt idx="908">
                  <c:v>0.0015489886</c:v>
                </c:pt>
                <c:pt idx="909">
                  <c:v>0.0014647964</c:v>
                </c:pt>
                <c:pt idx="910">
                  <c:v>0.0014825131</c:v>
                </c:pt>
                <c:pt idx="911">
                  <c:v>0.0014976761</c:v>
                </c:pt>
                <c:pt idx="912">
                  <c:v>0.0015341345</c:v>
                </c:pt>
                <c:pt idx="913">
                  <c:v>0.0015812083</c:v>
                </c:pt>
                <c:pt idx="914">
                  <c:v>0.0015727368</c:v>
                </c:pt>
                <c:pt idx="915">
                  <c:v>0.0016517454</c:v>
                </c:pt>
                <c:pt idx="916">
                  <c:v>0.0016513474</c:v>
                </c:pt>
                <c:pt idx="917">
                  <c:v>0.0016806166</c:v>
                </c:pt>
                <c:pt idx="918">
                  <c:v>0.0016891913</c:v>
                </c:pt>
                <c:pt idx="919">
                  <c:v>0.0016368746</c:v>
                </c:pt>
                <c:pt idx="920">
                  <c:v>0.0015761773</c:v>
                </c:pt>
                <c:pt idx="921">
                  <c:v>0.0015771388</c:v>
                </c:pt>
                <c:pt idx="922">
                  <c:v>0.0015791857</c:v>
                </c:pt>
                <c:pt idx="923">
                  <c:v>0.0015755897</c:v>
                </c:pt>
                <c:pt idx="924">
                  <c:v>0.00153769</c:v>
                </c:pt>
                <c:pt idx="925">
                  <c:v>0.0014931635</c:v>
                </c:pt>
                <c:pt idx="926">
                  <c:v>0.0015363935</c:v>
                </c:pt>
                <c:pt idx="927">
                  <c:v>0.0015182942</c:v>
                </c:pt>
                <c:pt idx="928">
                  <c:v>0.0015037206</c:v>
                </c:pt>
                <c:pt idx="929">
                  <c:v>0.0015394045</c:v>
                </c:pt>
                <c:pt idx="930">
                  <c:v>0.0015561436</c:v>
                </c:pt>
                <c:pt idx="931">
                  <c:v>0.0015870722</c:v>
                </c:pt>
                <c:pt idx="932">
                  <c:v>0.0016017638</c:v>
                </c:pt>
                <c:pt idx="933">
                  <c:v>0.0016505356</c:v>
                </c:pt>
                <c:pt idx="934">
                  <c:v>0.0016595251</c:v>
                </c:pt>
                <c:pt idx="935">
                  <c:v>0.0016385234</c:v>
                </c:pt>
                <c:pt idx="936">
                  <c:v>0.0017021254</c:v>
                </c:pt>
                <c:pt idx="937">
                  <c:v>0.001677799</c:v>
                </c:pt>
                <c:pt idx="938">
                  <c:v>0.0016879743</c:v>
                </c:pt>
                <c:pt idx="939">
                  <c:v>0.0016937685</c:v>
                </c:pt>
                <c:pt idx="940">
                  <c:v>0.0017242947</c:v>
                </c:pt>
                <c:pt idx="941">
                  <c:v>0.0017583011</c:v>
                </c:pt>
                <c:pt idx="942">
                  <c:v>0.0017791948</c:v>
                </c:pt>
                <c:pt idx="943">
                  <c:v>0.0018303783</c:v>
                </c:pt>
                <c:pt idx="944">
                  <c:v>0.0018225783</c:v>
                </c:pt>
                <c:pt idx="945">
                  <c:v>0.0018926065</c:v>
                </c:pt>
                <c:pt idx="946">
                  <c:v>0.0019868364</c:v>
                </c:pt>
                <c:pt idx="947">
                  <c:v>0.0020247199</c:v>
                </c:pt>
                <c:pt idx="948">
                  <c:v>0.0019331091</c:v>
                </c:pt>
                <c:pt idx="949">
                  <c:v>0.0019727439</c:v>
                </c:pt>
                <c:pt idx="950">
                  <c:v>0.0019910445</c:v>
                </c:pt>
                <c:pt idx="951">
                  <c:v>0.0020038552</c:v>
                </c:pt>
                <c:pt idx="952">
                  <c:v>0.00206937</c:v>
                </c:pt>
                <c:pt idx="953">
                  <c:v>0.0020660539</c:v>
                </c:pt>
                <c:pt idx="954">
                  <c:v>0.0021068284</c:v>
                </c:pt>
                <c:pt idx="955">
                  <c:v>0.0021447254</c:v>
                </c:pt>
                <c:pt idx="956">
                  <c:v>0.0020854876</c:v>
                </c:pt>
                <c:pt idx="957">
                  <c:v>0.0020075548</c:v>
                </c:pt>
                <c:pt idx="958">
                  <c:v>0.0020283726</c:v>
                </c:pt>
                <c:pt idx="959">
                  <c:v>0.0020805876</c:v>
                </c:pt>
                <c:pt idx="960">
                  <c:v>0.0021150786</c:v>
                </c:pt>
                <c:pt idx="961">
                  <c:v>0.0021649154</c:v>
                </c:pt>
                <c:pt idx="962">
                  <c:v>0.002130888</c:v>
                </c:pt>
                <c:pt idx="963">
                  <c:v>0.0020851924</c:v>
                </c:pt>
                <c:pt idx="964">
                  <c:v>0.0021053132</c:v>
                </c:pt>
                <c:pt idx="965">
                  <c:v>0.0021272516</c:v>
                </c:pt>
                <c:pt idx="966">
                  <c:v>0.0020554078</c:v>
                </c:pt>
                <c:pt idx="967">
                  <c:v>0.0020217288</c:v>
                </c:pt>
                <c:pt idx="968">
                  <c:v>0.0020028599</c:v>
                </c:pt>
                <c:pt idx="969">
                  <c:v>0.0019410811</c:v>
                </c:pt>
                <c:pt idx="970">
                  <c:v>0.0018834936</c:v>
                </c:pt>
                <c:pt idx="971">
                  <c:v>0.0018851456</c:v>
                </c:pt>
                <c:pt idx="972">
                  <c:v>0.0018611612</c:v>
                </c:pt>
                <c:pt idx="973">
                  <c:v>0.0018558241</c:v>
                </c:pt>
                <c:pt idx="974">
                  <c:v>0.0018125286</c:v>
                </c:pt>
                <c:pt idx="975">
                  <c:v>0.0017619159</c:v>
                </c:pt>
                <c:pt idx="976">
                  <c:v>0.0016933007</c:v>
                </c:pt>
                <c:pt idx="977">
                  <c:v>0.0016691744</c:v>
                </c:pt>
                <c:pt idx="978">
                  <c:v>0.0016423735</c:v>
                </c:pt>
                <c:pt idx="979">
                  <c:v>0.0016737215</c:v>
                </c:pt>
                <c:pt idx="980">
                  <c:v>0.00171288</c:v>
                </c:pt>
                <c:pt idx="981">
                  <c:v>0.0017516636</c:v>
                </c:pt>
                <c:pt idx="982">
                  <c:v>0.0017598415</c:v>
                </c:pt>
                <c:pt idx="983">
                  <c:v>0.0017423914</c:v>
                </c:pt>
                <c:pt idx="984">
                  <c:v>0.0017180378</c:v>
                </c:pt>
                <c:pt idx="985">
                  <c:v>0.0016714615</c:v>
                </c:pt>
                <c:pt idx="986">
                  <c:v>0.0016012848</c:v>
                </c:pt>
                <c:pt idx="987">
                  <c:v>0.0015600013</c:v>
                </c:pt>
                <c:pt idx="988">
                  <c:v>0.0015510989</c:v>
                </c:pt>
                <c:pt idx="989">
                  <c:v>0.0015869474</c:v>
                </c:pt>
                <c:pt idx="990">
                  <c:v>0.0016021573</c:v>
                </c:pt>
                <c:pt idx="991">
                  <c:v>0.0015591728</c:v>
                </c:pt>
                <c:pt idx="992">
                  <c:v>0.0015610046</c:v>
                </c:pt>
                <c:pt idx="993">
                  <c:v>0.0014348049</c:v>
                </c:pt>
                <c:pt idx="994">
                  <c:v>0.0015324918</c:v>
                </c:pt>
                <c:pt idx="995">
                  <c:v>0.0015215043</c:v>
                </c:pt>
                <c:pt idx="996">
                  <c:v>0.001502389</c:v>
                </c:pt>
                <c:pt idx="997">
                  <c:v>0.0014260001</c:v>
                </c:pt>
                <c:pt idx="998">
                  <c:v>0.0014803205</c:v>
                </c:pt>
                <c:pt idx="999">
                  <c:v>0.0013969394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logBase val="1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Residuals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6618E0-4A20-C3E4-EF6E-6FE109F712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75320-5D97-7B49-7831-8593F5360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B41B2-2F64-4A50-B697-32B2FFAF6A18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22171-62D2-A3A0-1ECA-8E41A3C521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716BE-50D3-07D4-C65E-C513B02368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AD41B-BF82-4D4B-9860-B0AEF8593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91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A50AE-3EA1-4D83-B5DA-96E75DC571B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C9A20-3693-43FD-997B-0E90FA7F0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1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119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CEED26B-D93E-50A6-47C7-4342EA2E45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resenter">
            <a:extLst>
              <a:ext uri="{FF2B5EF4-FFF2-40B4-BE49-F238E27FC236}">
                <a16:creationId xmlns:a16="http://schemas.microsoft.com/office/drawing/2014/main" id="{9AFE08CF-AC0B-7143-9A94-E8A35CBC7D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664" y="4155984"/>
            <a:ext cx="5394325" cy="8483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500" b="0" i="0">
                <a:solidFill>
                  <a:schemeClr val="accent2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23B808CC-F74C-B743-BAB4-F4C99E1956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orient="horz" pos="261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9" y="735808"/>
            <a:ext cx="10972800" cy="5633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4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89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A1CF486-8139-B9ED-4840-6BC7FB37F2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Nexus:toc_link">
            <a:extLst>
              <a:ext uri="{FF2B5EF4-FFF2-40B4-BE49-F238E27FC236}">
                <a16:creationId xmlns:a16="http://schemas.microsoft.com/office/drawing/2014/main" id="{B963AE51-EFC8-2773-CBA9-60631CED46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8B9D080D-15E5-8FB5-B5F3-78231DCF0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5" name="Nexus:comments">
            <a:extLst>
              <a:ext uri="{FF2B5EF4-FFF2-40B4-BE49-F238E27FC236}">
                <a16:creationId xmlns:a16="http://schemas.microsoft.com/office/drawing/2014/main" id="{E9587B0A-FFC8-52AA-CDBE-5E1F1BDC42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4449096"/>
            <a:ext cx="10972800" cy="768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5A7A9E02-9DDC-E3B7-3F9A-0CBFA2C2BF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25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2648" y="1636776"/>
            <a:ext cx="10972800" cy="47321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62AD4A8-3439-4073-C4B8-23456EAC5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Nexus:breadcrumbs">
            <a:extLst>
              <a:ext uri="{FF2B5EF4-FFF2-40B4-BE49-F238E27FC236}">
                <a16:creationId xmlns:a16="http://schemas.microsoft.com/office/drawing/2014/main" id="{809D2074-158F-8839-0F33-44CCECDF70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4053E460-5B51-F640-1250-486034E984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48585"/>
            <a:ext cx="10972799" cy="427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654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4C5F8081-5E16-4801-8E6F-2E3312D5787D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09602" y="1636776"/>
            <a:ext cx="10972800" cy="473659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4D5D914-82C0-0148-3392-BF28090AF0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468AEF22-4557-6775-386C-88E6D3981A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08068" y="6493036"/>
            <a:ext cx="187738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D1CF6FE0-1215-16B9-D742-B8FDF2285F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C1B25A9B-7D96-B69C-07CB-679EA12C3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2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99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91C4973A-6811-43AE-B46D-74F27A5E8E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2" y="1636776"/>
            <a:ext cx="10972799" cy="47365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D78FA5C3-1F44-C010-7501-CCB84E42CC2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FE0F0B4B-1989-4D7C-4658-6E852A6D49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B95A29DA-2234-C7DE-D36C-27FD09BAD5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EDAD3441-1F31-769E-67CE-4F271FCBC4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903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6ECC26B2-C67D-490A-A762-73CBC5C13F0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09601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43547F9-14B7-192A-DE8F-4CF6B66384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2416ACCD-8B61-6353-56DB-5975A9524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B4BABA50-9F87-457A-27D1-E561C7187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D4AEA23C-8BB8-8D59-F52C-2040A5F46B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862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E9FF20B6-8B82-429F-AEEF-D9E0D5B0552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09600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90BA0ECC-3B3D-81BB-C03F-BC7DA1919A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52CF12DE-4979-541A-F3BC-7BEA560518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9159CFF0-23A4-04DF-BB88-DD44CF29B8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A825564B-7CFD-89BB-B346-BA3F5DFE02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8E8E82C-B438-4701-92A5-0DDD4944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28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627076D-4247-3C98-AC7E-62CB8D4D6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195" y="6566315"/>
            <a:ext cx="457200" cy="246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3AC52-F1B0-4671-BA92-58020EC92B3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Fluent Burn">
            <a:extLst>
              <a:ext uri="{FF2B5EF4-FFF2-40B4-BE49-F238E27FC236}">
                <a16:creationId xmlns:a16="http://schemas.microsoft.com/office/drawing/2014/main" id="{72D1D4B2-5D9E-C49B-F0F6-C5E4F596132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5802" y="6566315"/>
            <a:ext cx="2181627" cy="246221"/>
            <a:chOff x="578620" y="6530065"/>
            <a:chExt cx="2446049" cy="276064"/>
          </a:xfrm>
        </p:grpSpPr>
        <p:pic>
          <p:nvPicPr>
            <p:cNvPr id="4" name="Ansys Fluent Logo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C8958358-8D02-6FC4-7AAF-C169099602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541494" y="6552055"/>
              <a:ext cx="1483175" cy="232086"/>
            </a:xfrm>
            <a:prstGeom prst="rect">
              <a:avLst/>
            </a:prstGeom>
          </p:spPr>
        </p:pic>
        <p:sp>
          <p:nvSpPr>
            <p:cNvPr id="7" name="Created With">
              <a:extLst>
                <a:ext uri="{FF2B5EF4-FFF2-40B4-BE49-F238E27FC236}">
                  <a16:creationId xmlns:a16="http://schemas.microsoft.com/office/drawing/2014/main" id="{0A0381EF-D2B2-0464-0EA6-670F80396F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78620" y="6530065"/>
              <a:ext cx="978088" cy="276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  <a:cs typeface="Kalinga" panose="020B0502040204020203" pitchFamily="34" charset="0"/>
                </a:rPr>
                <a:t>Created with</a:t>
              </a:r>
            </a:p>
          </p:txBody>
        </p:sp>
      </p:grpSp>
      <p:sp>
        <p:nvSpPr>
          <p:cNvPr id="8" name="Top Right Decoration">
            <a:extLst>
              <a:ext uri="{FF2B5EF4-FFF2-40B4-BE49-F238E27FC236}">
                <a16:creationId xmlns:a16="http://schemas.microsoft.com/office/drawing/2014/main" id="{83BA1A1C-776B-1B57-9E82-5F92796C7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748976" y="0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op Left Decoration">
            <a:extLst>
              <a:ext uri="{FF2B5EF4-FFF2-40B4-BE49-F238E27FC236}">
                <a16:creationId xmlns:a16="http://schemas.microsoft.com/office/drawing/2014/main" id="{A0D740A8-4B06-E244-1787-06D16049E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53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44" r:id="rId2"/>
    <p:sldLayoutId id="2147483748" r:id="rId3"/>
    <p:sldLayoutId id="2147483750" r:id="rId4"/>
    <p:sldLayoutId id="2147483745" r:id="rId5"/>
    <p:sldLayoutId id="2147483749" r:id="rId6"/>
    <p:sldLayoutId id="2147483746" r:id="rId7"/>
    <p:sldLayoutId id="2147483747" r:id="rId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61963" marR="0" indent="-23177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alibri" panose="020F0502020204030204" pitchFamily="34" charset="0"/>
        <a:buChar char="‐"/>
        <a:tabLst/>
        <a:defRPr sz="20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746125" marR="0" indent="-28892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969963" marR="0" indent="-223838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203325" marR="0" indent="-233363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2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3.xml"/><Relationship Id="rId22" Type="http://schemas.openxmlformats.org/officeDocument/2006/relationships/slide" Target="slide25.xml"/><Relationship Id="rId23" Type="http://schemas.openxmlformats.org/officeDocument/2006/relationships/slide" Target="slide2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slide" Target="slide3.xml"/><Relationship Id="rId4" Type="http://schemas.openxmlformats.org/officeDocument/2006/relationships/slide" Target="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slide" Target="slide3.xml"/><Relationship Id="rId4" Type="http://schemas.openxmlformats.org/officeDocument/2006/relationships/slide" Target="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slide" Target="slide3.xml"/><Relationship Id="rId4" Type="http://schemas.openxmlformats.org/officeDocument/2006/relationships/slide" Target="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slide" Target="slide3.xml"/><Relationship Id="rId4" Type="http://schemas.openxmlformats.org/officeDocument/2006/relationships/slide" Target="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2B969168-07A6-18D1-6196-37729E4CBF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Presenter">
            <a:extLst>
              <a:ext uri="{FF2B5EF4-FFF2-40B4-BE49-F238E27FC236}">
                <a16:creationId xmlns:a16="http://schemas.microsoft.com/office/drawing/2014/main" id="{E369EDDE-3F24-65AC-C5A7-FEAA88E6E2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Nexus:html_header">
            <a:extLst>
              <a:ext uri="{FF2B5EF4-FFF2-40B4-BE49-F238E27FC236}">
                <a16:creationId xmlns:a16="http://schemas.microsoft.com/office/drawing/2014/main" id="{E7FA8ABC-BCFD-8F4D-EEF6-8BBA9B8C6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3200"/>
              <a:t>Ansys Fluent Simulation Report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4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Nexus:query=A|i_type|eq|table;A|i_name|eq|Header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ShubhamR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8/19/2026 10:57 PM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Slide Number Placeholder">
            <a:extLst>
              <a:ext uri="{FF2B5EF4-FFF2-40B4-BE49-F238E27FC236}">
                <a16:creationId xmlns:a16="http://schemas.microsoft.com/office/drawing/2014/main" id="{316B0EEE-2178-FDF6-C813-0D0D003F0A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</a:t>
            </a:fld>
            <a:endParaRPr lang="en-US"/>
          </a:p>
        </p:txBody>
      </p:sp>
      <p:sp>
        <p:nvSpPr>
          <p:cNvPr id="21" name="Nexus:toc_link">
            <a:extLst>
              <a:ext uri="{FF2B5EF4-FFF2-40B4-BE49-F238E27FC236}">
                <a16:creationId xmlns:a16="http://schemas.microsoft.com/office/drawing/2014/main" id="{137A8142-4054-4A80-8E90-D5802D16DB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comments">
            <a:extLst>
              <a:ext uri="{FF2B5EF4-FFF2-40B4-BE49-F238E27FC236}">
                <a16:creationId xmlns:a16="http://schemas.microsoft.com/office/drawing/2014/main" id="{90405174-D87E-54AD-839A-506233810F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Nexus:html_header">
            <a:extLst>
              <a:ext uri="{FF2B5EF4-FFF2-40B4-BE49-F238E27FC236}">
                <a16:creationId xmlns:a16="http://schemas.microsoft.com/office/drawing/2014/main" id="{EEA59AF0-A3CC-8216-2422-167C976B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2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exus:toc&amp;amp;lines=28">
            <a:extLst>
              <a:ext uri="{FF2B5EF4-FFF2-40B4-BE49-F238E27FC236}">
                <a16:creationId xmlns:a16="http://schemas.microsoft.com/office/drawing/2014/main" id="{5B0F6D94-062E-04B5-FA68-04D6CF3632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numCol="2"/>
          <a:lstStyle/>
          <a:p>
            <a:pPr/>
            <a:r>
              <a:rPr>
                <a:hlinkClick r:id="rId3" action="ppaction://hlinksldjump"/>
              </a:rPr>
              <a:t>System Information</a:t>
            </a:r>
            <a:endParaRPr lang="en-US" dirty="0"/>
          </a:p>
          <a:p>
            <a:pPr/>
            <a:r>
              <a:rPr>
                <a:hlinkClick r:id="rId4" action="ppaction://hlinksldjump"/>
              </a:rPr>
              <a:t>Geometry and Mesh</a:t>
            </a:r>
          </a:p>
          <a:p>
            <a:pPr lvl="1"/>
            <a:r>
              <a:rPr>
                <a:hlinkClick r:id="rId5" action="ppaction://hlinksldjump"/>
              </a:rPr>
              <a:t>Mesh Size</a:t>
            </a:r>
          </a:p>
          <a:p>
            <a:pPr lvl="1"/>
            <a:r>
              <a:rPr>
                <a:hlinkClick r:id="rId6" action="ppaction://hlinksldjump"/>
              </a:rPr>
              <a:t>Mesh Quality</a:t>
            </a:r>
          </a:p>
          <a:p>
            <a:pPr lvl="1"/>
            <a:r>
              <a:rPr>
                <a:hlinkClick r:id="rId7" action="ppaction://hlinksldjump"/>
              </a:rPr>
              <a:t>Orthogonal Quality</a:t>
            </a:r>
          </a:p>
          <a:p>
            <a:pPr/>
            <a:r>
              <a:rPr>
                <a:hlinkClick r:id="rId8" action="ppaction://hlinksldjump"/>
              </a:rPr>
              <a:t>Simulation Setup</a:t>
            </a:r>
          </a:p>
          <a:p>
            <a:pPr lvl="1"/>
            <a:r>
              <a:rPr>
                <a:hlinkClick r:id="rId9" action="ppaction://hlinksldjump"/>
              </a:rPr>
              <a:t>Physics</a:t>
            </a:r>
          </a:p>
          <a:p>
            <a:pPr lvl="2"/>
            <a:r>
              <a:rPr>
                <a:hlinkClick r:id="rId10" action="ppaction://hlinksldjump"/>
              </a:rPr>
              <a:t>Models</a:t>
            </a:r>
          </a:p>
          <a:p>
            <a:pPr lvl="2"/>
            <a:r>
              <a:rPr>
                <a:hlinkClick r:id="rId11" action="ppaction://hlinksldjump"/>
              </a:rPr>
              <a:t>Material Properties</a:t>
            </a:r>
          </a:p>
          <a:p>
            <a:pPr lvl="2"/>
            <a:r>
              <a:rPr>
                <a:hlinkClick r:id="rId12" action="ppaction://hlinksldjump"/>
              </a:rPr>
              <a:t>Cell Zone Conditions</a:t>
            </a:r>
          </a:p>
          <a:p>
            <a:pPr lvl="2"/>
            <a:r>
              <a:rPr>
                <a:hlinkClick r:id="rId13" action="ppaction://hlinksldjump"/>
              </a:rPr>
              <a:t>Boundary Conditions</a:t>
            </a:r>
          </a:p>
          <a:p>
            <a:pPr lvl="2"/>
            <a:r>
              <a:rPr>
                <a:hlinkClick r:id="rId14" action="ppaction://hlinksldjump"/>
              </a:rPr>
              <a:t>Reference Values</a:t>
            </a:r>
          </a:p>
          <a:p>
            <a:pPr lvl="1"/>
            <a:r>
              <a:rPr>
                <a:hlinkClick r:id="rId15" action="ppaction://hlinksldjump"/>
              </a:rPr>
              <a:t>Solver Settings</a:t>
            </a:r>
          </a:p>
          <a:p>
            <a:pPr/>
            <a:r>
              <a:rPr>
                <a:hlinkClick r:id="rId16" action="ppaction://hlinksldjump"/>
              </a:rPr>
              <a:t>Run Information</a:t>
            </a:r>
          </a:p>
          <a:p>
            <a:pPr/>
            <a:r>
              <a:rPr>
                <a:hlinkClick r:id="rId17" action="ppaction://hlinksldjump"/>
              </a:rPr>
              <a:t>Solution Status</a:t>
            </a:r>
          </a:p>
          <a:p>
            <a:pPr/>
            <a:r>
              <a:rPr>
                <a:hlinkClick r:id="rId18" action="ppaction://hlinksldjump"/>
              </a:rPr>
              <a:t>Plots</a:t>
            </a:r>
          </a:p>
          <a:p>
            <a:pPr lvl="1"/>
            <a:r>
              <a:rPr>
                <a:hlinkClick r:id="rId19" action="ppaction://hlinksldjump"/>
              </a:rPr>
              <a:t>Residuals</a:t>
            </a:r>
          </a:p>
          <a:p>
            <a:pPr/>
            <a:r>
              <a:rPr>
                <a:hlinkClick r:id="rId20" action="ppaction://hlinksldjump"/>
              </a:rPr>
              <a:t>Mesh</a:t>
            </a:r>
          </a:p>
          <a:p>
            <a:pPr/>
            <a:r>
              <a:rPr>
                <a:hlinkClick r:id="rId21" action="ppaction://hlinksldjump"/>
              </a:rPr>
              <a:t>Contours</a:t>
            </a:r>
          </a:p>
          <a:p>
            <a:pPr/>
            <a:r>
              <a:rPr>
                <a:hlinkClick r:id="rId22" action="ppaction://hlinksldjump"/>
              </a:rPr>
              <a:t>Pathlines</a:t>
            </a:r>
          </a:p>
          <a:p>
            <a:pPr/>
            <a:r>
              <a:rPr>
                <a:hlinkClick r:id="rId23" action="ppaction://hlinksldjump"/>
              </a:rPr>
              <a:t>Scenes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9109BF0-C254-4285-2184-C5FA6E9F03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Nexus:html_header">
            <a:extLst>
              <a:ext uri="{FF2B5EF4-FFF2-40B4-BE49-F238E27FC236}">
                <a16:creationId xmlns:a16="http://schemas.microsoft.com/office/drawing/2014/main" id="{CAF235EE-7880-782C-D627-81180C02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Table of Contents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2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Nexus:query=A|i_type|eq|table;A|i_name|eq|System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96672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3d, double precision, pressure-based, SST k-omega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26.1.0-10262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Source Revision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b6f454dde8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Build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Feb 2 2026 16:34:25 EST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Ryzen 7 6800H with Radeon Graphics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NVIDIA GeForce RTX 3050 Laptop GPU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Windows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47C80AA-B0DA-3FE3-D386-A6F9C8548C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4</a:t>
            </a:fld>
            <a:endParaRPr lang="en-US"/>
          </a:p>
        </p:txBody>
      </p:sp>
      <p:sp>
        <p:nvSpPr>
          <p:cNvPr id="5" name="Nexus:toc_link">
            <a:extLst>
              <a:ext uri="{FF2B5EF4-FFF2-40B4-BE49-F238E27FC236}">
                <a16:creationId xmlns:a16="http://schemas.microsoft.com/office/drawing/2014/main" id="{364F9CC1-7F5E-222E-29FB-7FF583EA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5CED10BD-E6D7-8748-708E-9A4BA0359B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System Information</a:t>
            </a:r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898626FD-6EFA-69B5-D843-A2B881FA5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E3572AD1-D036-60CE-33FD-17851B6D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System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Geometry and Mesh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Geometry and Mesh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7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SizeTabl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107676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241529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33214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068187C-864B-3A84-B10D-F5E02F947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08048986-8A8D-7BFD-704A-44A4DCC5DF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2F76A126-F617-D73B-A39D-EBEEED7A0E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Size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C8837272-F6DD-6A01-A30C-B9788A2DEE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29A8D270-99C6-D4EF-18F8-EB279FBA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Size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6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Quality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 Orthogonal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Aspect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Mixed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0.22227342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14.697877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solid11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Tet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0.12993988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20.319746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8BA2B70-78DC-64F5-D8BB-919211646C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50E482C7-DF94-B301-EF4D-DD51C44EB7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761B8C9D-22BC-FC3B-15F0-AABFDE9C5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Quality</a:t>
            </a:r>
            <a:endParaRPr lang="en-US" dirty="0"/>
          </a:p>
        </p:txBody>
      </p:sp>
      <p:sp>
        <p:nvSpPr>
          <p:cNvPr id="9" name="Nexus:comments">
            <a:extLst>
              <a:ext uri="{FF2B5EF4-FFF2-40B4-BE49-F238E27FC236}">
                <a16:creationId xmlns:a16="http://schemas.microsoft.com/office/drawing/2014/main" id="{1D76154C-63D8-4B9D-2AA6-1B252507AB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3FEA23B-41A7-D7F9-8DE9-BA3E52C3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Nexus:query=A|i_type|eq|image;A|i_name|eq|MeshOrthogonalHistogram;" descr="3fcc73a8-9bf3-11f1-84b4-df8220a66d9f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8484F504-0E75-5075-5421-A5DA8F908C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8</a:t>
            </a:fld>
            <a:endParaRPr lang="en-US"/>
          </a:p>
        </p:txBody>
      </p:sp>
      <p:sp>
        <p:nvSpPr>
          <p:cNvPr id="15" name="Nexus:toc_link">
            <a:extLst>
              <a:ext uri="{FF2B5EF4-FFF2-40B4-BE49-F238E27FC236}">
                <a16:creationId xmlns:a16="http://schemas.microsoft.com/office/drawing/2014/main" id="{9C81D07F-C360-90AE-510F-20B9BDC5E0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16" name="Nexus:breadcrumbs">
            <a:extLst>
              <a:ext uri="{FF2B5EF4-FFF2-40B4-BE49-F238E27FC236}">
                <a16:creationId xmlns:a16="http://schemas.microsoft.com/office/drawing/2014/main" id="{51910BFF-D4DC-C08E-B4F7-1FDF6FA364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Geometry and Mesh</a:t>
            </a:r>
            <a:r>
              <a:t> / </a:t>
            </a:r>
            <a:r>
              <a:t>Orthogonal Quality</a:t>
            </a:r>
            <a:endParaRPr lang="en-US"/>
          </a:p>
        </p:txBody>
      </p:sp>
      <p:sp>
        <p:nvSpPr>
          <p:cNvPr id="17" name="Nexus:comments">
            <a:extLst>
              <a:ext uri="{FF2B5EF4-FFF2-40B4-BE49-F238E27FC236}">
                <a16:creationId xmlns:a16="http://schemas.microsoft.com/office/drawing/2014/main" id="{615B8E7E-BFB4-837A-58FD-AE1598A56E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Nexus:html_header">
            <a:extLst>
              <a:ext uri="{FF2B5EF4-FFF2-40B4-BE49-F238E27FC236}">
                <a16:creationId xmlns:a16="http://schemas.microsoft.com/office/drawing/2014/main" id="{98105E92-6C4C-3CDF-AE0D-7FA94601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Orthogonal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Simulation Setup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Simulation Setup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Physics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Physics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4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odel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Steady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SST k-omega turbulence model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163766E6-D86C-8402-FF1A-86B4CC85F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11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DB1FD212-8615-8499-2894-85FA61A519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7" name="Nexus:breadcrumbs">
            <a:extLst>
              <a:ext uri="{FF2B5EF4-FFF2-40B4-BE49-F238E27FC236}">
                <a16:creationId xmlns:a16="http://schemas.microsoft.com/office/drawing/2014/main" id="{FB05F6F5-35F3-4559-50CD-7200E3B32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Models</a:t>
            </a:r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624D1C98-6F74-1EAF-0C78-F04E6DDE32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C246425-3A42-46F6-2462-97EE1661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7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Material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water-liquid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998.2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0.001003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8030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2719 kg/m^3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1EE0CA5-5BBC-526B-3CCA-83E6BFC824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12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E0B99DE9-7326-CD6D-38C6-0D822856F6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01B82FF-726C-A182-53DF-9C628AF6A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Material Properties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0B3FC4F-F5A2-0F11-95DC-F6FBB79B88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C44F8980-8793-1979-26DE-6C26D834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Material Properties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4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water liquid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source terms?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fixed values?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Laminar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Porous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3D Fan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solid11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steel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 (1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1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Velocity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Magnitude, Normal to Boundary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Reference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Velocity Magnitude [m/s]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Supersonic/Initial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Turbulence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Intensity and Viscosity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Turbulent Intensity [%]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Turbulent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Reference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(1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2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ReferenceValue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07924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m^2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998.2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Enthalpy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J/kg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Pa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288.16 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m/s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0.001003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Ratio of Specific Heats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Yplus for Heat Tran. Coef.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Reference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CE05950C-BEC2-D166-B635-0E74C31F86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15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BB39B6EA-900A-988A-907B-40C56628F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942593D-2BC8-08B5-4A98-76372B9EA9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Reference Values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9D4F2939-18BE-E4C5-186C-CAB51F519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3B5D49C-56BD-5C36-3247-7D44FC1A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Reference Values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Equations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Numerics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Absolute Velocity Formulation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Under-Relaxation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Body Forces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Kinetic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Specific Dissipation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(1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,tree;A|i_name|eq|RunTableItem,Run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Number of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Number of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Case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22.757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Data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0.387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Current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8.4766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Peak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8.4956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Memory Per M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72.5015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7D4E5229-FFF5-992E-04A7-85E306BDC6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C6AB8E1-8EA1-32E6-7460-748237C41A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9F57948-A9E7-80A3-6664-8AFC929F9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Run Information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FDFEF095-6F0D-3AFB-A36C-E6EE03CCEA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4B23AA27-1A00-4996-D120-2B6C90BB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Run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SolverStatus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Convergence 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0.0004435178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x-velocity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0.00247927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0.001759697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z-velocity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0.001828777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0.001399828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omega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0.001396939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Converged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D12D6BE-533D-A290-BF38-79344B516E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18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22F55DAC-D6FA-FED0-2C49-8C3A57326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87B8336-3E7D-F8EB-BB7F-93A450B6ED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Solution Status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A573B82-C8C1-2774-CB33-F284699B2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2" y="927872"/>
            <a:ext cx="10972800" cy="624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BBFE23C9-AE3B-8432-5C05-960A9776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2"/>
            <a:ext cx="10972799" cy="747529"/>
          </a:xfrm>
        </p:spPr>
        <p:txBody>
          <a:bodyPr/>
          <a:lstStyle/>
          <a:p>
            <a:r>
              <a:rPr sz="3200"/>
              <a:t>Solution Status</a:t>
            </a:r>
            <a:endParaRPr lang="en-US" dirty="0"/>
          </a:p>
          <a:p>
            <a:r>
              <a:rPr sz="2400"/>
              <a:t>Iterations: 2000</a:t>
            </a:r>
          </a:p>
        </p:txBody>
      </p:sp>
    </p:spTree>
    <p:extLst>
      <p:ext uri="{BB962C8B-B14F-4D97-AF65-F5344CB8AC3E}">
        <p14:creationId xmlns:p14="http://schemas.microsoft.com/office/powerpoint/2010/main" val="21901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Plots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Nexus:query=A|i_type|eq|table;A|i_name|eq|residuals_plot;"/>
          <p:cNvGraphicFramePr>
            <a:graphicFrameLocks noGrp="1"/>
          </p:cNvGraphicFramePr>
          <p:nvPr>
            <p:ph type="chart" sz="quarter" idx="11"/>
          </p:nvPr>
        </p:nvGraphicFramePr>
        <p:xfrm>
          <a:off x="609601" y="1636776"/>
          <a:ext cx="10972800" cy="473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413D48AD-F9DD-18CD-C3DC-B259C827B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5195" y="6566315"/>
            <a:ext cx="457200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Nexus:toc_link">
            <a:extLst>
              <a:ext uri="{FF2B5EF4-FFF2-40B4-BE49-F238E27FC236}">
                <a16:creationId xmlns:a16="http://schemas.microsoft.com/office/drawing/2014/main" id="{C4176366-C6CE-41EC-14AF-09D11575D5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10" name="Nexus:breadcrumbs">
            <a:extLst>
              <a:ext uri="{FF2B5EF4-FFF2-40B4-BE49-F238E27FC236}">
                <a16:creationId xmlns:a16="http://schemas.microsoft.com/office/drawing/2014/main" id="{535D6246-17F0-F596-7D2B-1B9400424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Plots</a:t>
            </a:r>
            <a:r>
              <a:t> / </a:t>
            </a:r>
            <a:r>
              <a:t>Residuals</a:t>
            </a:r>
            <a:endParaRPr lang="en-US"/>
          </a:p>
        </p:txBody>
      </p:sp>
      <p:sp>
        <p:nvSpPr>
          <p:cNvPr id="11" name="Nexus:comments">
            <a:extLst>
              <a:ext uri="{FF2B5EF4-FFF2-40B4-BE49-F238E27FC236}">
                <a16:creationId xmlns:a16="http://schemas.microsoft.com/office/drawing/2014/main" id="{E494AC99-C935-287B-F456-5C4649A5F9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exus:html_header">
            <a:extLst>
              <a:ext uri="{FF2B5EF4-FFF2-40B4-BE49-F238E27FC236}">
                <a16:creationId xmlns:a16="http://schemas.microsoft.com/office/drawing/2014/main" id="{0FCB03A3-A939-817A-F2F7-794F1DFD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Residuals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Mesh</a:t>
            </a:r>
            <a:endParaRPr lang="en-US" dirty="0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Mesh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8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mesh;" descr="41818dcc-9bf3-11f1-be88-df8220a66d9f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B0CF28E5-39E2-804E-9B72-C07BA9EE811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26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4346A7D2-E626-5382-D024-4667A77400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15877782-1589-46EA-D14E-C7DDB3AF14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Mesh</a:t>
            </a:r>
            <a:r>
              <a:t> / </a:t>
            </a:r>
            <a:r>
              <a:t>mesh-1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8A024C5-A93F-F4B5-63D1-BC7222C703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F4649C03-1545-49CA-A41E-DEA0C855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mesh-1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53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Contours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Contours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7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contour;" descr="43773468-9bf3-11f1-95c7-df8220a66d9f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1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Pathlines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Pathlines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pathline;" descr="46b961f3-9bf3-11f1-bedd-df8220a66d9f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E548135-C4A5-EFBE-8EA1-44E9B37AE4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32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BB1F4609-51A5-4E03-9A86-2871E0177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484C7630-F3DE-3017-E429-885C1A2B98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Pathlines</a:t>
            </a:r>
            <a:r>
              <a:t> / </a:t>
            </a:r>
            <a:r>
              <a:t>pathlines-1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51EBC050-67EC-C815-04B1-999A63C5E6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4E2F4A0-6324-5D14-0C39-42F73F8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pathlines-1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5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Scenes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Scenes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7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scene;" descr="49cbfcfd-9bf3-11f1-96ec-df8220a66d9f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ACBDB2B-D791-7564-D6CD-5ADFBDF507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42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DC82DC9C-B111-FB10-34C7-10D29C0E41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35CAB937-2DAA-E463-4164-5EAA267D3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Scenes</a:t>
            </a:r>
            <a:r>
              <a:t> / </a:t>
            </a:r>
            <a:r>
              <a:t>scene-1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70216E0E-8942-F88F-5E84-165B0506BC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4BAA1624-385D-7504-3000-7F2BBF79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Solid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 (2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Pressure Profile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Direction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 to Boundary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Turbulence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Intensity and Viscosity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Turbulent Intensity [%]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Turbulent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Pressure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Pressure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Build artificial walls to prevent reverse flow?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Radial Equilibrium Pressure Distribution (Unsupported)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Average Pressure Specification?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targeted mass flow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fluid-solid11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(2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Surface Roughness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Height [mm]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surface:1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solid11:655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fluid-solid11-shadow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(3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Pressure-Velocity 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Discretization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Kinetic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Specific Dissipation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Solution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5e+10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Turb. Kinetic Energy [m^2/s^2]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1e-14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(2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Minimum Spec. Dissipation Rate [s^-1]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1e-20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Turb.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(3 of 3)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sys - Slide Master">
  <a:themeElements>
    <a:clrScheme name="Custom 2">
      <a:dk1>
        <a:sysClr val="windowText" lastClr="000000"/>
      </a:dk1>
      <a:lt1>
        <a:sysClr val="window" lastClr="FFFFFF"/>
      </a:lt1>
      <a:dk2>
        <a:srgbClr val="898A8D"/>
      </a:dk2>
      <a:lt2>
        <a:srgbClr val="D9D8D6"/>
      </a:lt2>
      <a:accent1>
        <a:srgbClr val="FFB71B"/>
      </a:accent1>
      <a:accent2>
        <a:srgbClr val="0070C0"/>
      </a:accent2>
      <a:accent3>
        <a:srgbClr val="00B050"/>
      </a:accent3>
      <a:accent4>
        <a:srgbClr val="FFB71B"/>
      </a:accent4>
      <a:accent5>
        <a:srgbClr val="FF0000"/>
      </a:accent5>
      <a:accent6>
        <a:srgbClr val="7030A0"/>
      </a:accent6>
      <a:hlink>
        <a:srgbClr val="000000"/>
      </a:hlink>
      <a:folHlink>
        <a:srgbClr val="0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Presentation 2021 Confidential (1)" id="{BCE29331-CD87-4C7F-9347-8FFC45714815}" vid="{9A4FE274-3FD9-4EEB-80C5-5F4C7627D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22542</TotalTime>
  <Words>49</Words>
  <Application>Microsoft Office PowerPoint</Application>
  <PresentationFormat>Widescreen</PresentationFormat>
  <Paragraphs>49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Courier New</vt:lpstr>
      <vt:lpstr>Source Sans Pro</vt:lpstr>
      <vt:lpstr>Wingdings</vt:lpstr>
      <vt:lpstr>Ansys -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Hello, World!</dc:title>
  <dc:subject/>
  <dc:creator>Visesh Rajendraprasad</dc:creator>
  <cp:keywords/>
  <dc:description>generated using python-pptx</dc:description>
  <cp:lastModifiedBy>Chris Tevere</cp:lastModifiedBy>
  <cp:revision>166</cp:revision>
  <dcterms:created xsi:type="dcterms:W3CDTF">2013-01-27T09:14:16Z</dcterms:created>
  <dcterms:modified xsi:type="dcterms:W3CDTF">2024-08-23T14:00:08Z</dcterms:modified>
  <cp:category/>
</cp:coreProperties>
</file>