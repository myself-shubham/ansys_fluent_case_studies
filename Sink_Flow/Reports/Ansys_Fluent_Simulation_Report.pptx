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8"/>
  </p:notesMasterIdLst>
  <p:handoutMasterIdLst>
    <p:handoutMasterId r:id="rId49"/>
  </p:handoutMasterIdLst>
  <p:sldIdLst>
    <p:sldId id="341" r:id="rId2"/>
    <p:sldId id="336" r:id="rId3"/>
    <p:sldId id="315" r:id="rId4"/>
    <p:sldId id="316" r:id="rId5"/>
    <p:sldId id="340" r:id="rId6"/>
    <p:sldId id="317" r:id="rId7"/>
    <p:sldId id="268" r:id="rId8"/>
    <p:sldId id="269" r:id="rId9"/>
    <p:sldId id="342" r:id="rId10"/>
    <p:sldId id="343" r:id="rId11"/>
    <p:sldId id="270" r:id="rId12"/>
    <p:sldId id="308" r:id="rId13"/>
    <p:sldId id="309" r:id="rId14"/>
    <p:sldId id="350" r:id="rId24"/>
    <p:sldId id="310" r:id="rId15"/>
    <p:sldId id="351" r:id="rId25"/>
    <p:sldId id="274" r:id="rId16"/>
    <p:sldId id="311" r:id="rId17"/>
    <p:sldId id="352" r:id="rId26"/>
    <p:sldId id="276" r:id="rId18"/>
    <p:sldId id="278" r:id="rId19"/>
    <p:sldId id="279" r:id="rId20"/>
    <p:sldId id="313" r:id="rId21"/>
    <p:sldId id="344" r:id="rId22"/>
    <p:sldId id="281" r:id="rId23"/>
    <p:sldId id="347" r:id="rId28"/>
    <p:sldId id="283" r:id="rId29"/>
    <p:sldId id="353" r:id="rId27"/>
    <p:sldId id="354" r:id="rId30"/>
    <p:sldId id="355" r:id="rId31"/>
    <p:sldId id="356" r:id="rId34"/>
    <p:sldId id="349" r:id="rId32"/>
    <p:sldId id="285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755" autoAdjust="0"/>
    <p:restoredTop sz="86389" autoAdjust="0"/>
  </p:normalViewPr>
  <p:slideViewPr>
    <p:cSldViewPr snapToGrid="0" snapToObjects="1">
      <p:cViewPr varScale="1">
        <p:scale>
          <a:sx n="79" d="100"/>
          <a:sy n="79" d="100"/>
        </p:scale>
        <p:origin x="132" y="45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84" d="100"/>
          <a:sy n="84" d="100"/>
        </p:scale>
        <p:origin x="3162" y="9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1" Type="http://schemas.openxmlformats.org/officeDocument/2006/relationships/slide" Target="slides/slide20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4.xml"/><Relationship Id="rId11" Type="http://schemas.openxmlformats.org/officeDocument/2006/relationships/slide" Target="slides/slide10.xml"/><Relationship Id="rId32" Type="http://schemas.openxmlformats.org/officeDocument/2006/relationships/slide" Target="slides/slide25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26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3.xml"/><Relationship Id="rId49" Type="http://schemas.openxmlformats.org/officeDocument/2006/relationships/handoutMaster" Target="handoutMasters/handoutMaster1.xml"/><Relationship Id="rId24" Type="http://schemas.openxmlformats.org/officeDocument/2006/relationships/slide" Target="slides/slide27.xml"/><Relationship Id="rId25" Type="http://schemas.openxmlformats.org/officeDocument/2006/relationships/slide" Target="slides/slide28.xml"/><Relationship Id="rId26" Type="http://schemas.openxmlformats.org/officeDocument/2006/relationships/slide" Target="slides/slide29.xml"/><Relationship Id="rId27" Type="http://schemas.openxmlformats.org/officeDocument/2006/relationships/slide" Target="slides/slide30.xml"/><Relationship Id="rId30" Type="http://schemas.openxmlformats.org/officeDocument/2006/relationships/slide" Target="slides/slide31.xml"/><Relationship Id="rId31" Type="http://schemas.openxmlformats.org/officeDocument/2006/relationships/slide" Target="slides/slide32.xml"/><Relationship Id="rId34" Type="http://schemas.openxmlformats.org/officeDocument/2006/relationships/slide" Target="slides/slide3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Residuals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continuity</c:v>
                </c:pt>
              </c:strCache>
            </c:strRef>
          </c:tx>
          <c:xVal>
            <c:numRef>
              <c:f>Sheet1!$A$2:$A$799</c:f>
              <c:numCache>
                <c:formatCode>General</c:formatCode>
                <c:ptCount val="798"/>
                <c:pt idx="0">
                  <c:v>64.0</c:v>
                </c:pt>
                <c:pt idx="1">
                  <c:v>128.0</c:v>
                </c:pt>
                <c:pt idx="2">
                  <c:v>192.0</c:v>
                </c:pt>
                <c:pt idx="3">
                  <c:v>256.0</c:v>
                </c:pt>
                <c:pt idx="4">
                  <c:v>320.0</c:v>
                </c:pt>
                <c:pt idx="5">
                  <c:v>384.0</c:v>
                </c:pt>
                <c:pt idx="6">
                  <c:v>448.0</c:v>
                </c:pt>
                <c:pt idx="7">
                  <c:v>512.0</c:v>
                </c:pt>
                <c:pt idx="8">
                  <c:v>576.0</c:v>
                </c:pt>
                <c:pt idx="9">
                  <c:v>640.0</c:v>
                </c:pt>
                <c:pt idx="10">
                  <c:v>704.0</c:v>
                </c:pt>
                <c:pt idx="11">
                  <c:v>768.0</c:v>
                </c:pt>
                <c:pt idx="12">
                  <c:v>832.0</c:v>
                </c:pt>
                <c:pt idx="13">
                  <c:v>896.0</c:v>
                </c:pt>
                <c:pt idx="14">
                  <c:v>960.0</c:v>
                </c:pt>
                <c:pt idx="15">
                  <c:v>1012.0</c:v>
                </c:pt>
                <c:pt idx="16">
                  <c:v>1044.0</c:v>
                </c:pt>
                <c:pt idx="17">
                  <c:v>1076.0</c:v>
                </c:pt>
                <c:pt idx="18">
                  <c:v>1108.0</c:v>
                </c:pt>
                <c:pt idx="19">
                  <c:v>1140.0</c:v>
                </c:pt>
                <c:pt idx="20">
                  <c:v>1172.0</c:v>
                </c:pt>
                <c:pt idx="21">
                  <c:v>1204.0</c:v>
                </c:pt>
                <c:pt idx="22">
                  <c:v>1236.0</c:v>
                </c:pt>
                <c:pt idx="23">
                  <c:v>1268.0</c:v>
                </c:pt>
                <c:pt idx="24">
                  <c:v>1300.0</c:v>
                </c:pt>
                <c:pt idx="25">
                  <c:v>1332.0</c:v>
                </c:pt>
                <c:pt idx="26">
                  <c:v>1364.0</c:v>
                </c:pt>
                <c:pt idx="27">
                  <c:v>1396.0</c:v>
                </c:pt>
                <c:pt idx="28">
                  <c:v>1428.0</c:v>
                </c:pt>
                <c:pt idx="29">
                  <c:v>1460.0</c:v>
                </c:pt>
                <c:pt idx="30">
                  <c:v>1492.0</c:v>
                </c:pt>
                <c:pt idx="31">
                  <c:v>1512.0</c:v>
                </c:pt>
                <c:pt idx="32">
                  <c:v>1528.0</c:v>
                </c:pt>
                <c:pt idx="33">
                  <c:v>1544.0</c:v>
                </c:pt>
                <c:pt idx="34">
                  <c:v>1560.0</c:v>
                </c:pt>
                <c:pt idx="35">
                  <c:v>1576.0</c:v>
                </c:pt>
                <c:pt idx="36">
                  <c:v>1592.0</c:v>
                </c:pt>
                <c:pt idx="37">
                  <c:v>1608.0</c:v>
                </c:pt>
                <c:pt idx="38">
                  <c:v>1624.0</c:v>
                </c:pt>
                <c:pt idx="39">
                  <c:v>1640.0</c:v>
                </c:pt>
                <c:pt idx="40">
                  <c:v>1656.0</c:v>
                </c:pt>
                <c:pt idx="41">
                  <c:v>1672.0</c:v>
                </c:pt>
                <c:pt idx="42">
                  <c:v>1688.0</c:v>
                </c:pt>
                <c:pt idx="43">
                  <c:v>1704.0</c:v>
                </c:pt>
                <c:pt idx="44">
                  <c:v>1720.0</c:v>
                </c:pt>
                <c:pt idx="45">
                  <c:v>1736.0</c:v>
                </c:pt>
                <c:pt idx="46">
                  <c:v>1752.0</c:v>
                </c:pt>
                <c:pt idx="47">
                  <c:v>1768.0</c:v>
                </c:pt>
                <c:pt idx="48">
                  <c:v>1784.0</c:v>
                </c:pt>
                <c:pt idx="49">
                  <c:v>1800.0</c:v>
                </c:pt>
                <c:pt idx="50">
                  <c:v>1816.0</c:v>
                </c:pt>
                <c:pt idx="51">
                  <c:v>1832.0</c:v>
                </c:pt>
                <c:pt idx="52">
                  <c:v>1848.0</c:v>
                </c:pt>
                <c:pt idx="53">
                  <c:v>1864.0</c:v>
                </c:pt>
                <c:pt idx="54">
                  <c:v>1880.0</c:v>
                </c:pt>
                <c:pt idx="55">
                  <c:v>1896.0</c:v>
                </c:pt>
                <c:pt idx="56">
                  <c:v>1912.0</c:v>
                </c:pt>
                <c:pt idx="57">
                  <c:v>1928.0</c:v>
                </c:pt>
                <c:pt idx="58">
                  <c:v>1944.0</c:v>
                </c:pt>
                <c:pt idx="59">
                  <c:v>1960.0</c:v>
                </c:pt>
                <c:pt idx="60">
                  <c:v>1976.0</c:v>
                </c:pt>
                <c:pt idx="61">
                  <c:v>1992.0</c:v>
                </c:pt>
                <c:pt idx="62">
                  <c:v>2004.0</c:v>
                </c:pt>
                <c:pt idx="63">
                  <c:v>2012.0</c:v>
                </c:pt>
                <c:pt idx="64">
                  <c:v>2020.0</c:v>
                </c:pt>
                <c:pt idx="65">
                  <c:v>2028.0</c:v>
                </c:pt>
                <c:pt idx="66">
                  <c:v>2036.0</c:v>
                </c:pt>
                <c:pt idx="67">
                  <c:v>2044.0</c:v>
                </c:pt>
                <c:pt idx="68">
                  <c:v>2052.0</c:v>
                </c:pt>
                <c:pt idx="69">
                  <c:v>2060.0</c:v>
                </c:pt>
                <c:pt idx="70">
                  <c:v>2068.0</c:v>
                </c:pt>
                <c:pt idx="71">
                  <c:v>2076.0</c:v>
                </c:pt>
                <c:pt idx="72">
                  <c:v>2084.0</c:v>
                </c:pt>
                <c:pt idx="73">
                  <c:v>2092.0</c:v>
                </c:pt>
                <c:pt idx="74">
                  <c:v>2100.0</c:v>
                </c:pt>
                <c:pt idx="75">
                  <c:v>2108.0</c:v>
                </c:pt>
                <c:pt idx="76">
                  <c:v>2116.0</c:v>
                </c:pt>
                <c:pt idx="77">
                  <c:v>2124.0</c:v>
                </c:pt>
                <c:pt idx="78">
                  <c:v>2132.0</c:v>
                </c:pt>
                <c:pt idx="79">
                  <c:v>2140.0</c:v>
                </c:pt>
                <c:pt idx="80">
                  <c:v>2148.0</c:v>
                </c:pt>
                <c:pt idx="81">
                  <c:v>2156.0</c:v>
                </c:pt>
                <c:pt idx="82">
                  <c:v>2164.0</c:v>
                </c:pt>
                <c:pt idx="83">
                  <c:v>2172.0</c:v>
                </c:pt>
                <c:pt idx="84">
                  <c:v>2180.0</c:v>
                </c:pt>
                <c:pt idx="85">
                  <c:v>2188.0</c:v>
                </c:pt>
                <c:pt idx="86">
                  <c:v>2196.0</c:v>
                </c:pt>
                <c:pt idx="87">
                  <c:v>2204.0</c:v>
                </c:pt>
                <c:pt idx="88">
                  <c:v>2212.0</c:v>
                </c:pt>
                <c:pt idx="89">
                  <c:v>2220.0</c:v>
                </c:pt>
                <c:pt idx="90">
                  <c:v>2228.0</c:v>
                </c:pt>
                <c:pt idx="91">
                  <c:v>2236.0</c:v>
                </c:pt>
                <c:pt idx="92">
                  <c:v>2244.0</c:v>
                </c:pt>
                <c:pt idx="93">
                  <c:v>2252.0</c:v>
                </c:pt>
                <c:pt idx="94">
                  <c:v>2260.0</c:v>
                </c:pt>
                <c:pt idx="95">
                  <c:v>2268.0</c:v>
                </c:pt>
                <c:pt idx="96">
                  <c:v>2276.0</c:v>
                </c:pt>
                <c:pt idx="97">
                  <c:v>2284.0</c:v>
                </c:pt>
                <c:pt idx="98">
                  <c:v>2292.0</c:v>
                </c:pt>
                <c:pt idx="99">
                  <c:v>2300.0</c:v>
                </c:pt>
                <c:pt idx="100">
                  <c:v>2308.0</c:v>
                </c:pt>
                <c:pt idx="101">
                  <c:v>2316.0</c:v>
                </c:pt>
                <c:pt idx="102">
                  <c:v>2324.0</c:v>
                </c:pt>
                <c:pt idx="103">
                  <c:v>2332.0</c:v>
                </c:pt>
                <c:pt idx="104">
                  <c:v>2340.0</c:v>
                </c:pt>
                <c:pt idx="105">
                  <c:v>2348.0</c:v>
                </c:pt>
                <c:pt idx="106">
                  <c:v>2356.0</c:v>
                </c:pt>
                <c:pt idx="107">
                  <c:v>2364.0</c:v>
                </c:pt>
                <c:pt idx="108">
                  <c:v>2372.0</c:v>
                </c:pt>
                <c:pt idx="109">
                  <c:v>2380.0</c:v>
                </c:pt>
                <c:pt idx="110">
                  <c:v>2388.0</c:v>
                </c:pt>
                <c:pt idx="111">
                  <c:v>2396.0</c:v>
                </c:pt>
                <c:pt idx="112">
                  <c:v>2404.0</c:v>
                </c:pt>
                <c:pt idx="113">
                  <c:v>2412.0</c:v>
                </c:pt>
                <c:pt idx="114">
                  <c:v>2420.0</c:v>
                </c:pt>
                <c:pt idx="115">
                  <c:v>2428.0</c:v>
                </c:pt>
                <c:pt idx="116">
                  <c:v>2436.0</c:v>
                </c:pt>
                <c:pt idx="117">
                  <c:v>2444.0</c:v>
                </c:pt>
                <c:pt idx="118">
                  <c:v>2452.0</c:v>
                </c:pt>
                <c:pt idx="119">
                  <c:v>2460.0</c:v>
                </c:pt>
                <c:pt idx="120">
                  <c:v>2468.0</c:v>
                </c:pt>
                <c:pt idx="121">
                  <c:v>2476.0</c:v>
                </c:pt>
                <c:pt idx="122">
                  <c:v>2484.0</c:v>
                </c:pt>
                <c:pt idx="123">
                  <c:v>2492.0</c:v>
                </c:pt>
                <c:pt idx="124">
                  <c:v>2500.0</c:v>
                </c:pt>
                <c:pt idx="125">
                  <c:v>2504.0</c:v>
                </c:pt>
                <c:pt idx="126">
                  <c:v>2508.0</c:v>
                </c:pt>
                <c:pt idx="127">
                  <c:v>2512.0</c:v>
                </c:pt>
                <c:pt idx="128">
                  <c:v>2516.0</c:v>
                </c:pt>
                <c:pt idx="129">
                  <c:v>2520.0</c:v>
                </c:pt>
                <c:pt idx="130">
                  <c:v>2524.0</c:v>
                </c:pt>
                <c:pt idx="131">
                  <c:v>2528.0</c:v>
                </c:pt>
                <c:pt idx="132">
                  <c:v>2532.0</c:v>
                </c:pt>
                <c:pt idx="133">
                  <c:v>2536.0</c:v>
                </c:pt>
                <c:pt idx="134">
                  <c:v>2540.0</c:v>
                </c:pt>
                <c:pt idx="135">
                  <c:v>2544.0</c:v>
                </c:pt>
                <c:pt idx="136">
                  <c:v>2548.0</c:v>
                </c:pt>
                <c:pt idx="137">
                  <c:v>2552.0</c:v>
                </c:pt>
                <c:pt idx="138">
                  <c:v>2556.0</c:v>
                </c:pt>
                <c:pt idx="139">
                  <c:v>2560.0</c:v>
                </c:pt>
                <c:pt idx="140">
                  <c:v>2564.0</c:v>
                </c:pt>
                <c:pt idx="141">
                  <c:v>2568.0</c:v>
                </c:pt>
                <c:pt idx="142">
                  <c:v>2572.0</c:v>
                </c:pt>
                <c:pt idx="143">
                  <c:v>2576.0</c:v>
                </c:pt>
                <c:pt idx="144">
                  <c:v>2580.0</c:v>
                </c:pt>
                <c:pt idx="145">
                  <c:v>2584.0</c:v>
                </c:pt>
                <c:pt idx="146">
                  <c:v>2588.0</c:v>
                </c:pt>
                <c:pt idx="147">
                  <c:v>2592.0</c:v>
                </c:pt>
                <c:pt idx="148">
                  <c:v>2596.0</c:v>
                </c:pt>
                <c:pt idx="149">
                  <c:v>2600.0</c:v>
                </c:pt>
                <c:pt idx="150">
                  <c:v>2604.0</c:v>
                </c:pt>
                <c:pt idx="151">
                  <c:v>2608.0</c:v>
                </c:pt>
                <c:pt idx="152">
                  <c:v>2612.0</c:v>
                </c:pt>
                <c:pt idx="153">
                  <c:v>2616.0</c:v>
                </c:pt>
                <c:pt idx="154">
                  <c:v>2620.0</c:v>
                </c:pt>
                <c:pt idx="155">
                  <c:v>2624.0</c:v>
                </c:pt>
                <c:pt idx="156">
                  <c:v>2628.0</c:v>
                </c:pt>
                <c:pt idx="157">
                  <c:v>2632.0</c:v>
                </c:pt>
                <c:pt idx="158">
                  <c:v>2636.0</c:v>
                </c:pt>
                <c:pt idx="159">
                  <c:v>2640.0</c:v>
                </c:pt>
                <c:pt idx="160">
                  <c:v>2644.0</c:v>
                </c:pt>
                <c:pt idx="161">
                  <c:v>2648.0</c:v>
                </c:pt>
                <c:pt idx="162">
                  <c:v>2652.0</c:v>
                </c:pt>
                <c:pt idx="163">
                  <c:v>2656.0</c:v>
                </c:pt>
                <c:pt idx="164">
                  <c:v>2660.0</c:v>
                </c:pt>
                <c:pt idx="165">
                  <c:v>2664.0</c:v>
                </c:pt>
                <c:pt idx="166">
                  <c:v>2668.0</c:v>
                </c:pt>
                <c:pt idx="167">
                  <c:v>2672.0</c:v>
                </c:pt>
                <c:pt idx="168">
                  <c:v>2676.0</c:v>
                </c:pt>
                <c:pt idx="169">
                  <c:v>2680.0</c:v>
                </c:pt>
                <c:pt idx="170">
                  <c:v>2684.0</c:v>
                </c:pt>
                <c:pt idx="171">
                  <c:v>2688.0</c:v>
                </c:pt>
                <c:pt idx="172">
                  <c:v>2692.0</c:v>
                </c:pt>
                <c:pt idx="173">
                  <c:v>2696.0</c:v>
                </c:pt>
                <c:pt idx="174">
                  <c:v>2700.0</c:v>
                </c:pt>
                <c:pt idx="175">
                  <c:v>2704.0</c:v>
                </c:pt>
                <c:pt idx="176">
                  <c:v>2708.0</c:v>
                </c:pt>
                <c:pt idx="177">
                  <c:v>2712.0</c:v>
                </c:pt>
                <c:pt idx="178">
                  <c:v>2716.0</c:v>
                </c:pt>
                <c:pt idx="179">
                  <c:v>2720.0</c:v>
                </c:pt>
                <c:pt idx="180">
                  <c:v>2724.0</c:v>
                </c:pt>
                <c:pt idx="181">
                  <c:v>2728.0</c:v>
                </c:pt>
                <c:pt idx="182">
                  <c:v>2732.0</c:v>
                </c:pt>
                <c:pt idx="183">
                  <c:v>2736.0</c:v>
                </c:pt>
                <c:pt idx="184">
                  <c:v>2740.0</c:v>
                </c:pt>
                <c:pt idx="185">
                  <c:v>2744.0</c:v>
                </c:pt>
                <c:pt idx="186">
                  <c:v>2748.0</c:v>
                </c:pt>
                <c:pt idx="187">
                  <c:v>2752.0</c:v>
                </c:pt>
                <c:pt idx="188">
                  <c:v>2756.0</c:v>
                </c:pt>
                <c:pt idx="189">
                  <c:v>2760.0</c:v>
                </c:pt>
                <c:pt idx="190">
                  <c:v>2764.0</c:v>
                </c:pt>
                <c:pt idx="191">
                  <c:v>2768.0</c:v>
                </c:pt>
                <c:pt idx="192">
                  <c:v>2772.0</c:v>
                </c:pt>
                <c:pt idx="193">
                  <c:v>2776.0</c:v>
                </c:pt>
                <c:pt idx="194">
                  <c:v>2780.0</c:v>
                </c:pt>
                <c:pt idx="195">
                  <c:v>2784.0</c:v>
                </c:pt>
                <c:pt idx="196">
                  <c:v>2788.0</c:v>
                </c:pt>
                <c:pt idx="197">
                  <c:v>2792.0</c:v>
                </c:pt>
                <c:pt idx="198">
                  <c:v>2796.0</c:v>
                </c:pt>
                <c:pt idx="199">
                  <c:v>2800.0</c:v>
                </c:pt>
                <c:pt idx="200">
                  <c:v>2804.0</c:v>
                </c:pt>
                <c:pt idx="201">
                  <c:v>2808.0</c:v>
                </c:pt>
                <c:pt idx="202">
                  <c:v>2812.0</c:v>
                </c:pt>
                <c:pt idx="203">
                  <c:v>2816.0</c:v>
                </c:pt>
                <c:pt idx="204">
                  <c:v>2820.0</c:v>
                </c:pt>
                <c:pt idx="205">
                  <c:v>2824.0</c:v>
                </c:pt>
                <c:pt idx="206">
                  <c:v>2828.0</c:v>
                </c:pt>
                <c:pt idx="207">
                  <c:v>2832.0</c:v>
                </c:pt>
                <c:pt idx="208">
                  <c:v>2836.0</c:v>
                </c:pt>
                <c:pt idx="209">
                  <c:v>2840.0</c:v>
                </c:pt>
                <c:pt idx="210">
                  <c:v>2844.0</c:v>
                </c:pt>
                <c:pt idx="211">
                  <c:v>2848.0</c:v>
                </c:pt>
                <c:pt idx="212">
                  <c:v>2852.0</c:v>
                </c:pt>
                <c:pt idx="213">
                  <c:v>2856.0</c:v>
                </c:pt>
                <c:pt idx="214">
                  <c:v>2860.0</c:v>
                </c:pt>
                <c:pt idx="215">
                  <c:v>2864.0</c:v>
                </c:pt>
                <c:pt idx="216">
                  <c:v>2868.0</c:v>
                </c:pt>
                <c:pt idx="217">
                  <c:v>2872.0</c:v>
                </c:pt>
                <c:pt idx="218">
                  <c:v>2876.0</c:v>
                </c:pt>
                <c:pt idx="219">
                  <c:v>2880.0</c:v>
                </c:pt>
                <c:pt idx="220">
                  <c:v>2884.0</c:v>
                </c:pt>
                <c:pt idx="221">
                  <c:v>2888.0</c:v>
                </c:pt>
                <c:pt idx="222">
                  <c:v>2892.0</c:v>
                </c:pt>
                <c:pt idx="223">
                  <c:v>2896.0</c:v>
                </c:pt>
                <c:pt idx="224">
                  <c:v>2900.0</c:v>
                </c:pt>
                <c:pt idx="225">
                  <c:v>2904.0</c:v>
                </c:pt>
                <c:pt idx="226">
                  <c:v>2908.0</c:v>
                </c:pt>
                <c:pt idx="227">
                  <c:v>2912.0</c:v>
                </c:pt>
                <c:pt idx="228">
                  <c:v>2916.0</c:v>
                </c:pt>
                <c:pt idx="229">
                  <c:v>2920.0</c:v>
                </c:pt>
                <c:pt idx="230">
                  <c:v>2924.0</c:v>
                </c:pt>
                <c:pt idx="231">
                  <c:v>2928.0</c:v>
                </c:pt>
                <c:pt idx="232">
                  <c:v>2932.0</c:v>
                </c:pt>
                <c:pt idx="233">
                  <c:v>2936.0</c:v>
                </c:pt>
                <c:pt idx="234">
                  <c:v>2940.0</c:v>
                </c:pt>
                <c:pt idx="235">
                  <c:v>2944.0</c:v>
                </c:pt>
                <c:pt idx="236">
                  <c:v>2948.0</c:v>
                </c:pt>
                <c:pt idx="237">
                  <c:v>2952.0</c:v>
                </c:pt>
                <c:pt idx="238">
                  <c:v>2956.0</c:v>
                </c:pt>
                <c:pt idx="239">
                  <c:v>2960.0</c:v>
                </c:pt>
                <c:pt idx="240">
                  <c:v>2964.0</c:v>
                </c:pt>
                <c:pt idx="241">
                  <c:v>2968.0</c:v>
                </c:pt>
                <c:pt idx="242">
                  <c:v>2972.0</c:v>
                </c:pt>
                <c:pt idx="243">
                  <c:v>2976.0</c:v>
                </c:pt>
                <c:pt idx="244">
                  <c:v>2980.0</c:v>
                </c:pt>
                <c:pt idx="245">
                  <c:v>2984.0</c:v>
                </c:pt>
                <c:pt idx="246">
                  <c:v>2988.0</c:v>
                </c:pt>
                <c:pt idx="247">
                  <c:v>2992.0</c:v>
                </c:pt>
                <c:pt idx="248">
                  <c:v>2996.0</c:v>
                </c:pt>
                <c:pt idx="249">
                  <c:v>3000.0</c:v>
                </c:pt>
                <c:pt idx="250">
                  <c:v>3002.0</c:v>
                </c:pt>
                <c:pt idx="251">
                  <c:v>3004.0</c:v>
                </c:pt>
                <c:pt idx="252">
                  <c:v>3006.0</c:v>
                </c:pt>
                <c:pt idx="253">
                  <c:v>3008.0</c:v>
                </c:pt>
                <c:pt idx="254">
                  <c:v>3010.0</c:v>
                </c:pt>
                <c:pt idx="255">
                  <c:v>3012.0</c:v>
                </c:pt>
                <c:pt idx="256">
                  <c:v>3014.0</c:v>
                </c:pt>
                <c:pt idx="257">
                  <c:v>3016.0</c:v>
                </c:pt>
                <c:pt idx="258">
                  <c:v>3018.0</c:v>
                </c:pt>
                <c:pt idx="259">
                  <c:v>3020.0</c:v>
                </c:pt>
                <c:pt idx="260">
                  <c:v>3022.0</c:v>
                </c:pt>
                <c:pt idx="261">
                  <c:v>3024.0</c:v>
                </c:pt>
                <c:pt idx="262">
                  <c:v>3026.0</c:v>
                </c:pt>
                <c:pt idx="263">
                  <c:v>3028.0</c:v>
                </c:pt>
                <c:pt idx="264">
                  <c:v>3030.0</c:v>
                </c:pt>
                <c:pt idx="265">
                  <c:v>3032.0</c:v>
                </c:pt>
                <c:pt idx="266">
                  <c:v>3034.0</c:v>
                </c:pt>
                <c:pt idx="267">
                  <c:v>3036.0</c:v>
                </c:pt>
                <c:pt idx="268">
                  <c:v>3038.0</c:v>
                </c:pt>
                <c:pt idx="269">
                  <c:v>3040.0</c:v>
                </c:pt>
                <c:pt idx="270">
                  <c:v>3042.0</c:v>
                </c:pt>
                <c:pt idx="271">
                  <c:v>3044.0</c:v>
                </c:pt>
                <c:pt idx="272">
                  <c:v>3046.0</c:v>
                </c:pt>
                <c:pt idx="273">
                  <c:v>3048.0</c:v>
                </c:pt>
                <c:pt idx="274">
                  <c:v>3050.0</c:v>
                </c:pt>
                <c:pt idx="275">
                  <c:v>3052.0</c:v>
                </c:pt>
                <c:pt idx="276">
                  <c:v>3054.0</c:v>
                </c:pt>
                <c:pt idx="277">
                  <c:v>3056.0</c:v>
                </c:pt>
                <c:pt idx="278">
                  <c:v>3058.0</c:v>
                </c:pt>
                <c:pt idx="279">
                  <c:v>3060.0</c:v>
                </c:pt>
                <c:pt idx="280">
                  <c:v>3062.0</c:v>
                </c:pt>
                <c:pt idx="281">
                  <c:v>3064.0</c:v>
                </c:pt>
                <c:pt idx="282">
                  <c:v>3066.0</c:v>
                </c:pt>
                <c:pt idx="283">
                  <c:v>3068.0</c:v>
                </c:pt>
                <c:pt idx="284">
                  <c:v>3070.0</c:v>
                </c:pt>
                <c:pt idx="285">
                  <c:v>3072.0</c:v>
                </c:pt>
                <c:pt idx="286">
                  <c:v>3074.0</c:v>
                </c:pt>
                <c:pt idx="287">
                  <c:v>3076.0</c:v>
                </c:pt>
                <c:pt idx="288">
                  <c:v>3078.0</c:v>
                </c:pt>
                <c:pt idx="289">
                  <c:v>3080.0</c:v>
                </c:pt>
                <c:pt idx="290">
                  <c:v>3082.0</c:v>
                </c:pt>
                <c:pt idx="291">
                  <c:v>3084.0</c:v>
                </c:pt>
                <c:pt idx="292">
                  <c:v>3086.0</c:v>
                </c:pt>
                <c:pt idx="293">
                  <c:v>3088.0</c:v>
                </c:pt>
                <c:pt idx="294">
                  <c:v>3090.0</c:v>
                </c:pt>
                <c:pt idx="295">
                  <c:v>3092.0</c:v>
                </c:pt>
                <c:pt idx="296">
                  <c:v>3094.0</c:v>
                </c:pt>
                <c:pt idx="297">
                  <c:v>3096.0</c:v>
                </c:pt>
                <c:pt idx="298">
                  <c:v>3098.0</c:v>
                </c:pt>
                <c:pt idx="299">
                  <c:v>3100.0</c:v>
                </c:pt>
                <c:pt idx="300">
                  <c:v>3102.0</c:v>
                </c:pt>
                <c:pt idx="301">
                  <c:v>3104.0</c:v>
                </c:pt>
                <c:pt idx="302">
                  <c:v>3106.0</c:v>
                </c:pt>
                <c:pt idx="303">
                  <c:v>3108.0</c:v>
                </c:pt>
                <c:pt idx="304">
                  <c:v>3110.0</c:v>
                </c:pt>
                <c:pt idx="305">
                  <c:v>3112.0</c:v>
                </c:pt>
                <c:pt idx="306">
                  <c:v>3114.0</c:v>
                </c:pt>
                <c:pt idx="307">
                  <c:v>3116.0</c:v>
                </c:pt>
                <c:pt idx="308">
                  <c:v>3118.0</c:v>
                </c:pt>
                <c:pt idx="309">
                  <c:v>3120.0</c:v>
                </c:pt>
                <c:pt idx="310">
                  <c:v>3122.0</c:v>
                </c:pt>
                <c:pt idx="311">
                  <c:v>3124.0</c:v>
                </c:pt>
                <c:pt idx="312">
                  <c:v>3126.0</c:v>
                </c:pt>
                <c:pt idx="313">
                  <c:v>3128.0</c:v>
                </c:pt>
                <c:pt idx="314">
                  <c:v>3130.0</c:v>
                </c:pt>
                <c:pt idx="315">
                  <c:v>3132.0</c:v>
                </c:pt>
                <c:pt idx="316">
                  <c:v>3134.0</c:v>
                </c:pt>
                <c:pt idx="317">
                  <c:v>3136.0</c:v>
                </c:pt>
                <c:pt idx="318">
                  <c:v>3138.0</c:v>
                </c:pt>
                <c:pt idx="319">
                  <c:v>3140.0</c:v>
                </c:pt>
                <c:pt idx="320">
                  <c:v>3142.0</c:v>
                </c:pt>
                <c:pt idx="321">
                  <c:v>3144.0</c:v>
                </c:pt>
                <c:pt idx="322">
                  <c:v>3146.0</c:v>
                </c:pt>
                <c:pt idx="323">
                  <c:v>3148.0</c:v>
                </c:pt>
                <c:pt idx="324">
                  <c:v>3150.0</c:v>
                </c:pt>
                <c:pt idx="325">
                  <c:v>3152.0</c:v>
                </c:pt>
                <c:pt idx="326">
                  <c:v>3154.0</c:v>
                </c:pt>
                <c:pt idx="327">
                  <c:v>3156.0</c:v>
                </c:pt>
                <c:pt idx="328">
                  <c:v>3158.0</c:v>
                </c:pt>
                <c:pt idx="329">
                  <c:v>3160.0</c:v>
                </c:pt>
                <c:pt idx="330">
                  <c:v>3162.0</c:v>
                </c:pt>
                <c:pt idx="331">
                  <c:v>3164.0</c:v>
                </c:pt>
                <c:pt idx="332">
                  <c:v>3166.0</c:v>
                </c:pt>
                <c:pt idx="333">
                  <c:v>3168.0</c:v>
                </c:pt>
                <c:pt idx="334">
                  <c:v>3170.0</c:v>
                </c:pt>
                <c:pt idx="335">
                  <c:v>3172.0</c:v>
                </c:pt>
                <c:pt idx="336">
                  <c:v>3174.0</c:v>
                </c:pt>
                <c:pt idx="337">
                  <c:v>3176.0</c:v>
                </c:pt>
                <c:pt idx="338">
                  <c:v>3178.0</c:v>
                </c:pt>
                <c:pt idx="339">
                  <c:v>3180.0</c:v>
                </c:pt>
                <c:pt idx="340">
                  <c:v>3182.0</c:v>
                </c:pt>
                <c:pt idx="341">
                  <c:v>3184.0</c:v>
                </c:pt>
                <c:pt idx="342">
                  <c:v>3186.0</c:v>
                </c:pt>
                <c:pt idx="343">
                  <c:v>3188.0</c:v>
                </c:pt>
                <c:pt idx="344">
                  <c:v>3190.0</c:v>
                </c:pt>
                <c:pt idx="345">
                  <c:v>3192.0</c:v>
                </c:pt>
                <c:pt idx="346">
                  <c:v>3194.0</c:v>
                </c:pt>
                <c:pt idx="347">
                  <c:v>3196.0</c:v>
                </c:pt>
                <c:pt idx="348">
                  <c:v>3198.0</c:v>
                </c:pt>
                <c:pt idx="349">
                  <c:v>3200.0</c:v>
                </c:pt>
                <c:pt idx="350">
                  <c:v>3202.0</c:v>
                </c:pt>
                <c:pt idx="351">
                  <c:v>3204.0</c:v>
                </c:pt>
                <c:pt idx="352">
                  <c:v>3206.0</c:v>
                </c:pt>
                <c:pt idx="353">
                  <c:v>3208.0</c:v>
                </c:pt>
                <c:pt idx="354">
                  <c:v>3210.0</c:v>
                </c:pt>
                <c:pt idx="355">
                  <c:v>3212.0</c:v>
                </c:pt>
                <c:pt idx="356">
                  <c:v>3214.0</c:v>
                </c:pt>
                <c:pt idx="357">
                  <c:v>3216.0</c:v>
                </c:pt>
                <c:pt idx="358">
                  <c:v>3218.0</c:v>
                </c:pt>
                <c:pt idx="359">
                  <c:v>3220.0</c:v>
                </c:pt>
                <c:pt idx="360">
                  <c:v>3222.0</c:v>
                </c:pt>
                <c:pt idx="361">
                  <c:v>3224.0</c:v>
                </c:pt>
                <c:pt idx="362">
                  <c:v>3226.0</c:v>
                </c:pt>
                <c:pt idx="363">
                  <c:v>3228.0</c:v>
                </c:pt>
                <c:pt idx="364">
                  <c:v>3230.0</c:v>
                </c:pt>
                <c:pt idx="365">
                  <c:v>3232.0</c:v>
                </c:pt>
                <c:pt idx="366">
                  <c:v>3234.0</c:v>
                </c:pt>
                <c:pt idx="367">
                  <c:v>3236.0</c:v>
                </c:pt>
                <c:pt idx="368">
                  <c:v>3238.0</c:v>
                </c:pt>
                <c:pt idx="369">
                  <c:v>3240.0</c:v>
                </c:pt>
                <c:pt idx="370">
                  <c:v>3242.0</c:v>
                </c:pt>
                <c:pt idx="371">
                  <c:v>3244.0</c:v>
                </c:pt>
                <c:pt idx="372">
                  <c:v>3246.0</c:v>
                </c:pt>
                <c:pt idx="373">
                  <c:v>3248.0</c:v>
                </c:pt>
                <c:pt idx="374">
                  <c:v>3250.0</c:v>
                </c:pt>
                <c:pt idx="375">
                  <c:v>3252.0</c:v>
                </c:pt>
                <c:pt idx="376">
                  <c:v>3254.0</c:v>
                </c:pt>
                <c:pt idx="377">
                  <c:v>3256.0</c:v>
                </c:pt>
                <c:pt idx="378">
                  <c:v>3258.0</c:v>
                </c:pt>
                <c:pt idx="379">
                  <c:v>3260.0</c:v>
                </c:pt>
                <c:pt idx="380">
                  <c:v>3262.0</c:v>
                </c:pt>
                <c:pt idx="381">
                  <c:v>3264.0</c:v>
                </c:pt>
                <c:pt idx="382">
                  <c:v>3266.0</c:v>
                </c:pt>
                <c:pt idx="383">
                  <c:v>3268.0</c:v>
                </c:pt>
                <c:pt idx="384">
                  <c:v>3270.0</c:v>
                </c:pt>
                <c:pt idx="385">
                  <c:v>3272.0</c:v>
                </c:pt>
                <c:pt idx="386">
                  <c:v>3274.0</c:v>
                </c:pt>
                <c:pt idx="387">
                  <c:v>3276.0</c:v>
                </c:pt>
                <c:pt idx="388">
                  <c:v>3278.0</c:v>
                </c:pt>
                <c:pt idx="389">
                  <c:v>3280.0</c:v>
                </c:pt>
                <c:pt idx="390">
                  <c:v>3282.0</c:v>
                </c:pt>
                <c:pt idx="391">
                  <c:v>3284.0</c:v>
                </c:pt>
                <c:pt idx="392">
                  <c:v>3286.0</c:v>
                </c:pt>
                <c:pt idx="393">
                  <c:v>3288.0</c:v>
                </c:pt>
                <c:pt idx="394">
                  <c:v>3290.0</c:v>
                </c:pt>
                <c:pt idx="395">
                  <c:v>3292.0</c:v>
                </c:pt>
                <c:pt idx="396">
                  <c:v>3294.0</c:v>
                </c:pt>
                <c:pt idx="397">
                  <c:v>3296.0</c:v>
                </c:pt>
                <c:pt idx="398">
                  <c:v>3298.0</c:v>
                </c:pt>
                <c:pt idx="399">
                  <c:v>3300.0</c:v>
                </c:pt>
                <c:pt idx="400">
                  <c:v>3302.0</c:v>
                </c:pt>
                <c:pt idx="401">
                  <c:v>3304.0</c:v>
                </c:pt>
                <c:pt idx="402">
                  <c:v>3306.0</c:v>
                </c:pt>
                <c:pt idx="403">
                  <c:v>3308.0</c:v>
                </c:pt>
                <c:pt idx="404">
                  <c:v>3310.0</c:v>
                </c:pt>
                <c:pt idx="405">
                  <c:v>3312.0</c:v>
                </c:pt>
                <c:pt idx="406">
                  <c:v>3314.0</c:v>
                </c:pt>
                <c:pt idx="407">
                  <c:v>3316.0</c:v>
                </c:pt>
                <c:pt idx="408">
                  <c:v>3318.0</c:v>
                </c:pt>
                <c:pt idx="409">
                  <c:v>3320.0</c:v>
                </c:pt>
                <c:pt idx="410">
                  <c:v>3322.0</c:v>
                </c:pt>
                <c:pt idx="411">
                  <c:v>3324.0</c:v>
                </c:pt>
                <c:pt idx="412">
                  <c:v>3326.0</c:v>
                </c:pt>
                <c:pt idx="413">
                  <c:v>3328.0</c:v>
                </c:pt>
                <c:pt idx="414">
                  <c:v>3330.0</c:v>
                </c:pt>
                <c:pt idx="415">
                  <c:v>3332.0</c:v>
                </c:pt>
                <c:pt idx="416">
                  <c:v>3334.0</c:v>
                </c:pt>
                <c:pt idx="417">
                  <c:v>3336.0</c:v>
                </c:pt>
                <c:pt idx="418">
                  <c:v>3338.0</c:v>
                </c:pt>
                <c:pt idx="419">
                  <c:v>3340.0</c:v>
                </c:pt>
                <c:pt idx="420">
                  <c:v>3342.0</c:v>
                </c:pt>
                <c:pt idx="421">
                  <c:v>3344.0</c:v>
                </c:pt>
                <c:pt idx="422">
                  <c:v>3346.0</c:v>
                </c:pt>
                <c:pt idx="423">
                  <c:v>3348.0</c:v>
                </c:pt>
                <c:pt idx="424">
                  <c:v>3350.0</c:v>
                </c:pt>
                <c:pt idx="425">
                  <c:v>3352.0</c:v>
                </c:pt>
                <c:pt idx="426">
                  <c:v>3354.0</c:v>
                </c:pt>
                <c:pt idx="427">
                  <c:v>3356.0</c:v>
                </c:pt>
                <c:pt idx="428">
                  <c:v>3358.0</c:v>
                </c:pt>
                <c:pt idx="429">
                  <c:v>3360.0</c:v>
                </c:pt>
                <c:pt idx="430">
                  <c:v>3362.0</c:v>
                </c:pt>
                <c:pt idx="431">
                  <c:v>3364.0</c:v>
                </c:pt>
                <c:pt idx="432">
                  <c:v>3366.0</c:v>
                </c:pt>
                <c:pt idx="433">
                  <c:v>3368.0</c:v>
                </c:pt>
                <c:pt idx="434">
                  <c:v>3370.0</c:v>
                </c:pt>
                <c:pt idx="435">
                  <c:v>3372.0</c:v>
                </c:pt>
                <c:pt idx="436">
                  <c:v>3374.0</c:v>
                </c:pt>
                <c:pt idx="437">
                  <c:v>3376.0</c:v>
                </c:pt>
                <c:pt idx="438">
                  <c:v>3378.0</c:v>
                </c:pt>
                <c:pt idx="439">
                  <c:v>3380.0</c:v>
                </c:pt>
                <c:pt idx="440">
                  <c:v>3382.0</c:v>
                </c:pt>
                <c:pt idx="441">
                  <c:v>3384.0</c:v>
                </c:pt>
                <c:pt idx="442">
                  <c:v>3386.0</c:v>
                </c:pt>
                <c:pt idx="443">
                  <c:v>3388.0</c:v>
                </c:pt>
                <c:pt idx="444">
                  <c:v>3390.0</c:v>
                </c:pt>
                <c:pt idx="445">
                  <c:v>3392.0</c:v>
                </c:pt>
                <c:pt idx="446">
                  <c:v>3394.0</c:v>
                </c:pt>
                <c:pt idx="447">
                  <c:v>3396.0</c:v>
                </c:pt>
                <c:pt idx="448">
                  <c:v>3398.0</c:v>
                </c:pt>
                <c:pt idx="449">
                  <c:v>3400.0</c:v>
                </c:pt>
                <c:pt idx="450">
                  <c:v>3402.0</c:v>
                </c:pt>
                <c:pt idx="451">
                  <c:v>3404.0</c:v>
                </c:pt>
                <c:pt idx="452">
                  <c:v>3406.0</c:v>
                </c:pt>
                <c:pt idx="453">
                  <c:v>3408.0</c:v>
                </c:pt>
                <c:pt idx="454">
                  <c:v>3410.0</c:v>
                </c:pt>
                <c:pt idx="455">
                  <c:v>3412.0</c:v>
                </c:pt>
                <c:pt idx="456">
                  <c:v>3414.0</c:v>
                </c:pt>
                <c:pt idx="457">
                  <c:v>3416.0</c:v>
                </c:pt>
                <c:pt idx="458">
                  <c:v>3418.0</c:v>
                </c:pt>
                <c:pt idx="459">
                  <c:v>3420.0</c:v>
                </c:pt>
                <c:pt idx="460">
                  <c:v>3422.0</c:v>
                </c:pt>
                <c:pt idx="461">
                  <c:v>3424.0</c:v>
                </c:pt>
                <c:pt idx="462">
                  <c:v>3426.0</c:v>
                </c:pt>
                <c:pt idx="463">
                  <c:v>3428.0</c:v>
                </c:pt>
                <c:pt idx="464">
                  <c:v>3430.0</c:v>
                </c:pt>
                <c:pt idx="465">
                  <c:v>3432.0</c:v>
                </c:pt>
                <c:pt idx="466">
                  <c:v>3434.0</c:v>
                </c:pt>
                <c:pt idx="467">
                  <c:v>3436.0</c:v>
                </c:pt>
                <c:pt idx="468">
                  <c:v>3438.0</c:v>
                </c:pt>
                <c:pt idx="469">
                  <c:v>3440.0</c:v>
                </c:pt>
                <c:pt idx="470">
                  <c:v>3442.0</c:v>
                </c:pt>
                <c:pt idx="471">
                  <c:v>3444.0</c:v>
                </c:pt>
                <c:pt idx="472">
                  <c:v>3446.0</c:v>
                </c:pt>
                <c:pt idx="473">
                  <c:v>3448.0</c:v>
                </c:pt>
                <c:pt idx="474">
                  <c:v>3450.0</c:v>
                </c:pt>
                <c:pt idx="475">
                  <c:v>3452.0</c:v>
                </c:pt>
                <c:pt idx="476">
                  <c:v>3454.0</c:v>
                </c:pt>
                <c:pt idx="477">
                  <c:v>3456.0</c:v>
                </c:pt>
                <c:pt idx="478">
                  <c:v>3458.0</c:v>
                </c:pt>
                <c:pt idx="479">
                  <c:v>3460.0</c:v>
                </c:pt>
                <c:pt idx="480">
                  <c:v>3462.0</c:v>
                </c:pt>
                <c:pt idx="481">
                  <c:v>3464.0</c:v>
                </c:pt>
                <c:pt idx="482">
                  <c:v>3466.0</c:v>
                </c:pt>
                <c:pt idx="483">
                  <c:v>3468.0</c:v>
                </c:pt>
                <c:pt idx="484">
                  <c:v>3470.0</c:v>
                </c:pt>
                <c:pt idx="485">
                  <c:v>3472.0</c:v>
                </c:pt>
                <c:pt idx="486">
                  <c:v>3474.0</c:v>
                </c:pt>
                <c:pt idx="487">
                  <c:v>3476.0</c:v>
                </c:pt>
                <c:pt idx="488">
                  <c:v>3478.0</c:v>
                </c:pt>
                <c:pt idx="489">
                  <c:v>3480.0</c:v>
                </c:pt>
                <c:pt idx="490">
                  <c:v>3482.0</c:v>
                </c:pt>
                <c:pt idx="491">
                  <c:v>3484.0</c:v>
                </c:pt>
                <c:pt idx="492">
                  <c:v>3486.0</c:v>
                </c:pt>
                <c:pt idx="493">
                  <c:v>3488.0</c:v>
                </c:pt>
                <c:pt idx="494">
                  <c:v>3490.0</c:v>
                </c:pt>
                <c:pt idx="495">
                  <c:v>3492.0</c:v>
                </c:pt>
                <c:pt idx="496">
                  <c:v>3494.0</c:v>
                </c:pt>
                <c:pt idx="497">
                  <c:v>3496.0</c:v>
                </c:pt>
                <c:pt idx="498">
                  <c:v>3498.0</c:v>
                </c:pt>
                <c:pt idx="499">
                  <c:v>3500.0</c:v>
                </c:pt>
                <c:pt idx="500">
                  <c:v>3501.0</c:v>
                </c:pt>
                <c:pt idx="501">
                  <c:v>3502.0</c:v>
                </c:pt>
                <c:pt idx="502">
                  <c:v>3503.0</c:v>
                </c:pt>
                <c:pt idx="503">
                  <c:v>3504.0</c:v>
                </c:pt>
                <c:pt idx="504">
                  <c:v>3505.0</c:v>
                </c:pt>
                <c:pt idx="505">
                  <c:v>3506.0</c:v>
                </c:pt>
                <c:pt idx="506">
                  <c:v>3507.0</c:v>
                </c:pt>
                <c:pt idx="507">
                  <c:v>3508.0</c:v>
                </c:pt>
                <c:pt idx="508">
                  <c:v>3509.0</c:v>
                </c:pt>
                <c:pt idx="509">
                  <c:v>3510.0</c:v>
                </c:pt>
                <c:pt idx="510">
                  <c:v>3511.0</c:v>
                </c:pt>
                <c:pt idx="511">
                  <c:v>3512.0</c:v>
                </c:pt>
                <c:pt idx="512">
                  <c:v>3513.0</c:v>
                </c:pt>
                <c:pt idx="513">
                  <c:v>3514.0</c:v>
                </c:pt>
                <c:pt idx="514">
                  <c:v>3515.0</c:v>
                </c:pt>
                <c:pt idx="515">
                  <c:v>3516.0</c:v>
                </c:pt>
                <c:pt idx="516">
                  <c:v>3517.0</c:v>
                </c:pt>
                <c:pt idx="517">
                  <c:v>3518.0</c:v>
                </c:pt>
                <c:pt idx="518">
                  <c:v>3519.0</c:v>
                </c:pt>
                <c:pt idx="519">
                  <c:v>3520.0</c:v>
                </c:pt>
                <c:pt idx="520">
                  <c:v>3521.0</c:v>
                </c:pt>
                <c:pt idx="521">
                  <c:v>3522.0</c:v>
                </c:pt>
                <c:pt idx="522">
                  <c:v>3523.0</c:v>
                </c:pt>
                <c:pt idx="523">
                  <c:v>3524.0</c:v>
                </c:pt>
                <c:pt idx="524">
                  <c:v>3525.0</c:v>
                </c:pt>
                <c:pt idx="525">
                  <c:v>3526.0</c:v>
                </c:pt>
                <c:pt idx="526">
                  <c:v>3527.0</c:v>
                </c:pt>
                <c:pt idx="527">
                  <c:v>3528.0</c:v>
                </c:pt>
                <c:pt idx="528">
                  <c:v>3529.0</c:v>
                </c:pt>
                <c:pt idx="529">
                  <c:v>3530.0</c:v>
                </c:pt>
                <c:pt idx="530">
                  <c:v>3531.0</c:v>
                </c:pt>
                <c:pt idx="531">
                  <c:v>3532.0</c:v>
                </c:pt>
                <c:pt idx="532">
                  <c:v>3533.0</c:v>
                </c:pt>
                <c:pt idx="533">
                  <c:v>3534.0</c:v>
                </c:pt>
                <c:pt idx="534">
                  <c:v>3535.0</c:v>
                </c:pt>
                <c:pt idx="535">
                  <c:v>3536.0</c:v>
                </c:pt>
                <c:pt idx="536">
                  <c:v>3537.0</c:v>
                </c:pt>
                <c:pt idx="537">
                  <c:v>3538.0</c:v>
                </c:pt>
                <c:pt idx="538">
                  <c:v>3539.0</c:v>
                </c:pt>
                <c:pt idx="539">
                  <c:v>3540.0</c:v>
                </c:pt>
                <c:pt idx="540">
                  <c:v>3541.0</c:v>
                </c:pt>
                <c:pt idx="541">
                  <c:v>3542.0</c:v>
                </c:pt>
                <c:pt idx="542">
                  <c:v>3543.0</c:v>
                </c:pt>
                <c:pt idx="543">
                  <c:v>3544.0</c:v>
                </c:pt>
                <c:pt idx="544">
                  <c:v>3545.0</c:v>
                </c:pt>
                <c:pt idx="545">
                  <c:v>3546.0</c:v>
                </c:pt>
                <c:pt idx="546">
                  <c:v>3547.0</c:v>
                </c:pt>
                <c:pt idx="547">
                  <c:v>3548.0</c:v>
                </c:pt>
                <c:pt idx="548">
                  <c:v>3549.0</c:v>
                </c:pt>
                <c:pt idx="549">
                  <c:v>3550.0</c:v>
                </c:pt>
                <c:pt idx="550">
                  <c:v>3551.0</c:v>
                </c:pt>
                <c:pt idx="551">
                  <c:v>3552.0</c:v>
                </c:pt>
                <c:pt idx="552">
                  <c:v>3553.0</c:v>
                </c:pt>
                <c:pt idx="553">
                  <c:v>3554.0</c:v>
                </c:pt>
                <c:pt idx="554">
                  <c:v>3555.0</c:v>
                </c:pt>
                <c:pt idx="555">
                  <c:v>3556.0</c:v>
                </c:pt>
                <c:pt idx="556">
                  <c:v>3557.0</c:v>
                </c:pt>
                <c:pt idx="557">
                  <c:v>3558.0</c:v>
                </c:pt>
                <c:pt idx="558">
                  <c:v>3559.0</c:v>
                </c:pt>
                <c:pt idx="559">
                  <c:v>3560.0</c:v>
                </c:pt>
                <c:pt idx="560">
                  <c:v>3561.0</c:v>
                </c:pt>
                <c:pt idx="561">
                  <c:v>3562.0</c:v>
                </c:pt>
                <c:pt idx="562">
                  <c:v>3563.0</c:v>
                </c:pt>
                <c:pt idx="563">
                  <c:v>3564.0</c:v>
                </c:pt>
                <c:pt idx="564">
                  <c:v>3565.0</c:v>
                </c:pt>
                <c:pt idx="565">
                  <c:v>3566.0</c:v>
                </c:pt>
                <c:pt idx="566">
                  <c:v>3567.0</c:v>
                </c:pt>
                <c:pt idx="567">
                  <c:v>3568.0</c:v>
                </c:pt>
                <c:pt idx="568">
                  <c:v>3569.0</c:v>
                </c:pt>
                <c:pt idx="569">
                  <c:v>3570.0</c:v>
                </c:pt>
                <c:pt idx="570">
                  <c:v>3571.0</c:v>
                </c:pt>
                <c:pt idx="571">
                  <c:v>3572.0</c:v>
                </c:pt>
                <c:pt idx="572">
                  <c:v>3573.0</c:v>
                </c:pt>
                <c:pt idx="573">
                  <c:v>3574.0</c:v>
                </c:pt>
                <c:pt idx="574">
                  <c:v>3575.0</c:v>
                </c:pt>
                <c:pt idx="575">
                  <c:v>3576.0</c:v>
                </c:pt>
                <c:pt idx="576">
                  <c:v>3577.0</c:v>
                </c:pt>
                <c:pt idx="577">
                  <c:v>3578.0</c:v>
                </c:pt>
                <c:pt idx="578">
                  <c:v>3579.0</c:v>
                </c:pt>
                <c:pt idx="579">
                  <c:v>3580.0</c:v>
                </c:pt>
                <c:pt idx="580">
                  <c:v>3581.0</c:v>
                </c:pt>
                <c:pt idx="581">
                  <c:v>3582.0</c:v>
                </c:pt>
                <c:pt idx="582">
                  <c:v>3583.0</c:v>
                </c:pt>
                <c:pt idx="583">
                  <c:v>3584.0</c:v>
                </c:pt>
                <c:pt idx="584">
                  <c:v>3585.0</c:v>
                </c:pt>
                <c:pt idx="585">
                  <c:v>3586.0</c:v>
                </c:pt>
                <c:pt idx="586">
                  <c:v>3587.0</c:v>
                </c:pt>
                <c:pt idx="587">
                  <c:v>3588.0</c:v>
                </c:pt>
                <c:pt idx="588">
                  <c:v>3589.0</c:v>
                </c:pt>
                <c:pt idx="589">
                  <c:v>3590.0</c:v>
                </c:pt>
                <c:pt idx="590">
                  <c:v>3591.0</c:v>
                </c:pt>
                <c:pt idx="591">
                  <c:v>3592.0</c:v>
                </c:pt>
                <c:pt idx="592">
                  <c:v>3593.0</c:v>
                </c:pt>
                <c:pt idx="593">
                  <c:v>3594.0</c:v>
                </c:pt>
                <c:pt idx="594">
                  <c:v>3595.0</c:v>
                </c:pt>
                <c:pt idx="595">
                  <c:v>3596.0</c:v>
                </c:pt>
                <c:pt idx="596">
                  <c:v>3597.0</c:v>
                </c:pt>
                <c:pt idx="597">
                  <c:v>3598.0</c:v>
                </c:pt>
                <c:pt idx="598">
                  <c:v>3599.0</c:v>
                </c:pt>
                <c:pt idx="599">
                  <c:v>3600.0</c:v>
                </c:pt>
                <c:pt idx="600">
                  <c:v>3601.0</c:v>
                </c:pt>
                <c:pt idx="601">
                  <c:v>3602.0</c:v>
                </c:pt>
                <c:pt idx="602">
                  <c:v>3603.0</c:v>
                </c:pt>
                <c:pt idx="603">
                  <c:v>3604.0</c:v>
                </c:pt>
                <c:pt idx="604">
                  <c:v>3605.0</c:v>
                </c:pt>
                <c:pt idx="605">
                  <c:v>3606.0</c:v>
                </c:pt>
                <c:pt idx="606">
                  <c:v>3607.0</c:v>
                </c:pt>
                <c:pt idx="607">
                  <c:v>3608.0</c:v>
                </c:pt>
                <c:pt idx="608">
                  <c:v>3609.0</c:v>
                </c:pt>
                <c:pt idx="609">
                  <c:v>3610.0</c:v>
                </c:pt>
                <c:pt idx="610">
                  <c:v>3611.0</c:v>
                </c:pt>
                <c:pt idx="611">
                  <c:v>3612.0</c:v>
                </c:pt>
                <c:pt idx="612">
                  <c:v>3613.0</c:v>
                </c:pt>
                <c:pt idx="613">
                  <c:v>3614.0</c:v>
                </c:pt>
                <c:pt idx="614">
                  <c:v>3615.0</c:v>
                </c:pt>
                <c:pt idx="615">
                  <c:v>3616.0</c:v>
                </c:pt>
                <c:pt idx="616">
                  <c:v>3617.0</c:v>
                </c:pt>
                <c:pt idx="617">
                  <c:v>3618.0</c:v>
                </c:pt>
                <c:pt idx="618">
                  <c:v>3619.0</c:v>
                </c:pt>
                <c:pt idx="619">
                  <c:v>3620.0</c:v>
                </c:pt>
                <c:pt idx="620">
                  <c:v>3621.0</c:v>
                </c:pt>
                <c:pt idx="621">
                  <c:v>3622.0</c:v>
                </c:pt>
                <c:pt idx="622">
                  <c:v>3623.0</c:v>
                </c:pt>
                <c:pt idx="623">
                  <c:v>3624.0</c:v>
                </c:pt>
                <c:pt idx="624">
                  <c:v>3625.0</c:v>
                </c:pt>
                <c:pt idx="625">
                  <c:v>3626.0</c:v>
                </c:pt>
                <c:pt idx="626">
                  <c:v>3627.0</c:v>
                </c:pt>
                <c:pt idx="627">
                  <c:v>3628.0</c:v>
                </c:pt>
                <c:pt idx="628">
                  <c:v>3629.0</c:v>
                </c:pt>
                <c:pt idx="629">
                  <c:v>3630.0</c:v>
                </c:pt>
                <c:pt idx="630">
                  <c:v>3631.0</c:v>
                </c:pt>
                <c:pt idx="631">
                  <c:v>3632.0</c:v>
                </c:pt>
                <c:pt idx="632">
                  <c:v>3633.0</c:v>
                </c:pt>
                <c:pt idx="633">
                  <c:v>3634.0</c:v>
                </c:pt>
                <c:pt idx="634">
                  <c:v>3635.0</c:v>
                </c:pt>
                <c:pt idx="635">
                  <c:v>3636.0</c:v>
                </c:pt>
                <c:pt idx="636">
                  <c:v>3637.0</c:v>
                </c:pt>
                <c:pt idx="637">
                  <c:v>3638.0</c:v>
                </c:pt>
                <c:pt idx="638">
                  <c:v>3639.0</c:v>
                </c:pt>
                <c:pt idx="639">
                  <c:v>3640.0</c:v>
                </c:pt>
                <c:pt idx="640">
                  <c:v>3641.0</c:v>
                </c:pt>
                <c:pt idx="641">
                  <c:v>3642.0</c:v>
                </c:pt>
                <c:pt idx="642">
                  <c:v>3643.0</c:v>
                </c:pt>
                <c:pt idx="643">
                  <c:v>3644.0</c:v>
                </c:pt>
                <c:pt idx="644">
                  <c:v>3645.0</c:v>
                </c:pt>
                <c:pt idx="645">
                  <c:v>3646.0</c:v>
                </c:pt>
                <c:pt idx="646">
                  <c:v>3647.0</c:v>
                </c:pt>
                <c:pt idx="647">
                  <c:v>3648.0</c:v>
                </c:pt>
                <c:pt idx="648">
                  <c:v>3649.0</c:v>
                </c:pt>
                <c:pt idx="649">
                  <c:v>3650.0</c:v>
                </c:pt>
                <c:pt idx="650">
                  <c:v>3651.0</c:v>
                </c:pt>
                <c:pt idx="651">
                  <c:v>3652.0</c:v>
                </c:pt>
                <c:pt idx="652">
                  <c:v>3653.0</c:v>
                </c:pt>
                <c:pt idx="653">
                  <c:v>3654.0</c:v>
                </c:pt>
                <c:pt idx="654">
                  <c:v>3655.0</c:v>
                </c:pt>
                <c:pt idx="655">
                  <c:v>3656.0</c:v>
                </c:pt>
                <c:pt idx="656">
                  <c:v>3657.0</c:v>
                </c:pt>
                <c:pt idx="657">
                  <c:v>3658.0</c:v>
                </c:pt>
                <c:pt idx="658">
                  <c:v>3659.0</c:v>
                </c:pt>
                <c:pt idx="659">
                  <c:v>3660.0</c:v>
                </c:pt>
                <c:pt idx="660">
                  <c:v>3661.0</c:v>
                </c:pt>
                <c:pt idx="661">
                  <c:v>3662.0</c:v>
                </c:pt>
                <c:pt idx="662">
                  <c:v>3663.0</c:v>
                </c:pt>
                <c:pt idx="663">
                  <c:v>3664.0</c:v>
                </c:pt>
                <c:pt idx="664">
                  <c:v>3665.0</c:v>
                </c:pt>
                <c:pt idx="665">
                  <c:v>3666.0</c:v>
                </c:pt>
                <c:pt idx="666">
                  <c:v>3667.0</c:v>
                </c:pt>
                <c:pt idx="667">
                  <c:v>3668.0</c:v>
                </c:pt>
                <c:pt idx="668">
                  <c:v>3669.0</c:v>
                </c:pt>
                <c:pt idx="669">
                  <c:v>3670.0</c:v>
                </c:pt>
                <c:pt idx="670">
                  <c:v>3671.0</c:v>
                </c:pt>
                <c:pt idx="671">
                  <c:v>3672.0</c:v>
                </c:pt>
                <c:pt idx="672">
                  <c:v>3673.0</c:v>
                </c:pt>
                <c:pt idx="673">
                  <c:v>3674.0</c:v>
                </c:pt>
                <c:pt idx="674">
                  <c:v>3675.0</c:v>
                </c:pt>
                <c:pt idx="675">
                  <c:v>3676.0</c:v>
                </c:pt>
                <c:pt idx="676">
                  <c:v>3677.0</c:v>
                </c:pt>
                <c:pt idx="677">
                  <c:v>3678.0</c:v>
                </c:pt>
                <c:pt idx="678">
                  <c:v>3679.0</c:v>
                </c:pt>
                <c:pt idx="679">
                  <c:v>3680.0</c:v>
                </c:pt>
                <c:pt idx="680">
                  <c:v>3681.0</c:v>
                </c:pt>
                <c:pt idx="681">
                  <c:v>3682.0</c:v>
                </c:pt>
                <c:pt idx="682">
                  <c:v>3683.0</c:v>
                </c:pt>
                <c:pt idx="683">
                  <c:v>3684.0</c:v>
                </c:pt>
                <c:pt idx="684">
                  <c:v>3685.0</c:v>
                </c:pt>
                <c:pt idx="685">
                  <c:v>3686.0</c:v>
                </c:pt>
                <c:pt idx="686">
                  <c:v>3687.0</c:v>
                </c:pt>
                <c:pt idx="687">
                  <c:v>3688.0</c:v>
                </c:pt>
                <c:pt idx="688">
                  <c:v>3689.0</c:v>
                </c:pt>
                <c:pt idx="689">
                  <c:v>3690.0</c:v>
                </c:pt>
                <c:pt idx="690">
                  <c:v>3691.0</c:v>
                </c:pt>
                <c:pt idx="691">
                  <c:v>3692.0</c:v>
                </c:pt>
                <c:pt idx="692">
                  <c:v>3693.0</c:v>
                </c:pt>
                <c:pt idx="693">
                  <c:v>3694.0</c:v>
                </c:pt>
                <c:pt idx="694">
                  <c:v>3695.0</c:v>
                </c:pt>
                <c:pt idx="695">
                  <c:v>3696.0</c:v>
                </c:pt>
                <c:pt idx="696">
                  <c:v>3697.0</c:v>
                </c:pt>
                <c:pt idx="697">
                  <c:v>3698.0</c:v>
                </c:pt>
                <c:pt idx="698">
                  <c:v>3699.0</c:v>
                </c:pt>
                <c:pt idx="699">
                  <c:v>3700.0</c:v>
                </c:pt>
                <c:pt idx="700">
                  <c:v>3701.0</c:v>
                </c:pt>
                <c:pt idx="701">
                  <c:v>3702.0</c:v>
                </c:pt>
                <c:pt idx="702">
                  <c:v>3703.0</c:v>
                </c:pt>
                <c:pt idx="703">
                  <c:v>3704.0</c:v>
                </c:pt>
                <c:pt idx="704">
                  <c:v>3705.0</c:v>
                </c:pt>
                <c:pt idx="705">
                  <c:v>3706.0</c:v>
                </c:pt>
                <c:pt idx="706">
                  <c:v>3707.0</c:v>
                </c:pt>
                <c:pt idx="707">
                  <c:v>3708.0</c:v>
                </c:pt>
                <c:pt idx="708">
                  <c:v>3709.0</c:v>
                </c:pt>
                <c:pt idx="709">
                  <c:v>3710.0</c:v>
                </c:pt>
                <c:pt idx="710">
                  <c:v>3711.0</c:v>
                </c:pt>
                <c:pt idx="711">
                  <c:v>3712.0</c:v>
                </c:pt>
                <c:pt idx="712">
                  <c:v>3713.0</c:v>
                </c:pt>
                <c:pt idx="713">
                  <c:v>3714.0</c:v>
                </c:pt>
                <c:pt idx="714">
                  <c:v>3715.0</c:v>
                </c:pt>
                <c:pt idx="715">
                  <c:v>3716.0</c:v>
                </c:pt>
                <c:pt idx="716">
                  <c:v>3717.0</c:v>
                </c:pt>
                <c:pt idx="717">
                  <c:v>3718.0</c:v>
                </c:pt>
                <c:pt idx="718">
                  <c:v>3719.0</c:v>
                </c:pt>
                <c:pt idx="719">
                  <c:v>3720.0</c:v>
                </c:pt>
                <c:pt idx="720">
                  <c:v>3721.0</c:v>
                </c:pt>
                <c:pt idx="721">
                  <c:v>3722.0</c:v>
                </c:pt>
                <c:pt idx="722">
                  <c:v>3723.0</c:v>
                </c:pt>
                <c:pt idx="723">
                  <c:v>3724.0</c:v>
                </c:pt>
                <c:pt idx="724">
                  <c:v>3725.0</c:v>
                </c:pt>
                <c:pt idx="725">
                  <c:v>3726.0</c:v>
                </c:pt>
                <c:pt idx="726">
                  <c:v>3727.0</c:v>
                </c:pt>
                <c:pt idx="727">
                  <c:v>3728.0</c:v>
                </c:pt>
                <c:pt idx="728">
                  <c:v>3729.0</c:v>
                </c:pt>
                <c:pt idx="729">
                  <c:v>3730.0</c:v>
                </c:pt>
                <c:pt idx="730">
                  <c:v>3731.0</c:v>
                </c:pt>
                <c:pt idx="731">
                  <c:v>3732.0</c:v>
                </c:pt>
                <c:pt idx="732">
                  <c:v>3733.0</c:v>
                </c:pt>
                <c:pt idx="733">
                  <c:v>3734.0</c:v>
                </c:pt>
                <c:pt idx="734">
                  <c:v>3735.0</c:v>
                </c:pt>
                <c:pt idx="735">
                  <c:v>3736.0</c:v>
                </c:pt>
                <c:pt idx="736">
                  <c:v>3737.0</c:v>
                </c:pt>
                <c:pt idx="737">
                  <c:v>3738.0</c:v>
                </c:pt>
                <c:pt idx="738">
                  <c:v>3739.0</c:v>
                </c:pt>
                <c:pt idx="739">
                  <c:v>3740.0</c:v>
                </c:pt>
                <c:pt idx="740">
                  <c:v>3741.0</c:v>
                </c:pt>
                <c:pt idx="741">
                  <c:v>3742.0</c:v>
                </c:pt>
                <c:pt idx="742">
                  <c:v>3743.0</c:v>
                </c:pt>
                <c:pt idx="743">
                  <c:v>3744.0</c:v>
                </c:pt>
                <c:pt idx="744">
                  <c:v>3745.0</c:v>
                </c:pt>
                <c:pt idx="745">
                  <c:v>3746.0</c:v>
                </c:pt>
                <c:pt idx="746">
                  <c:v>3747.0</c:v>
                </c:pt>
                <c:pt idx="747">
                  <c:v>3748.0</c:v>
                </c:pt>
                <c:pt idx="748">
                  <c:v>3749.0</c:v>
                </c:pt>
                <c:pt idx="749">
                  <c:v>3750.0</c:v>
                </c:pt>
                <c:pt idx="750">
                  <c:v>3751.0</c:v>
                </c:pt>
                <c:pt idx="751">
                  <c:v>3752.0</c:v>
                </c:pt>
                <c:pt idx="752">
                  <c:v>3753.0</c:v>
                </c:pt>
                <c:pt idx="753">
                  <c:v>3754.0</c:v>
                </c:pt>
                <c:pt idx="754">
                  <c:v>3755.0</c:v>
                </c:pt>
                <c:pt idx="755">
                  <c:v>3756.0</c:v>
                </c:pt>
                <c:pt idx="756">
                  <c:v>3757.0</c:v>
                </c:pt>
                <c:pt idx="757">
                  <c:v>3758.0</c:v>
                </c:pt>
                <c:pt idx="758">
                  <c:v>3759.0</c:v>
                </c:pt>
                <c:pt idx="759">
                  <c:v>3760.0</c:v>
                </c:pt>
                <c:pt idx="760">
                  <c:v>3761.0</c:v>
                </c:pt>
                <c:pt idx="761">
                  <c:v>3762.0</c:v>
                </c:pt>
                <c:pt idx="762">
                  <c:v>3763.0</c:v>
                </c:pt>
                <c:pt idx="763">
                  <c:v>3764.0</c:v>
                </c:pt>
                <c:pt idx="764">
                  <c:v>3765.0</c:v>
                </c:pt>
                <c:pt idx="765">
                  <c:v>3766.0</c:v>
                </c:pt>
                <c:pt idx="766">
                  <c:v>3767.0</c:v>
                </c:pt>
                <c:pt idx="767">
                  <c:v>3768.0</c:v>
                </c:pt>
                <c:pt idx="768">
                  <c:v>3769.0</c:v>
                </c:pt>
                <c:pt idx="769">
                  <c:v>3770.0</c:v>
                </c:pt>
                <c:pt idx="770">
                  <c:v>3771.0</c:v>
                </c:pt>
                <c:pt idx="771">
                  <c:v>3772.0</c:v>
                </c:pt>
                <c:pt idx="772">
                  <c:v>3773.0</c:v>
                </c:pt>
                <c:pt idx="773">
                  <c:v>3774.0</c:v>
                </c:pt>
                <c:pt idx="774">
                  <c:v>3775.0</c:v>
                </c:pt>
                <c:pt idx="775">
                  <c:v>3776.0</c:v>
                </c:pt>
                <c:pt idx="776">
                  <c:v>3777.0</c:v>
                </c:pt>
                <c:pt idx="777">
                  <c:v>3778.0</c:v>
                </c:pt>
                <c:pt idx="778">
                  <c:v>3779.0</c:v>
                </c:pt>
                <c:pt idx="779">
                  <c:v>3780.0</c:v>
                </c:pt>
                <c:pt idx="780">
                  <c:v>3781.0</c:v>
                </c:pt>
                <c:pt idx="781">
                  <c:v>3782.0</c:v>
                </c:pt>
                <c:pt idx="782">
                  <c:v>3783.0</c:v>
                </c:pt>
                <c:pt idx="783">
                  <c:v>3784.0</c:v>
                </c:pt>
                <c:pt idx="784">
                  <c:v>3785.0</c:v>
                </c:pt>
                <c:pt idx="785">
                  <c:v>3786.0</c:v>
                </c:pt>
                <c:pt idx="786">
                  <c:v>3787.0</c:v>
                </c:pt>
                <c:pt idx="787">
                  <c:v>3788.0</c:v>
                </c:pt>
                <c:pt idx="788">
                  <c:v>3789.0</c:v>
                </c:pt>
                <c:pt idx="789">
                  <c:v>3790.0</c:v>
                </c:pt>
                <c:pt idx="790">
                  <c:v>3791.0</c:v>
                </c:pt>
                <c:pt idx="791">
                  <c:v>3792.0</c:v>
                </c:pt>
                <c:pt idx="792">
                  <c:v>3793.0</c:v>
                </c:pt>
                <c:pt idx="793">
                  <c:v>3794.0</c:v>
                </c:pt>
                <c:pt idx="794">
                  <c:v>3795.0</c:v>
                </c:pt>
                <c:pt idx="795">
                  <c:v>3796.0</c:v>
                </c:pt>
                <c:pt idx="796">
                  <c:v>3797.0</c:v>
                </c:pt>
                <c:pt idx="797">
                  <c:v>3798.0</c:v>
                </c:pt>
              </c:numCache>
            </c:numRef>
          </c:xVal>
          <c:yVal>
            <c:numRef>
              <c:f>Sheet1!$B$2:$B$799</c:f>
              <c:numCache>
                <c:formatCode>General</c:formatCode>
                <c:ptCount val="798"/>
                <c:pt idx="0">
                  <c:v>0.086915921</c:v>
                </c:pt>
                <c:pt idx="1">
                  <c:v>0.011148949</c:v>
                </c:pt>
                <c:pt idx="2">
                  <c:v>0.0021956295</c:v>
                </c:pt>
                <c:pt idx="3">
                  <c:v>0.11744348</c:v>
                </c:pt>
                <c:pt idx="4">
                  <c:v>0.012750337</c:v>
                </c:pt>
                <c:pt idx="5">
                  <c:v>0.0016044027</c:v>
                </c:pt>
                <c:pt idx="6">
                  <c:v>0.049609907</c:v>
                </c:pt>
                <c:pt idx="7">
                  <c:v>0.0024502953</c:v>
                </c:pt>
                <c:pt idx="8">
                  <c:v>0.044492811</c:v>
                </c:pt>
                <c:pt idx="9">
                  <c:v>0.0014609343</c:v>
                </c:pt>
                <c:pt idx="10">
                  <c:v>0.0085718157</c:v>
                </c:pt>
                <c:pt idx="11">
                  <c:v>0.066161951</c:v>
                </c:pt>
                <c:pt idx="12">
                  <c:v>0.0011075957</c:v>
                </c:pt>
                <c:pt idx="13">
                  <c:v>0.0027476644</c:v>
                </c:pt>
                <c:pt idx="14">
                  <c:v>0.0061359262</c:v>
                </c:pt>
                <c:pt idx="15">
                  <c:v>0.080052773</c:v>
                </c:pt>
                <c:pt idx="16">
                  <c:v>0.104824</c:v>
                </c:pt>
                <c:pt idx="17">
                  <c:v>0.099137432</c:v>
                </c:pt>
                <c:pt idx="18">
                  <c:v>0.096233396</c:v>
                </c:pt>
                <c:pt idx="19">
                  <c:v>0.095120945</c:v>
                </c:pt>
                <c:pt idx="20">
                  <c:v>0.067685767</c:v>
                </c:pt>
                <c:pt idx="21">
                  <c:v>0.054672755</c:v>
                </c:pt>
                <c:pt idx="22">
                  <c:v>0.040071665</c:v>
                </c:pt>
                <c:pt idx="23">
                  <c:v>0.027693831</c:v>
                </c:pt>
                <c:pt idx="24">
                  <c:v>0.018632962</c:v>
                </c:pt>
                <c:pt idx="25">
                  <c:v>0.0096880185</c:v>
                </c:pt>
                <c:pt idx="26">
                  <c:v>0.0050683617</c:v>
                </c:pt>
                <c:pt idx="27">
                  <c:v>0.0023784111</c:v>
                </c:pt>
                <c:pt idx="28">
                  <c:v>0.0012402617</c:v>
                </c:pt>
                <c:pt idx="29">
                  <c:v>0.10154836</c:v>
                </c:pt>
                <c:pt idx="30">
                  <c:v>0.044109858</c:v>
                </c:pt>
                <c:pt idx="31">
                  <c:v>0.0011100824</c:v>
                </c:pt>
                <c:pt idx="32">
                  <c:v>0.00765455</c:v>
                </c:pt>
                <c:pt idx="33">
                  <c:v>0.069517166</c:v>
                </c:pt>
                <c:pt idx="34">
                  <c:v>0.0027506192</c:v>
                </c:pt>
                <c:pt idx="35">
                  <c:v>0.024155086</c:v>
                </c:pt>
                <c:pt idx="36">
                  <c:v>0.00117935</c:v>
                </c:pt>
                <c:pt idx="37">
                  <c:v>0.008725538</c:v>
                </c:pt>
                <c:pt idx="38">
                  <c:v>0.063638724</c:v>
                </c:pt>
                <c:pt idx="39">
                  <c:v>0.0025458406</c:v>
                </c:pt>
                <c:pt idx="40">
                  <c:v>0.018260097</c:v>
                </c:pt>
                <c:pt idx="41">
                  <c:v>0.00094018647</c:v>
                </c:pt>
                <c:pt idx="42">
                  <c:v>0.0052964279</c:v>
                </c:pt>
                <c:pt idx="43">
                  <c:v>0.033045081</c:v>
                </c:pt>
                <c:pt idx="44">
                  <c:v>0.0016453514</c:v>
                </c:pt>
                <c:pt idx="45">
                  <c:v>0.011457782</c:v>
                </c:pt>
                <c:pt idx="46">
                  <c:v>0.078509629</c:v>
                </c:pt>
                <c:pt idx="47">
                  <c:v>0.0032762179</c:v>
                </c:pt>
                <c:pt idx="48">
                  <c:v>0.0190333</c:v>
                </c:pt>
                <c:pt idx="49">
                  <c:v>0.00095207157</c:v>
                </c:pt>
                <c:pt idx="50">
                  <c:v>0.0046877248</c:v>
                </c:pt>
                <c:pt idx="51">
                  <c:v>0.024455399</c:v>
                </c:pt>
                <c:pt idx="52">
                  <c:v>0.0012463627</c:v>
                </c:pt>
                <c:pt idx="53">
                  <c:v>0.0067263172</c:v>
                </c:pt>
                <c:pt idx="54">
                  <c:v>0.035012872</c:v>
                </c:pt>
                <c:pt idx="55">
                  <c:v>0.0016610836</c:v>
                </c:pt>
                <c:pt idx="56">
                  <c:v>0.0098890548</c:v>
                </c:pt>
                <c:pt idx="57">
                  <c:v>0.048839242</c:v>
                </c:pt>
                <c:pt idx="58">
                  <c:v>0.0019204938</c:v>
                </c:pt>
                <c:pt idx="59">
                  <c:v>0.0096333029</c:v>
                </c:pt>
                <c:pt idx="60">
                  <c:v>0.046850596</c:v>
                </c:pt>
                <c:pt idx="61">
                  <c:v>0.0018505838</c:v>
                </c:pt>
                <c:pt idx="62">
                  <c:v>0.019323227</c:v>
                </c:pt>
                <c:pt idx="63">
                  <c:v>0.0040083019</c:v>
                </c:pt>
                <c:pt idx="64">
                  <c:v>0.00091782857</c:v>
                </c:pt>
                <c:pt idx="65">
                  <c:v>0.018891884</c:v>
                </c:pt>
                <c:pt idx="66">
                  <c:v>0.0039155865</c:v>
                </c:pt>
                <c:pt idx="67">
                  <c:v>0.00089771381</c:v>
                </c:pt>
                <c:pt idx="68">
                  <c:v>0.01827309</c:v>
                </c:pt>
                <c:pt idx="69">
                  <c:v>0.0038267981</c:v>
                </c:pt>
                <c:pt idx="70">
                  <c:v>0.00088202711</c:v>
                </c:pt>
                <c:pt idx="71">
                  <c:v>0.017789144</c:v>
                </c:pt>
                <c:pt idx="72">
                  <c:v>0.0037492817</c:v>
                </c:pt>
                <c:pt idx="73">
                  <c:v>0.00086475927</c:v>
                </c:pt>
                <c:pt idx="74">
                  <c:v>0.017438239</c:v>
                </c:pt>
                <c:pt idx="75">
                  <c:v>0.0036753121</c:v>
                </c:pt>
                <c:pt idx="76">
                  <c:v>0.072787184</c:v>
                </c:pt>
                <c:pt idx="77">
                  <c:v>0.014648848</c:v>
                </c:pt>
                <c:pt idx="78">
                  <c:v>0.0029345733</c:v>
                </c:pt>
                <c:pt idx="79">
                  <c:v>0.058925315</c:v>
                </c:pt>
                <c:pt idx="80">
                  <c:v>0.012039622</c:v>
                </c:pt>
                <c:pt idx="81">
                  <c:v>0.0023494512</c:v>
                </c:pt>
                <c:pt idx="82">
                  <c:v>0.050612079</c:v>
                </c:pt>
                <c:pt idx="83">
                  <c:v>0.0097087308</c:v>
                </c:pt>
                <c:pt idx="84">
                  <c:v>0.0018955856</c:v>
                </c:pt>
                <c:pt idx="85">
                  <c:v>0.037728211</c:v>
                </c:pt>
                <c:pt idx="86">
                  <c:v>0.0078095448</c:v>
                </c:pt>
                <c:pt idx="87">
                  <c:v>0.0015403739</c:v>
                </c:pt>
                <c:pt idx="88">
                  <c:v>0.025936231</c:v>
                </c:pt>
                <c:pt idx="89">
                  <c:v>0.0062800249</c:v>
                </c:pt>
                <c:pt idx="90">
                  <c:v>0.0012666761</c:v>
                </c:pt>
                <c:pt idx="91">
                  <c:v>0.020617158</c:v>
                </c:pt>
                <c:pt idx="92">
                  <c:v>0.0050742583</c:v>
                </c:pt>
                <c:pt idx="93">
                  <c:v>0.0010533892</c:v>
                </c:pt>
                <c:pt idx="94">
                  <c:v>0.017623379</c:v>
                </c:pt>
                <c:pt idx="95">
                  <c:v>0.0040805864</c:v>
                </c:pt>
                <c:pt idx="96">
                  <c:v>0.00087819012</c:v>
                </c:pt>
                <c:pt idx="97">
                  <c:v>0.015135063</c:v>
                </c:pt>
                <c:pt idx="98">
                  <c:v>0.0032232706</c:v>
                </c:pt>
                <c:pt idx="99">
                  <c:v>0.063481711</c:v>
                </c:pt>
                <c:pt idx="100">
                  <c:v>0.012715301</c:v>
                </c:pt>
                <c:pt idx="101">
                  <c:v>0.0025506853</c:v>
                </c:pt>
                <c:pt idx="102">
                  <c:v>0.044502601</c:v>
                </c:pt>
                <c:pt idx="103">
                  <c:v>0.0086640063</c:v>
                </c:pt>
                <c:pt idx="104">
                  <c:v>0.0016818336</c:v>
                </c:pt>
                <c:pt idx="105">
                  <c:v>0.024237189</c:v>
                </c:pt>
                <c:pt idx="106">
                  <c:v>0.0056872028</c:v>
                </c:pt>
                <c:pt idx="107">
                  <c:v>0.0011403163</c:v>
                </c:pt>
                <c:pt idx="108">
                  <c:v>0.016638029</c:v>
                </c:pt>
                <c:pt idx="109">
                  <c:v>0.0036698817</c:v>
                </c:pt>
                <c:pt idx="110">
                  <c:v>0.059829981</c:v>
                </c:pt>
                <c:pt idx="111">
                  <c:v>0.012026457</c:v>
                </c:pt>
                <c:pt idx="112">
                  <c:v>0.0023824287</c:v>
                </c:pt>
                <c:pt idx="113">
                  <c:v>0.041706272</c:v>
                </c:pt>
                <c:pt idx="114">
                  <c:v>0.0080585092</c:v>
                </c:pt>
                <c:pt idx="115">
                  <c:v>0.0015641718</c:v>
                </c:pt>
                <c:pt idx="116">
                  <c:v>0.022720077</c:v>
                </c:pt>
                <c:pt idx="117">
                  <c:v>0.0052987894</c:v>
                </c:pt>
                <c:pt idx="118">
                  <c:v>0.0010649291</c:v>
                </c:pt>
                <c:pt idx="119">
                  <c:v>0.015651128</c:v>
                </c:pt>
                <c:pt idx="120">
                  <c:v>0.0034277646</c:v>
                </c:pt>
                <c:pt idx="121">
                  <c:v>0.056220286</c:v>
                </c:pt>
                <c:pt idx="122">
                  <c:v>0.011269025</c:v>
                </c:pt>
                <c:pt idx="123">
                  <c:v>0.0022199145</c:v>
                </c:pt>
                <c:pt idx="124">
                  <c:v>0.038969098</c:v>
                </c:pt>
                <c:pt idx="125">
                  <c:v>0.01516117</c:v>
                </c:pt>
                <c:pt idx="126">
                  <c:v>0.0075923309</c:v>
                </c:pt>
                <c:pt idx="127">
                  <c:v>0.0033086001</c:v>
                </c:pt>
                <c:pt idx="128">
                  <c:v>0.0014609839</c:v>
                </c:pt>
                <c:pt idx="129">
                  <c:v>0.054406856</c:v>
                </c:pt>
                <c:pt idx="130">
                  <c:v>0.021742275</c:v>
                </c:pt>
                <c:pt idx="131">
                  <c:v>0.010899984</c:v>
                </c:pt>
                <c:pt idx="132">
                  <c:v>0.0049722894</c:v>
                </c:pt>
                <c:pt idx="133">
                  <c:v>0.0021355844</c:v>
                </c:pt>
                <c:pt idx="134">
                  <c:v>0.00098906153</c:v>
                </c:pt>
                <c:pt idx="135">
                  <c:v>0.029644734</c:v>
                </c:pt>
                <c:pt idx="136">
                  <c:v>0.012728184</c:v>
                </c:pt>
                <c:pt idx="137">
                  <c:v>0.0060510395</c:v>
                </c:pt>
                <c:pt idx="138">
                  <c:v>0.0025954104</c:v>
                </c:pt>
                <c:pt idx="139">
                  <c:v>0.001168139</c:v>
                </c:pt>
                <c:pt idx="140">
                  <c:v>0.038051811</c:v>
                </c:pt>
                <c:pt idx="141">
                  <c:v>0.014595546</c:v>
                </c:pt>
                <c:pt idx="142">
                  <c:v>0.0072578946</c:v>
                </c:pt>
                <c:pt idx="143">
                  <c:v>0.0031536194</c:v>
                </c:pt>
                <c:pt idx="144">
                  <c:v>0.0013896848</c:v>
                </c:pt>
                <c:pt idx="145">
                  <c:v>0.042207989</c:v>
                </c:pt>
                <c:pt idx="146">
                  <c:v>0.016649751</c:v>
                </c:pt>
                <c:pt idx="147">
                  <c:v>0.0087168926</c:v>
                </c:pt>
                <c:pt idx="148">
                  <c:v>0.0038784168</c:v>
                </c:pt>
                <c:pt idx="149">
                  <c:v>0.001679069</c:v>
                </c:pt>
                <c:pt idx="150">
                  <c:v>0.051291862</c:v>
                </c:pt>
                <c:pt idx="151">
                  <c:v>0.020489552</c:v>
                </c:pt>
                <c:pt idx="152">
                  <c:v>0.010335651</c:v>
                </c:pt>
                <c:pt idx="153">
                  <c:v>0.0047229008</c:v>
                </c:pt>
                <c:pt idx="154">
                  <c:v>0.0020247524</c:v>
                </c:pt>
                <c:pt idx="155">
                  <c:v>0.00093597708</c:v>
                </c:pt>
                <c:pt idx="156">
                  <c:v>0.028152043</c:v>
                </c:pt>
                <c:pt idx="157">
                  <c:v>0.012055403</c:v>
                </c:pt>
                <c:pt idx="158">
                  <c:v>0.0057391318</c:v>
                </c:pt>
                <c:pt idx="159">
                  <c:v>0.0024634918</c:v>
                </c:pt>
                <c:pt idx="160">
                  <c:v>0.0011085131</c:v>
                </c:pt>
                <c:pt idx="161">
                  <c:v>0.03571953</c:v>
                </c:pt>
                <c:pt idx="162">
                  <c:v>0.013777221</c:v>
                </c:pt>
                <c:pt idx="163">
                  <c:v>0.0068846129</c:v>
                </c:pt>
                <c:pt idx="164">
                  <c:v>0.0029960693</c:v>
                </c:pt>
                <c:pt idx="165">
                  <c:v>0.0013199296</c:v>
                </c:pt>
                <c:pt idx="166">
                  <c:v>0.039590034</c:v>
                </c:pt>
                <c:pt idx="167">
                  <c:v>0.016035975</c:v>
                </c:pt>
                <c:pt idx="168">
                  <c:v>0.0082212048</c:v>
                </c:pt>
                <c:pt idx="169">
                  <c:v>0.0036553106</c:v>
                </c:pt>
                <c:pt idx="170">
                  <c:v>0.0015845672</c:v>
                </c:pt>
                <c:pt idx="171">
                  <c:v>0.049022896</c:v>
                </c:pt>
                <c:pt idx="172">
                  <c:v>0.019763642</c:v>
                </c:pt>
                <c:pt idx="173">
                  <c:v>0.0097530378</c:v>
                </c:pt>
                <c:pt idx="174">
                  <c:v>0.0044520445</c:v>
                </c:pt>
                <c:pt idx="175">
                  <c:v>0.0019130997</c:v>
                </c:pt>
                <c:pt idx="176">
                  <c:v>0.00088404008</c:v>
                </c:pt>
                <c:pt idx="177">
                  <c:v>0.026721118</c:v>
                </c:pt>
                <c:pt idx="178">
                  <c:v>0.011359715</c:v>
                </c:pt>
                <c:pt idx="179">
                  <c:v>0.0053694535</c:v>
                </c:pt>
                <c:pt idx="180">
                  <c:v>0.0023081193</c:v>
                </c:pt>
                <c:pt idx="181">
                  <c:v>0.0010391286</c:v>
                </c:pt>
                <c:pt idx="182">
                  <c:v>0.034069462</c:v>
                </c:pt>
                <c:pt idx="183">
                  <c:v>0.013189758</c:v>
                </c:pt>
                <c:pt idx="184">
                  <c:v>0.0064963864</c:v>
                </c:pt>
                <c:pt idx="185">
                  <c:v>0.0028130629</c:v>
                </c:pt>
                <c:pt idx="186">
                  <c:v>0.0012358621</c:v>
                </c:pt>
                <c:pt idx="187">
                  <c:v>0.037803568</c:v>
                </c:pt>
                <c:pt idx="188">
                  <c:v>0.015361924</c:v>
                </c:pt>
                <c:pt idx="189">
                  <c:v>0.0077929383</c:v>
                </c:pt>
                <c:pt idx="190">
                  <c:v>0.0034411971</c:v>
                </c:pt>
                <c:pt idx="191">
                  <c:v>0.0014859761</c:v>
                </c:pt>
                <c:pt idx="192">
                  <c:v>0.047030526</c:v>
                </c:pt>
                <c:pt idx="193">
                  <c:v>0.018637835</c:v>
                </c:pt>
                <c:pt idx="194">
                  <c:v>0.0091684248</c:v>
                </c:pt>
                <c:pt idx="195">
                  <c:v>0.0041753993</c:v>
                </c:pt>
                <c:pt idx="196">
                  <c:v>0.001789961</c:v>
                </c:pt>
                <c:pt idx="197">
                  <c:v>0.046460193</c:v>
                </c:pt>
                <c:pt idx="198">
                  <c:v>0.018317035</c:v>
                </c:pt>
                <c:pt idx="199">
                  <c:v>0.008973104</c:v>
                </c:pt>
                <c:pt idx="200">
                  <c:v>0.004112508</c:v>
                </c:pt>
                <c:pt idx="201">
                  <c:v>0.0017666312</c:v>
                </c:pt>
                <c:pt idx="202">
                  <c:v>0.04594697</c:v>
                </c:pt>
                <c:pt idx="203">
                  <c:v>0.018025367</c:v>
                </c:pt>
                <c:pt idx="204">
                  <c:v>0.008813578</c:v>
                </c:pt>
                <c:pt idx="205">
                  <c:v>0.0040549784</c:v>
                </c:pt>
                <c:pt idx="206">
                  <c:v>0.0017455663</c:v>
                </c:pt>
                <c:pt idx="207">
                  <c:v>0.045475942</c:v>
                </c:pt>
                <c:pt idx="208">
                  <c:v>0.017981579</c:v>
                </c:pt>
                <c:pt idx="209">
                  <c:v>0.0088080518</c:v>
                </c:pt>
                <c:pt idx="210">
                  <c:v>0.0040193557</c:v>
                </c:pt>
                <c:pt idx="211">
                  <c:v>0.0017243872</c:v>
                </c:pt>
                <c:pt idx="212">
                  <c:v>0.045054187</c:v>
                </c:pt>
                <c:pt idx="213">
                  <c:v>0.018018291</c:v>
                </c:pt>
                <c:pt idx="214">
                  <c:v>0.0087514028</c:v>
                </c:pt>
                <c:pt idx="215">
                  <c:v>0.0039848099</c:v>
                </c:pt>
                <c:pt idx="216">
                  <c:v>0.001705254</c:v>
                </c:pt>
                <c:pt idx="217">
                  <c:v>0.044673704</c:v>
                </c:pt>
                <c:pt idx="218">
                  <c:v>0.017830081</c:v>
                </c:pt>
                <c:pt idx="219">
                  <c:v>0.008703457</c:v>
                </c:pt>
                <c:pt idx="220">
                  <c:v>0.0039400777</c:v>
                </c:pt>
                <c:pt idx="221">
                  <c:v>0.0016819539</c:v>
                </c:pt>
                <c:pt idx="222">
                  <c:v>0.044300296</c:v>
                </c:pt>
                <c:pt idx="223">
                  <c:v>0.017765316</c:v>
                </c:pt>
                <c:pt idx="224">
                  <c:v>0.0086261956</c:v>
                </c:pt>
                <c:pt idx="225">
                  <c:v>0.0038704884</c:v>
                </c:pt>
                <c:pt idx="226">
                  <c:v>0.0016411645</c:v>
                </c:pt>
                <c:pt idx="227">
                  <c:v>0.043883142</c:v>
                </c:pt>
                <c:pt idx="228">
                  <c:v>0.017632543</c:v>
                </c:pt>
                <c:pt idx="229">
                  <c:v>0.0085884705</c:v>
                </c:pt>
                <c:pt idx="230">
                  <c:v>0.0038632059</c:v>
                </c:pt>
                <c:pt idx="231">
                  <c:v>0.0016319534</c:v>
                </c:pt>
                <c:pt idx="232">
                  <c:v>0.043438218</c:v>
                </c:pt>
                <c:pt idx="233">
                  <c:v>0.017534055</c:v>
                </c:pt>
                <c:pt idx="234">
                  <c:v>0.0085446386</c:v>
                </c:pt>
                <c:pt idx="235">
                  <c:v>0.003844503</c:v>
                </c:pt>
                <c:pt idx="236">
                  <c:v>0.0016217829</c:v>
                </c:pt>
                <c:pt idx="237">
                  <c:v>0.043023722</c:v>
                </c:pt>
                <c:pt idx="238">
                  <c:v>0.017366829</c:v>
                </c:pt>
                <c:pt idx="239">
                  <c:v>0.0084771256</c:v>
                </c:pt>
                <c:pt idx="240">
                  <c:v>0.0038190138</c:v>
                </c:pt>
                <c:pt idx="241">
                  <c:v>0.0016184338</c:v>
                </c:pt>
                <c:pt idx="242">
                  <c:v>0.042642697</c:v>
                </c:pt>
                <c:pt idx="243">
                  <c:v>0.01725577</c:v>
                </c:pt>
                <c:pt idx="244">
                  <c:v>0.0084247539</c:v>
                </c:pt>
                <c:pt idx="245">
                  <c:v>0.0037928774</c:v>
                </c:pt>
                <c:pt idx="246">
                  <c:v>0.0016086116</c:v>
                </c:pt>
                <c:pt idx="247">
                  <c:v>0.042274127</c:v>
                </c:pt>
                <c:pt idx="248">
                  <c:v>0.017094472</c:v>
                </c:pt>
                <c:pt idx="249">
                  <c:v>0.0083207602</c:v>
                </c:pt>
                <c:pt idx="250">
                  <c:v>0.0056793962</c:v>
                </c:pt>
                <c:pt idx="251">
                  <c:v>0.0037484101</c:v>
                </c:pt>
                <c:pt idx="252">
                  <c:v>0.0024379794</c:v>
                </c:pt>
                <c:pt idx="253">
                  <c:v>0.0015927895</c:v>
                </c:pt>
                <c:pt idx="254">
                  <c:v>0.0010591909</c:v>
                </c:pt>
                <c:pt idx="255">
                  <c:v>0.041894352</c:v>
                </c:pt>
                <c:pt idx="256">
                  <c:v>0.030336756</c:v>
                </c:pt>
                <c:pt idx="257">
                  <c:v>0.016987422</c:v>
                </c:pt>
                <c:pt idx="258">
                  <c:v>0.011534393</c:v>
                </c:pt>
                <c:pt idx="259">
                  <c:v>0.0082608275</c:v>
                </c:pt>
                <c:pt idx="260">
                  <c:v>0.0056699</c:v>
                </c:pt>
                <c:pt idx="261">
                  <c:v>0.0037380971</c:v>
                </c:pt>
                <c:pt idx="262">
                  <c:v>0.0024282425</c:v>
                </c:pt>
                <c:pt idx="263">
                  <c:v>0.0015844668</c:v>
                </c:pt>
                <c:pt idx="264">
                  <c:v>0.0010525652</c:v>
                </c:pt>
                <c:pt idx="265">
                  <c:v>0.0415135</c:v>
                </c:pt>
                <c:pt idx="266">
                  <c:v>0.029829906</c:v>
                </c:pt>
                <c:pt idx="267">
                  <c:v>0.016715276</c:v>
                </c:pt>
                <c:pt idx="268">
                  <c:v>0.011365244</c:v>
                </c:pt>
                <c:pt idx="269">
                  <c:v>0.008148862</c:v>
                </c:pt>
                <c:pt idx="270">
                  <c:v>0.0055956081</c:v>
                </c:pt>
                <c:pt idx="271">
                  <c:v>0.0036864116</c:v>
                </c:pt>
                <c:pt idx="272">
                  <c:v>0.0023919492</c:v>
                </c:pt>
                <c:pt idx="273">
                  <c:v>0.0015595098</c:v>
                </c:pt>
                <c:pt idx="274">
                  <c:v>0.0010356941</c:v>
                </c:pt>
                <c:pt idx="275">
                  <c:v>0.041149602</c:v>
                </c:pt>
                <c:pt idx="276">
                  <c:v>0.029559834</c:v>
                </c:pt>
                <c:pt idx="277">
                  <c:v>0.016511783</c:v>
                </c:pt>
                <c:pt idx="278">
                  <c:v>0.011166157</c:v>
                </c:pt>
                <c:pt idx="279">
                  <c:v>0.0079289259</c:v>
                </c:pt>
                <c:pt idx="280">
                  <c:v>0.0054008839</c:v>
                </c:pt>
                <c:pt idx="281">
                  <c:v>0.0035376841</c:v>
                </c:pt>
                <c:pt idx="282">
                  <c:v>0.0022902911</c:v>
                </c:pt>
                <c:pt idx="283">
                  <c:v>0.001494138</c:v>
                </c:pt>
                <c:pt idx="284">
                  <c:v>0.00099567359</c:v>
                </c:pt>
                <c:pt idx="285">
                  <c:v>0.033295458</c:v>
                </c:pt>
                <c:pt idx="286">
                  <c:v>0.022318008</c:v>
                </c:pt>
                <c:pt idx="287">
                  <c:v>0.012916322</c:v>
                </c:pt>
                <c:pt idx="288">
                  <c:v>0.0092635782</c:v>
                </c:pt>
                <c:pt idx="289">
                  <c:v>0.0064405427</c:v>
                </c:pt>
                <c:pt idx="290">
                  <c:v>0.0043054008</c:v>
                </c:pt>
                <c:pt idx="291">
                  <c:v>0.0028107493</c:v>
                </c:pt>
                <c:pt idx="292">
                  <c:v>0.0018299695</c:v>
                </c:pt>
                <c:pt idx="293">
                  <c:v>0.0012086361</c:v>
                </c:pt>
                <c:pt idx="294">
                  <c:v>0.040446138</c:v>
                </c:pt>
                <c:pt idx="295">
                  <c:v>0.028839208</c:v>
                </c:pt>
                <c:pt idx="296">
                  <c:v>0.015941244</c:v>
                </c:pt>
                <c:pt idx="297">
                  <c:v>0.010761432</c:v>
                </c:pt>
                <c:pt idx="298">
                  <c:v>0.0076769656</c:v>
                </c:pt>
                <c:pt idx="299">
                  <c:v>0.0052624581</c:v>
                </c:pt>
                <c:pt idx="300">
                  <c:v>0.0034688393</c:v>
                </c:pt>
                <c:pt idx="301">
                  <c:v>0.0022545022</c:v>
                </c:pt>
                <c:pt idx="302">
                  <c:v>0.0014764992</c:v>
                </c:pt>
                <c:pt idx="303">
                  <c:v>0.00098713689</c:v>
                </c:pt>
                <c:pt idx="304">
                  <c:v>0.032779083</c:v>
                </c:pt>
                <c:pt idx="305">
                  <c:v>0.021797719</c:v>
                </c:pt>
                <c:pt idx="306">
                  <c:v>0.012615438</c:v>
                </c:pt>
                <c:pt idx="307">
                  <c:v>0.0090731225</c:v>
                </c:pt>
                <c:pt idx="308">
                  <c:v>0.0063180175</c:v>
                </c:pt>
                <c:pt idx="309">
                  <c:v>0.004244399</c:v>
                </c:pt>
                <c:pt idx="310">
                  <c:v>0.0027686003</c:v>
                </c:pt>
                <c:pt idx="311">
                  <c:v>0.0018014784</c:v>
                </c:pt>
                <c:pt idx="312">
                  <c:v>0.0011905897</c:v>
                </c:pt>
                <c:pt idx="313">
                  <c:v>0.039819934</c:v>
                </c:pt>
                <c:pt idx="314">
                  <c:v>0.028398346</c:v>
                </c:pt>
                <c:pt idx="315">
                  <c:v>0.01572644</c:v>
                </c:pt>
                <c:pt idx="316">
                  <c:v>0.010579825</c:v>
                </c:pt>
                <c:pt idx="317">
                  <c:v>0.007518848</c:v>
                </c:pt>
                <c:pt idx="318">
                  <c:v>0.0051354995</c:v>
                </c:pt>
                <c:pt idx="319">
                  <c:v>0.0033810102</c:v>
                </c:pt>
                <c:pt idx="320">
                  <c:v>0.0021958291</c:v>
                </c:pt>
                <c:pt idx="321">
                  <c:v>0.0014373989</c:v>
                </c:pt>
                <c:pt idx="322">
                  <c:v>0.00096079204</c:v>
                </c:pt>
                <c:pt idx="323">
                  <c:v>0.032391282</c:v>
                </c:pt>
                <c:pt idx="324">
                  <c:v>0.021444924</c:v>
                </c:pt>
                <c:pt idx="325">
                  <c:v>0.012300528</c:v>
                </c:pt>
                <c:pt idx="326">
                  <c:v>0.0087845313</c:v>
                </c:pt>
                <c:pt idx="327">
                  <c:v>0.0061109556</c:v>
                </c:pt>
                <c:pt idx="328">
                  <c:v>0.0041099883</c:v>
                </c:pt>
                <c:pt idx="329">
                  <c:v>0.0026834465</c:v>
                </c:pt>
                <c:pt idx="330">
                  <c:v>0.0017467338</c:v>
                </c:pt>
                <c:pt idx="331">
                  <c:v>0.0011538288</c:v>
                </c:pt>
                <c:pt idx="332">
                  <c:v>0.039211509</c:v>
                </c:pt>
                <c:pt idx="333">
                  <c:v>0.028276964</c:v>
                </c:pt>
                <c:pt idx="334">
                  <c:v>0.015682262</c:v>
                </c:pt>
                <c:pt idx="335">
                  <c:v>0.010449089</c:v>
                </c:pt>
                <c:pt idx="336">
                  <c:v>0.0073769372</c:v>
                </c:pt>
                <c:pt idx="337">
                  <c:v>0.0050270862</c:v>
                </c:pt>
                <c:pt idx="338">
                  <c:v>0.0033055777</c:v>
                </c:pt>
                <c:pt idx="339">
                  <c:v>0.0021456417</c:v>
                </c:pt>
                <c:pt idx="340">
                  <c:v>0.0014020367</c:v>
                </c:pt>
                <c:pt idx="341">
                  <c:v>0.00093562137</c:v>
                </c:pt>
                <c:pt idx="342">
                  <c:v>0.0319818</c:v>
                </c:pt>
                <c:pt idx="343">
                  <c:v>0.021490825</c:v>
                </c:pt>
                <c:pt idx="344">
                  <c:v>0.012327858</c:v>
                </c:pt>
                <c:pt idx="345">
                  <c:v>0.0087274599</c:v>
                </c:pt>
                <c:pt idx="346">
                  <c:v>0.0060194212</c:v>
                </c:pt>
                <c:pt idx="347">
                  <c:v>0.0040346236</c:v>
                </c:pt>
                <c:pt idx="348">
                  <c:v>0.0026313081</c:v>
                </c:pt>
                <c:pt idx="349">
                  <c:v>0.001710957</c:v>
                </c:pt>
                <c:pt idx="350">
                  <c:v>0.0011296456</c:v>
                </c:pt>
                <c:pt idx="351">
                  <c:v>0.038634314</c:v>
                </c:pt>
                <c:pt idx="352">
                  <c:v>0.028012718</c:v>
                </c:pt>
                <c:pt idx="353">
                  <c:v>0.015602792</c:v>
                </c:pt>
                <c:pt idx="354">
                  <c:v>0.010365398</c:v>
                </c:pt>
                <c:pt idx="355">
                  <c:v>0.0072529891</c:v>
                </c:pt>
                <c:pt idx="356">
                  <c:v>0.0049150864</c:v>
                </c:pt>
                <c:pt idx="357">
                  <c:v>0.0032270421</c:v>
                </c:pt>
                <c:pt idx="358">
                  <c:v>0.002094873</c:v>
                </c:pt>
                <c:pt idx="359">
                  <c:v>0.0013698693</c:v>
                </c:pt>
                <c:pt idx="360">
                  <c:v>0.00091428813</c:v>
                </c:pt>
                <c:pt idx="361">
                  <c:v>0.031639567</c:v>
                </c:pt>
                <c:pt idx="362">
                  <c:v>0.021293321</c:v>
                </c:pt>
                <c:pt idx="363">
                  <c:v>0.012156421</c:v>
                </c:pt>
                <c:pt idx="364">
                  <c:v>0.0085539374</c:v>
                </c:pt>
                <c:pt idx="365">
                  <c:v>0.0058721935</c:v>
                </c:pt>
                <c:pt idx="366">
                  <c:v>0.0039331382</c:v>
                </c:pt>
                <c:pt idx="367">
                  <c:v>0.0025625853</c:v>
                </c:pt>
                <c:pt idx="368">
                  <c:v>0.0016680453</c:v>
                </c:pt>
                <c:pt idx="369">
                  <c:v>0.0011013173</c:v>
                </c:pt>
                <c:pt idx="370">
                  <c:v>0.037999246</c:v>
                </c:pt>
                <c:pt idx="371">
                  <c:v>0.027535963</c:v>
                </c:pt>
                <c:pt idx="372">
                  <c:v>0.015239951</c:v>
                </c:pt>
                <c:pt idx="373">
                  <c:v>0.010050527</c:v>
                </c:pt>
                <c:pt idx="374">
                  <c:v>0.0070351747</c:v>
                </c:pt>
                <c:pt idx="375">
                  <c:v>0.0047809814</c:v>
                </c:pt>
                <c:pt idx="376">
                  <c:v>0.0031397967</c:v>
                </c:pt>
                <c:pt idx="377">
                  <c:v>0.0020377053</c:v>
                </c:pt>
                <c:pt idx="378">
                  <c:v>0.001332863</c:v>
                </c:pt>
                <c:pt idx="379">
                  <c:v>0.00088976212</c:v>
                </c:pt>
                <c:pt idx="380">
                  <c:v>0.031175378</c:v>
                </c:pt>
                <c:pt idx="381">
                  <c:v>0.020855506</c:v>
                </c:pt>
                <c:pt idx="382">
                  <c:v>0.011949509</c:v>
                </c:pt>
                <c:pt idx="383">
                  <c:v>0.0083290861</c:v>
                </c:pt>
                <c:pt idx="384">
                  <c:v>0.0057424276</c:v>
                </c:pt>
                <c:pt idx="385">
                  <c:v>0.00384356</c:v>
                </c:pt>
                <c:pt idx="386">
                  <c:v>0.0025033024</c:v>
                </c:pt>
                <c:pt idx="387">
                  <c:v>0.0016274006</c:v>
                </c:pt>
                <c:pt idx="388">
                  <c:v>0.0010721799</c:v>
                </c:pt>
                <c:pt idx="389">
                  <c:v>0.037337845</c:v>
                </c:pt>
                <c:pt idx="390">
                  <c:v>0.026918218</c:v>
                </c:pt>
                <c:pt idx="391">
                  <c:v>0.014895321</c:v>
                </c:pt>
                <c:pt idx="392">
                  <c:v>0.0098486565</c:v>
                </c:pt>
                <c:pt idx="393">
                  <c:v>0.0068877429</c:v>
                </c:pt>
                <c:pt idx="394">
                  <c:v>0.0046772181</c:v>
                </c:pt>
                <c:pt idx="395">
                  <c:v>0.0030711692</c:v>
                </c:pt>
                <c:pt idx="396">
                  <c:v>0.0019906142</c:v>
                </c:pt>
                <c:pt idx="397">
                  <c:v>0.0012992887</c:v>
                </c:pt>
                <c:pt idx="398">
                  <c:v>0.00086466203</c:v>
                </c:pt>
                <c:pt idx="399">
                  <c:v>0.03062622</c:v>
                </c:pt>
                <c:pt idx="400">
                  <c:v>0.020496021</c:v>
                </c:pt>
                <c:pt idx="401">
                  <c:v>0.011804313</c:v>
                </c:pt>
                <c:pt idx="402">
                  <c:v>0.0082488821</c:v>
                </c:pt>
                <c:pt idx="403">
                  <c:v>0.0056674269</c:v>
                </c:pt>
                <c:pt idx="404">
                  <c:v>0.0037805675</c:v>
                </c:pt>
                <c:pt idx="405">
                  <c:v>0.0024565309</c:v>
                </c:pt>
                <c:pt idx="406">
                  <c:v>0.0015920824</c:v>
                </c:pt>
                <c:pt idx="407">
                  <c:v>0.0010461937</c:v>
                </c:pt>
                <c:pt idx="408">
                  <c:v>0.03680442</c:v>
                </c:pt>
                <c:pt idx="409">
                  <c:v>0.026593738</c:v>
                </c:pt>
                <c:pt idx="410">
                  <c:v>0.014823855</c:v>
                </c:pt>
                <c:pt idx="411">
                  <c:v>0.0097640127</c:v>
                </c:pt>
                <c:pt idx="412">
                  <c:v>0.0068094101</c:v>
                </c:pt>
                <c:pt idx="413">
                  <c:v>0.0046045821</c:v>
                </c:pt>
                <c:pt idx="414">
                  <c:v>0.0030170896</c:v>
                </c:pt>
                <c:pt idx="415">
                  <c:v>0.0019513036</c:v>
                </c:pt>
                <c:pt idx="416">
                  <c:v>0.0012705839</c:v>
                </c:pt>
                <c:pt idx="417">
                  <c:v>0.00084422503</c:v>
                </c:pt>
                <c:pt idx="418">
                  <c:v>0.030071352</c:v>
                </c:pt>
                <c:pt idx="419">
                  <c:v>0.02014272</c:v>
                </c:pt>
                <c:pt idx="420">
                  <c:v>0.011576648</c:v>
                </c:pt>
                <c:pt idx="421">
                  <c:v>0.0080650903</c:v>
                </c:pt>
                <c:pt idx="422">
                  <c:v>0.0055235536</c:v>
                </c:pt>
                <c:pt idx="423">
                  <c:v>0.003675198</c:v>
                </c:pt>
                <c:pt idx="424">
                  <c:v>0.0023855528</c:v>
                </c:pt>
                <c:pt idx="425">
                  <c:v>0.0015454247</c:v>
                </c:pt>
                <c:pt idx="426">
                  <c:v>0.0010155628</c:v>
                </c:pt>
                <c:pt idx="427">
                  <c:v>0.036247805</c:v>
                </c:pt>
                <c:pt idx="428">
                  <c:v>0.026245861</c:v>
                </c:pt>
                <c:pt idx="429">
                  <c:v>0.014583513</c:v>
                </c:pt>
                <c:pt idx="430">
                  <c:v>0.0095273229</c:v>
                </c:pt>
                <c:pt idx="431">
                  <c:v>0.006611666</c:v>
                </c:pt>
                <c:pt idx="432">
                  <c:v>0.0044630459</c:v>
                </c:pt>
                <c:pt idx="433">
                  <c:v>0.0029205355</c:v>
                </c:pt>
                <c:pt idx="434">
                  <c:v>0.0018877505</c:v>
                </c:pt>
                <c:pt idx="435">
                  <c:v>0.0012291752</c:v>
                </c:pt>
                <c:pt idx="436">
                  <c:v>0.035927149</c:v>
                </c:pt>
                <c:pt idx="437">
                  <c:v>0.026152695</c:v>
                </c:pt>
                <c:pt idx="438">
                  <c:v>0.014491613</c:v>
                </c:pt>
                <c:pt idx="439">
                  <c:v>0.0094470287</c:v>
                </c:pt>
                <c:pt idx="440">
                  <c:v>0.0065351424</c:v>
                </c:pt>
                <c:pt idx="441">
                  <c:v>0.0043997998</c:v>
                </c:pt>
                <c:pt idx="442">
                  <c:v>0.0028788754</c:v>
                </c:pt>
                <c:pt idx="443">
                  <c:v>0.0018609531</c:v>
                </c:pt>
                <c:pt idx="444">
                  <c:v>0.0012121583</c:v>
                </c:pt>
                <c:pt idx="445">
                  <c:v>0.035615615</c:v>
                </c:pt>
                <c:pt idx="446">
                  <c:v>0.026430544</c:v>
                </c:pt>
                <c:pt idx="447">
                  <c:v>0.014513601</c:v>
                </c:pt>
                <c:pt idx="448">
                  <c:v>0.0093850666</c:v>
                </c:pt>
                <c:pt idx="449">
                  <c:v>0.0064803449</c:v>
                </c:pt>
                <c:pt idx="450">
                  <c:v>0.0043572436</c:v>
                </c:pt>
                <c:pt idx="451">
                  <c:v>0.0028498162</c:v>
                </c:pt>
                <c:pt idx="452">
                  <c:v>0.0018414629</c:v>
                </c:pt>
                <c:pt idx="453">
                  <c:v>0.0011995106</c:v>
                </c:pt>
                <c:pt idx="454">
                  <c:v>0.035296726</c:v>
                </c:pt>
                <c:pt idx="455">
                  <c:v>0.026382246</c:v>
                </c:pt>
                <c:pt idx="456">
                  <c:v>0.0144547</c:v>
                </c:pt>
                <c:pt idx="457">
                  <c:v>0.0093145828</c:v>
                </c:pt>
                <c:pt idx="458">
                  <c:v>0.0064192317</c:v>
                </c:pt>
                <c:pt idx="459">
                  <c:v>0.0043093989</c:v>
                </c:pt>
                <c:pt idx="460">
                  <c:v>0.0028166461</c:v>
                </c:pt>
                <c:pt idx="461">
                  <c:v>0.0018195105</c:v>
                </c:pt>
                <c:pt idx="462">
                  <c:v>0.0011855771</c:v>
                </c:pt>
                <c:pt idx="463">
                  <c:v>0.034955337</c:v>
                </c:pt>
                <c:pt idx="464">
                  <c:v>0.026120804</c:v>
                </c:pt>
                <c:pt idx="465">
                  <c:v>0.014263299</c:v>
                </c:pt>
                <c:pt idx="466">
                  <c:v>0.009196076</c:v>
                </c:pt>
                <c:pt idx="467">
                  <c:v>0.006341303</c:v>
                </c:pt>
                <c:pt idx="468">
                  <c:v>0.0042592451</c:v>
                </c:pt>
                <c:pt idx="469">
                  <c:v>0.0027839895</c:v>
                </c:pt>
                <c:pt idx="470">
                  <c:v>0.0017987614</c:v>
                </c:pt>
                <c:pt idx="471">
                  <c:v>0.0011723152</c:v>
                </c:pt>
                <c:pt idx="472">
                  <c:v>0.034612407</c:v>
                </c:pt>
                <c:pt idx="473">
                  <c:v>0.02578744</c:v>
                </c:pt>
                <c:pt idx="474">
                  <c:v>0.014059974</c:v>
                </c:pt>
                <c:pt idx="475">
                  <c:v>0.0090759761</c:v>
                </c:pt>
                <c:pt idx="476">
                  <c:v>0.0062622504</c:v>
                </c:pt>
                <c:pt idx="477">
                  <c:v>0.0042055289</c:v>
                </c:pt>
                <c:pt idx="478">
                  <c:v>0.0027520263</c:v>
                </c:pt>
                <c:pt idx="479">
                  <c:v>0.0017806247</c:v>
                </c:pt>
                <c:pt idx="480">
                  <c:v>0.0011608747</c:v>
                </c:pt>
                <c:pt idx="481">
                  <c:v>0.034285082</c:v>
                </c:pt>
                <c:pt idx="482">
                  <c:v>0.025485928</c:v>
                </c:pt>
                <c:pt idx="483">
                  <c:v>0.013883642</c:v>
                </c:pt>
                <c:pt idx="484">
                  <c:v>0.0089617484</c:v>
                </c:pt>
                <c:pt idx="485">
                  <c:v>0.0061901859</c:v>
                </c:pt>
                <c:pt idx="486">
                  <c:v>0.0041631413</c:v>
                </c:pt>
                <c:pt idx="487">
                  <c:v>0.0027254459</c:v>
                </c:pt>
                <c:pt idx="488">
                  <c:v>0.001762738</c:v>
                </c:pt>
                <c:pt idx="489">
                  <c:v>0.0011486389</c:v>
                </c:pt>
                <c:pt idx="490">
                  <c:v>0.033966285</c:v>
                </c:pt>
                <c:pt idx="491">
                  <c:v>0.02516016</c:v>
                </c:pt>
                <c:pt idx="492">
                  <c:v>0.013723742</c:v>
                </c:pt>
                <c:pt idx="493">
                  <c:v>0.0088801294</c:v>
                </c:pt>
                <c:pt idx="494">
                  <c:v>0.0061380462</c:v>
                </c:pt>
                <c:pt idx="495">
                  <c:v>0.0041314685</c:v>
                </c:pt>
                <c:pt idx="496">
                  <c:v>0.0027070281</c:v>
                </c:pt>
                <c:pt idx="497">
                  <c:v>0.0017531637</c:v>
                </c:pt>
                <c:pt idx="498">
                  <c:v>0.0011435933</c:v>
                </c:pt>
                <c:pt idx="499">
                  <c:v>0.033657888</c:v>
                </c:pt>
                <c:pt idx="500">
                  <c:v>0.028198601</c:v>
                </c:pt>
                <c:pt idx="501">
                  <c:v>0.024860242</c:v>
                </c:pt>
                <c:pt idx="502">
                  <c:v>0.018835877</c:v>
                </c:pt>
                <c:pt idx="503">
                  <c:v>0.013599099</c:v>
                </c:pt>
                <c:pt idx="504">
                  <c:v>0.010670922</c:v>
                </c:pt>
                <c:pt idx="505">
                  <c:v>0.0088062862</c:v>
                </c:pt>
                <c:pt idx="506">
                  <c:v>0.0073443058</c:v>
                </c:pt>
                <c:pt idx="507">
                  <c:v>0.0060788092</c:v>
                </c:pt>
                <c:pt idx="508">
                  <c:v>0.0049959984</c:v>
                </c:pt>
                <c:pt idx="509">
                  <c:v>0.0040871211</c:v>
                </c:pt>
                <c:pt idx="510">
                  <c:v>0.0033142434</c:v>
                </c:pt>
                <c:pt idx="511">
                  <c:v>0.0026722151</c:v>
                </c:pt>
                <c:pt idx="512">
                  <c:v>0.0021488669</c:v>
                </c:pt>
                <c:pt idx="513">
                  <c:v>0.0017268307</c:v>
                </c:pt>
                <c:pt idx="514">
                  <c:v>0.0013901809</c:v>
                </c:pt>
                <c:pt idx="515">
                  <c:v>0.0011238335</c:v>
                </c:pt>
                <c:pt idx="516">
                  <c:v>0.00091343787</c:v>
                </c:pt>
                <c:pt idx="517">
                  <c:v>0.033340876</c:v>
                </c:pt>
                <c:pt idx="518">
                  <c:v>0.027940973</c:v>
                </c:pt>
                <c:pt idx="519">
                  <c:v>0.024647807</c:v>
                </c:pt>
                <c:pt idx="520">
                  <c:v>0.018693068</c:v>
                </c:pt>
                <c:pt idx="521">
                  <c:v>0.013504978</c:v>
                </c:pt>
                <c:pt idx="522">
                  <c:v>0.010588598</c:v>
                </c:pt>
                <c:pt idx="523">
                  <c:v>0.0087331058</c:v>
                </c:pt>
                <c:pt idx="524">
                  <c:v>0.0072722417</c:v>
                </c:pt>
                <c:pt idx="525">
                  <c:v>0.0060106576</c:v>
                </c:pt>
                <c:pt idx="526">
                  <c:v>0.004941513</c:v>
                </c:pt>
                <c:pt idx="527">
                  <c:v>0.0040423006</c:v>
                </c:pt>
                <c:pt idx="528">
                  <c:v>0.0032787757</c:v>
                </c:pt>
                <c:pt idx="529">
                  <c:v>0.0026445383</c:v>
                </c:pt>
                <c:pt idx="530">
                  <c:v>0.0021262981</c:v>
                </c:pt>
                <c:pt idx="531">
                  <c:v>0.001708809</c:v>
                </c:pt>
                <c:pt idx="532">
                  <c:v>0.0013757373</c:v>
                </c:pt>
                <c:pt idx="533">
                  <c:v>0.0011119885</c:v>
                </c:pt>
                <c:pt idx="534">
                  <c:v>0.00090360863</c:v>
                </c:pt>
                <c:pt idx="535">
                  <c:v>0.033019543</c:v>
                </c:pt>
                <c:pt idx="536">
                  <c:v>0.027616566</c:v>
                </c:pt>
                <c:pt idx="537">
                  <c:v>0.024404919</c:v>
                </c:pt>
                <c:pt idx="538">
                  <c:v>0.018507776</c:v>
                </c:pt>
                <c:pt idx="539">
                  <c:v>0.013350938</c:v>
                </c:pt>
                <c:pt idx="540">
                  <c:v>0.010462264</c:v>
                </c:pt>
                <c:pt idx="541">
                  <c:v>0.0086286553</c:v>
                </c:pt>
                <c:pt idx="542">
                  <c:v>0.0071838275</c:v>
                </c:pt>
                <c:pt idx="543">
                  <c:v>0.0059394245</c:v>
                </c:pt>
                <c:pt idx="544">
                  <c:v>0.0048796016</c:v>
                </c:pt>
                <c:pt idx="545">
                  <c:v>0.0039922253</c:v>
                </c:pt>
                <c:pt idx="546">
                  <c:v>0.0032365191</c:v>
                </c:pt>
                <c:pt idx="547">
                  <c:v>0.0026087481</c:v>
                </c:pt>
                <c:pt idx="548">
                  <c:v>0.0020965173</c:v>
                </c:pt>
                <c:pt idx="549">
                  <c:v>0.0016843775</c:v>
                </c:pt>
                <c:pt idx="550">
                  <c:v>0.0013559949</c:v>
                </c:pt>
                <c:pt idx="551">
                  <c:v>0.0010959689</c:v>
                </c:pt>
                <c:pt idx="552">
                  <c:v>0.00089064027</c:v>
                </c:pt>
                <c:pt idx="553">
                  <c:v>0.032711055</c:v>
                </c:pt>
                <c:pt idx="554">
                  <c:v>0.027377289</c:v>
                </c:pt>
                <c:pt idx="555">
                  <c:v>0.024223769</c:v>
                </c:pt>
                <c:pt idx="556">
                  <c:v>0.018374576</c:v>
                </c:pt>
                <c:pt idx="557">
                  <c:v>0.013266198</c:v>
                </c:pt>
                <c:pt idx="558">
                  <c:v>0.010394419</c:v>
                </c:pt>
                <c:pt idx="559">
                  <c:v>0.0085642659</c:v>
                </c:pt>
                <c:pt idx="560">
                  <c:v>0.0071234958</c:v>
                </c:pt>
                <c:pt idx="561">
                  <c:v>0.0058846811</c:v>
                </c:pt>
                <c:pt idx="562">
                  <c:v>0.0048309325</c:v>
                </c:pt>
                <c:pt idx="563">
                  <c:v>0.0039483916</c:v>
                </c:pt>
                <c:pt idx="564">
                  <c:v>0.0031998294</c:v>
                </c:pt>
                <c:pt idx="565">
                  <c:v>0.002578855</c:v>
                </c:pt>
                <c:pt idx="566">
                  <c:v>0.0020727417</c:v>
                </c:pt>
                <c:pt idx="567">
                  <c:v>0.0016655126</c:v>
                </c:pt>
                <c:pt idx="568">
                  <c:v>0.00134065</c:v>
                </c:pt>
                <c:pt idx="569">
                  <c:v>0.0010837011</c:v>
                </c:pt>
                <c:pt idx="570">
                  <c:v>0.00088082395</c:v>
                </c:pt>
                <c:pt idx="571">
                  <c:v>0.032412214</c:v>
                </c:pt>
                <c:pt idx="572">
                  <c:v>0.02716599</c:v>
                </c:pt>
                <c:pt idx="573">
                  <c:v>0.024028579</c:v>
                </c:pt>
                <c:pt idx="574">
                  <c:v>0.018215328</c:v>
                </c:pt>
                <c:pt idx="575">
                  <c:v>0.013136958</c:v>
                </c:pt>
                <c:pt idx="576">
                  <c:v>0.010275754</c:v>
                </c:pt>
                <c:pt idx="577">
                  <c:v>0.0084573107</c:v>
                </c:pt>
                <c:pt idx="578">
                  <c:v>0.0070348339</c:v>
                </c:pt>
                <c:pt idx="579">
                  <c:v>0.0058101142</c:v>
                </c:pt>
                <c:pt idx="580">
                  <c:v>0.0047647245</c:v>
                </c:pt>
                <c:pt idx="581">
                  <c:v>0.0038917408</c:v>
                </c:pt>
                <c:pt idx="582">
                  <c:v>0.0031536881</c:v>
                </c:pt>
                <c:pt idx="583">
                  <c:v>0.0025417537</c:v>
                </c:pt>
                <c:pt idx="584">
                  <c:v>0.0020426967</c:v>
                </c:pt>
                <c:pt idx="585">
                  <c:v>0.0016412261</c:v>
                </c:pt>
                <c:pt idx="586">
                  <c:v>0.0013210841</c:v>
                </c:pt>
                <c:pt idx="587">
                  <c:v>0.0010677047</c:v>
                </c:pt>
                <c:pt idx="588">
                  <c:v>0.00086779957</c:v>
                </c:pt>
                <c:pt idx="589">
                  <c:v>0.032118151</c:v>
                </c:pt>
                <c:pt idx="590">
                  <c:v>0.026831327</c:v>
                </c:pt>
                <c:pt idx="591">
                  <c:v>0.023720219</c:v>
                </c:pt>
                <c:pt idx="592">
                  <c:v>0.017973728</c:v>
                </c:pt>
                <c:pt idx="593">
                  <c:v>0.012960582</c:v>
                </c:pt>
                <c:pt idx="594">
                  <c:v>0.010152618</c:v>
                </c:pt>
                <c:pt idx="595">
                  <c:v>0.0083732227</c:v>
                </c:pt>
                <c:pt idx="596">
                  <c:v>0.0069756912</c:v>
                </c:pt>
                <c:pt idx="597">
                  <c:v>0.0057616758</c:v>
                </c:pt>
                <c:pt idx="598">
                  <c:v>0.0047208889</c:v>
                </c:pt>
                <c:pt idx="599">
                  <c:v>0.003852758</c:v>
                </c:pt>
                <c:pt idx="600">
                  <c:v>0.0031196505</c:v>
                </c:pt>
                <c:pt idx="601">
                  <c:v>0.0025123496</c:v>
                </c:pt>
                <c:pt idx="602">
                  <c:v>0.0020180006</c:v>
                </c:pt>
                <c:pt idx="603">
                  <c:v>0.0016208732</c:v>
                </c:pt>
                <c:pt idx="604">
                  <c:v>0.001304204</c:v>
                </c:pt>
                <c:pt idx="605">
                  <c:v>0.0010535935</c:v>
                </c:pt>
                <c:pt idx="606">
                  <c:v>0.0008559977</c:v>
                </c:pt>
                <c:pt idx="607">
                  <c:v>0.031819945</c:v>
                </c:pt>
                <c:pt idx="608">
                  <c:v>0.026612344</c:v>
                </c:pt>
                <c:pt idx="609">
                  <c:v>0.02361051</c:v>
                </c:pt>
                <c:pt idx="610">
                  <c:v>0.017935521</c:v>
                </c:pt>
                <c:pt idx="611">
                  <c:v>0.01295829</c:v>
                </c:pt>
                <c:pt idx="612">
                  <c:v>0.010142476</c:v>
                </c:pt>
                <c:pt idx="613">
                  <c:v>0.0083540825</c:v>
                </c:pt>
                <c:pt idx="614">
                  <c:v>0.00694904</c:v>
                </c:pt>
                <c:pt idx="615">
                  <c:v>0.0057364438</c:v>
                </c:pt>
                <c:pt idx="616">
                  <c:v>0.004695861</c:v>
                </c:pt>
                <c:pt idx="617">
                  <c:v>0.0038289902</c:v>
                </c:pt>
                <c:pt idx="618">
                  <c:v>0.0030997117</c:v>
                </c:pt>
                <c:pt idx="619">
                  <c:v>0.0024949486</c:v>
                </c:pt>
                <c:pt idx="620">
                  <c:v>0.0020034479</c:v>
                </c:pt>
                <c:pt idx="621">
                  <c:v>0.001608665</c:v>
                </c:pt>
                <c:pt idx="622">
                  <c:v>0.0012940197</c:v>
                </c:pt>
                <c:pt idx="623">
                  <c:v>0.0010450421</c:v>
                </c:pt>
                <c:pt idx="624">
                  <c:v>0.00084865233</c:v>
                </c:pt>
                <c:pt idx="625">
                  <c:v>0.03151242</c:v>
                </c:pt>
                <c:pt idx="626">
                  <c:v>0.026452547</c:v>
                </c:pt>
                <c:pt idx="627">
                  <c:v>0.023389082</c:v>
                </c:pt>
                <c:pt idx="628">
                  <c:v>0.017775525</c:v>
                </c:pt>
                <c:pt idx="629">
                  <c:v>0.012854157</c:v>
                </c:pt>
                <c:pt idx="630">
                  <c:v>0.010058146</c:v>
                </c:pt>
                <c:pt idx="631">
                  <c:v>0.0082909112</c:v>
                </c:pt>
                <c:pt idx="632">
                  <c:v>0.0068917278</c:v>
                </c:pt>
                <c:pt idx="633">
                  <c:v>0.0056861051</c:v>
                </c:pt>
                <c:pt idx="634">
                  <c:v>0.004655278</c:v>
                </c:pt>
                <c:pt idx="635">
                  <c:v>0.0037956475</c:v>
                </c:pt>
                <c:pt idx="636">
                  <c:v>0.0030695982</c:v>
                </c:pt>
                <c:pt idx="637">
                  <c:v>0.0024688357</c:v>
                </c:pt>
                <c:pt idx="638">
                  <c:v>0.0019808509</c:v>
                </c:pt>
                <c:pt idx="639">
                  <c:v>0.001589836</c:v>
                </c:pt>
                <c:pt idx="640">
                  <c:v>0.0012784192</c:v>
                </c:pt>
                <c:pt idx="641">
                  <c:v>0.0010321087</c:v>
                </c:pt>
                <c:pt idx="642">
                  <c:v>0.00083801124</c:v>
                </c:pt>
                <c:pt idx="643">
                  <c:v>0.031198086</c:v>
                </c:pt>
                <c:pt idx="644">
                  <c:v>0.026263012</c:v>
                </c:pt>
                <c:pt idx="645">
                  <c:v>0.023255284</c:v>
                </c:pt>
                <c:pt idx="646">
                  <c:v>0.01768003</c:v>
                </c:pt>
                <c:pt idx="647">
                  <c:v>0.012799423</c:v>
                </c:pt>
                <c:pt idx="648">
                  <c:v>0.010001685</c:v>
                </c:pt>
                <c:pt idx="649">
                  <c:v>0.0082284804</c:v>
                </c:pt>
                <c:pt idx="650">
                  <c:v>0.0068284177</c:v>
                </c:pt>
                <c:pt idx="651">
                  <c:v>0.0056290237</c:v>
                </c:pt>
                <c:pt idx="652">
                  <c:v>0.0046104267</c:v>
                </c:pt>
                <c:pt idx="653">
                  <c:v>0.0037553145</c:v>
                </c:pt>
                <c:pt idx="654">
                  <c:v>0.0030336835</c:v>
                </c:pt>
                <c:pt idx="655">
                  <c:v>0.0024385583</c:v>
                </c:pt>
                <c:pt idx="656">
                  <c:v>0.0019554402</c:v>
                </c:pt>
                <c:pt idx="657">
                  <c:v>0.001568654</c:v>
                </c:pt>
                <c:pt idx="658">
                  <c:v>0.0012610362</c:v>
                </c:pt>
                <c:pt idx="659">
                  <c:v>0.001017698</c:v>
                </c:pt>
                <c:pt idx="660">
                  <c:v>0.00082597555</c:v>
                </c:pt>
                <c:pt idx="661">
                  <c:v>0.030890168</c:v>
                </c:pt>
                <c:pt idx="662">
                  <c:v>0.02587526</c:v>
                </c:pt>
                <c:pt idx="663">
                  <c:v>0.022960917</c:v>
                </c:pt>
                <c:pt idx="664">
                  <c:v>0.017460379</c:v>
                </c:pt>
                <c:pt idx="665">
                  <c:v>0.012645754</c:v>
                </c:pt>
                <c:pt idx="666">
                  <c:v>0.0098795103</c:v>
                </c:pt>
                <c:pt idx="667">
                  <c:v>0.0081177613</c:v>
                </c:pt>
                <c:pt idx="668">
                  <c:v>0.006740347</c:v>
                </c:pt>
                <c:pt idx="669">
                  <c:v>0.0055601083</c:v>
                </c:pt>
                <c:pt idx="670">
                  <c:v>0.0045582403</c:v>
                </c:pt>
                <c:pt idx="671">
                  <c:v>0.0037161181</c:v>
                </c:pt>
                <c:pt idx="672">
                  <c:v>0.0030037262</c:v>
                </c:pt>
                <c:pt idx="673">
                  <c:v>0.0024148375</c:v>
                </c:pt>
                <c:pt idx="674">
                  <c:v>0.0019360359</c:v>
                </c:pt>
                <c:pt idx="675">
                  <c:v>0.0015526458</c:v>
                </c:pt>
                <c:pt idx="676">
                  <c:v>0.0012480242</c:v>
                </c:pt>
                <c:pt idx="677">
                  <c:v>0.0010071559</c:v>
                </c:pt>
                <c:pt idx="678">
                  <c:v>0.00081727641</c:v>
                </c:pt>
                <c:pt idx="679">
                  <c:v>0.030584421</c:v>
                </c:pt>
                <c:pt idx="680">
                  <c:v>0.025513208</c:v>
                </c:pt>
                <c:pt idx="681">
                  <c:v>0.022559038</c:v>
                </c:pt>
                <c:pt idx="682">
                  <c:v>0.01713543</c:v>
                </c:pt>
                <c:pt idx="683">
                  <c:v>0.01239325</c:v>
                </c:pt>
                <c:pt idx="684">
                  <c:v>0.0097045631</c:v>
                </c:pt>
                <c:pt idx="685">
                  <c:v>0.0079881512</c:v>
                </c:pt>
                <c:pt idx="686">
                  <c:v>0.0066605765</c:v>
                </c:pt>
                <c:pt idx="687">
                  <c:v>0.0055102319</c:v>
                </c:pt>
                <c:pt idx="688">
                  <c:v>0.004524228</c:v>
                </c:pt>
                <c:pt idx="689">
                  <c:v>0.0036901231</c:v>
                </c:pt>
                <c:pt idx="690">
                  <c:v>0.0029829911</c:v>
                </c:pt>
                <c:pt idx="691">
                  <c:v>0.0023976708</c:v>
                </c:pt>
                <c:pt idx="692">
                  <c:v>0.0019224173</c:v>
                </c:pt>
                <c:pt idx="693">
                  <c:v>0.001542</c:v>
                </c:pt>
                <c:pt idx="694">
                  <c:v>0.0012390271</c:v>
                </c:pt>
                <c:pt idx="695">
                  <c:v>0.00099966252</c:v>
                </c:pt>
                <c:pt idx="696">
                  <c:v>0.030255657</c:v>
                </c:pt>
                <c:pt idx="697">
                  <c:v>0.025131936</c:v>
                </c:pt>
                <c:pt idx="698">
                  <c:v>0.022269606</c:v>
                </c:pt>
                <c:pt idx="699">
                  <c:v>0.016910093</c:v>
                </c:pt>
                <c:pt idx="700">
                  <c:v>0.012283554</c:v>
                </c:pt>
                <c:pt idx="701">
                  <c:v>0.0096779274</c:v>
                </c:pt>
                <c:pt idx="702">
                  <c:v>0.0079889657</c:v>
                </c:pt>
                <c:pt idx="703">
                  <c:v>0.0066539896</c:v>
                </c:pt>
                <c:pt idx="704">
                  <c:v>0.0054915057</c:v>
                </c:pt>
                <c:pt idx="705">
                  <c:v>0.0044981103</c:v>
                </c:pt>
                <c:pt idx="706">
                  <c:v>0.0036618663</c:v>
                </c:pt>
                <c:pt idx="707">
                  <c:v>0.002955305</c:v>
                </c:pt>
                <c:pt idx="708">
                  <c:v>0.00237238</c:v>
                </c:pt>
                <c:pt idx="709">
                  <c:v>0.0019007141</c:v>
                </c:pt>
                <c:pt idx="710">
                  <c:v>0.0015234447</c:v>
                </c:pt>
                <c:pt idx="711">
                  <c:v>0.0012235242</c:v>
                </c:pt>
                <c:pt idx="712">
                  <c:v>0.00098671834</c:v>
                </c:pt>
                <c:pt idx="713">
                  <c:v>0.029931523</c:v>
                </c:pt>
                <c:pt idx="714">
                  <c:v>0.024769044</c:v>
                </c:pt>
                <c:pt idx="715">
                  <c:v>0.021967528</c:v>
                </c:pt>
                <c:pt idx="716">
                  <c:v>0.016692909</c:v>
                </c:pt>
                <c:pt idx="717">
                  <c:v>0.01215464</c:v>
                </c:pt>
                <c:pt idx="718">
                  <c:v>0.009591192</c:v>
                </c:pt>
                <c:pt idx="719">
                  <c:v>0.0079093816</c:v>
                </c:pt>
                <c:pt idx="720">
                  <c:v>0.0065801306</c:v>
                </c:pt>
                <c:pt idx="721">
                  <c:v>0.0054220895</c:v>
                </c:pt>
                <c:pt idx="722">
                  <c:v>0.0044370372</c:v>
                </c:pt>
                <c:pt idx="723">
                  <c:v>0.0036116286</c:v>
                </c:pt>
                <c:pt idx="724">
                  <c:v>0.0029143499</c:v>
                </c:pt>
                <c:pt idx="725">
                  <c:v>0.0023399563</c:v>
                </c:pt>
                <c:pt idx="726">
                  <c:v>0.0018749036</c:v>
                </c:pt>
                <c:pt idx="727">
                  <c:v>0.0015024158</c:v>
                </c:pt>
                <c:pt idx="728">
                  <c:v>0.001206479</c:v>
                </c:pt>
                <c:pt idx="729">
                  <c:v>0.00097302609</c:v>
                </c:pt>
                <c:pt idx="730">
                  <c:v>0.029621285</c:v>
                </c:pt>
                <c:pt idx="731">
                  <c:v>0.024460443</c:v>
                </c:pt>
                <c:pt idx="732">
                  <c:v>0.021652931</c:v>
                </c:pt>
                <c:pt idx="733">
                  <c:v>0.016449499</c:v>
                </c:pt>
                <c:pt idx="734">
                  <c:v>0.011973497</c:v>
                </c:pt>
                <c:pt idx="735">
                  <c:v>0.0094518161</c:v>
                </c:pt>
                <c:pt idx="736">
                  <c:v>0.0077943967</c:v>
                </c:pt>
                <c:pt idx="737">
                  <c:v>0.0064853679</c:v>
                </c:pt>
                <c:pt idx="738">
                  <c:v>0.0053475936</c:v>
                </c:pt>
                <c:pt idx="739">
                  <c:v>0.0043769832</c:v>
                </c:pt>
                <c:pt idx="740">
                  <c:v>0.0035637464</c:v>
                </c:pt>
                <c:pt idx="741">
                  <c:v>0.0028767704</c:v>
                </c:pt>
                <c:pt idx="742">
                  <c:v>0.0023102112</c:v>
                </c:pt>
                <c:pt idx="743">
                  <c:v>0.0018510062</c:v>
                </c:pt>
                <c:pt idx="744">
                  <c:v>0.0014834525</c:v>
                </c:pt>
                <c:pt idx="745">
                  <c:v>0.0011914452</c:v>
                </c:pt>
                <c:pt idx="746">
                  <c:v>0.00096114261</c:v>
                </c:pt>
                <c:pt idx="747">
                  <c:v>0.029317967</c:v>
                </c:pt>
                <c:pt idx="748">
                  <c:v>0.024170792</c:v>
                </c:pt>
                <c:pt idx="749">
                  <c:v>0.021392748</c:v>
                </c:pt>
                <c:pt idx="750">
                  <c:v>0.016225451</c:v>
                </c:pt>
                <c:pt idx="751">
                  <c:v>0.011791563</c:v>
                </c:pt>
                <c:pt idx="752">
                  <c:v>0.0093080271</c:v>
                </c:pt>
                <c:pt idx="753">
                  <c:v>0.0076754896</c:v>
                </c:pt>
                <c:pt idx="754">
                  <c:v>0.0063868726</c:v>
                </c:pt>
                <c:pt idx="755">
                  <c:v>0.0052665826</c:v>
                </c:pt>
                <c:pt idx="756">
                  <c:v>0.0043123899</c:v>
                </c:pt>
                <c:pt idx="757">
                  <c:v>0.0035100605</c:v>
                </c:pt>
                <c:pt idx="758">
                  <c:v>0.0028345322</c:v>
                </c:pt>
                <c:pt idx="759">
                  <c:v>0.002276799</c:v>
                </c:pt>
                <c:pt idx="760">
                  <c:v>0.0018250623</c:v>
                </c:pt>
                <c:pt idx="761">
                  <c:v>0.0014635545</c:v>
                </c:pt>
                <c:pt idx="762">
                  <c:v>0.0011762256</c:v>
                </c:pt>
                <c:pt idx="763">
                  <c:v>0.00094936987</c:v>
                </c:pt>
                <c:pt idx="764">
                  <c:v>0.029006642</c:v>
                </c:pt>
                <c:pt idx="765">
                  <c:v>0.023831786</c:v>
                </c:pt>
                <c:pt idx="766">
                  <c:v>0.021052017</c:v>
                </c:pt>
                <c:pt idx="767">
                  <c:v>0.015969619</c:v>
                </c:pt>
                <c:pt idx="768">
                  <c:v>0.011589627</c:v>
                </c:pt>
                <c:pt idx="769">
                  <c:v>0.0091438716</c:v>
                </c:pt>
                <c:pt idx="770">
                  <c:v>0.007549214</c:v>
                </c:pt>
                <c:pt idx="771">
                  <c:v>0.0062855956</c:v>
                </c:pt>
                <c:pt idx="772">
                  <c:v>0.0051895919</c:v>
                </c:pt>
                <c:pt idx="773">
                  <c:v>0.0042546753</c:v>
                </c:pt>
                <c:pt idx="774">
                  <c:v>0.0034666841</c:v>
                </c:pt>
                <c:pt idx="775">
                  <c:v>0.0028015477</c:v>
                </c:pt>
                <c:pt idx="776">
                  <c:v>0.0022510132</c:v>
                </c:pt>
                <c:pt idx="777">
                  <c:v>0.0018051782</c:v>
                </c:pt>
                <c:pt idx="778">
                  <c:v>0.0014483163</c:v>
                </c:pt>
                <c:pt idx="779">
                  <c:v>0.001164647</c:v>
                </c:pt>
                <c:pt idx="780">
                  <c:v>0.000940526</c:v>
                </c:pt>
                <c:pt idx="781">
                  <c:v>0.028692351</c:v>
                </c:pt>
                <c:pt idx="782">
                  <c:v>0.023497292</c:v>
                </c:pt>
                <c:pt idx="783">
                  <c:v>0.020787131</c:v>
                </c:pt>
                <c:pt idx="784">
                  <c:v>0.015787838</c:v>
                </c:pt>
                <c:pt idx="785">
                  <c:v>0.011467506</c:v>
                </c:pt>
                <c:pt idx="786">
                  <c:v>0.0090516226</c:v>
                </c:pt>
                <c:pt idx="787">
                  <c:v>0.0074795875</c:v>
                </c:pt>
                <c:pt idx="788">
                  <c:v>0.0062301858</c:v>
                </c:pt>
                <c:pt idx="789">
                  <c:v>0.0051453585</c:v>
                </c:pt>
                <c:pt idx="790">
                  <c:v>0.0042208031</c:v>
                </c:pt>
                <c:pt idx="791">
                  <c:v>0.003439752</c:v>
                </c:pt>
                <c:pt idx="792">
                  <c:v>0.0027796277</c:v>
                </c:pt>
                <c:pt idx="793">
                  <c:v>0.0022336678</c:v>
                </c:pt>
                <c:pt idx="794">
                  <c:v>0.0017912575</c:v>
                </c:pt>
                <c:pt idx="795">
                  <c:v>0.00143695</c:v>
                </c:pt>
                <c:pt idx="796">
                  <c:v>0.0011552633</c:v>
                </c:pt>
                <c:pt idx="797">
                  <c:v>0.00093254481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Sheet1!$B$801</c:f>
              <c:strCache>
                <c:ptCount val="1"/>
                <c:pt idx="0">
                  <c:v>x-velocity</c:v>
                </c:pt>
              </c:strCache>
            </c:strRef>
          </c:tx>
          <c:xVal>
            <c:numRef>
              <c:f>Sheet1!$A$802:$A$1599</c:f>
              <c:numCache>
                <c:formatCode>General</c:formatCode>
                <c:ptCount val="798"/>
                <c:pt idx="0">
                  <c:v>64.0</c:v>
                </c:pt>
                <c:pt idx="1">
                  <c:v>128.0</c:v>
                </c:pt>
                <c:pt idx="2">
                  <c:v>192.0</c:v>
                </c:pt>
                <c:pt idx="3">
                  <c:v>256.0</c:v>
                </c:pt>
                <c:pt idx="4">
                  <c:v>320.0</c:v>
                </c:pt>
                <c:pt idx="5">
                  <c:v>384.0</c:v>
                </c:pt>
                <c:pt idx="6">
                  <c:v>448.0</c:v>
                </c:pt>
                <c:pt idx="7">
                  <c:v>512.0</c:v>
                </c:pt>
                <c:pt idx="8">
                  <c:v>576.0</c:v>
                </c:pt>
                <c:pt idx="9">
                  <c:v>640.0</c:v>
                </c:pt>
                <c:pt idx="10">
                  <c:v>704.0</c:v>
                </c:pt>
                <c:pt idx="11">
                  <c:v>768.0</c:v>
                </c:pt>
                <c:pt idx="12">
                  <c:v>832.0</c:v>
                </c:pt>
                <c:pt idx="13">
                  <c:v>896.0</c:v>
                </c:pt>
                <c:pt idx="14">
                  <c:v>960.0</c:v>
                </c:pt>
                <c:pt idx="15">
                  <c:v>1012.0</c:v>
                </c:pt>
                <c:pt idx="16">
                  <c:v>1044.0</c:v>
                </c:pt>
                <c:pt idx="17">
                  <c:v>1076.0</c:v>
                </c:pt>
                <c:pt idx="18">
                  <c:v>1108.0</c:v>
                </c:pt>
                <c:pt idx="19">
                  <c:v>1140.0</c:v>
                </c:pt>
                <c:pt idx="20">
                  <c:v>1172.0</c:v>
                </c:pt>
                <c:pt idx="21">
                  <c:v>1204.0</c:v>
                </c:pt>
                <c:pt idx="22">
                  <c:v>1236.0</c:v>
                </c:pt>
                <c:pt idx="23">
                  <c:v>1268.0</c:v>
                </c:pt>
                <c:pt idx="24">
                  <c:v>1300.0</c:v>
                </c:pt>
                <c:pt idx="25">
                  <c:v>1332.0</c:v>
                </c:pt>
                <c:pt idx="26">
                  <c:v>1364.0</c:v>
                </c:pt>
                <c:pt idx="27">
                  <c:v>1396.0</c:v>
                </c:pt>
                <c:pt idx="28">
                  <c:v>1428.0</c:v>
                </c:pt>
                <c:pt idx="29">
                  <c:v>1460.0</c:v>
                </c:pt>
                <c:pt idx="30">
                  <c:v>1492.0</c:v>
                </c:pt>
                <c:pt idx="31">
                  <c:v>1512.0</c:v>
                </c:pt>
                <c:pt idx="32">
                  <c:v>1528.0</c:v>
                </c:pt>
                <c:pt idx="33">
                  <c:v>1544.0</c:v>
                </c:pt>
                <c:pt idx="34">
                  <c:v>1560.0</c:v>
                </c:pt>
                <c:pt idx="35">
                  <c:v>1576.0</c:v>
                </c:pt>
                <c:pt idx="36">
                  <c:v>1592.0</c:v>
                </c:pt>
                <c:pt idx="37">
                  <c:v>1608.0</c:v>
                </c:pt>
                <c:pt idx="38">
                  <c:v>1624.0</c:v>
                </c:pt>
                <c:pt idx="39">
                  <c:v>1640.0</c:v>
                </c:pt>
                <c:pt idx="40">
                  <c:v>1656.0</c:v>
                </c:pt>
                <c:pt idx="41">
                  <c:v>1672.0</c:v>
                </c:pt>
                <c:pt idx="42">
                  <c:v>1688.0</c:v>
                </c:pt>
                <c:pt idx="43">
                  <c:v>1704.0</c:v>
                </c:pt>
                <c:pt idx="44">
                  <c:v>1720.0</c:v>
                </c:pt>
                <c:pt idx="45">
                  <c:v>1736.0</c:v>
                </c:pt>
                <c:pt idx="46">
                  <c:v>1752.0</c:v>
                </c:pt>
                <c:pt idx="47">
                  <c:v>1768.0</c:v>
                </c:pt>
                <c:pt idx="48">
                  <c:v>1784.0</c:v>
                </c:pt>
                <c:pt idx="49">
                  <c:v>1800.0</c:v>
                </c:pt>
                <c:pt idx="50">
                  <c:v>1816.0</c:v>
                </c:pt>
                <c:pt idx="51">
                  <c:v>1832.0</c:v>
                </c:pt>
                <c:pt idx="52">
                  <c:v>1848.0</c:v>
                </c:pt>
                <c:pt idx="53">
                  <c:v>1864.0</c:v>
                </c:pt>
                <c:pt idx="54">
                  <c:v>1880.0</c:v>
                </c:pt>
                <c:pt idx="55">
                  <c:v>1896.0</c:v>
                </c:pt>
                <c:pt idx="56">
                  <c:v>1912.0</c:v>
                </c:pt>
                <c:pt idx="57">
                  <c:v>1928.0</c:v>
                </c:pt>
                <c:pt idx="58">
                  <c:v>1944.0</c:v>
                </c:pt>
                <c:pt idx="59">
                  <c:v>1960.0</c:v>
                </c:pt>
                <c:pt idx="60">
                  <c:v>1976.0</c:v>
                </c:pt>
                <c:pt idx="61">
                  <c:v>1992.0</c:v>
                </c:pt>
                <c:pt idx="62">
                  <c:v>2004.0</c:v>
                </c:pt>
                <c:pt idx="63">
                  <c:v>2012.0</c:v>
                </c:pt>
                <c:pt idx="64">
                  <c:v>2020.0</c:v>
                </c:pt>
                <c:pt idx="65">
                  <c:v>2028.0</c:v>
                </c:pt>
                <c:pt idx="66">
                  <c:v>2036.0</c:v>
                </c:pt>
                <c:pt idx="67">
                  <c:v>2044.0</c:v>
                </c:pt>
                <c:pt idx="68">
                  <c:v>2052.0</c:v>
                </c:pt>
                <c:pt idx="69">
                  <c:v>2060.0</c:v>
                </c:pt>
                <c:pt idx="70">
                  <c:v>2068.0</c:v>
                </c:pt>
                <c:pt idx="71">
                  <c:v>2076.0</c:v>
                </c:pt>
                <c:pt idx="72">
                  <c:v>2084.0</c:v>
                </c:pt>
                <c:pt idx="73">
                  <c:v>2092.0</c:v>
                </c:pt>
                <c:pt idx="74">
                  <c:v>2100.0</c:v>
                </c:pt>
                <c:pt idx="75">
                  <c:v>2108.0</c:v>
                </c:pt>
                <c:pt idx="76">
                  <c:v>2116.0</c:v>
                </c:pt>
                <c:pt idx="77">
                  <c:v>2124.0</c:v>
                </c:pt>
                <c:pt idx="78">
                  <c:v>2132.0</c:v>
                </c:pt>
                <c:pt idx="79">
                  <c:v>2140.0</c:v>
                </c:pt>
                <c:pt idx="80">
                  <c:v>2148.0</c:v>
                </c:pt>
                <c:pt idx="81">
                  <c:v>2156.0</c:v>
                </c:pt>
                <c:pt idx="82">
                  <c:v>2164.0</c:v>
                </c:pt>
                <c:pt idx="83">
                  <c:v>2172.0</c:v>
                </c:pt>
                <c:pt idx="84">
                  <c:v>2180.0</c:v>
                </c:pt>
                <c:pt idx="85">
                  <c:v>2188.0</c:v>
                </c:pt>
                <c:pt idx="86">
                  <c:v>2196.0</c:v>
                </c:pt>
                <c:pt idx="87">
                  <c:v>2204.0</c:v>
                </c:pt>
                <c:pt idx="88">
                  <c:v>2212.0</c:v>
                </c:pt>
                <c:pt idx="89">
                  <c:v>2220.0</c:v>
                </c:pt>
                <c:pt idx="90">
                  <c:v>2228.0</c:v>
                </c:pt>
                <c:pt idx="91">
                  <c:v>2236.0</c:v>
                </c:pt>
                <c:pt idx="92">
                  <c:v>2244.0</c:v>
                </c:pt>
                <c:pt idx="93">
                  <c:v>2252.0</c:v>
                </c:pt>
                <c:pt idx="94">
                  <c:v>2260.0</c:v>
                </c:pt>
                <c:pt idx="95">
                  <c:v>2268.0</c:v>
                </c:pt>
                <c:pt idx="96">
                  <c:v>2276.0</c:v>
                </c:pt>
                <c:pt idx="97">
                  <c:v>2284.0</c:v>
                </c:pt>
                <c:pt idx="98">
                  <c:v>2292.0</c:v>
                </c:pt>
                <c:pt idx="99">
                  <c:v>2300.0</c:v>
                </c:pt>
                <c:pt idx="100">
                  <c:v>2308.0</c:v>
                </c:pt>
                <c:pt idx="101">
                  <c:v>2316.0</c:v>
                </c:pt>
                <c:pt idx="102">
                  <c:v>2324.0</c:v>
                </c:pt>
                <c:pt idx="103">
                  <c:v>2332.0</c:v>
                </c:pt>
                <c:pt idx="104">
                  <c:v>2340.0</c:v>
                </c:pt>
                <c:pt idx="105">
                  <c:v>2348.0</c:v>
                </c:pt>
                <c:pt idx="106">
                  <c:v>2356.0</c:v>
                </c:pt>
                <c:pt idx="107">
                  <c:v>2364.0</c:v>
                </c:pt>
                <c:pt idx="108">
                  <c:v>2372.0</c:v>
                </c:pt>
                <c:pt idx="109">
                  <c:v>2380.0</c:v>
                </c:pt>
                <c:pt idx="110">
                  <c:v>2388.0</c:v>
                </c:pt>
                <c:pt idx="111">
                  <c:v>2396.0</c:v>
                </c:pt>
                <c:pt idx="112">
                  <c:v>2404.0</c:v>
                </c:pt>
                <c:pt idx="113">
                  <c:v>2412.0</c:v>
                </c:pt>
                <c:pt idx="114">
                  <c:v>2420.0</c:v>
                </c:pt>
                <c:pt idx="115">
                  <c:v>2428.0</c:v>
                </c:pt>
                <c:pt idx="116">
                  <c:v>2436.0</c:v>
                </c:pt>
                <c:pt idx="117">
                  <c:v>2444.0</c:v>
                </c:pt>
                <c:pt idx="118">
                  <c:v>2452.0</c:v>
                </c:pt>
                <c:pt idx="119">
                  <c:v>2460.0</c:v>
                </c:pt>
                <c:pt idx="120">
                  <c:v>2468.0</c:v>
                </c:pt>
                <c:pt idx="121">
                  <c:v>2476.0</c:v>
                </c:pt>
                <c:pt idx="122">
                  <c:v>2484.0</c:v>
                </c:pt>
                <c:pt idx="123">
                  <c:v>2492.0</c:v>
                </c:pt>
                <c:pt idx="124">
                  <c:v>2500.0</c:v>
                </c:pt>
                <c:pt idx="125">
                  <c:v>2504.0</c:v>
                </c:pt>
                <c:pt idx="126">
                  <c:v>2508.0</c:v>
                </c:pt>
                <c:pt idx="127">
                  <c:v>2512.0</c:v>
                </c:pt>
                <c:pt idx="128">
                  <c:v>2516.0</c:v>
                </c:pt>
                <c:pt idx="129">
                  <c:v>2520.0</c:v>
                </c:pt>
                <c:pt idx="130">
                  <c:v>2524.0</c:v>
                </c:pt>
                <c:pt idx="131">
                  <c:v>2528.0</c:v>
                </c:pt>
                <c:pt idx="132">
                  <c:v>2532.0</c:v>
                </c:pt>
                <c:pt idx="133">
                  <c:v>2536.0</c:v>
                </c:pt>
                <c:pt idx="134">
                  <c:v>2540.0</c:v>
                </c:pt>
                <c:pt idx="135">
                  <c:v>2544.0</c:v>
                </c:pt>
                <c:pt idx="136">
                  <c:v>2548.0</c:v>
                </c:pt>
                <c:pt idx="137">
                  <c:v>2552.0</c:v>
                </c:pt>
                <c:pt idx="138">
                  <c:v>2556.0</c:v>
                </c:pt>
                <c:pt idx="139">
                  <c:v>2560.0</c:v>
                </c:pt>
                <c:pt idx="140">
                  <c:v>2564.0</c:v>
                </c:pt>
                <c:pt idx="141">
                  <c:v>2568.0</c:v>
                </c:pt>
                <c:pt idx="142">
                  <c:v>2572.0</c:v>
                </c:pt>
                <c:pt idx="143">
                  <c:v>2576.0</c:v>
                </c:pt>
                <c:pt idx="144">
                  <c:v>2580.0</c:v>
                </c:pt>
                <c:pt idx="145">
                  <c:v>2584.0</c:v>
                </c:pt>
                <c:pt idx="146">
                  <c:v>2588.0</c:v>
                </c:pt>
                <c:pt idx="147">
                  <c:v>2592.0</c:v>
                </c:pt>
                <c:pt idx="148">
                  <c:v>2596.0</c:v>
                </c:pt>
                <c:pt idx="149">
                  <c:v>2600.0</c:v>
                </c:pt>
                <c:pt idx="150">
                  <c:v>2604.0</c:v>
                </c:pt>
                <c:pt idx="151">
                  <c:v>2608.0</c:v>
                </c:pt>
                <c:pt idx="152">
                  <c:v>2612.0</c:v>
                </c:pt>
                <c:pt idx="153">
                  <c:v>2616.0</c:v>
                </c:pt>
                <c:pt idx="154">
                  <c:v>2620.0</c:v>
                </c:pt>
                <c:pt idx="155">
                  <c:v>2624.0</c:v>
                </c:pt>
                <c:pt idx="156">
                  <c:v>2628.0</c:v>
                </c:pt>
                <c:pt idx="157">
                  <c:v>2632.0</c:v>
                </c:pt>
                <c:pt idx="158">
                  <c:v>2636.0</c:v>
                </c:pt>
                <c:pt idx="159">
                  <c:v>2640.0</c:v>
                </c:pt>
                <c:pt idx="160">
                  <c:v>2644.0</c:v>
                </c:pt>
                <c:pt idx="161">
                  <c:v>2648.0</c:v>
                </c:pt>
                <c:pt idx="162">
                  <c:v>2652.0</c:v>
                </c:pt>
                <c:pt idx="163">
                  <c:v>2656.0</c:v>
                </c:pt>
                <c:pt idx="164">
                  <c:v>2660.0</c:v>
                </c:pt>
                <c:pt idx="165">
                  <c:v>2664.0</c:v>
                </c:pt>
                <c:pt idx="166">
                  <c:v>2668.0</c:v>
                </c:pt>
                <c:pt idx="167">
                  <c:v>2672.0</c:v>
                </c:pt>
                <c:pt idx="168">
                  <c:v>2676.0</c:v>
                </c:pt>
                <c:pt idx="169">
                  <c:v>2680.0</c:v>
                </c:pt>
                <c:pt idx="170">
                  <c:v>2684.0</c:v>
                </c:pt>
                <c:pt idx="171">
                  <c:v>2688.0</c:v>
                </c:pt>
                <c:pt idx="172">
                  <c:v>2692.0</c:v>
                </c:pt>
                <c:pt idx="173">
                  <c:v>2696.0</c:v>
                </c:pt>
                <c:pt idx="174">
                  <c:v>2700.0</c:v>
                </c:pt>
                <c:pt idx="175">
                  <c:v>2704.0</c:v>
                </c:pt>
                <c:pt idx="176">
                  <c:v>2708.0</c:v>
                </c:pt>
                <c:pt idx="177">
                  <c:v>2712.0</c:v>
                </c:pt>
                <c:pt idx="178">
                  <c:v>2716.0</c:v>
                </c:pt>
                <c:pt idx="179">
                  <c:v>2720.0</c:v>
                </c:pt>
                <c:pt idx="180">
                  <c:v>2724.0</c:v>
                </c:pt>
                <c:pt idx="181">
                  <c:v>2728.0</c:v>
                </c:pt>
                <c:pt idx="182">
                  <c:v>2732.0</c:v>
                </c:pt>
                <c:pt idx="183">
                  <c:v>2736.0</c:v>
                </c:pt>
                <c:pt idx="184">
                  <c:v>2740.0</c:v>
                </c:pt>
                <c:pt idx="185">
                  <c:v>2744.0</c:v>
                </c:pt>
                <c:pt idx="186">
                  <c:v>2748.0</c:v>
                </c:pt>
                <c:pt idx="187">
                  <c:v>2752.0</c:v>
                </c:pt>
                <c:pt idx="188">
                  <c:v>2756.0</c:v>
                </c:pt>
                <c:pt idx="189">
                  <c:v>2760.0</c:v>
                </c:pt>
                <c:pt idx="190">
                  <c:v>2764.0</c:v>
                </c:pt>
                <c:pt idx="191">
                  <c:v>2768.0</c:v>
                </c:pt>
                <c:pt idx="192">
                  <c:v>2772.0</c:v>
                </c:pt>
                <c:pt idx="193">
                  <c:v>2776.0</c:v>
                </c:pt>
                <c:pt idx="194">
                  <c:v>2780.0</c:v>
                </c:pt>
                <c:pt idx="195">
                  <c:v>2784.0</c:v>
                </c:pt>
                <c:pt idx="196">
                  <c:v>2788.0</c:v>
                </c:pt>
                <c:pt idx="197">
                  <c:v>2792.0</c:v>
                </c:pt>
                <c:pt idx="198">
                  <c:v>2796.0</c:v>
                </c:pt>
                <c:pt idx="199">
                  <c:v>2800.0</c:v>
                </c:pt>
                <c:pt idx="200">
                  <c:v>2804.0</c:v>
                </c:pt>
                <c:pt idx="201">
                  <c:v>2808.0</c:v>
                </c:pt>
                <c:pt idx="202">
                  <c:v>2812.0</c:v>
                </c:pt>
                <c:pt idx="203">
                  <c:v>2816.0</c:v>
                </c:pt>
                <c:pt idx="204">
                  <c:v>2820.0</c:v>
                </c:pt>
                <c:pt idx="205">
                  <c:v>2824.0</c:v>
                </c:pt>
                <c:pt idx="206">
                  <c:v>2828.0</c:v>
                </c:pt>
                <c:pt idx="207">
                  <c:v>2832.0</c:v>
                </c:pt>
                <c:pt idx="208">
                  <c:v>2836.0</c:v>
                </c:pt>
                <c:pt idx="209">
                  <c:v>2840.0</c:v>
                </c:pt>
                <c:pt idx="210">
                  <c:v>2844.0</c:v>
                </c:pt>
                <c:pt idx="211">
                  <c:v>2848.0</c:v>
                </c:pt>
                <c:pt idx="212">
                  <c:v>2852.0</c:v>
                </c:pt>
                <c:pt idx="213">
                  <c:v>2856.0</c:v>
                </c:pt>
                <c:pt idx="214">
                  <c:v>2860.0</c:v>
                </c:pt>
                <c:pt idx="215">
                  <c:v>2864.0</c:v>
                </c:pt>
                <c:pt idx="216">
                  <c:v>2868.0</c:v>
                </c:pt>
                <c:pt idx="217">
                  <c:v>2872.0</c:v>
                </c:pt>
                <c:pt idx="218">
                  <c:v>2876.0</c:v>
                </c:pt>
                <c:pt idx="219">
                  <c:v>2880.0</c:v>
                </c:pt>
                <c:pt idx="220">
                  <c:v>2884.0</c:v>
                </c:pt>
                <c:pt idx="221">
                  <c:v>2888.0</c:v>
                </c:pt>
                <c:pt idx="222">
                  <c:v>2892.0</c:v>
                </c:pt>
                <c:pt idx="223">
                  <c:v>2896.0</c:v>
                </c:pt>
                <c:pt idx="224">
                  <c:v>2900.0</c:v>
                </c:pt>
                <c:pt idx="225">
                  <c:v>2904.0</c:v>
                </c:pt>
                <c:pt idx="226">
                  <c:v>2908.0</c:v>
                </c:pt>
                <c:pt idx="227">
                  <c:v>2912.0</c:v>
                </c:pt>
                <c:pt idx="228">
                  <c:v>2916.0</c:v>
                </c:pt>
                <c:pt idx="229">
                  <c:v>2920.0</c:v>
                </c:pt>
                <c:pt idx="230">
                  <c:v>2924.0</c:v>
                </c:pt>
                <c:pt idx="231">
                  <c:v>2928.0</c:v>
                </c:pt>
                <c:pt idx="232">
                  <c:v>2932.0</c:v>
                </c:pt>
                <c:pt idx="233">
                  <c:v>2936.0</c:v>
                </c:pt>
                <c:pt idx="234">
                  <c:v>2940.0</c:v>
                </c:pt>
                <c:pt idx="235">
                  <c:v>2944.0</c:v>
                </c:pt>
                <c:pt idx="236">
                  <c:v>2948.0</c:v>
                </c:pt>
                <c:pt idx="237">
                  <c:v>2952.0</c:v>
                </c:pt>
                <c:pt idx="238">
                  <c:v>2956.0</c:v>
                </c:pt>
                <c:pt idx="239">
                  <c:v>2960.0</c:v>
                </c:pt>
                <c:pt idx="240">
                  <c:v>2964.0</c:v>
                </c:pt>
                <c:pt idx="241">
                  <c:v>2968.0</c:v>
                </c:pt>
                <c:pt idx="242">
                  <c:v>2972.0</c:v>
                </c:pt>
                <c:pt idx="243">
                  <c:v>2976.0</c:v>
                </c:pt>
                <c:pt idx="244">
                  <c:v>2980.0</c:v>
                </c:pt>
                <c:pt idx="245">
                  <c:v>2984.0</c:v>
                </c:pt>
                <c:pt idx="246">
                  <c:v>2988.0</c:v>
                </c:pt>
                <c:pt idx="247">
                  <c:v>2992.0</c:v>
                </c:pt>
                <c:pt idx="248">
                  <c:v>2996.0</c:v>
                </c:pt>
                <c:pt idx="249">
                  <c:v>3000.0</c:v>
                </c:pt>
                <c:pt idx="250">
                  <c:v>3002.0</c:v>
                </c:pt>
                <c:pt idx="251">
                  <c:v>3004.0</c:v>
                </c:pt>
                <c:pt idx="252">
                  <c:v>3006.0</c:v>
                </c:pt>
                <c:pt idx="253">
                  <c:v>3008.0</c:v>
                </c:pt>
                <c:pt idx="254">
                  <c:v>3010.0</c:v>
                </c:pt>
                <c:pt idx="255">
                  <c:v>3012.0</c:v>
                </c:pt>
                <c:pt idx="256">
                  <c:v>3014.0</c:v>
                </c:pt>
                <c:pt idx="257">
                  <c:v>3016.0</c:v>
                </c:pt>
                <c:pt idx="258">
                  <c:v>3018.0</c:v>
                </c:pt>
                <c:pt idx="259">
                  <c:v>3020.0</c:v>
                </c:pt>
                <c:pt idx="260">
                  <c:v>3022.0</c:v>
                </c:pt>
                <c:pt idx="261">
                  <c:v>3024.0</c:v>
                </c:pt>
                <c:pt idx="262">
                  <c:v>3026.0</c:v>
                </c:pt>
                <c:pt idx="263">
                  <c:v>3028.0</c:v>
                </c:pt>
                <c:pt idx="264">
                  <c:v>3030.0</c:v>
                </c:pt>
                <c:pt idx="265">
                  <c:v>3032.0</c:v>
                </c:pt>
                <c:pt idx="266">
                  <c:v>3034.0</c:v>
                </c:pt>
                <c:pt idx="267">
                  <c:v>3036.0</c:v>
                </c:pt>
                <c:pt idx="268">
                  <c:v>3038.0</c:v>
                </c:pt>
                <c:pt idx="269">
                  <c:v>3040.0</c:v>
                </c:pt>
                <c:pt idx="270">
                  <c:v>3042.0</c:v>
                </c:pt>
                <c:pt idx="271">
                  <c:v>3044.0</c:v>
                </c:pt>
                <c:pt idx="272">
                  <c:v>3046.0</c:v>
                </c:pt>
                <c:pt idx="273">
                  <c:v>3048.0</c:v>
                </c:pt>
                <c:pt idx="274">
                  <c:v>3050.0</c:v>
                </c:pt>
                <c:pt idx="275">
                  <c:v>3052.0</c:v>
                </c:pt>
                <c:pt idx="276">
                  <c:v>3054.0</c:v>
                </c:pt>
                <c:pt idx="277">
                  <c:v>3056.0</c:v>
                </c:pt>
                <c:pt idx="278">
                  <c:v>3058.0</c:v>
                </c:pt>
                <c:pt idx="279">
                  <c:v>3060.0</c:v>
                </c:pt>
                <c:pt idx="280">
                  <c:v>3062.0</c:v>
                </c:pt>
                <c:pt idx="281">
                  <c:v>3064.0</c:v>
                </c:pt>
                <c:pt idx="282">
                  <c:v>3066.0</c:v>
                </c:pt>
                <c:pt idx="283">
                  <c:v>3068.0</c:v>
                </c:pt>
                <c:pt idx="284">
                  <c:v>3070.0</c:v>
                </c:pt>
                <c:pt idx="285">
                  <c:v>3072.0</c:v>
                </c:pt>
                <c:pt idx="286">
                  <c:v>3074.0</c:v>
                </c:pt>
                <c:pt idx="287">
                  <c:v>3076.0</c:v>
                </c:pt>
                <c:pt idx="288">
                  <c:v>3078.0</c:v>
                </c:pt>
                <c:pt idx="289">
                  <c:v>3080.0</c:v>
                </c:pt>
                <c:pt idx="290">
                  <c:v>3082.0</c:v>
                </c:pt>
                <c:pt idx="291">
                  <c:v>3084.0</c:v>
                </c:pt>
                <c:pt idx="292">
                  <c:v>3086.0</c:v>
                </c:pt>
                <c:pt idx="293">
                  <c:v>3088.0</c:v>
                </c:pt>
                <c:pt idx="294">
                  <c:v>3090.0</c:v>
                </c:pt>
                <c:pt idx="295">
                  <c:v>3092.0</c:v>
                </c:pt>
                <c:pt idx="296">
                  <c:v>3094.0</c:v>
                </c:pt>
                <c:pt idx="297">
                  <c:v>3096.0</c:v>
                </c:pt>
                <c:pt idx="298">
                  <c:v>3098.0</c:v>
                </c:pt>
                <c:pt idx="299">
                  <c:v>3100.0</c:v>
                </c:pt>
                <c:pt idx="300">
                  <c:v>3102.0</c:v>
                </c:pt>
                <c:pt idx="301">
                  <c:v>3104.0</c:v>
                </c:pt>
                <c:pt idx="302">
                  <c:v>3106.0</c:v>
                </c:pt>
                <c:pt idx="303">
                  <c:v>3108.0</c:v>
                </c:pt>
                <c:pt idx="304">
                  <c:v>3110.0</c:v>
                </c:pt>
                <c:pt idx="305">
                  <c:v>3112.0</c:v>
                </c:pt>
                <c:pt idx="306">
                  <c:v>3114.0</c:v>
                </c:pt>
                <c:pt idx="307">
                  <c:v>3116.0</c:v>
                </c:pt>
                <c:pt idx="308">
                  <c:v>3118.0</c:v>
                </c:pt>
                <c:pt idx="309">
                  <c:v>3120.0</c:v>
                </c:pt>
                <c:pt idx="310">
                  <c:v>3122.0</c:v>
                </c:pt>
                <c:pt idx="311">
                  <c:v>3124.0</c:v>
                </c:pt>
                <c:pt idx="312">
                  <c:v>3126.0</c:v>
                </c:pt>
                <c:pt idx="313">
                  <c:v>3128.0</c:v>
                </c:pt>
                <c:pt idx="314">
                  <c:v>3130.0</c:v>
                </c:pt>
                <c:pt idx="315">
                  <c:v>3132.0</c:v>
                </c:pt>
                <c:pt idx="316">
                  <c:v>3134.0</c:v>
                </c:pt>
                <c:pt idx="317">
                  <c:v>3136.0</c:v>
                </c:pt>
                <c:pt idx="318">
                  <c:v>3138.0</c:v>
                </c:pt>
                <c:pt idx="319">
                  <c:v>3140.0</c:v>
                </c:pt>
                <c:pt idx="320">
                  <c:v>3142.0</c:v>
                </c:pt>
                <c:pt idx="321">
                  <c:v>3144.0</c:v>
                </c:pt>
                <c:pt idx="322">
                  <c:v>3146.0</c:v>
                </c:pt>
                <c:pt idx="323">
                  <c:v>3148.0</c:v>
                </c:pt>
                <c:pt idx="324">
                  <c:v>3150.0</c:v>
                </c:pt>
                <c:pt idx="325">
                  <c:v>3152.0</c:v>
                </c:pt>
                <c:pt idx="326">
                  <c:v>3154.0</c:v>
                </c:pt>
                <c:pt idx="327">
                  <c:v>3156.0</c:v>
                </c:pt>
                <c:pt idx="328">
                  <c:v>3158.0</c:v>
                </c:pt>
                <c:pt idx="329">
                  <c:v>3160.0</c:v>
                </c:pt>
                <c:pt idx="330">
                  <c:v>3162.0</c:v>
                </c:pt>
                <c:pt idx="331">
                  <c:v>3164.0</c:v>
                </c:pt>
                <c:pt idx="332">
                  <c:v>3166.0</c:v>
                </c:pt>
                <c:pt idx="333">
                  <c:v>3168.0</c:v>
                </c:pt>
                <c:pt idx="334">
                  <c:v>3170.0</c:v>
                </c:pt>
                <c:pt idx="335">
                  <c:v>3172.0</c:v>
                </c:pt>
                <c:pt idx="336">
                  <c:v>3174.0</c:v>
                </c:pt>
                <c:pt idx="337">
                  <c:v>3176.0</c:v>
                </c:pt>
                <c:pt idx="338">
                  <c:v>3178.0</c:v>
                </c:pt>
                <c:pt idx="339">
                  <c:v>3180.0</c:v>
                </c:pt>
                <c:pt idx="340">
                  <c:v>3182.0</c:v>
                </c:pt>
                <c:pt idx="341">
                  <c:v>3184.0</c:v>
                </c:pt>
                <c:pt idx="342">
                  <c:v>3186.0</c:v>
                </c:pt>
                <c:pt idx="343">
                  <c:v>3188.0</c:v>
                </c:pt>
                <c:pt idx="344">
                  <c:v>3190.0</c:v>
                </c:pt>
                <c:pt idx="345">
                  <c:v>3192.0</c:v>
                </c:pt>
                <c:pt idx="346">
                  <c:v>3194.0</c:v>
                </c:pt>
                <c:pt idx="347">
                  <c:v>3196.0</c:v>
                </c:pt>
                <c:pt idx="348">
                  <c:v>3198.0</c:v>
                </c:pt>
                <c:pt idx="349">
                  <c:v>3200.0</c:v>
                </c:pt>
                <c:pt idx="350">
                  <c:v>3202.0</c:v>
                </c:pt>
                <c:pt idx="351">
                  <c:v>3204.0</c:v>
                </c:pt>
                <c:pt idx="352">
                  <c:v>3206.0</c:v>
                </c:pt>
                <c:pt idx="353">
                  <c:v>3208.0</c:v>
                </c:pt>
                <c:pt idx="354">
                  <c:v>3210.0</c:v>
                </c:pt>
                <c:pt idx="355">
                  <c:v>3212.0</c:v>
                </c:pt>
                <c:pt idx="356">
                  <c:v>3214.0</c:v>
                </c:pt>
                <c:pt idx="357">
                  <c:v>3216.0</c:v>
                </c:pt>
                <c:pt idx="358">
                  <c:v>3218.0</c:v>
                </c:pt>
                <c:pt idx="359">
                  <c:v>3220.0</c:v>
                </c:pt>
                <c:pt idx="360">
                  <c:v>3222.0</c:v>
                </c:pt>
                <c:pt idx="361">
                  <c:v>3224.0</c:v>
                </c:pt>
                <c:pt idx="362">
                  <c:v>3226.0</c:v>
                </c:pt>
                <c:pt idx="363">
                  <c:v>3228.0</c:v>
                </c:pt>
                <c:pt idx="364">
                  <c:v>3230.0</c:v>
                </c:pt>
                <c:pt idx="365">
                  <c:v>3232.0</c:v>
                </c:pt>
                <c:pt idx="366">
                  <c:v>3234.0</c:v>
                </c:pt>
                <c:pt idx="367">
                  <c:v>3236.0</c:v>
                </c:pt>
                <c:pt idx="368">
                  <c:v>3238.0</c:v>
                </c:pt>
                <c:pt idx="369">
                  <c:v>3240.0</c:v>
                </c:pt>
                <c:pt idx="370">
                  <c:v>3242.0</c:v>
                </c:pt>
                <c:pt idx="371">
                  <c:v>3244.0</c:v>
                </c:pt>
                <c:pt idx="372">
                  <c:v>3246.0</c:v>
                </c:pt>
                <c:pt idx="373">
                  <c:v>3248.0</c:v>
                </c:pt>
                <c:pt idx="374">
                  <c:v>3250.0</c:v>
                </c:pt>
                <c:pt idx="375">
                  <c:v>3252.0</c:v>
                </c:pt>
                <c:pt idx="376">
                  <c:v>3254.0</c:v>
                </c:pt>
                <c:pt idx="377">
                  <c:v>3256.0</c:v>
                </c:pt>
                <c:pt idx="378">
                  <c:v>3258.0</c:v>
                </c:pt>
                <c:pt idx="379">
                  <c:v>3260.0</c:v>
                </c:pt>
                <c:pt idx="380">
                  <c:v>3262.0</c:v>
                </c:pt>
                <c:pt idx="381">
                  <c:v>3264.0</c:v>
                </c:pt>
                <c:pt idx="382">
                  <c:v>3266.0</c:v>
                </c:pt>
                <c:pt idx="383">
                  <c:v>3268.0</c:v>
                </c:pt>
                <c:pt idx="384">
                  <c:v>3270.0</c:v>
                </c:pt>
                <c:pt idx="385">
                  <c:v>3272.0</c:v>
                </c:pt>
                <c:pt idx="386">
                  <c:v>3274.0</c:v>
                </c:pt>
                <c:pt idx="387">
                  <c:v>3276.0</c:v>
                </c:pt>
                <c:pt idx="388">
                  <c:v>3278.0</c:v>
                </c:pt>
                <c:pt idx="389">
                  <c:v>3280.0</c:v>
                </c:pt>
                <c:pt idx="390">
                  <c:v>3282.0</c:v>
                </c:pt>
                <c:pt idx="391">
                  <c:v>3284.0</c:v>
                </c:pt>
                <c:pt idx="392">
                  <c:v>3286.0</c:v>
                </c:pt>
                <c:pt idx="393">
                  <c:v>3288.0</c:v>
                </c:pt>
                <c:pt idx="394">
                  <c:v>3290.0</c:v>
                </c:pt>
                <c:pt idx="395">
                  <c:v>3292.0</c:v>
                </c:pt>
                <c:pt idx="396">
                  <c:v>3294.0</c:v>
                </c:pt>
                <c:pt idx="397">
                  <c:v>3296.0</c:v>
                </c:pt>
                <c:pt idx="398">
                  <c:v>3298.0</c:v>
                </c:pt>
                <c:pt idx="399">
                  <c:v>3300.0</c:v>
                </c:pt>
                <c:pt idx="400">
                  <c:v>3302.0</c:v>
                </c:pt>
                <c:pt idx="401">
                  <c:v>3304.0</c:v>
                </c:pt>
                <c:pt idx="402">
                  <c:v>3306.0</c:v>
                </c:pt>
                <c:pt idx="403">
                  <c:v>3308.0</c:v>
                </c:pt>
                <c:pt idx="404">
                  <c:v>3310.0</c:v>
                </c:pt>
                <c:pt idx="405">
                  <c:v>3312.0</c:v>
                </c:pt>
                <c:pt idx="406">
                  <c:v>3314.0</c:v>
                </c:pt>
                <c:pt idx="407">
                  <c:v>3316.0</c:v>
                </c:pt>
                <c:pt idx="408">
                  <c:v>3318.0</c:v>
                </c:pt>
                <c:pt idx="409">
                  <c:v>3320.0</c:v>
                </c:pt>
                <c:pt idx="410">
                  <c:v>3322.0</c:v>
                </c:pt>
                <c:pt idx="411">
                  <c:v>3324.0</c:v>
                </c:pt>
                <c:pt idx="412">
                  <c:v>3326.0</c:v>
                </c:pt>
                <c:pt idx="413">
                  <c:v>3328.0</c:v>
                </c:pt>
                <c:pt idx="414">
                  <c:v>3330.0</c:v>
                </c:pt>
                <c:pt idx="415">
                  <c:v>3332.0</c:v>
                </c:pt>
                <c:pt idx="416">
                  <c:v>3334.0</c:v>
                </c:pt>
                <c:pt idx="417">
                  <c:v>3336.0</c:v>
                </c:pt>
                <c:pt idx="418">
                  <c:v>3338.0</c:v>
                </c:pt>
                <c:pt idx="419">
                  <c:v>3340.0</c:v>
                </c:pt>
                <c:pt idx="420">
                  <c:v>3342.0</c:v>
                </c:pt>
                <c:pt idx="421">
                  <c:v>3344.0</c:v>
                </c:pt>
                <c:pt idx="422">
                  <c:v>3346.0</c:v>
                </c:pt>
                <c:pt idx="423">
                  <c:v>3348.0</c:v>
                </c:pt>
                <c:pt idx="424">
                  <c:v>3350.0</c:v>
                </c:pt>
                <c:pt idx="425">
                  <c:v>3352.0</c:v>
                </c:pt>
                <c:pt idx="426">
                  <c:v>3354.0</c:v>
                </c:pt>
                <c:pt idx="427">
                  <c:v>3356.0</c:v>
                </c:pt>
                <c:pt idx="428">
                  <c:v>3358.0</c:v>
                </c:pt>
                <c:pt idx="429">
                  <c:v>3360.0</c:v>
                </c:pt>
                <c:pt idx="430">
                  <c:v>3362.0</c:v>
                </c:pt>
                <c:pt idx="431">
                  <c:v>3364.0</c:v>
                </c:pt>
                <c:pt idx="432">
                  <c:v>3366.0</c:v>
                </c:pt>
                <c:pt idx="433">
                  <c:v>3368.0</c:v>
                </c:pt>
                <c:pt idx="434">
                  <c:v>3370.0</c:v>
                </c:pt>
                <c:pt idx="435">
                  <c:v>3372.0</c:v>
                </c:pt>
                <c:pt idx="436">
                  <c:v>3374.0</c:v>
                </c:pt>
                <c:pt idx="437">
                  <c:v>3376.0</c:v>
                </c:pt>
                <c:pt idx="438">
                  <c:v>3378.0</c:v>
                </c:pt>
                <c:pt idx="439">
                  <c:v>3380.0</c:v>
                </c:pt>
                <c:pt idx="440">
                  <c:v>3382.0</c:v>
                </c:pt>
                <c:pt idx="441">
                  <c:v>3384.0</c:v>
                </c:pt>
                <c:pt idx="442">
                  <c:v>3386.0</c:v>
                </c:pt>
                <c:pt idx="443">
                  <c:v>3388.0</c:v>
                </c:pt>
                <c:pt idx="444">
                  <c:v>3390.0</c:v>
                </c:pt>
                <c:pt idx="445">
                  <c:v>3392.0</c:v>
                </c:pt>
                <c:pt idx="446">
                  <c:v>3394.0</c:v>
                </c:pt>
                <c:pt idx="447">
                  <c:v>3396.0</c:v>
                </c:pt>
                <c:pt idx="448">
                  <c:v>3398.0</c:v>
                </c:pt>
                <c:pt idx="449">
                  <c:v>3400.0</c:v>
                </c:pt>
                <c:pt idx="450">
                  <c:v>3402.0</c:v>
                </c:pt>
                <c:pt idx="451">
                  <c:v>3404.0</c:v>
                </c:pt>
                <c:pt idx="452">
                  <c:v>3406.0</c:v>
                </c:pt>
                <c:pt idx="453">
                  <c:v>3408.0</c:v>
                </c:pt>
                <c:pt idx="454">
                  <c:v>3410.0</c:v>
                </c:pt>
                <c:pt idx="455">
                  <c:v>3412.0</c:v>
                </c:pt>
                <c:pt idx="456">
                  <c:v>3414.0</c:v>
                </c:pt>
                <c:pt idx="457">
                  <c:v>3416.0</c:v>
                </c:pt>
                <c:pt idx="458">
                  <c:v>3418.0</c:v>
                </c:pt>
                <c:pt idx="459">
                  <c:v>3420.0</c:v>
                </c:pt>
                <c:pt idx="460">
                  <c:v>3422.0</c:v>
                </c:pt>
                <c:pt idx="461">
                  <c:v>3424.0</c:v>
                </c:pt>
                <c:pt idx="462">
                  <c:v>3426.0</c:v>
                </c:pt>
                <c:pt idx="463">
                  <c:v>3428.0</c:v>
                </c:pt>
                <c:pt idx="464">
                  <c:v>3430.0</c:v>
                </c:pt>
                <c:pt idx="465">
                  <c:v>3432.0</c:v>
                </c:pt>
                <c:pt idx="466">
                  <c:v>3434.0</c:v>
                </c:pt>
                <c:pt idx="467">
                  <c:v>3436.0</c:v>
                </c:pt>
                <c:pt idx="468">
                  <c:v>3438.0</c:v>
                </c:pt>
                <c:pt idx="469">
                  <c:v>3440.0</c:v>
                </c:pt>
                <c:pt idx="470">
                  <c:v>3442.0</c:v>
                </c:pt>
                <c:pt idx="471">
                  <c:v>3444.0</c:v>
                </c:pt>
                <c:pt idx="472">
                  <c:v>3446.0</c:v>
                </c:pt>
                <c:pt idx="473">
                  <c:v>3448.0</c:v>
                </c:pt>
                <c:pt idx="474">
                  <c:v>3450.0</c:v>
                </c:pt>
                <c:pt idx="475">
                  <c:v>3452.0</c:v>
                </c:pt>
                <c:pt idx="476">
                  <c:v>3454.0</c:v>
                </c:pt>
                <c:pt idx="477">
                  <c:v>3456.0</c:v>
                </c:pt>
                <c:pt idx="478">
                  <c:v>3458.0</c:v>
                </c:pt>
                <c:pt idx="479">
                  <c:v>3460.0</c:v>
                </c:pt>
                <c:pt idx="480">
                  <c:v>3462.0</c:v>
                </c:pt>
                <c:pt idx="481">
                  <c:v>3464.0</c:v>
                </c:pt>
                <c:pt idx="482">
                  <c:v>3466.0</c:v>
                </c:pt>
                <c:pt idx="483">
                  <c:v>3468.0</c:v>
                </c:pt>
                <c:pt idx="484">
                  <c:v>3470.0</c:v>
                </c:pt>
                <c:pt idx="485">
                  <c:v>3472.0</c:v>
                </c:pt>
                <c:pt idx="486">
                  <c:v>3474.0</c:v>
                </c:pt>
                <c:pt idx="487">
                  <c:v>3476.0</c:v>
                </c:pt>
                <c:pt idx="488">
                  <c:v>3478.0</c:v>
                </c:pt>
                <c:pt idx="489">
                  <c:v>3480.0</c:v>
                </c:pt>
                <c:pt idx="490">
                  <c:v>3482.0</c:v>
                </c:pt>
                <c:pt idx="491">
                  <c:v>3484.0</c:v>
                </c:pt>
                <c:pt idx="492">
                  <c:v>3486.0</c:v>
                </c:pt>
                <c:pt idx="493">
                  <c:v>3488.0</c:v>
                </c:pt>
                <c:pt idx="494">
                  <c:v>3490.0</c:v>
                </c:pt>
                <c:pt idx="495">
                  <c:v>3492.0</c:v>
                </c:pt>
                <c:pt idx="496">
                  <c:v>3494.0</c:v>
                </c:pt>
                <c:pt idx="497">
                  <c:v>3496.0</c:v>
                </c:pt>
                <c:pt idx="498">
                  <c:v>3498.0</c:v>
                </c:pt>
                <c:pt idx="499">
                  <c:v>3500.0</c:v>
                </c:pt>
                <c:pt idx="500">
                  <c:v>3501.0</c:v>
                </c:pt>
                <c:pt idx="501">
                  <c:v>3502.0</c:v>
                </c:pt>
                <c:pt idx="502">
                  <c:v>3503.0</c:v>
                </c:pt>
                <c:pt idx="503">
                  <c:v>3504.0</c:v>
                </c:pt>
                <c:pt idx="504">
                  <c:v>3505.0</c:v>
                </c:pt>
                <c:pt idx="505">
                  <c:v>3506.0</c:v>
                </c:pt>
                <c:pt idx="506">
                  <c:v>3507.0</c:v>
                </c:pt>
                <c:pt idx="507">
                  <c:v>3508.0</c:v>
                </c:pt>
                <c:pt idx="508">
                  <c:v>3509.0</c:v>
                </c:pt>
                <c:pt idx="509">
                  <c:v>3510.0</c:v>
                </c:pt>
                <c:pt idx="510">
                  <c:v>3511.0</c:v>
                </c:pt>
                <c:pt idx="511">
                  <c:v>3512.0</c:v>
                </c:pt>
                <c:pt idx="512">
                  <c:v>3513.0</c:v>
                </c:pt>
                <c:pt idx="513">
                  <c:v>3514.0</c:v>
                </c:pt>
                <c:pt idx="514">
                  <c:v>3515.0</c:v>
                </c:pt>
                <c:pt idx="515">
                  <c:v>3516.0</c:v>
                </c:pt>
                <c:pt idx="516">
                  <c:v>3517.0</c:v>
                </c:pt>
                <c:pt idx="517">
                  <c:v>3518.0</c:v>
                </c:pt>
                <c:pt idx="518">
                  <c:v>3519.0</c:v>
                </c:pt>
                <c:pt idx="519">
                  <c:v>3520.0</c:v>
                </c:pt>
                <c:pt idx="520">
                  <c:v>3521.0</c:v>
                </c:pt>
                <c:pt idx="521">
                  <c:v>3522.0</c:v>
                </c:pt>
                <c:pt idx="522">
                  <c:v>3523.0</c:v>
                </c:pt>
                <c:pt idx="523">
                  <c:v>3524.0</c:v>
                </c:pt>
                <c:pt idx="524">
                  <c:v>3525.0</c:v>
                </c:pt>
                <c:pt idx="525">
                  <c:v>3526.0</c:v>
                </c:pt>
                <c:pt idx="526">
                  <c:v>3527.0</c:v>
                </c:pt>
                <c:pt idx="527">
                  <c:v>3528.0</c:v>
                </c:pt>
                <c:pt idx="528">
                  <c:v>3529.0</c:v>
                </c:pt>
                <c:pt idx="529">
                  <c:v>3530.0</c:v>
                </c:pt>
                <c:pt idx="530">
                  <c:v>3531.0</c:v>
                </c:pt>
                <c:pt idx="531">
                  <c:v>3532.0</c:v>
                </c:pt>
                <c:pt idx="532">
                  <c:v>3533.0</c:v>
                </c:pt>
                <c:pt idx="533">
                  <c:v>3534.0</c:v>
                </c:pt>
                <c:pt idx="534">
                  <c:v>3535.0</c:v>
                </c:pt>
                <c:pt idx="535">
                  <c:v>3536.0</c:v>
                </c:pt>
                <c:pt idx="536">
                  <c:v>3537.0</c:v>
                </c:pt>
                <c:pt idx="537">
                  <c:v>3538.0</c:v>
                </c:pt>
                <c:pt idx="538">
                  <c:v>3539.0</c:v>
                </c:pt>
                <c:pt idx="539">
                  <c:v>3540.0</c:v>
                </c:pt>
                <c:pt idx="540">
                  <c:v>3541.0</c:v>
                </c:pt>
                <c:pt idx="541">
                  <c:v>3542.0</c:v>
                </c:pt>
                <c:pt idx="542">
                  <c:v>3543.0</c:v>
                </c:pt>
                <c:pt idx="543">
                  <c:v>3544.0</c:v>
                </c:pt>
                <c:pt idx="544">
                  <c:v>3545.0</c:v>
                </c:pt>
                <c:pt idx="545">
                  <c:v>3546.0</c:v>
                </c:pt>
                <c:pt idx="546">
                  <c:v>3547.0</c:v>
                </c:pt>
                <c:pt idx="547">
                  <c:v>3548.0</c:v>
                </c:pt>
                <c:pt idx="548">
                  <c:v>3549.0</c:v>
                </c:pt>
                <c:pt idx="549">
                  <c:v>3550.0</c:v>
                </c:pt>
                <c:pt idx="550">
                  <c:v>3551.0</c:v>
                </c:pt>
                <c:pt idx="551">
                  <c:v>3552.0</c:v>
                </c:pt>
                <c:pt idx="552">
                  <c:v>3553.0</c:v>
                </c:pt>
                <c:pt idx="553">
                  <c:v>3554.0</c:v>
                </c:pt>
                <c:pt idx="554">
                  <c:v>3555.0</c:v>
                </c:pt>
                <c:pt idx="555">
                  <c:v>3556.0</c:v>
                </c:pt>
                <c:pt idx="556">
                  <c:v>3557.0</c:v>
                </c:pt>
                <c:pt idx="557">
                  <c:v>3558.0</c:v>
                </c:pt>
                <c:pt idx="558">
                  <c:v>3559.0</c:v>
                </c:pt>
                <c:pt idx="559">
                  <c:v>3560.0</c:v>
                </c:pt>
                <c:pt idx="560">
                  <c:v>3561.0</c:v>
                </c:pt>
                <c:pt idx="561">
                  <c:v>3562.0</c:v>
                </c:pt>
                <c:pt idx="562">
                  <c:v>3563.0</c:v>
                </c:pt>
                <c:pt idx="563">
                  <c:v>3564.0</c:v>
                </c:pt>
                <c:pt idx="564">
                  <c:v>3565.0</c:v>
                </c:pt>
                <c:pt idx="565">
                  <c:v>3566.0</c:v>
                </c:pt>
                <c:pt idx="566">
                  <c:v>3567.0</c:v>
                </c:pt>
                <c:pt idx="567">
                  <c:v>3568.0</c:v>
                </c:pt>
                <c:pt idx="568">
                  <c:v>3569.0</c:v>
                </c:pt>
                <c:pt idx="569">
                  <c:v>3570.0</c:v>
                </c:pt>
                <c:pt idx="570">
                  <c:v>3571.0</c:v>
                </c:pt>
                <c:pt idx="571">
                  <c:v>3572.0</c:v>
                </c:pt>
                <c:pt idx="572">
                  <c:v>3573.0</c:v>
                </c:pt>
                <c:pt idx="573">
                  <c:v>3574.0</c:v>
                </c:pt>
                <c:pt idx="574">
                  <c:v>3575.0</c:v>
                </c:pt>
                <c:pt idx="575">
                  <c:v>3576.0</c:v>
                </c:pt>
                <c:pt idx="576">
                  <c:v>3577.0</c:v>
                </c:pt>
                <c:pt idx="577">
                  <c:v>3578.0</c:v>
                </c:pt>
                <c:pt idx="578">
                  <c:v>3579.0</c:v>
                </c:pt>
                <c:pt idx="579">
                  <c:v>3580.0</c:v>
                </c:pt>
                <c:pt idx="580">
                  <c:v>3581.0</c:v>
                </c:pt>
                <c:pt idx="581">
                  <c:v>3582.0</c:v>
                </c:pt>
                <c:pt idx="582">
                  <c:v>3583.0</c:v>
                </c:pt>
                <c:pt idx="583">
                  <c:v>3584.0</c:v>
                </c:pt>
                <c:pt idx="584">
                  <c:v>3585.0</c:v>
                </c:pt>
                <c:pt idx="585">
                  <c:v>3586.0</c:v>
                </c:pt>
                <c:pt idx="586">
                  <c:v>3587.0</c:v>
                </c:pt>
                <c:pt idx="587">
                  <c:v>3588.0</c:v>
                </c:pt>
                <c:pt idx="588">
                  <c:v>3589.0</c:v>
                </c:pt>
                <c:pt idx="589">
                  <c:v>3590.0</c:v>
                </c:pt>
                <c:pt idx="590">
                  <c:v>3591.0</c:v>
                </c:pt>
                <c:pt idx="591">
                  <c:v>3592.0</c:v>
                </c:pt>
                <c:pt idx="592">
                  <c:v>3593.0</c:v>
                </c:pt>
                <c:pt idx="593">
                  <c:v>3594.0</c:v>
                </c:pt>
                <c:pt idx="594">
                  <c:v>3595.0</c:v>
                </c:pt>
                <c:pt idx="595">
                  <c:v>3596.0</c:v>
                </c:pt>
                <c:pt idx="596">
                  <c:v>3597.0</c:v>
                </c:pt>
                <c:pt idx="597">
                  <c:v>3598.0</c:v>
                </c:pt>
                <c:pt idx="598">
                  <c:v>3599.0</c:v>
                </c:pt>
                <c:pt idx="599">
                  <c:v>3600.0</c:v>
                </c:pt>
                <c:pt idx="600">
                  <c:v>3601.0</c:v>
                </c:pt>
                <c:pt idx="601">
                  <c:v>3602.0</c:v>
                </c:pt>
                <c:pt idx="602">
                  <c:v>3603.0</c:v>
                </c:pt>
                <c:pt idx="603">
                  <c:v>3604.0</c:v>
                </c:pt>
                <c:pt idx="604">
                  <c:v>3605.0</c:v>
                </c:pt>
                <c:pt idx="605">
                  <c:v>3606.0</c:v>
                </c:pt>
                <c:pt idx="606">
                  <c:v>3607.0</c:v>
                </c:pt>
                <c:pt idx="607">
                  <c:v>3608.0</c:v>
                </c:pt>
                <c:pt idx="608">
                  <c:v>3609.0</c:v>
                </c:pt>
                <c:pt idx="609">
                  <c:v>3610.0</c:v>
                </c:pt>
                <c:pt idx="610">
                  <c:v>3611.0</c:v>
                </c:pt>
                <c:pt idx="611">
                  <c:v>3612.0</c:v>
                </c:pt>
                <c:pt idx="612">
                  <c:v>3613.0</c:v>
                </c:pt>
                <c:pt idx="613">
                  <c:v>3614.0</c:v>
                </c:pt>
                <c:pt idx="614">
                  <c:v>3615.0</c:v>
                </c:pt>
                <c:pt idx="615">
                  <c:v>3616.0</c:v>
                </c:pt>
                <c:pt idx="616">
                  <c:v>3617.0</c:v>
                </c:pt>
                <c:pt idx="617">
                  <c:v>3618.0</c:v>
                </c:pt>
                <c:pt idx="618">
                  <c:v>3619.0</c:v>
                </c:pt>
                <c:pt idx="619">
                  <c:v>3620.0</c:v>
                </c:pt>
                <c:pt idx="620">
                  <c:v>3621.0</c:v>
                </c:pt>
                <c:pt idx="621">
                  <c:v>3622.0</c:v>
                </c:pt>
                <c:pt idx="622">
                  <c:v>3623.0</c:v>
                </c:pt>
                <c:pt idx="623">
                  <c:v>3624.0</c:v>
                </c:pt>
                <c:pt idx="624">
                  <c:v>3625.0</c:v>
                </c:pt>
                <c:pt idx="625">
                  <c:v>3626.0</c:v>
                </c:pt>
                <c:pt idx="626">
                  <c:v>3627.0</c:v>
                </c:pt>
                <c:pt idx="627">
                  <c:v>3628.0</c:v>
                </c:pt>
                <c:pt idx="628">
                  <c:v>3629.0</c:v>
                </c:pt>
                <c:pt idx="629">
                  <c:v>3630.0</c:v>
                </c:pt>
                <c:pt idx="630">
                  <c:v>3631.0</c:v>
                </c:pt>
                <c:pt idx="631">
                  <c:v>3632.0</c:v>
                </c:pt>
                <c:pt idx="632">
                  <c:v>3633.0</c:v>
                </c:pt>
                <c:pt idx="633">
                  <c:v>3634.0</c:v>
                </c:pt>
                <c:pt idx="634">
                  <c:v>3635.0</c:v>
                </c:pt>
                <c:pt idx="635">
                  <c:v>3636.0</c:v>
                </c:pt>
                <c:pt idx="636">
                  <c:v>3637.0</c:v>
                </c:pt>
                <c:pt idx="637">
                  <c:v>3638.0</c:v>
                </c:pt>
                <c:pt idx="638">
                  <c:v>3639.0</c:v>
                </c:pt>
                <c:pt idx="639">
                  <c:v>3640.0</c:v>
                </c:pt>
                <c:pt idx="640">
                  <c:v>3641.0</c:v>
                </c:pt>
                <c:pt idx="641">
                  <c:v>3642.0</c:v>
                </c:pt>
                <c:pt idx="642">
                  <c:v>3643.0</c:v>
                </c:pt>
                <c:pt idx="643">
                  <c:v>3644.0</c:v>
                </c:pt>
                <c:pt idx="644">
                  <c:v>3645.0</c:v>
                </c:pt>
                <c:pt idx="645">
                  <c:v>3646.0</c:v>
                </c:pt>
                <c:pt idx="646">
                  <c:v>3647.0</c:v>
                </c:pt>
                <c:pt idx="647">
                  <c:v>3648.0</c:v>
                </c:pt>
                <c:pt idx="648">
                  <c:v>3649.0</c:v>
                </c:pt>
                <c:pt idx="649">
                  <c:v>3650.0</c:v>
                </c:pt>
                <c:pt idx="650">
                  <c:v>3651.0</c:v>
                </c:pt>
                <c:pt idx="651">
                  <c:v>3652.0</c:v>
                </c:pt>
                <c:pt idx="652">
                  <c:v>3653.0</c:v>
                </c:pt>
                <c:pt idx="653">
                  <c:v>3654.0</c:v>
                </c:pt>
                <c:pt idx="654">
                  <c:v>3655.0</c:v>
                </c:pt>
                <c:pt idx="655">
                  <c:v>3656.0</c:v>
                </c:pt>
                <c:pt idx="656">
                  <c:v>3657.0</c:v>
                </c:pt>
                <c:pt idx="657">
                  <c:v>3658.0</c:v>
                </c:pt>
                <c:pt idx="658">
                  <c:v>3659.0</c:v>
                </c:pt>
                <c:pt idx="659">
                  <c:v>3660.0</c:v>
                </c:pt>
                <c:pt idx="660">
                  <c:v>3661.0</c:v>
                </c:pt>
                <c:pt idx="661">
                  <c:v>3662.0</c:v>
                </c:pt>
                <c:pt idx="662">
                  <c:v>3663.0</c:v>
                </c:pt>
                <c:pt idx="663">
                  <c:v>3664.0</c:v>
                </c:pt>
                <c:pt idx="664">
                  <c:v>3665.0</c:v>
                </c:pt>
                <c:pt idx="665">
                  <c:v>3666.0</c:v>
                </c:pt>
                <c:pt idx="666">
                  <c:v>3667.0</c:v>
                </c:pt>
                <c:pt idx="667">
                  <c:v>3668.0</c:v>
                </c:pt>
                <c:pt idx="668">
                  <c:v>3669.0</c:v>
                </c:pt>
                <c:pt idx="669">
                  <c:v>3670.0</c:v>
                </c:pt>
                <c:pt idx="670">
                  <c:v>3671.0</c:v>
                </c:pt>
                <c:pt idx="671">
                  <c:v>3672.0</c:v>
                </c:pt>
                <c:pt idx="672">
                  <c:v>3673.0</c:v>
                </c:pt>
                <c:pt idx="673">
                  <c:v>3674.0</c:v>
                </c:pt>
                <c:pt idx="674">
                  <c:v>3675.0</c:v>
                </c:pt>
                <c:pt idx="675">
                  <c:v>3676.0</c:v>
                </c:pt>
                <c:pt idx="676">
                  <c:v>3677.0</c:v>
                </c:pt>
                <c:pt idx="677">
                  <c:v>3678.0</c:v>
                </c:pt>
                <c:pt idx="678">
                  <c:v>3679.0</c:v>
                </c:pt>
                <c:pt idx="679">
                  <c:v>3680.0</c:v>
                </c:pt>
                <c:pt idx="680">
                  <c:v>3681.0</c:v>
                </c:pt>
                <c:pt idx="681">
                  <c:v>3682.0</c:v>
                </c:pt>
                <c:pt idx="682">
                  <c:v>3683.0</c:v>
                </c:pt>
                <c:pt idx="683">
                  <c:v>3684.0</c:v>
                </c:pt>
                <c:pt idx="684">
                  <c:v>3685.0</c:v>
                </c:pt>
                <c:pt idx="685">
                  <c:v>3686.0</c:v>
                </c:pt>
                <c:pt idx="686">
                  <c:v>3687.0</c:v>
                </c:pt>
                <c:pt idx="687">
                  <c:v>3688.0</c:v>
                </c:pt>
                <c:pt idx="688">
                  <c:v>3689.0</c:v>
                </c:pt>
                <c:pt idx="689">
                  <c:v>3690.0</c:v>
                </c:pt>
                <c:pt idx="690">
                  <c:v>3691.0</c:v>
                </c:pt>
                <c:pt idx="691">
                  <c:v>3692.0</c:v>
                </c:pt>
                <c:pt idx="692">
                  <c:v>3693.0</c:v>
                </c:pt>
                <c:pt idx="693">
                  <c:v>3694.0</c:v>
                </c:pt>
                <c:pt idx="694">
                  <c:v>3695.0</c:v>
                </c:pt>
                <c:pt idx="695">
                  <c:v>3696.0</c:v>
                </c:pt>
                <c:pt idx="696">
                  <c:v>3697.0</c:v>
                </c:pt>
                <c:pt idx="697">
                  <c:v>3698.0</c:v>
                </c:pt>
                <c:pt idx="698">
                  <c:v>3699.0</c:v>
                </c:pt>
                <c:pt idx="699">
                  <c:v>3700.0</c:v>
                </c:pt>
                <c:pt idx="700">
                  <c:v>3701.0</c:v>
                </c:pt>
                <c:pt idx="701">
                  <c:v>3702.0</c:v>
                </c:pt>
                <c:pt idx="702">
                  <c:v>3703.0</c:v>
                </c:pt>
                <c:pt idx="703">
                  <c:v>3704.0</c:v>
                </c:pt>
                <c:pt idx="704">
                  <c:v>3705.0</c:v>
                </c:pt>
                <c:pt idx="705">
                  <c:v>3706.0</c:v>
                </c:pt>
                <c:pt idx="706">
                  <c:v>3707.0</c:v>
                </c:pt>
                <c:pt idx="707">
                  <c:v>3708.0</c:v>
                </c:pt>
                <c:pt idx="708">
                  <c:v>3709.0</c:v>
                </c:pt>
                <c:pt idx="709">
                  <c:v>3710.0</c:v>
                </c:pt>
                <c:pt idx="710">
                  <c:v>3711.0</c:v>
                </c:pt>
                <c:pt idx="711">
                  <c:v>3712.0</c:v>
                </c:pt>
                <c:pt idx="712">
                  <c:v>3713.0</c:v>
                </c:pt>
                <c:pt idx="713">
                  <c:v>3714.0</c:v>
                </c:pt>
                <c:pt idx="714">
                  <c:v>3715.0</c:v>
                </c:pt>
                <c:pt idx="715">
                  <c:v>3716.0</c:v>
                </c:pt>
                <c:pt idx="716">
                  <c:v>3717.0</c:v>
                </c:pt>
                <c:pt idx="717">
                  <c:v>3718.0</c:v>
                </c:pt>
                <c:pt idx="718">
                  <c:v>3719.0</c:v>
                </c:pt>
                <c:pt idx="719">
                  <c:v>3720.0</c:v>
                </c:pt>
                <c:pt idx="720">
                  <c:v>3721.0</c:v>
                </c:pt>
                <c:pt idx="721">
                  <c:v>3722.0</c:v>
                </c:pt>
                <c:pt idx="722">
                  <c:v>3723.0</c:v>
                </c:pt>
                <c:pt idx="723">
                  <c:v>3724.0</c:v>
                </c:pt>
                <c:pt idx="724">
                  <c:v>3725.0</c:v>
                </c:pt>
                <c:pt idx="725">
                  <c:v>3726.0</c:v>
                </c:pt>
                <c:pt idx="726">
                  <c:v>3727.0</c:v>
                </c:pt>
                <c:pt idx="727">
                  <c:v>3728.0</c:v>
                </c:pt>
                <c:pt idx="728">
                  <c:v>3729.0</c:v>
                </c:pt>
                <c:pt idx="729">
                  <c:v>3730.0</c:v>
                </c:pt>
                <c:pt idx="730">
                  <c:v>3731.0</c:v>
                </c:pt>
                <c:pt idx="731">
                  <c:v>3732.0</c:v>
                </c:pt>
                <c:pt idx="732">
                  <c:v>3733.0</c:v>
                </c:pt>
                <c:pt idx="733">
                  <c:v>3734.0</c:v>
                </c:pt>
                <c:pt idx="734">
                  <c:v>3735.0</c:v>
                </c:pt>
                <c:pt idx="735">
                  <c:v>3736.0</c:v>
                </c:pt>
                <c:pt idx="736">
                  <c:v>3737.0</c:v>
                </c:pt>
                <c:pt idx="737">
                  <c:v>3738.0</c:v>
                </c:pt>
                <c:pt idx="738">
                  <c:v>3739.0</c:v>
                </c:pt>
                <c:pt idx="739">
                  <c:v>3740.0</c:v>
                </c:pt>
                <c:pt idx="740">
                  <c:v>3741.0</c:v>
                </c:pt>
                <c:pt idx="741">
                  <c:v>3742.0</c:v>
                </c:pt>
                <c:pt idx="742">
                  <c:v>3743.0</c:v>
                </c:pt>
                <c:pt idx="743">
                  <c:v>3744.0</c:v>
                </c:pt>
                <c:pt idx="744">
                  <c:v>3745.0</c:v>
                </c:pt>
                <c:pt idx="745">
                  <c:v>3746.0</c:v>
                </c:pt>
                <c:pt idx="746">
                  <c:v>3747.0</c:v>
                </c:pt>
                <c:pt idx="747">
                  <c:v>3748.0</c:v>
                </c:pt>
                <c:pt idx="748">
                  <c:v>3749.0</c:v>
                </c:pt>
                <c:pt idx="749">
                  <c:v>3750.0</c:v>
                </c:pt>
                <c:pt idx="750">
                  <c:v>3751.0</c:v>
                </c:pt>
                <c:pt idx="751">
                  <c:v>3752.0</c:v>
                </c:pt>
                <c:pt idx="752">
                  <c:v>3753.0</c:v>
                </c:pt>
                <c:pt idx="753">
                  <c:v>3754.0</c:v>
                </c:pt>
                <c:pt idx="754">
                  <c:v>3755.0</c:v>
                </c:pt>
                <c:pt idx="755">
                  <c:v>3756.0</c:v>
                </c:pt>
                <c:pt idx="756">
                  <c:v>3757.0</c:v>
                </c:pt>
                <c:pt idx="757">
                  <c:v>3758.0</c:v>
                </c:pt>
                <c:pt idx="758">
                  <c:v>3759.0</c:v>
                </c:pt>
                <c:pt idx="759">
                  <c:v>3760.0</c:v>
                </c:pt>
                <c:pt idx="760">
                  <c:v>3761.0</c:v>
                </c:pt>
                <c:pt idx="761">
                  <c:v>3762.0</c:v>
                </c:pt>
                <c:pt idx="762">
                  <c:v>3763.0</c:v>
                </c:pt>
                <c:pt idx="763">
                  <c:v>3764.0</c:v>
                </c:pt>
                <c:pt idx="764">
                  <c:v>3765.0</c:v>
                </c:pt>
                <c:pt idx="765">
                  <c:v>3766.0</c:v>
                </c:pt>
                <c:pt idx="766">
                  <c:v>3767.0</c:v>
                </c:pt>
                <c:pt idx="767">
                  <c:v>3768.0</c:v>
                </c:pt>
                <c:pt idx="768">
                  <c:v>3769.0</c:v>
                </c:pt>
                <c:pt idx="769">
                  <c:v>3770.0</c:v>
                </c:pt>
                <c:pt idx="770">
                  <c:v>3771.0</c:v>
                </c:pt>
                <c:pt idx="771">
                  <c:v>3772.0</c:v>
                </c:pt>
                <c:pt idx="772">
                  <c:v>3773.0</c:v>
                </c:pt>
                <c:pt idx="773">
                  <c:v>3774.0</c:v>
                </c:pt>
                <c:pt idx="774">
                  <c:v>3775.0</c:v>
                </c:pt>
                <c:pt idx="775">
                  <c:v>3776.0</c:v>
                </c:pt>
                <c:pt idx="776">
                  <c:v>3777.0</c:v>
                </c:pt>
                <c:pt idx="777">
                  <c:v>3778.0</c:v>
                </c:pt>
                <c:pt idx="778">
                  <c:v>3779.0</c:v>
                </c:pt>
                <c:pt idx="779">
                  <c:v>3780.0</c:v>
                </c:pt>
                <c:pt idx="780">
                  <c:v>3781.0</c:v>
                </c:pt>
                <c:pt idx="781">
                  <c:v>3782.0</c:v>
                </c:pt>
                <c:pt idx="782">
                  <c:v>3783.0</c:v>
                </c:pt>
                <c:pt idx="783">
                  <c:v>3784.0</c:v>
                </c:pt>
                <c:pt idx="784">
                  <c:v>3785.0</c:v>
                </c:pt>
                <c:pt idx="785">
                  <c:v>3786.0</c:v>
                </c:pt>
                <c:pt idx="786">
                  <c:v>3787.0</c:v>
                </c:pt>
                <c:pt idx="787">
                  <c:v>3788.0</c:v>
                </c:pt>
                <c:pt idx="788">
                  <c:v>3789.0</c:v>
                </c:pt>
                <c:pt idx="789">
                  <c:v>3790.0</c:v>
                </c:pt>
                <c:pt idx="790">
                  <c:v>3791.0</c:v>
                </c:pt>
                <c:pt idx="791">
                  <c:v>3792.0</c:v>
                </c:pt>
                <c:pt idx="792">
                  <c:v>3793.0</c:v>
                </c:pt>
                <c:pt idx="793">
                  <c:v>3794.0</c:v>
                </c:pt>
                <c:pt idx="794">
                  <c:v>3795.0</c:v>
                </c:pt>
                <c:pt idx="795">
                  <c:v>3796.0</c:v>
                </c:pt>
                <c:pt idx="796">
                  <c:v>3797.0</c:v>
                </c:pt>
                <c:pt idx="797">
                  <c:v>3798.0</c:v>
                </c:pt>
              </c:numCache>
            </c:numRef>
          </c:xVal>
          <c:yVal>
            <c:numRef>
              <c:f>Sheet1!$B$802:$B$1599</c:f>
              <c:numCache>
                <c:formatCode>General</c:formatCode>
                <c:ptCount val="798"/>
                <c:pt idx="0">
                  <c:v>1.1890264e-05</c:v>
                </c:pt>
                <c:pt idx="1">
                  <c:v>2.8474382e-06</c:v>
                </c:pt>
                <c:pt idx="2">
                  <c:v>1.8606102e-06</c:v>
                </c:pt>
                <c:pt idx="3">
                  <c:v>2.3321537e-05</c:v>
                </c:pt>
                <c:pt idx="4">
                  <c:v>3.0175196e-06</c:v>
                </c:pt>
                <c:pt idx="5">
                  <c:v>1.9351264e-06</c:v>
                </c:pt>
                <c:pt idx="6">
                  <c:v>5.9279197e-06</c:v>
                </c:pt>
                <c:pt idx="7">
                  <c:v>2.0947647e-06</c:v>
                </c:pt>
                <c:pt idx="8">
                  <c:v>5.4362936e-06</c:v>
                </c:pt>
                <c:pt idx="9">
                  <c:v>2.0166286e-06</c:v>
                </c:pt>
                <c:pt idx="10">
                  <c:v>2.6598165e-06</c:v>
                </c:pt>
                <c:pt idx="11">
                  <c:v>8.9676803e-06</c:v>
                </c:pt>
                <c:pt idx="12">
                  <c:v>2.0198755e-06</c:v>
                </c:pt>
                <c:pt idx="13">
                  <c:v>2.2103181e-06</c:v>
                </c:pt>
                <c:pt idx="14">
                  <c:v>2.4523371e-06</c:v>
                </c:pt>
                <c:pt idx="15">
                  <c:v>1.8629338e-05</c:v>
                </c:pt>
                <c:pt idx="16">
                  <c:v>3.4063915e-05</c:v>
                </c:pt>
                <c:pt idx="17">
                  <c:v>3.3203146e-05</c:v>
                </c:pt>
                <c:pt idx="18">
                  <c:v>3.2522964e-05</c:v>
                </c:pt>
                <c:pt idx="19">
                  <c:v>3.1782195e-05</c:v>
                </c:pt>
                <c:pt idx="20">
                  <c:v>1.628796e-05</c:v>
                </c:pt>
                <c:pt idx="21">
                  <c:v>9.6483424e-06</c:v>
                </c:pt>
                <c:pt idx="22">
                  <c:v>5.3999328e-06</c:v>
                </c:pt>
                <c:pt idx="23">
                  <c:v>3.8876207e-06</c:v>
                </c:pt>
                <c:pt idx="24">
                  <c:v>3.115139e-06</c:v>
                </c:pt>
                <c:pt idx="25">
                  <c:v>2.5541052e-06</c:v>
                </c:pt>
                <c:pt idx="26">
                  <c:v>2.2865752e-06</c:v>
                </c:pt>
                <c:pt idx="27">
                  <c:v>2.1275072e-06</c:v>
                </c:pt>
                <c:pt idx="28">
                  <c:v>2.0412659e-06</c:v>
                </c:pt>
                <c:pt idx="29">
                  <c:v>0.00012855929</c:v>
                </c:pt>
                <c:pt idx="30">
                  <c:v>7.9082305e-06</c:v>
                </c:pt>
                <c:pt idx="31">
                  <c:v>2.0273403e-06</c:v>
                </c:pt>
                <c:pt idx="32">
                  <c:v>2.4126132e-06</c:v>
                </c:pt>
                <c:pt idx="33">
                  <c:v>2.4673074e-05</c:v>
                </c:pt>
                <c:pt idx="34">
                  <c:v>2.1365991e-06</c:v>
                </c:pt>
                <c:pt idx="35">
                  <c:v>3.7366445e-06</c:v>
                </c:pt>
                <c:pt idx="36">
                  <c:v>2.029614e-06</c:v>
                </c:pt>
                <c:pt idx="37">
                  <c:v>2.466726e-06</c:v>
                </c:pt>
                <c:pt idx="38">
                  <c:v>2.356676e-05</c:v>
                </c:pt>
                <c:pt idx="39">
                  <c:v>2.1188102e-06</c:v>
                </c:pt>
                <c:pt idx="40">
                  <c:v>3.2102363e-06</c:v>
                </c:pt>
                <c:pt idx="41">
                  <c:v>2.007976e-06</c:v>
                </c:pt>
                <c:pt idx="42">
                  <c:v>2.2672407e-06</c:v>
                </c:pt>
                <c:pt idx="43">
                  <c:v>7.029067e-06</c:v>
                </c:pt>
                <c:pt idx="44">
                  <c:v>2.0584387e-06</c:v>
                </c:pt>
                <c:pt idx="45">
                  <c:v>2.65227e-06</c:v>
                </c:pt>
                <c:pt idx="46">
                  <c:v>0.00011158914</c:v>
                </c:pt>
                <c:pt idx="47">
                  <c:v>2.148363e-06</c:v>
                </c:pt>
                <c:pt idx="48">
                  <c:v>3.4176054e-06</c:v>
                </c:pt>
                <c:pt idx="49">
                  <c:v>2.0058464e-06</c:v>
                </c:pt>
                <c:pt idx="50">
                  <c:v>2.2233354e-06</c:v>
                </c:pt>
                <c:pt idx="51">
                  <c:v>4.7788233e-06</c:v>
                </c:pt>
                <c:pt idx="52">
                  <c:v>2.0245299e-06</c:v>
                </c:pt>
                <c:pt idx="53">
                  <c:v>2.3417499e-06</c:v>
                </c:pt>
                <c:pt idx="54">
                  <c:v>1.051714e-05</c:v>
                </c:pt>
                <c:pt idx="55">
                  <c:v>2.0498255e-06</c:v>
                </c:pt>
                <c:pt idx="56">
                  <c:v>2.5484988e-06</c:v>
                </c:pt>
                <c:pt idx="57">
                  <c:v>2.0076812e-05</c:v>
                </c:pt>
                <c:pt idx="58">
                  <c:v>2.0622468e-06</c:v>
                </c:pt>
                <c:pt idx="59">
                  <c:v>2.5228539e-06</c:v>
                </c:pt>
                <c:pt idx="60">
                  <c:v>1.9604925e-05</c:v>
                </c:pt>
                <c:pt idx="61">
                  <c:v>2.0551301e-06</c:v>
                </c:pt>
                <c:pt idx="62">
                  <c:v>3.6552912e-06</c:v>
                </c:pt>
                <c:pt idx="63">
                  <c:v>2.1725827e-06</c:v>
                </c:pt>
                <c:pt idx="64">
                  <c:v>1.9937155e-06</c:v>
                </c:pt>
                <c:pt idx="65">
                  <c:v>3.6192978e-06</c:v>
                </c:pt>
                <c:pt idx="66">
                  <c:v>2.1663882e-06</c:v>
                </c:pt>
                <c:pt idx="67">
                  <c:v>1.9914792e-06</c:v>
                </c:pt>
                <c:pt idx="68">
                  <c:v>3.579144e-06</c:v>
                </c:pt>
                <c:pt idx="69">
                  <c:v>2.1604729e-06</c:v>
                </c:pt>
                <c:pt idx="70">
                  <c:v>1.9893557e-06</c:v>
                </c:pt>
                <c:pt idx="71">
                  <c:v>3.5481868e-06</c:v>
                </c:pt>
                <c:pt idx="72">
                  <c:v>2.154845e-06</c:v>
                </c:pt>
                <c:pt idx="73">
                  <c:v>1.9872133e-06</c:v>
                </c:pt>
                <c:pt idx="74">
                  <c:v>3.5222704e-06</c:v>
                </c:pt>
                <c:pt idx="75">
                  <c:v>2.1495856e-06</c:v>
                </c:pt>
                <c:pt idx="76">
                  <c:v>0.00023517794</c:v>
                </c:pt>
                <c:pt idx="77">
                  <c:v>3.0654569e-06</c:v>
                </c:pt>
                <c:pt idx="78">
                  <c:v>2.1083952e-06</c:v>
                </c:pt>
                <c:pt idx="79">
                  <c:v>9.4319494e-05</c:v>
                </c:pt>
                <c:pt idx="80">
                  <c:v>2.7692589e-06</c:v>
                </c:pt>
                <c:pt idx="81">
                  <c:v>2.0758334e-06</c:v>
                </c:pt>
                <c:pt idx="82">
                  <c:v>3.9416474e-05</c:v>
                </c:pt>
                <c:pt idx="83">
                  <c:v>2.5584572e-06</c:v>
                </c:pt>
                <c:pt idx="84">
                  <c:v>2.0496406e-06</c:v>
                </c:pt>
                <c:pt idx="85">
                  <c:v>1.7756789e-05</c:v>
                </c:pt>
                <c:pt idx="86">
                  <c:v>2.4128891e-06</c:v>
                </c:pt>
                <c:pt idx="87">
                  <c:v>2.028355e-06</c:v>
                </c:pt>
                <c:pt idx="88">
                  <c:v>8.9598264e-06</c:v>
                </c:pt>
                <c:pt idx="89">
                  <c:v>2.304447e-06</c:v>
                </c:pt>
                <c:pt idx="90">
                  <c:v>2.0105295e-06</c:v>
                </c:pt>
                <c:pt idx="91">
                  <c:v>5.4914966e-06</c:v>
                </c:pt>
                <c:pt idx="92">
                  <c:v>2.2230998e-06</c:v>
                </c:pt>
                <c:pt idx="93">
                  <c:v>1.9955875e-06</c:v>
                </c:pt>
                <c:pt idx="94">
                  <c:v>4.0241828e-06</c:v>
                </c:pt>
                <c:pt idx="95">
                  <c:v>2.1618981e-06</c:v>
                </c:pt>
                <c:pt idx="96">
                  <c:v>1.9829814e-06</c:v>
                </c:pt>
                <c:pt idx="97">
                  <c:v>3.3123561e-06</c:v>
                </c:pt>
                <c:pt idx="98">
                  <c:v>2.1178697e-06</c:v>
                </c:pt>
                <c:pt idx="99">
                  <c:v>0.00021958195</c:v>
                </c:pt>
                <c:pt idx="100">
                  <c:v>2.9056409e-06</c:v>
                </c:pt>
                <c:pt idx="101">
                  <c:v>2.0808977e-06</c:v>
                </c:pt>
                <c:pt idx="102">
                  <c:v>3.6972367e-05</c:v>
                </c:pt>
                <c:pt idx="103">
                  <c:v>2.4737615e-06</c:v>
                </c:pt>
                <c:pt idx="104">
                  <c:v>2.0322754e-06</c:v>
                </c:pt>
                <c:pt idx="105">
                  <c:v>8.4452498e-06</c:v>
                </c:pt>
                <c:pt idx="106">
                  <c:v>2.2619254e-06</c:v>
                </c:pt>
                <c:pt idx="107">
                  <c:v>1.9993967e-06</c:v>
                </c:pt>
                <c:pt idx="108">
                  <c:v>3.869383e-06</c:v>
                </c:pt>
                <c:pt idx="109">
                  <c:v>2.1406427e-06</c:v>
                </c:pt>
                <c:pt idx="110">
                  <c:v>0.00021243922</c:v>
                </c:pt>
                <c:pt idx="111">
                  <c:v>2.8405275e-06</c:v>
                </c:pt>
                <c:pt idx="112">
                  <c:v>2.0685024e-06</c:v>
                </c:pt>
                <c:pt idx="113">
                  <c:v>3.5712044e-05</c:v>
                </c:pt>
                <c:pt idx="114">
                  <c:v>2.4365979e-06</c:v>
                </c:pt>
                <c:pt idx="115">
                  <c:v>2.0227282e-06</c:v>
                </c:pt>
                <c:pt idx="116">
                  <c:v>8.1566555e-06</c:v>
                </c:pt>
                <c:pt idx="117">
                  <c:v>2.2375873e-06</c:v>
                </c:pt>
                <c:pt idx="118">
                  <c:v>1.9918704e-06</c:v>
                </c:pt>
                <c:pt idx="119">
                  <c:v>3.7540022e-06</c:v>
                </c:pt>
                <c:pt idx="120">
                  <c:v>2.1235218e-06</c:v>
                </c:pt>
                <c:pt idx="121">
                  <c:v>0.00020576098</c:v>
                </c:pt>
                <c:pt idx="122">
                  <c:v>2.7893483e-06</c:v>
                </c:pt>
                <c:pt idx="123">
                  <c:v>2.0558206e-06</c:v>
                </c:pt>
                <c:pt idx="124">
                  <c:v>3.4549489e-05</c:v>
                </c:pt>
                <c:pt idx="125">
                  <c:v>3.6962207e-06</c:v>
                </c:pt>
                <c:pt idx="126">
                  <c:v>2.4058524e-06</c:v>
                </c:pt>
                <c:pt idx="127">
                  <c:v>2.1154983e-06</c:v>
                </c:pt>
                <c:pt idx="128">
                  <c:v>2.0131104e-06</c:v>
                </c:pt>
                <c:pt idx="129">
                  <c:v>0.000202555</c:v>
                </c:pt>
                <c:pt idx="130">
                  <c:v>7.8863607e-06</c:v>
                </c:pt>
                <c:pt idx="131">
                  <c:v>2.7619832e-06</c:v>
                </c:pt>
                <c:pt idx="132">
                  <c:v>2.2158619e-06</c:v>
                </c:pt>
                <c:pt idx="133">
                  <c:v>2.0499641e-06</c:v>
                </c:pt>
                <c:pt idx="134">
                  <c:v>1.9845176e-06</c:v>
                </c:pt>
                <c:pt idx="135">
                  <c:v>1.5346519e-05</c:v>
                </c:pt>
                <c:pt idx="136">
                  <c:v>3.0719417e-06</c:v>
                </c:pt>
                <c:pt idx="137">
                  <c:v>2.2903999e-06</c:v>
                </c:pt>
                <c:pt idx="138">
                  <c:v>2.0752009e-06</c:v>
                </c:pt>
                <c:pt idx="139">
                  <c:v>1.9953733e-06</c:v>
                </c:pt>
                <c:pt idx="140">
                  <c:v>3.37376e-05</c:v>
                </c:pt>
                <c:pt idx="141">
                  <c:v>3.6234864e-06</c:v>
                </c:pt>
                <c:pt idx="142">
                  <c:v>2.386254e-06</c:v>
                </c:pt>
                <c:pt idx="143">
                  <c:v>2.1062243e-06</c:v>
                </c:pt>
                <c:pt idx="144">
                  <c:v>2.0079632e-06</c:v>
                </c:pt>
                <c:pt idx="145">
                  <c:v>7.978587e-05</c:v>
                </c:pt>
                <c:pt idx="146">
                  <c:v>4.8081259e-06</c:v>
                </c:pt>
                <c:pt idx="147">
                  <c:v>2.5224903e-06</c:v>
                </c:pt>
                <c:pt idx="148">
                  <c:v>2.1461921e-06</c:v>
                </c:pt>
                <c:pt idx="149">
                  <c:v>2.0232157e-06</c:v>
                </c:pt>
                <c:pt idx="150">
                  <c:v>0.00019640531</c:v>
                </c:pt>
                <c:pt idx="151">
                  <c:v>7.6512483e-06</c:v>
                </c:pt>
                <c:pt idx="152">
                  <c:v>2.7070983e-06</c:v>
                </c:pt>
                <c:pt idx="153">
                  <c:v>2.1972954e-06</c:v>
                </c:pt>
                <c:pt idx="154">
                  <c:v>2.0415232e-06</c:v>
                </c:pt>
                <c:pt idx="155">
                  <c:v>1.9795732e-06</c:v>
                </c:pt>
                <c:pt idx="156">
                  <c:v>1.4878852e-05</c:v>
                </c:pt>
                <c:pt idx="157">
                  <c:v>3.0060999e-06</c:v>
                </c:pt>
                <c:pt idx="158">
                  <c:v>2.2666791e-06</c:v>
                </c:pt>
                <c:pt idx="159">
                  <c:v>2.0644807e-06</c:v>
                </c:pt>
                <c:pt idx="160">
                  <c:v>1.9893306e-06</c:v>
                </c:pt>
                <c:pt idx="161">
                  <c:v>3.2725714e-05</c:v>
                </c:pt>
                <c:pt idx="162">
                  <c:v>3.5333793e-06</c:v>
                </c:pt>
                <c:pt idx="163">
                  <c:v>2.3565578e-06</c:v>
                </c:pt>
                <c:pt idx="164">
                  <c:v>2.093509e-06</c:v>
                </c:pt>
                <c:pt idx="165">
                  <c:v>2.0010135e-06</c:v>
                </c:pt>
                <c:pt idx="166">
                  <c:v>7.7431465e-05</c:v>
                </c:pt>
                <c:pt idx="167">
                  <c:v>4.6727765e-06</c:v>
                </c:pt>
                <c:pt idx="168">
                  <c:v>2.4886402e-06</c:v>
                </c:pt>
                <c:pt idx="169">
                  <c:v>2.1310478e-06</c:v>
                </c:pt>
                <c:pt idx="170">
                  <c:v>2.0150701e-06</c:v>
                </c:pt>
                <c:pt idx="171">
                  <c:v>0.00019054285</c:v>
                </c:pt>
                <c:pt idx="172">
                  <c:v>7.4192778e-06</c:v>
                </c:pt>
                <c:pt idx="173">
                  <c:v>2.6656313e-06</c:v>
                </c:pt>
                <c:pt idx="174">
                  <c:v>2.1795528e-06</c:v>
                </c:pt>
                <c:pt idx="175">
                  <c:v>2.0321644e-06</c:v>
                </c:pt>
                <c:pt idx="176">
                  <c:v>1.9740352e-06</c:v>
                </c:pt>
                <c:pt idx="177">
                  <c:v>1.4445288e-05</c:v>
                </c:pt>
                <c:pt idx="178">
                  <c:v>2.9424878e-06</c:v>
                </c:pt>
                <c:pt idx="179">
                  <c:v>2.2427922e-06</c:v>
                </c:pt>
                <c:pt idx="180">
                  <c:v>2.0532997e-06</c:v>
                </c:pt>
                <c:pt idx="181">
                  <c:v>1.9830841e-06</c:v>
                </c:pt>
                <c:pt idx="182">
                  <c:v>3.1792371e-05</c:v>
                </c:pt>
                <c:pt idx="183">
                  <c:v>3.4478462e-06</c:v>
                </c:pt>
                <c:pt idx="184">
                  <c:v>2.3274251e-06</c:v>
                </c:pt>
                <c:pt idx="185">
                  <c:v>2.0804234e-06</c:v>
                </c:pt>
                <c:pt idx="186">
                  <c:v>1.993931e-06</c:v>
                </c:pt>
                <c:pt idx="187">
                  <c:v>7.5202249e-05</c:v>
                </c:pt>
                <c:pt idx="188">
                  <c:v>4.5473614e-06</c:v>
                </c:pt>
                <c:pt idx="189">
                  <c:v>2.4524034e-06</c:v>
                </c:pt>
                <c:pt idx="190">
                  <c:v>2.1157944e-06</c:v>
                </c:pt>
                <c:pt idx="191">
                  <c:v>2.0071485e-06</c:v>
                </c:pt>
                <c:pt idx="192">
                  <c:v>0.00018501622</c:v>
                </c:pt>
                <c:pt idx="193">
                  <c:v>7.2183047e-06</c:v>
                </c:pt>
                <c:pt idx="194">
                  <c:v>2.6206425e-06</c:v>
                </c:pt>
                <c:pt idx="195">
                  <c:v>2.1618976e-06</c:v>
                </c:pt>
                <c:pt idx="196">
                  <c:v>2.0233704e-06</c:v>
                </c:pt>
                <c:pt idx="197">
                  <c:v>0.00018367812</c:v>
                </c:pt>
                <c:pt idx="198">
                  <c:v>7.170031e-06</c:v>
                </c:pt>
                <c:pt idx="199">
                  <c:v>2.6111863e-06</c:v>
                </c:pt>
                <c:pt idx="200">
                  <c:v>2.158933e-06</c:v>
                </c:pt>
                <c:pt idx="201">
                  <c:v>2.0220566e-06</c:v>
                </c:pt>
                <c:pt idx="202">
                  <c:v>0.00018237042</c:v>
                </c:pt>
                <c:pt idx="203">
                  <c:v>7.1232649e-06</c:v>
                </c:pt>
                <c:pt idx="204">
                  <c:v>2.6012506e-06</c:v>
                </c:pt>
                <c:pt idx="205">
                  <c:v>2.1556147e-06</c:v>
                </c:pt>
                <c:pt idx="206">
                  <c:v>2.0205418e-06</c:v>
                </c:pt>
                <c:pt idx="207">
                  <c:v>0.00018106327</c:v>
                </c:pt>
                <c:pt idx="208">
                  <c:v>7.078467e-06</c:v>
                </c:pt>
                <c:pt idx="209">
                  <c:v>2.5944796e-06</c:v>
                </c:pt>
                <c:pt idx="210">
                  <c:v>2.1524251e-06</c:v>
                </c:pt>
                <c:pt idx="211">
                  <c:v>2.0189199e-06</c:v>
                </c:pt>
                <c:pt idx="212">
                  <c:v>0.00017978292</c:v>
                </c:pt>
                <c:pt idx="213">
                  <c:v>7.0363225e-06</c:v>
                </c:pt>
                <c:pt idx="214">
                  <c:v>2.5885754e-06</c:v>
                </c:pt>
                <c:pt idx="215">
                  <c:v>2.1486119e-06</c:v>
                </c:pt>
                <c:pt idx="216">
                  <c:v>2.0165988e-06</c:v>
                </c:pt>
                <c:pt idx="217">
                  <c:v>0.00017851914</c:v>
                </c:pt>
                <c:pt idx="218">
                  <c:v>6.9950094e-06</c:v>
                </c:pt>
                <c:pt idx="219">
                  <c:v>2.5799131e-06</c:v>
                </c:pt>
                <c:pt idx="220">
                  <c:v>2.1447347e-06</c:v>
                </c:pt>
                <c:pt idx="221">
                  <c:v>2.014822e-06</c:v>
                </c:pt>
                <c:pt idx="222">
                  <c:v>0.00017725835</c:v>
                </c:pt>
                <c:pt idx="223">
                  <c:v>6.9530499e-06</c:v>
                </c:pt>
                <c:pt idx="224">
                  <c:v>2.5711374e-06</c:v>
                </c:pt>
                <c:pt idx="225">
                  <c:v>2.1405673e-06</c:v>
                </c:pt>
                <c:pt idx="226">
                  <c:v>2.0124513e-06</c:v>
                </c:pt>
                <c:pt idx="227">
                  <c:v>0.00017601868</c:v>
                </c:pt>
                <c:pt idx="228">
                  <c:v>6.9208351e-06</c:v>
                </c:pt>
                <c:pt idx="229">
                  <c:v>2.5646576e-06</c:v>
                </c:pt>
                <c:pt idx="230">
                  <c:v>2.1376959e-06</c:v>
                </c:pt>
                <c:pt idx="231">
                  <c:v>2.0109798e-06</c:v>
                </c:pt>
                <c:pt idx="232">
                  <c:v>0.00017479963</c:v>
                </c:pt>
                <c:pt idx="233">
                  <c:v>6.8852822e-06</c:v>
                </c:pt>
                <c:pt idx="234">
                  <c:v>2.5565772e-06</c:v>
                </c:pt>
                <c:pt idx="235">
                  <c:v>2.1343319e-06</c:v>
                </c:pt>
                <c:pt idx="236">
                  <c:v>2.0093297e-06</c:v>
                </c:pt>
                <c:pt idx="237">
                  <c:v>0.00017360208</c:v>
                </c:pt>
                <c:pt idx="238">
                  <c:v>6.8457166e-06</c:v>
                </c:pt>
                <c:pt idx="239">
                  <c:v>2.5486311e-06</c:v>
                </c:pt>
                <c:pt idx="240">
                  <c:v>2.1317081e-06</c:v>
                </c:pt>
                <c:pt idx="241">
                  <c:v>2.008034e-06</c:v>
                </c:pt>
                <c:pt idx="242">
                  <c:v>0.00017244236</c:v>
                </c:pt>
                <c:pt idx="243">
                  <c:v>6.807307e-06</c:v>
                </c:pt>
                <c:pt idx="244">
                  <c:v>2.5412236e-06</c:v>
                </c:pt>
                <c:pt idx="245">
                  <c:v>2.1289932e-06</c:v>
                </c:pt>
                <c:pt idx="246">
                  <c:v>2.006685e-06</c:v>
                </c:pt>
                <c:pt idx="247">
                  <c:v>0.00017128598</c:v>
                </c:pt>
                <c:pt idx="248">
                  <c:v>6.7689812e-06</c:v>
                </c:pt>
                <c:pt idx="249">
                  <c:v>2.5331457e-06</c:v>
                </c:pt>
                <c:pt idx="250">
                  <c:v>2.2617988e-06</c:v>
                </c:pt>
                <c:pt idx="251">
                  <c:v>2.125896e-06</c:v>
                </c:pt>
                <c:pt idx="252">
                  <c:v>2.0498211e-06</c:v>
                </c:pt>
                <c:pt idx="253">
                  <c:v>2.0053486e-06</c:v>
                </c:pt>
                <c:pt idx="254">
                  <c:v>1.9774609e-06</c:v>
                </c:pt>
                <c:pt idx="255">
                  <c:v>0.00017013195</c:v>
                </c:pt>
                <c:pt idx="256">
                  <c:v>2.8936985e-05</c:v>
                </c:pt>
                <c:pt idx="257">
                  <c:v>6.7300978e-06</c:v>
                </c:pt>
                <c:pt idx="258">
                  <c:v>3.2262958e-06</c:v>
                </c:pt>
                <c:pt idx="259">
                  <c:v>2.5257539e-06</c:v>
                </c:pt>
                <c:pt idx="260">
                  <c:v>2.2589246e-06</c:v>
                </c:pt>
                <c:pt idx="261">
                  <c:v>2.1242555e-06</c:v>
                </c:pt>
                <c:pt idx="262">
                  <c:v>2.0485204e-06</c:v>
                </c:pt>
                <c:pt idx="263">
                  <c:v>2.0042834e-06</c:v>
                </c:pt>
                <c:pt idx="264">
                  <c:v>1.9765686e-06</c:v>
                </c:pt>
                <c:pt idx="265">
                  <c:v>0.00016898538</c:v>
                </c:pt>
                <c:pt idx="266">
                  <c:v>2.8749459e-05</c:v>
                </c:pt>
                <c:pt idx="267">
                  <c:v>6.6915771e-06</c:v>
                </c:pt>
                <c:pt idx="268">
                  <c:v>3.2115527e-06</c:v>
                </c:pt>
                <c:pt idx="269">
                  <c:v>2.5173676e-06</c:v>
                </c:pt>
                <c:pt idx="270">
                  <c:v>2.25357e-06</c:v>
                </c:pt>
                <c:pt idx="271">
                  <c:v>2.1208998e-06</c:v>
                </c:pt>
                <c:pt idx="272">
                  <c:v>2.0462684e-06</c:v>
                </c:pt>
                <c:pt idx="273">
                  <c:v>2.002684e-06</c:v>
                </c:pt>
                <c:pt idx="274">
                  <c:v>1.9753908e-06</c:v>
                </c:pt>
                <c:pt idx="275">
                  <c:v>0.00016783972</c:v>
                </c:pt>
                <c:pt idx="276">
                  <c:v>2.8562306e-05</c:v>
                </c:pt>
                <c:pt idx="277">
                  <c:v>6.6513417e-06</c:v>
                </c:pt>
                <c:pt idx="278">
                  <c:v>3.1943327e-06</c:v>
                </c:pt>
                <c:pt idx="279">
                  <c:v>2.5044193e-06</c:v>
                </c:pt>
                <c:pt idx="280">
                  <c:v>2.2454637e-06</c:v>
                </c:pt>
                <c:pt idx="281">
                  <c:v>2.115857e-06</c:v>
                </c:pt>
                <c:pt idx="282">
                  <c:v>2.043074e-06</c:v>
                </c:pt>
                <c:pt idx="283">
                  <c:v>2.0006537e-06</c:v>
                </c:pt>
                <c:pt idx="284">
                  <c:v>1.9740791e-06</c:v>
                </c:pt>
                <c:pt idx="285">
                  <c:v>6.7446774e-05</c:v>
                </c:pt>
                <c:pt idx="286">
                  <c:v>1.2842473e-05</c:v>
                </c:pt>
                <c:pt idx="287">
                  <c:v>4.1625532e-06</c:v>
                </c:pt>
                <c:pt idx="288">
                  <c:v>2.7326798e-06</c:v>
                </c:pt>
                <c:pt idx="289">
                  <c:v>2.34855e-06</c:v>
                </c:pt>
                <c:pt idx="290">
                  <c:v>2.1674251e-06</c:v>
                </c:pt>
                <c:pt idx="291">
                  <c:v>2.0724908e-06</c:v>
                </c:pt>
                <c:pt idx="292">
                  <c:v>2.0182024e-06</c:v>
                </c:pt>
                <c:pt idx="293">
                  <c:v>1.9853009e-06</c:v>
                </c:pt>
                <c:pt idx="294">
                  <c:v>0.00016559069</c:v>
                </c:pt>
                <c:pt idx="295">
                  <c:v>2.8179823e-05</c:v>
                </c:pt>
                <c:pt idx="296">
                  <c:v>6.5687272e-06</c:v>
                </c:pt>
                <c:pt idx="297">
                  <c:v>3.1619568e-06</c:v>
                </c:pt>
                <c:pt idx="298">
                  <c:v>2.4878134e-06</c:v>
                </c:pt>
                <c:pt idx="299">
                  <c:v>2.2374322e-06</c:v>
                </c:pt>
                <c:pt idx="300">
                  <c:v>2.1126471e-06</c:v>
                </c:pt>
                <c:pt idx="301">
                  <c:v>2.0415868e-06</c:v>
                </c:pt>
                <c:pt idx="302">
                  <c:v>1.9998058e-06</c:v>
                </c:pt>
                <c:pt idx="303">
                  <c:v>1.9735023e-06</c:v>
                </c:pt>
                <c:pt idx="304">
                  <c:v>6.657573e-05</c:v>
                </c:pt>
                <c:pt idx="305">
                  <c:v>1.2679552e-05</c:v>
                </c:pt>
                <c:pt idx="306">
                  <c:v>4.124373e-06</c:v>
                </c:pt>
                <c:pt idx="307">
                  <c:v>2.7104304e-06</c:v>
                </c:pt>
                <c:pt idx="308">
                  <c:v>2.3274388e-06</c:v>
                </c:pt>
                <c:pt idx="309">
                  <c:v>2.1624911e-06</c:v>
                </c:pt>
                <c:pt idx="310">
                  <c:v>2.0700811e-06</c:v>
                </c:pt>
                <c:pt idx="311">
                  <c:v>2.0167487e-06</c:v>
                </c:pt>
                <c:pt idx="312">
                  <c:v>1.9843044e-06</c:v>
                </c:pt>
                <c:pt idx="313">
                  <c:v>0.00016340663</c:v>
                </c:pt>
                <c:pt idx="314">
                  <c:v>2.7825276e-05</c:v>
                </c:pt>
                <c:pt idx="315">
                  <c:v>6.4959144e-06</c:v>
                </c:pt>
                <c:pt idx="316">
                  <c:v>3.1348133e-06</c:v>
                </c:pt>
                <c:pt idx="317">
                  <c:v>2.4731597e-06</c:v>
                </c:pt>
                <c:pt idx="318">
                  <c:v>2.2289756e-06</c:v>
                </c:pt>
                <c:pt idx="319">
                  <c:v>2.1073481e-06</c:v>
                </c:pt>
                <c:pt idx="320">
                  <c:v>2.0381189e-06</c:v>
                </c:pt>
                <c:pt idx="321">
                  <c:v>1.9974098e-06</c:v>
                </c:pt>
                <c:pt idx="322">
                  <c:v>1.9717906e-06</c:v>
                </c:pt>
                <c:pt idx="323">
                  <c:v>6.5720658e-05</c:v>
                </c:pt>
                <c:pt idx="324">
                  <c:v>1.2526958e-05</c:v>
                </c:pt>
                <c:pt idx="325">
                  <c:v>4.0864252e-06</c:v>
                </c:pt>
                <c:pt idx="326">
                  <c:v>2.6922994e-06</c:v>
                </c:pt>
                <c:pt idx="327">
                  <c:v>2.31632e-06</c:v>
                </c:pt>
                <c:pt idx="328">
                  <c:v>2.1558793e-06</c:v>
                </c:pt>
                <c:pt idx="329">
                  <c:v>2.0658079e-06</c:v>
                </c:pt>
                <c:pt idx="330">
                  <c:v>2.013866e-06</c:v>
                </c:pt>
                <c:pt idx="331">
                  <c:v>1.9822571e-06</c:v>
                </c:pt>
                <c:pt idx="332">
                  <c:v>0.00016127373</c:v>
                </c:pt>
                <c:pt idx="333">
                  <c:v>2.7476214e-05</c:v>
                </c:pt>
                <c:pt idx="334">
                  <c:v>6.426948e-06</c:v>
                </c:pt>
                <c:pt idx="335">
                  <c:v>3.1103341e-06</c:v>
                </c:pt>
                <c:pt idx="336">
                  <c:v>2.4597546e-06</c:v>
                </c:pt>
                <c:pt idx="337">
                  <c:v>2.2208193e-06</c:v>
                </c:pt>
                <c:pt idx="338">
                  <c:v>2.1024318e-06</c:v>
                </c:pt>
                <c:pt idx="339">
                  <c:v>2.0348647e-06</c:v>
                </c:pt>
                <c:pt idx="340">
                  <c:v>1.9951232e-06</c:v>
                </c:pt>
                <c:pt idx="341">
                  <c:v>1.9701064e-06</c:v>
                </c:pt>
                <c:pt idx="342">
                  <c:v>6.4880752e-05</c:v>
                </c:pt>
                <c:pt idx="343">
                  <c:v>1.2377211e-05</c:v>
                </c:pt>
                <c:pt idx="344">
                  <c:v>4.0481298e-06</c:v>
                </c:pt>
                <c:pt idx="345">
                  <c:v>2.6753217e-06</c:v>
                </c:pt>
                <c:pt idx="346">
                  <c:v>2.3066925e-06</c:v>
                </c:pt>
                <c:pt idx="347">
                  <c:v>2.1499844e-06</c:v>
                </c:pt>
                <c:pt idx="348">
                  <c:v>2.0620597e-06</c:v>
                </c:pt>
                <c:pt idx="349">
                  <c:v>2.0112695e-06</c:v>
                </c:pt>
                <c:pt idx="350">
                  <c:v>1.9803659e-06</c:v>
                </c:pt>
                <c:pt idx="351">
                  <c:v>0.00015919393</c:v>
                </c:pt>
                <c:pt idx="352">
                  <c:v>2.713638e-05</c:v>
                </c:pt>
                <c:pt idx="353">
                  <c:v>6.3580473e-06</c:v>
                </c:pt>
                <c:pt idx="354">
                  <c:v>3.0872642e-06</c:v>
                </c:pt>
                <c:pt idx="355">
                  <c:v>2.4468923e-06</c:v>
                </c:pt>
                <c:pt idx="356">
                  <c:v>2.2133537e-06</c:v>
                </c:pt>
                <c:pt idx="357">
                  <c:v>2.0975988e-06</c:v>
                </c:pt>
                <c:pt idx="358">
                  <c:v>2.0316706e-06</c:v>
                </c:pt>
                <c:pt idx="359">
                  <c:v>1.9928604e-06</c:v>
                </c:pt>
                <c:pt idx="360">
                  <c:v>1.9684389e-06</c:v>
                </c:pt>
                <c:pt idx="361">
                  <c:v>6.4065649e-05</c:v>
                </c:pt>
                <c:pt idx="362">
                  <c:v>1.2231826e-05</c:v>
                </c:pt>
                <c:pt idx="363">
                  <c:v>4.0108611e-06</c:v>
                </c:pt>
                <c:pt idx="364">
                  <c:v>2.656997e-06</c:v>
                </c:pt>
                <c:pt idx="365">
                  <c:v>2.2960235e-06</c:v>
                </c:pt>
                <c:pt idx="366">
                  <c:v>2.1437287e-06</c:v>
                </c:pt>
                <c:pt idx="367">
                  <c:v>2.0580462e-06</c:v>
                </c:pt>
                <c:pt idx="368">
                  <c:v>2.0085193e-06</c:v>
                </c:pt>
                <c:pt idx="369">
                  <c:v>1.9783922e-06</c:v>
                </c:pt>
                <c:pt idx="370">
                  <c:v>0.00015715687</c:v>
                </c:pt>
                <c:pt idx="371">
                  <c:v>2.6806791e-05</c:v>
                </c:pt>
                <c:pt idx="372">
                  <c:v>6.2872559e-06</c:v>
                </c:pt>
                <c:pt idx="373">
                  <c:v>3.061402e-06</c:v>
                </c:pt>
                <c:pt idx="374">
                  <c:v>2.4331661e-06</c:v>
                </c:pt>
                <c:pt idx="375">
                  <c:v>2.2056539e-06</c:v>
                </c:pt>
                <c:pt idx="376">
                  <c:v>2.092711e-06</c:v>
                </c:pt>
                <c:pt idx="377">
                  <c:v>2.0283641e-06</c:v>
                </c:pt>
                <c:pt idx="378">
                  <c:v>1.9905338e-06</c:v>
                </c:pt>
                <c:pt idx="379">
                  <c:v>1.9667567e-06</c:v>
                </c:pt>
                <c:pt idx="380">
                  <c:v>6.3272095e-05</c:v>
                </c:pt>
                <c:pt idx="381">
                  <c:v>1.2090129e-05</c:v>
                </c:pt>
                <c:pt idx="382">
                  <c:v>3.9725472e-06</c:v>
                </c:pt>
                <c:pt idx="383">
                  <c:v>2.645857e-06</c:v>
                </c:pt>
                <c:pt idx="384">
                  <c:v>2.2924115e-06</c:v>
                </c:pt>
                <c:pt idx="385">
                  <c:v>2.1382591e-06</c:v>
                </c:pt>
                <c:pt idx="386">
                  <c:v>2.0535974e-06</c:v>
                </c:pt>
                <c:pt idx="387">
                  <c:v>2.0051739e-06</c:v>
                </c:pt>
                <c:pt idx="388">
                  <c:v>1.9759115e-06</c:v>
                </c:pt>
                <c:pt idx="389">
                  <c:v>0.00015515951</c:v>
                </c:pt>
                <c:pt idx="390">
                  <c:v>2.6479191e-05</c:v>
                </c:pt>
                <c:pt idx="391">
                  <c:v>6.224271e-06</c:v>
                </c:pt>
                <c:pt idx="392">
                  <c:v>3.0425239e-06</c:v>
                </c:pt>
                <c:pt idx="393">
                  <c:v>2.4256278e-06</c:v>
                </c:pt>
                <c:pt idx="394">
                  <c:v>2.1991085e-06</c:v>
                </c:pt>
                <c:pt idx="395">
                  <c:v>2.0874478e-06</c:v>
                </c:pt>
                <c:pt idx="396">
                  <c:v>2.024493e-06</c:v>
                </c:pt>
                <c:pt idx="397">
                  <c:v>1.9876966e-06</c:v>
                </c:pt>
                <c:pt idx="398">
                  <c:v>1.9646621e-06</c:v>
                </c:pt>
                <c:pt idx="399">
                  <c:v>6.2463788e-05</c:v>
                </c:pt>
                <c:pt idx="400">
                  <c:v>1.1952091e-05</c:v>
                </c:pt>
                <c:pt idx="401">
                  <c:v>3.9406041e-06</c:v>
                </c:pt>
                <c:pt idx="402">
                  <c:v>2.6301605e-06</c:v>
                </c:pt>
                <c:pt idx="403">
                  <c:v>2.2829282e-06</c:v>
                </c:pt>
                <c:pt idx="404">
                  <c:v>2.1323263e-06</c:v>
                </c:pt>
                <c:pt idx="405">
                  <c:v>2.0496968e-06</c:v>
                </c:pt>
                <c:pt idx="406">
                  <c:v>2.0025305e-06</c:v>
                </c:pt>
                <c:pt idx="407">
                  <c:v>1.974048e-06</c:v>
                </c:pt>
                <c:pt idx="408">
                  <c:v>0.00015315712</c:v>
                </c:pt>
                <c:pt idx="409">
                  <c:v>2.6150596e-05</c:v>
                </c:pt>
                <c:pt idx="410">
                  <c:v>6.1602256e-06</c:v>
                </c:pt>
                <c:pt idx="411">
                  <c:v>3.0192023e-06</c:v>
                </c:pt>
                <c:pt idx="412">
                  <c:v>2.4136012e-06</c:v>
                </c:pt>
                <c:pt idx="413">
                  <c:v>2.1915924e-06</c:v>
                </c:pt>
                <c:pt idx="414">
                  <c:v>2.0826147e-06</c:v>
                </c:pt>
                <c:pt idx="415">
                  <c:v>2.0212871e-06</c:v>
                </c:pt>
                <c:pt idx="416">
                  <c:v>1.9855117e-06</c:v>
                </c:pt>
                <c:pt idx="417">
                  <c:v>1.9631278e-06</c:v>
                </c:pt>
                <c:pt idx="418">
                  <c:v>6.1658617e-05</c:v>
                </c:pt>
                <c:pt idx="419">
                  <c:v>1.1810261e-05</c:v>
                </c:pt>
                <c:pt idx="420">
                  <c:v>3.9007771e-06</c:v>
                </c:pt>
                <c:pt idx="421">
                  <c:v>2.6117393e-06</c:v>
                </c:pt>
                <c:pt idx="422">
                  <c:v>2.2725293e-06</c:v>
                </c:pt>
                <c:pt idx="423">
                  <c:v>2.1261059e-06</c:v>
                </c:pt>
                <c:pt idx="424">
                  <c:v>2.0458005e-06</c:v>
                </c:pt>
                <c:pt idx="425">
                  <c:v>1.9999812e-06</c:v>
                </c:pt>
                <c:pt idx="426">
                  <c:v>1.9723036e-06</c:v>
                </c:pt>
                <c:pt idx="427">
                  <c:v>0.00015114992</c:v>
                </c:pt>
                <c:pt idx="428">
                  <c:v>2.5818794e-05</c:v>
                </c:pt>
                <c:pt idx="429">
                  <c:v>6.0891539e-06</c:v>
                </c:pt>
                <c:pt idx="430">
                  <c:v>2.9931021e-06</c:v>
                </c:pt>
                <c:pt idx="431">
                  <c:v>2.3997555e-06</c:v>
                </c:pt>
                <c:pt idx="432">
                  <c:v>2.1841261e-06</c:v>
                </c:pt>
                <c:pt idx="433">
                  <c:v>2.07805e-06</c:v>
                </c:pt>
                <c:pt idx="434">
                  <c:v>2.0183801e-06</c:v>
                </c:pt>
                <c:pt idx="435">
                  <c:v>1.9835409e-06</c:v>
                </c:pt>
                <c:pt idx="436">
                  <c:v>0.00015013095</c:v>
                </c:pt>
                <c:pt idx="437">
                  <c:v>2.5649959e-05</c:v>
                </c:pt>
                <c:pt idx="438">
                  <c:v>6.0541093e-06</c:v>
                </c:pt>
                <c:pt idx="439">
                  <c:v>2.9820911e-06</c:v>
                </c:pt>
                <c:pt idx="440">
                  <c:v>2.3937849e-06</c:v>
                </c:pt>
                <c:pt idx="441">
                  <c:v>2.1808007e-06</c:v>
                </c:pt>
                <c:pt idx="442">
                  <c:v>2.0762093e-06</c:v>
                </c:pt>
                <c:pt idx="443">
                  <c:v>2.0173078e-06</c:v>
                </c:pt>
                <c:pt idx="444">
                  <c:v>1.9828805e-06</c:v>
                </c:pt>
                <c:pt idx="445">
                  <c:v>0.00014910341</c:v>
                </c:pt>
                <c:pt idx="446">
                  <c:v>2.5469025e-05</c:v>
                </c:pt>
                <c:pt idx="447">
                  <c:v>6.021407e-06</c:v>
                </c:pt>
                <c:pt idx="448">
                  <c:v>2.9714352e-06</c:v>
                </c:pt>
                <c:pt idx="449">
                  <c:v>2.3882176e-06</c:v>
                </c:pt>
                <c:pt idx="450">
                  <c:v>2.1777492e-06</c:v>
                </c:pt>
                <c:pt idx="451">
                  <c:v>2.0744664e-06</c:v>
                </c:pt>
                <c:pt idx="452">
                  <c:v>2.0162212e-06</c:v>
                </c:pt>
                <c:pt idx="453">
                  <c:v>1.9821507e-06</c:v>
                </c:pt>
                <c:pt idx="454">
                  <c:v>0.00014806615</c:v>
                </c:pt>
                <c:pt idx="455">
                  <c:v>2.529925e-05</c:v>
                </c:pt>
                <c:pt idx="456">
                  <c:v>5.9872883e-06</c:v>
                </c:pt>
                <c:pt idx="457">
                  <c:v>2.9596092e-06</c:v>
                </c:pt>
                <c:pt idx="458">
                  <c:v>2.3820533e-06</c:v>
                </c:pt>
                <c:pt idx="459">
                  <c:v>2.1741631e-06</c:v>
                </c:pt>
                <c:pt idx="460">
                  <c:v>2.072316e-06</c:v>
                </c:pt>
                <c:pt idx="461">
                  <c:v>2.0148906e-06</c:v>
                </c:pt>
                <c:pt idx="462">
                  <c:v>1.9812851e-06</c:v>
                </c:pt>
                <c:pt idx="463">
                  <c:v>0.00014702179</c:v>
                </c:pt>
                <c:pt idx="464">
                  <c:v>2.5128965e-05</c:v>
                </c:pt>
                <c:pt idx="465">
                  <c:v>5.9537104e-06</c:v>
                </c:pt>
                <c:pt idx="466">
                  <c:v>2.9483355e-06</c:v>
                </c:pt>
                <c:pt idx="467">
                  <c:v>2.3767809e-06</c:v>
                </c:pt>
                <c:pt idx="468">
                  <c:v>2.1713183e-06</c:v>
                </c:pt>
                <c:pt idx="469">
                  <c:v>2.0705574e-06</c:v>
                </c:pt>
                <c:pt idx="470">
                  <c:v>2.0137163e-06</c:v>
                </c:pt>
                <c:pt idx="471">
                  <c:v>1.9804491e-06</c:v>
                </c:pt>
                <c:pt idx="472">
                  <c:v>0.00014596705</c:v>
                </c:pt>
                <c:pt idx="473">
                  <c:v>2.4958096e-05</c:v>
                </c:pt>
                <c:pt idx="474">
                  <c:v>5.9214881e-06</c:v>
                </c:pt>
                <c:pt idx="475">
                  <c:v>2.9376292e-06</c:v>
                </c:pt>
                <c:pt idx="476">
                  <c:v>2.3708676e-06</c:v>
                </c:pt>
                <c:pt idx="477">
                  <c:v>2.1680624e-06</c:v>
                </c:pt>
                <c:pt idx="478">
                  <c:v>2.0685417e-06</c:v>
                </c:pt>
                <c:pt idx="479">
                  <c:v>2.0124136e-06</c:v>
                </c:pt>
                <c:pt idx="480">
                  <c:v>1.9795404e-06</c:v>
                </c:pt>
                <c:pt idx="481">
                  <c:v>0.0001449132</c:v>
                </c:pt>
                <c:pt idx="482">
                  <c:v>2.4787125e-05</c:v>
                </c:pt>
                <c:pt idx="483">
                  <c:v>5.8881286e-06</c:v>
                </c:pt>
                <c:pt idx="484">
                  <c:v>2.9266647e-06</c:v>
                </c:pt>
                <c:pt idx="485">
                  <c:v>2.3653678e-06</c:v>
                </c:pt>
                <c:pt idx="486">
                  <c:v>2.1647907e-06</c:v>
                </c:pt>
                <c:pt idx="487">
                  <c:v>2.0664794e-06</c:v>
                </c:pt>
                <c:pt idx="488">
                  <c:v>2.011032e-06</c:v>
                </c:pt>
                <c:pt idx="489">
                  <c:v>1.9785692e-06</c:v>
                </c:pt>
                <c:pt idx="490">
                  <c:v>0.00014384828</c:v>
                </c:pt>
                <c:pt idx="491">
                  <c:v>2.4613841e-05</c:v>
                </c:pt>
                <c:pt idx="492">
                  <c:v>5.8551623e-06</c:v>
                </c:pt>
                <c:pt idx="493">
                  <c:v>2.9156116e-06</c:v>
                </c:pt>
                <c:pt idx="494">
                  <c:v>2.3596848e-06</c:v>
                </c:pt>
                <c:pt idx="495">
                  <c:v>2.1614793e-06</c:v>
                </c:pt>
                <c:pt idx="496">
                  <c:v>2.0643933e-06</c:v>
                </c:pt>
                <c:pt idx="497">
                  <c:v>2.0096905e-06</c:v>
                </c:pt>
                <c:pt idx="498">
                  <c:v>1.9776565e-06</c:v>
                </c:pt>
                <c:pt idx="499">
                  <c:v>0.00014277231</c:v>
                </c:pt>
                <c:pt idx="500">
                  <c:v>5.7914648e-05</c:v>
                </c:pt>
                <c:pt idx="501">
                  <c:v>2.4439925e-05</c:v>
                </c:pt>
                <c:pt idx="502">
                  <c:v>1.1158407e-05</c:v>
                </c:pt>
                <c:pt idx="503">
                  <c:v>5.8226386e-06</c:v>
                </c:pt>
                <c:pt idx="504">
                  <c:v>3.7381849e-06</c:v>
                </c:pt>
                <c:pt idx="505">
                  <c:v>2.9047555e-06</c:v>
                </c:pt>
                <c:pt idx="506">
                  <c:v>2.540234e-06</c:v>
                </c:pt>
                <c:pt idx="507">
                  <c:v>2.3544985e-06</c:v>
                </c:pt>
                <c:pt idx="508">
                  <c:v>2.2352549e-06</c:v>
                </c:pt>
                <c:pt idx="509">
                  <c:v>2.1588968e-06</c:v>
                </c:pt>
                <c:pt idx="510">
                  <c:v>2.10361e-06</c:v>
                </c:pt>
                <c:pt idx="511">
                  <c:v>2.0625269e-06</c:v>
                </c:pt>
                <c:pt idx="512">
                  <c:v>2.0316277e-06</c:v>
                </c:pt>
                <c:pt idx="513">
                  <c:v>2.008325e-06</c:v>
                </c:pt>
                <c:pt idx="514">
                  <c:v>1.9905224e-06</c:v>
                </c:pt>
                <c:pt idx="515">
                  <c:v>1.9766339e-06</c:v>
                </c:pt>
                <c:pt idx="516">
                  <c:v>1.9656377e-06</c:v>
                </c:pt>
                <c:pt idx="517">
                  <c:v>0.00014168594</c:v>
                </c:pt>
                <c:pt idx="518">
                  <c:v>5.74834e-05</c:v>
                </c:pt>
                <c:pt idx="519">
                  <c:v>2.4264173e-05</c:v>
                </c:pt>
                <c:pt idx="520">
                  <c:v>1.1084941e-05</c:v>
                </c:pt>
                <c:pt idx="521">
                  <c:v>5.7897453e-06</c:v>
                </c:pt>
                <c:pt idx="522">
                  <c:v>3.7207491e-06</c:v>
                </c:pt>
                <c:pt idx="523">
                  <c:v>2.8940203e-06</c:v>
                </c:pt>
                <c:pt idx="524">
                  <c:v>2.5328831e-06</c:v>
                </c:pt>
                <c:pt idx="525">
                  <c:v>2.3487758e-06</c:v>
                </c:pt>
                <c:pt idx="526">
                  <c:v>2.2309859e-06</c:v>
                </c:pt>
                <c:pt idx="527">
                  <c:v>2.1556099e-06</c:v>
                </c:pt>
                <c:pt idx="528">
                  <c:v>2.1010518e-06</c:v>
                </c:pt>
                <c:pt idx="529">
                  <c:v>2.0604793e-06</c:v>
                </c:pt>
                <c:pt idx="530">
                  <c:v>2.0299621e-06</c:v>
                </c:pt>
                <c:pt idx="531">
                  <c:v>2.0069508e-06</c:v>
                </c:pt>
                <c:pt idx="532">
                  <c:v>1.9893621e-06</c:v>
                </c:pt>
                <c:pt idx="533">
                  <c:v>1.9756433e-06</c:v>
                </c:pt>
                <c:pt idx="534">
                  <c:v>1.9647887e-06</c:v>
                </c:pt>
                <c:pt idx="535">
                  <c:v>0.00014059166</c:v>
                </c:pt>
                <c:pt idx="536">
                  <c:v>5.7048978e-05</c:v>
                </c:pt>
                <c:pt idx="537">
                  <c:v>2.408706e-05</c:v>
                </c:pt>
                <c:pt idx="538">
                  <c:v>1.1010556e-05</c:v>
                </c:pt>
                <c:pt idx="539">
                  <c:v>5.7567705e-06</c:v>
                </c:pt>
                <c:pt idx="540">
                  <c:v>3.7042208e-06</c:v>
                </c:pt>
                <c:pt idx="541">
                  <c:v>2.8846698e-06</c:v>
                </c:pt>
                <c:pt idx="542">
                  <c:v>2.5262686e-06</c:v>
                </c:pt>
                <c:pt idx="543">
                  <c:v>2.3434006e-06</c:v>
                </c:pt>
                <c:pt idx="544">
                  <c:v>2.2268878e-06</c:v>
                </c:pt>
                <c:pt idx="545">
                  <c:v>2.1523724e-06</c:v>
                </c:pt>
                <c:pt idx="546">
                  <c:v>2.0984714e-06</c:v>
                </c:pt>
                <c:pt idx="547">
                  <c:v>2.0583979e-06</c:v>
                </c:pt>
                <c:pt idx="548">
                  <c:v>2.0282825e-06</c:v>
                </c:pt>
                <c:pt idx="549">
                  <c:v>2.0055644e-06</c:v>
                </c:pt>
                <c:pt idx="550">
                  <c:v>1.9882085e-06</c:v>
                </c:pt>
                <c:pt idx="551">
                  <c:v>1.9746721e-06</c:v>
                </c:pt>
                <c:pt idx="552">
                  <c:v>1.9639587e-06</c:v>
                </c:pt>
                <c:pt idx="553">
                  <c:v>0.0001394851</c:v>
                </c:pt>
                <c:pt idx="554">
                  <c:v>5.6607553e-05</c:v>
                </c:pt>
                <c:pt idx="555">
                  <c:v>2.390818e-05</c:v>
                </c:pt>
                <c:pt idx="556">
                  <c:v>1.0935493e-05</c:v>
                </c:pt>
                <c:pt idx="557">
                  <c:v>5.7240825e-06</c:v>
                </c:pt>
                <c:pt idx="558">
                  <c:v>3.6874414e-06</c:v>
                </c:pt>
                <c:pt idx="559">
                  <c:v>2.8745822e-06</c:v>
                </c:pt>
                <c:pt idx="560">
                  <c:v>2.5195873e-06</c:v>
                </c:pt>
                <c:pt idx="561">
                  <c:v>2.3385161e-06</c:v>
                </c:pt>
                <c:pt idx="562">
                  <c:v>2.2232277e-06</c:v>
                </c:pt>
                <c:pt idx="563">
                  <c:v>2.1494638e-06</c:v>
                </c:pt>
                <c:pt idx="564">
                  <c:v>2.0962022e-06</c:v>
                </c:pt>
                <c:pt idx="565">
                  <c:v>2.0565735e-06</c:v>
                </c:pt>
                <c:pt idx="566">
                  <c:v>2.0267788e-06</c:v>
                </c:pt>
                <c:pt idx="567">
                  <c:v>2.0043048e-06</c:v>
                </c:pt>
                <c:pt idx="568">
                  <c:v>1.987142e-06</c:v>
                </c:pt>
                <c:pt idx="569">
                  <c:v>1.9737609e-06</c:v>
                </c:pt>
                <c:pt idx="570">
                  <c:v>1.9631697e-06</c:v>
                </c:pt>
                <c:pt idx="571">
                  <c:v>0.00013836495</c:v>
                </c:pt>
                <c:pt idx="572">
                  <c:v>5.616368e-05</c:v>
                </c:pt>
                <c:pt idx="573">
                  <c:v>2.372839e-05</c:v>
                </c:pt>
                <c:pt idx="574">
                  <c:v>1.0859408e-05</c:v>
                </c:pt>
                <c:pt idx="575">
                  <c:v>5.6902325e-06</c:v>
                </c:pt>
                <c:pt idx="576">
                  <c:v>3.6700668e-06</c:v>
                </c:pt>
                <c:pt idx="577">
                  <c:v>2.8642705e-06</c:v>
                </c:pt>
                <c:pt idx="578">
                  <c:v>2.512074e-06</c:v>
                </c:pt>
                <c:pt idx="579">
                  <c:v>2.3329581e-06</c:v>
                </c:pt>
                <c:pt idx="580">
                  <c:v>2.2184198e-06</c:v>
                </c:pt>
                <c:pt idx="581">
                  <c:v>2.1455167e-06</c:v>
                </c:pt>
                <c:pt idx="582">
                  <c:v>2.093094e-06</c:v>
                </c:pt>
                <c:pt idx="583">
                  <c:v>2.0541257e-06</c:v>
                </c:pt>
                <c:pt idx="584">
                  <c:v>2.0248391e-06</c:v>
                </c:pt>
                <c:pt idx="585">
                  <c:v>2.0027476e-06</c:v>
                </c:pt>
                <c:pt idx="586">
                  <c:v>1.9858681e-06</c:v>
                </c:pt>
                <c:pt idx="587">
                  <c:v>1.9727023e-06</c:v>
                </c:pt>
                <c:pt idx="588">
                  <c:v>1.9622775e-06</c:v>
                </c:pt>
                <c:pt idx="589">
                  <c:v>0.00013723653</c:v>
                </c:pt>
                <c:pt idx="590">
                  <c:v>5.5715945e-05</c:v>
                </c:pt>
                <c:pt idx="591">
                  <c:v>2.35481e-05</c:v>
                </c:pt>
                <c:pt idx="592">
                  <c:v>1.078398e-05</c:v>
                </c:pt>
                <c:pt idx="593">
                  <c:v>5.6572672e-06</c:v>
                </c:pt>
                <c:pt idx="594">
                  <c:v>3.653319e-06</c:v>
                </c:pt>
                <c:pt idx="595">
                  <c:v>2.8543455e-06</c:v>
                </c:pt>
                <c:pt idx="596">
                  <c:v>2.5052881e-06</c:v>
                </c:pt>
                <c:pt idx="597">
                  <c:v>2.3277831e-06</c:v>
                </c:pt>
                <c:pt idx="598">
                  <c:v>2.2139355e-06</c:v>
                </c:pt>
                <c:pt idx="599">
                  <c:v>2.1421336e-06</c:v>
                </c:pt>
                <c:pt idx="600">
                  <c:v>2.0904902e-06</c:v>
                </c:pt>
                <c:pt idx="601">
                  <c:v>2.0520502e-06</c:v>
                </c:pt>
                <c:pt idx="602">
                  <c:v>2.0231659e-06</c:v>
                </c:pt>
                <c:pt idx="603">
                  <c:v>2.0013683e-06</c:v>
                </c:pt>
                <c:pt idx="604">
                  <c:v>1.984707e-06</c:v>
                </c:pt>
                <c:pt idx="605">
                  <c:v>1.9717154e-06</c:v>
                </c:pt>
                <c:pt idx="606">
                  <c:v>1.9614322e-06</c:v>
                </c:pt>
                <c:pt idx="607">
                  <c:v>0.00013609769</c:v>
                </c:pt>
                <c:pt idx="608">
                  <c:v>5.5264652e-05</c:v>
                </c:pt>
                <c:pt idx="609">
                  <c:v>2.3366291e-05</c:v>
                </c:pt>
                <c:pt idx="610">
                  <c:v>1.0707528e-05</c:v>
                </c:pt>
                <c:pt idx="611">
                  <c:v>5.6232722e-06</c:v>
                </c:pt>
                <c:pt idx="612">
                  <c:v>3.6346943e-06</c:v>
                </c:pt>
                <c:pt idx="613">
                  <c:v>2.8426063e-06</c:v>
                </c:pt>
                <c:pt idx="614">
                  <c:v>2.4972673e-06</c:v>
                </c:pt>
                <c:pt idx="615">
                  <c:v>2.3220854e-06</c:v>
                </c:pt>
                <c:pt idx="616">
                  <c:v>2.2100487e-06</c:v>
                </c:pt>
                <c:pt idx="617">
                  <c:v>2.1392159e-06</c:v>
                </c:pt>
                <c:pt idx="618">
                  <c:v>2.0881655e-06</c:v>
                </c:pt>
                <c:pt idx="619">
                  <c:v>2.0501883e-06</c:v>
                </c:pt>
                <c:pt idx="620">
                  <c:v>2.0216519e-06</c:v>
                </c:pt>
                <c:pt idx="621">
                  <c:v>2.0001122e-06</c:v>
                </c:pt>
                <c:pt idx="622">
                  <c:v>1.983649e-06</c:v>
                </c:pt>
                <c:pt idx="623">
                  <c:v>1.9708123e-06</c:v>
                </c:pt>
                <c:pt idx="624">
                  <c:v>1.960653e-06</c:v>
                </c:pt>
                <c:pt idx="625">
                  <c:v>0.00013495443</c:v>
                </c:pt>
                <c:pt idx="626">
                  <c:v>5.4811842e-05</c:v>
                </c:pt>
                <c:pt idx="627">
                  <c:v>2.3182241e-05</c:v>
                </c:pt>
                <c:pt idx="628">
                  <c:v>1.062946e-05</c:v>
                </c:pt>
                <c:pt idx="629">
                  <c:v>5.58811e-06</c:v>
                </c:pt>
                <c:pt idx="630">
                  <c:v>3.6170243e-06</c:v>
                </c:pt>
                <c:pt idx="631">
                  <c:v>2.8323855e-06</c:v>
                </c:pt>
                <c:pt idx="632">
                  <c:v>2.4905711e-06</c:v>
                </c:pt>
                <c:pt idx="633">
                  <c:v>2.3172806e-06</c:v>
                </c:pt>
                <c:pt idx="634">
                  <c:v>2.2063345e-06</c:v>
                </c:pt>
                <c:pt idx="635">
                  <c:v>2.1362679e-06</c:v>
                </c:pt>
                <c:pt idx="636">
                  <c:v>2.0857988e-06</c:v>
                </c:pt>
                <c:pt idx="637">
                  <c:v>2.048287e-06</c:v>
                </c:pt>
                <c:pt idx="638">
                  <c:v>2.0200834e-06</c:v>
                </c:pt>
                <c:pt idx="639">
                  <c:v>1.9988051e-06</c:v>
                </c:pt>
                <c:pt idx="640">
                  <c:v>1.9825467e-06</c:v>
                </c:pt>
                <c:pt idx="641">
                  <c:v>1.9698726e-06</c:v>
                </c:pt>
                <c:pt idx="642">
                  <c:v>1.9598457e-06</c:v>
                </c:pt>
                <c:pt idx="643">
                  <c:v>0.00013381154</c:v>
                </c:pt>
                <c:pt idx="644">
                  <c:v>5.435644e-05</c:v>
                </c:pt>
                <c:pt idx="645">
                  <c:v>2.2998162e-05</c:v>
                </c:pt>
                <c:pt idx="646">
                  <c:v>1.055442e-05</c:v>
                </c:pt>
                <c:pt idx="647">
                  <c:v>5.5559913e-06</c:v>
                </c:pt>
                <c:pt idx="648">
                  <c:v>3.6010644e-06</c:v>
                </c:pt>
                <c:pt idx="649">
                  <c:v>2.8233665e-06</c:v>
                </c:pt>
                <c:pt idx="650">
                  <c:v>2.4842632e-06</c:v>
                </c:pt>
                <c:pt idx="651">
                  <c:v>2.3120772e-06</c:v>
                </c:pt>
                <c:pt idx="652">
                  <c:v>2.2024664e-06</c:v>
                </c:pt>
                <c:pt idx="653">
                  <c:v>2.1329444e-06</c:v>
                </c:pt>
                <c:pt idx="654">
                  <c:v>2.0828335e-06</c:v>
                </c:pt>
                <c:pt idx="655">
                  <c:v>2.0456773e-06</c:v>
                </c:pt>
                <c:pt idx="656">
                  <c:v>2.017842e-06</c:v>
                </c:pt>
                <c:pt idx="657">
                  <c:v>1.996888e-06</c:v>
                </c:pt>
                <c:pt idx="658">
                  <c:v>1.9809061e-06</c:v>
                </c:pt>
                <c:pt idx="659">
                  <c:v>1.9684682e-06</c:v>
                </c:pt>
                <c:pt idx="660">
                  <c:v>1.9586414e-06</c:v>
                </c:pt>
                <c:pt idx="661">
                  <c:v>0.00013266151</c:v>
                </c:pt>
                <c:pt idx="662">
                  <c:v>5.3891383e-05</c:v>
                </c:pt>
                <c:pt idx="663">
                  <c:v>2.2811805e-05</c:v>
                </c:pt>
                <c:pt idx="664">
                  <c:v>1.0478108e-05</c:v>
                </c:pt>
                <c:pt idx="665">
                  <c:v>5.5225927e-06</c:v>
                </c:pt>
                <c:pt idx="666">
                  <c:v>3.585268e-06</c:v>
                </c:pt>
                <c:pt idx="667">
                  <c:v>2.8148427e-06</c:v>
                </c:pt>
                <c:pt idx="668">
                  <c:v>2.4785738e-06</c:v>
                </c:pt>
                <c:pt idx="669">
                  <c:v>2.3079138e-06</c:v>
                </c:pt>
                <c:pt idx="670">
                  <c:v>2.1998108e-06</c:v>
                </c:pt>
                <c:pt idx="671">
                  <c:v>2.1307985e-06</c:v>
                </c:pt>
                <c:pt idx="672">
                  <c:v>2.0810346e-06</c:v>
                </c:pt>
                <c:pt idx="673">
                  <c:v>2.0441559e-06</c:v>
                </c:pt>
                <c:pt idx="674">
                  <c:v>2.0165601e-06</c:v>
                </c:pt>
                <c:pt idx="675">
                  <c:v>1.9957949e-06</c:v>
                </c:pt>
                <c:pt idx="676">
                  <c:v>1.9799669e-06</c:v>
                </c:pt>
                <c:pt idx="677">
                  <c:v>1.9676546e-06</c:v>
                </c:pt>
                <c:pt idx="678">
                  <c:v>1.9579305e-06</c:v>
                </c:pt>
                <c:pt idx="679">
                  <c:v>0.0001315039</c:v>
                </c:pt>
                <c:pt idx="680">
                  <c:v>5.3432602e-05</c:v>
                </c:pt>
                <c:pt idx="681">
                  <c:v>2.2628117e-05</c:v>
                </c:pt>
                <c:pt idx="682">
                  <c:v>1.0404004e-05</c:v>
                </c:pt>
                <c:pt idx="683">
                  <c:v>5.4916825e-06</c:v>
                </c:pt>
                <c:pt idx="684">
                  <c:v>3.5697044e-06</c:v>
                </c:pt>
                <c:pt idx="685">
                  <c:v>2.8056293e-06</c:v>
                </c:pt>
                <c:pt idx="686">
                  <c:v>2.4724839e-06</c:v>
                </c:pt>
                <c:pt idx="687">
                  <c:v>2.3036742e-06</c:v>
                </c:pt>
                <c:pt idx="688">
                  <c:v>2.1965423e-06</c:v>
                </c:pt>
                <c:pt idx="689">
                  <c:v>2.1283218e-06</c:v>
                </c:pt>
                <c:pt idx="690">
                  <c:v>2.079077e-06</c:v>
                </c:pt>
                <c:pt idx="691">
                  <c:v>2.0425798e-06</c:v>
                </c:pt>
                <c:pt idx="692">
                  <c:v>2.0152663e-06</c:v>
                </c:pt>
                <c:pt idx="693">
                  <c:v>1.9947163e-06</c:v>
                </c:pt>
                <c:pt idx="694">
                  <c:v>1.9790523e-06</c:v>
                </c:pt>
                <c:pt idx="695">
                  <c:v>1.9668649e-06</c:v>
                </c:pt>
                <c:pt idx="696">
                  <c:v>0.00013033363</c:v>
                </c:pt>
                <c:pt idx="697">
                  <c:v>5.2969547e-05</c:v>
                </c:pt>
                <c:pt idx="698">
                  <c:v>2.2440173e-05</c:v>
                </c:pt>
                <c:pt idx="699">
                  <c:v>1.0324845e-05</c:v>
                </c:pt>
                <c:pt idx="700">
                  <c:v>5.4584744e-06</c:v>
                </c:pt>
                <c:pt idx="701">
                  <c:v>3.553952e-06</c:v>
                </c:pt>
                <c:pt idx="702">
                  <c:v>2.7969752e-06</c:v>
                </c:pt>
                <c:pt idx="703">
                  <c:v>2.4665832e-06</c:v>
                </c:pt>
                <c:pt idx="704">
                  <c:v>2.2993355e-06</c:v>
                </c:pt>
                <c:pt idx="705">
                  <c:v>2.1929878e-06</c:v>
                </c:pt>
                <c:pt idx="706">
                  <c:v>2.1254613e-06</c:v>
                </c:pt>
                <c:pt idx="707">
                  <c:v>2.0769183e-06</c:v>
                </c:pt>
                <c:pt idx="708">
                  <c:v>2.0409244e-06</c:v>
                </c:pt>
                <c:pt idx="709">
                  <c:v>2.0139673e-06</c:v>
                </c:pt>
                <c:pt idx="710">
                  <c:v>1.9936815e-06</c:v>
                </c:pt>
                <c:pt idx="711">
                  <c:v>1.9782175e-06</c:v>
                </c:pt>
                <c:pt idx="712">
                  <c:v>1.9661789e-06</c:v>
                </c:pt>
                <c:pt idx="713">
                  <c:v>0.0001291575</c:v>
                </c:pt>
                <c:pt idx="714">
                  <c:v>5.2505336e-05</c:v>
                </c:pt>
                <c:pt idx="715">
                  <c:v>2.2252245e-05</c:v>
                </c:pt>
                <c:pt idx="716">
                  <c:v>1.0246718e-05</c:v>
                </c:pt>
                <c:pt idx="717">
                  <c:v>5.4251567e-06</c:v>
                </c:pt>
                <c:pt idx="718">
                  <c:v>3.5377835e-06</c:v>
                </c:pt>
                <c:pt idx="719">
                  <c:v>2.7878132e-06</c:v>
                </c:pt>
                <c:pt idx="720">
                  <c:v>2.4607149e-06</c:v>
                </c:pt>
                <c:pt idx="721">
                  <c:v>2.2950715e-06</c:v>
                </c:pt>
                <c:pt idx="722">
                  <c:v>2.1897698e-06</c:v>
                </c:pt>
                <c:pt idx="723">
                  <c:v>2.1229864e-06</c:v>
                </c:pt>
                <c:pt idx="724">
                  <c:v>2.0749546e-06</c:v>
                </c:pt>
                <c:pt idx="725">
                  <c:v>2.0393673e-06</c:v>
                </c:pt>
                <c:pt idx="726">
                  <c:v>2.0127132e-06</c:v>
                </c:pt>
                <c:pt idx="727">
                  <c:v>1.9926607e-06</c:v>
                </c:pt>
                <c:pt idx="728">
                  <c:v>1.9773797e-06</c:v>
                </c:pt>
                <c:pt idx="729">
                  <c:v>1.9654822e-06</c:v>
                </c:pt>
                <c:pt idx="730">
                  <c:v>0.00012797475</c:v>
                </c:pt>
                <c:pt idx="731">
                  <c:v>5.2039333e-05</c:v>
                </c:pt>
                <c:pt idx="732">
                  <c:v>2.2063006e-05</c:v>
                </c:pt>
                <c:pt idx="733">
                  <c:v>1.0167475e-05</c:v>
                </c:pt>
                <c:pt idx="734">
                  <c:v>5.3906431e-06</c:v>
                </c:pt>
                <c:pt idx="735">
                  <c:v>3.5218141e-06</c:v>
                </c:pt>
                <c:pt idx="736">
                  <c:v>2.7788991e-06</c:v>
                </c:pt>
                <c:pt idx="737">
                  <c:v>2.4544781e-06</c:v>
                </c:pt>
                <c:pt idx="738">
                  <c:v>2.2904997e-06</c:v>
                </c:pt>
                <c:pt idx="739">
                  <c:v>2.1862609e-06</c:v>
                </c:pt>
                <c:pt idx="740">
                  <c:v>2.1202676e-06</c:v>
                </c:pt>
                <c:pt idx="741">
                  <c:v>2.0728514e-06</c:v>
                </c:pt>
                <c:pt idx="742">
                  <c:v>2.0377409e-06</c:v>
                </c:pt>
                <c:pt idx="743">
                  <c:v>2.0114344e-06</c:v>
                </c:pt>
                <c:pt idx="744">
                  <c:v>1.9916349e-06</c:v>
                </c:pt>
                <c:pt idx="745">
                  <c:v>1.9765371e-06</c:v>
                </c:pt>
                <c:pt idx="746">
                  <c:v>1.9647785e-06</c:v>
                </c:pt>
                <c:pt idx="747">
                  <c:v>0.00012678623</c:v>
                </c:pt>
                <c:pt idx="748">
                  <c:v>5.157096e-05</c:v>
                </c:pt>
                <c:pt idx="749">
                  <c:v>2.1873202e-05</c:v>
                </c:pt>
                <c:pt idx="750">
                  <c:v>1.0086622e-05</c:v>
                </c:pt>
                <c:pt idx="751">
                  <c:v>5.3556999e-06</c:v>
                </c:pt>
                <c:pt idx="752">
                  <c:v>3.5049231e-06</c:v>
                </c:pt>
                <c:pt idx="753">
                  <c:v>2.7692066e-06</c:v>
                </c:pt>
                <c:pt idx="754">
                  <c:v>2.4484357e-06</c:v>
                </c:pt>
                <c:pt idx="755">
                  <c:v>2.2863618e-06</c:v>
                </c:pt>
                <c:pt idx="756">
                  <c:v>2.1828739e-06</c:v>
                </c:pt>
                <c:pt idx="757">
                  <c:v>2.1177068e-06</c:v>
                </c:pt>
                <c:pt idx="758">
                  <c:v>2.0710093e-06</c:v>
                </c:pt>
                <c:pt idx="759">
                  <c:v>2.0363729e-06</c:v>
                </c:pt>
                <c:pt idx="760">
                  <c:v>2.0103838e-06</c:v>
                </c:pt>
                <c:pt idx="761">
                  <c:v>1.9907986e-06</c:v>
                </c:pt>
                <c:pt idx="762">
                  <c:v>1.9758528e-06</c:v>
                </c:pt>
                <c:pt idx="763">
                  <c:v>1.964207e-06</c:v>
                </c:pt>
                <c:pt idx="764">
                  <c:v>0.00012559605</c:v>
                </c:pt>
                <c:pt idx="765">
                  <c:v>5.1102702e-05</c:v>
                </c:pt>
                <c:pt idx="766">
                  <c:v>2.1681997e-05</c:v>
                </c:pt>
                <c:pt idx="767">
                  <c:v>1.0006241e-05</c:v>
                </c:pt>
                <c:pt idx="768">
                  <c:v>5.3209632e-06</c:v>
                </c:pt>
                <c:pt idx="769">
                  <c:v>3.4880737e-06</c:v>
                </c:pt>
                <c:pt idx="770">
                  <c:v>2.7600852e-06</c:v>
                </c:pt>
                <c:pt idx="771">
                  <c:v>2.442639e-06</c:v>
                </c:pt>
                <c:pt idx="772">
                  <c:v>2.2822119e-06</c:v>
                </c:pt>
                <c:pt idx="773">
                  <c:v>2.1797364e-06</c:v>
                </c:pt>
                <c:pt idx="774">
                  <c:v>2.1152827e-06</c:v>
                </c:pt>
                <c:pt idx="775">
                  <c:v>2.0691247e-06</c:v>
                </c:pt>
                <c:pt idx="776">
                  <c:v>2.034871e-06</c:v>
                </c:pt>
                <c:pt idx="777">
                  <c:v>2.0091798e-06</c:v>
                </c:pt>
                <c:pt idx="778">
                  <c:v>1.9898124e-06</c:v>
                </c:pt>
                <c:pt idx="779">
                  <c:v>1.9750291e-06</c:v>
                </c:pt>
                <c:pt idx="780">
                  <c:v>1.9635098e-06</c:v>
                </c:pt>
                <c:pt idx="781">
                  <c:v>0.00012440261</c:v>
                </c:pt>
                <c:pt idx="782">
                  <c:v>5.0628722e-05</c:v>
                </c:pt>
                <c:pt idx="783">
                  <c:v>2.1490081e-05</c:v>
                </c:pt>
                <c:pt idx="784">
                  <c:v>9.9269782e-06</c:v>
                </c:pt>
                <c:pt idx="785">
                  <c:v>5.2868158e-06</c:v>
                </c:pt>
                <c:pt idx="786">
                  <c:v>3.472433e-06</c:v>
                </c:pt>
                <c:pt idx="787">
                  <c:v>2.7513295e-06</c:v>
                </c:pt>
                <c:pt idx="788">
                  <c:v>2.4370088e-06</c:v>
                </c:pt>
                <c:pt idx="789">
                  <c:v>2.2782685e-06</c:v>
                </c:pt>
                <c:pt idx="790">
                  <c:v>2.1772002e-06</c:v>
                </c:pt>
                <c:pt idx="791">
                  <c:v>2.113369e-06</c:v>
                </c:pt>
                <c:pt idx="792">
                  <c:v>2.067576e-06</c:v>
                </c:pt>
                <c:pt idx="793">
                  <c:v>2.0335959e-06</c:v>
                </c:pt>
                <c:pt idx="794">
                  <c:v>2.0081067e-06</c:v>
                </c:pt>
                <c:pt idx="795">
                  <c:v>1.988902e-06</c:v>
                </c:pt>
                <c:pt idx="796">
                  <c:v>1.9742486e-06</c:v>
                </c:pt>
                <c:pt idx="797">
                  <c:v>1.9628333e-06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Sheet1!$B$1601</c:f>
              <c:strCache>
                <c:ptCount val="1"/>
                <c:pt idx="0">
                  <c:v>y-velocity</c:v>
                </c:pt>
              </c:strCache>
            </c:strRef>
          </c:tx>
          <c:xVal>
            <c:numRef>
              <c:f>Sheet1!$A$1602:$A$2399</c:f>
              <c:numCache>
                <c:formatCode>General</c:formatCode>
                <c:ptCount val="798"/>
                <c:pt idx="0">
                  <c:v>64.0</c:v>
                </c:pt>
                <c:pt idx="1">
                  <c:v>128.0</c:v>
                </c:pt>
                <c:pt idx="2">
                  <c:v>192.0</c:v>
                </c:pt>
                <c:pt idx="3">
                  <c:v>256.0</c:v>
                </c:pt>
                <c:pt idx="4">
                  <c:v>320.0</c:v>
                </c:pt>
                <c:pt idx="5">
                  <c:v>384.0</c:v>
                </c:pt>
                <c:pt idx="6">
                  <c:v>448.0</c:v>
                </c:pt>
                <c:pt idx="7">
                  <c:v>512.0</c:v>
                </c:pt>
                <c:pt idx="8">
                  <c:v>576.0</c:v>
                </c:pt>
                <c:pt idx="9">
                  <c:v>640.0</c:v>
                </c:pt>
                <c:pt idx="10">
                  <c:v>704.0</c:v>
                </c:pt>
                <c:pt idx="11">
                  <c:v>768.0</c:v>
                </c:pt>
                <c:pt idx="12">
                  <c:v>832.0</c:v>
                </c:pt>
                <c:pt idx="13">
                  <c:v>896.0</c:v>
                </c:pt>
                <c:pt idx="14">
                  <c:v>960.0</c:v>
                </c:pt>
                <c:pt idx="15">
                  <c:v>1012.0</c:v>
                </c:pt>
                <c:pt idx="16">
                  <c:v>1044.0</c:v>
                </c:pt>
                <c:pt idx="17">
                  <c:v>1076.0</c:v>
                </c:pt>
                <c:pt idx="18">
                  <c:v>1108.0</c:v>
                </c:pt>
                <c:pt idx="19">
                  <c:v>1140.0</c:v>
                </c:pt>
                <c:pt idx="20">
                  <c:v>1172.0</c:v>
                </c:pt>
                <c:pt idx="21">
                  <c:v>1204.0</c:v>
                </c:pt>
                <c:pt idx="22">
                  <c:v>1236.0</c:v>
                </c:pt>
                <c:pt idx="23">
                  <c:v>1268.0</c:v>
                </c:pt>
                <c:pt idx="24">
                  <c:v>1300.0</c:v>
                </c:pt>
                <c:pt idx="25">
                  <c:v>1332.0</c:v>
                </c:pt>
                <c:pt idx="26">
                  <c:v>1364.0</c:v>
                </c:pt>
                <c:pt idx="27">
                  <c:v>1396.0</c:v>
                </c:pt>
                <c:pt idx="28">
                  <c:v>1428.0</c:v>
                </c:pt>
                <c:pt idx="29">
                  <c:v>1460.0</c:v>
                </c:pt>
                <c:pt idx="30">
                  <c:v>1492.0</c:v>
                </c:pt>
                <c:pt idx="31">
                  <c:v>1512.0</c:v>
                </c:pt>
                <c:pt idx="32">
                  <c:v>1528.0</c:v>
                </c:pt>
                <c:pt idx="33">
                  <c:v>1544.0</c:v>
                </c:pt>
                <c:pt idx="34">
                  <c:v>1560.0</c:v>
                </c:pt>
                <c:pt idx="35">
                  <c:v>1576.0</c:v>
                </c:pt>
                <c:pt idx="36">
                  <c:v>1592.0</c:v>
                </c:pt>
                <c:pt idx="37">
                  <c:v>1608.0</c:v>
                </c:pt>
                <c:pt idx="38">
                  <c:v>1624.0</c:v>
                </c:pt>
                <c:pt idx="39">
                  <c:v>1640.0</c:v>
                </c:pt>
                <c:pt idx="40">
                  <c:v>1656.0</c:v>
                </c:pt>
                <c:pt idx="41">
                  <c:v>1672.0</c:v>
                </c:pt>
                <c:pt idx="42">
                  <c:v>1688.0</c:v>
                </c:pt>
                <c:pt idx="43">
                  <c:v>1704.0</c:v>
                </c:pt>
                <c:pt idx="44">
                  <c:v>1720.0</c:v>
                </c:pt>
                <c:pt idx="45">
                  <c:v>1736.0</c:v>
                </c:pt>
                <c:pt idx="46">
                  <c:v>1752.0</c:v>
                </c:pt>
                <c:pt idx="47">
                  <c:v>1768.0</c:v>
                </c:pt>
                <c:pt idx="48">
                  <c:v>1784.0</c:v>
                </c:pt>
                <c:pt idx="49">
                  <c:v>1800.0</c:v>
                </c:pt>
                <c:pt idx="50">
                  <c:v>1816.0</c:v>
                </c:pt>
                <c:pt idx="51">
                  <c:v>1832.0</c:v>
                </c:pt>
                <c:pt idx="52">
                  <c:v>1848.0</c:v>
                </c:pt>
                <c:pt idx="53">
                  <c:v>1864.0</c:v>
                </c:pt>
                <c:pt idx="54">
                  <c:v>1880.0</c:v>
                </c:pt>
                <c:pt idx="55">
                  <c:v>1896.0</c:v>
                </c:pt>
                <c:pt idx="56">
                  <c:v>1912.0</c:v>
                </c:pt>
                <c:pt idx="57">
                  <c:v>1928.0</c:v>
                </c:pt>
                <c:pt idx="58">
                  <c:v>1944.0</c:v>
                </c:pt>
                <c:pt idx="59">
                  <c:v>1960.0</c:v>
                </c:pt>
                <c:pt idx="60">
                  <c:v>1976.0</c:v>
                </c:pt>
                <c:pt idx="61">
                  <c:v>1992.0</c:v>
                </c:pt>
                <c:pt idx="62">
                  <c:v>2004.0</c:v>
                </c:pt>
                <c:pt idx="63">
                  <c:v>2012.0</c:v>
                </c:pt>
                <c:pt idx="64">
                  <c:v>2020.0</c:v>
                </c:pt>
                <c:pt idx="65">
                  <c:v>2028.0</c:v>
                </c:pt>
                <c:pt idx="66">
                  <c:v>2036.0</c:v>
                </c:pt>
                <c:pt idx="67">
                  <c:v>2044.0</c:v>
                </c:pt>
                <c:pt idx="68">
                  <c:v>2052.0</c:v>
                </c:pt>
                <c:pt idx="69">
                  <c:v>2060.0</c:v>
                </c:pt>
                <c:pt idx="70">
                  <c:v>2068.0</c:v>
                </c:pt>
                <c:pt idx="71">
                  <c:v>2076.0</c:v>
                </c:pt>
                <c:pt idx="72">
                  <c:v>2084.0</c:v>
                </c:pt>
                <c:pt idx="73">
                  <c:v>2092.0</c:v>
                </c:pt>
                <c:pt idx="74">
                  <c:v>2100.0</c:v>
                </c:pt>
                <c:pt idx="75">
                  <c:v>2108.0</c:v>
                </c:pt>
                <c:pt idx="76">
                  <c:v>2116.0</c:v>
                </c:pt>
                <c:pt idx="77">
                  <c:v>2124.0</c:v>
                </c:pt>
                <c:pt idx="78">
                  <c:v>2132.0</c:v>
                </c:pt>
                <c:pt idx="79">
                  <c:v>2140.0</c:v>
                </c:pt>
                <c:pt idx="80">
                  <c:v>2148.0</c:v>
                </c:pt>
                <c:pt idx="81">
                  <c:v>2156.0</c:v>
                </c:pt>
                <c:pt idx="82">
                  <c:v>2164.0</c:v>
                </c:pt>
                <c:pt idx="83">
                  <c:v>2172.0</c:v>
                </c:pt>
                <c:pt idx="84">
                  <c:v>2180.0</c:v>
                </c:pt>
                <c:pt idx="85">
                  <c:v>2188.0</c:v>
                </c:pt>
                <c:pt idx="86">
                  <c:v>2196.0</c:v>
                </c:pt>
                <c:pt idx="87">
                  <c:v>2204.0</c:v>
                </c:pt>
                <c:pt idx="88">
                  <c:v>2212.0</c:v>
                </c:pt>
                <c:pt idx="89">
                  <c:v>2220.0</c:v>
                </c:pt>
                <c:pt idx="90">
                  <c:v>2228.0</c:v>
                </c:pt>
                <c:pt idx="91">
                  <c:v>2236.0</c:v>
                </c:pt>
                <c:pt idx="92">
                  <c:v>2244.0</c:v>
                </c:pt>
                <c:pt idx="93">
                  <c:v>2252.0</c:v>
                </c:pt>
                <c:pt idx="94">
                  <c:v>2260.0</c:v>
                </c:pt>
                <c:pt idx="95">
                  <c:v>2268.0</c:v>
                </c:pt>
                <c:pt idx="96">
                  <c:v>2276.0</c:v>
                </c:pt>
                <c:pt idx="97">
                  <c:v>2284.0</c:v>
                </c:pt>
                <c:pt idx="98">
                  <c:v>2292.0</c:v>
                </c:pt>
                <c:pt idx="99">
                  <c:v>2300.0</c:v>
                </c:pt>
                <c:pt idx="100">
                  <c:v>2308.0</c:v>
                </c:pt>
                <c:pt idx="101">
                  <c:v>2316.0</c:v>
                </c:pt>
                <c:pt idx="102">
                  <c:v>2324.0</c:v>
                </c:pt>
                <c:pt idx="103">
                  <c:v>2332.0</c:v>
                </c:pt>
                <c:pt idx="104">
                  <c:v>2340.0</c:v>
                </c:pt>
                <c:pt idx="105">
                  <c:v>2348.0</c:v>
                </c:pt>
                <c:pt idx="106">
                  <c:v>2356.0</c:v>
                </c:pt>
                <c:pt idx="107">
                  <c:v>2364.0</c:v>
                </c:pt>
                <c:pt idx="108">
                  <c:v>2372.0</c:v>
                </c:pt>
                <c:pt idx="109">
                  <c:v>2380.0</c:v>
                </c:pt>
                <c:pt idx="110">
                  <c:v>2388.0</c:v>
                </c:pt>
                <c:pt idx="111">
                  <c:v>2396.0</c:v>
                </c:pt>
                <c:pt idx="112">
                  <c:v>2404.0</c:v>
                </c:pt>
                <c:pt idx="113">
                  <c:v>2412.0</c:v>
                </c:pt>
                <c:pt idx="114">
                  <c:v>2420.0</c:v>
                </c:pt>
                <c:pt idx="115">
                  <c:v>2428.0</c:v>
                </c:pt>
                <c:pt idx="116">
                  <c:v>2436.0</c:v>
                </c:pt>
                <c:pt idx="117">
                  <c:v>2444.0</c:v>
                </c:pt>
                <c:pt idx="118">
                  <c:v>2452.0</c:v>
                </c:pt>
                <c:pt idx="119">
                  <c:v>2460.0</c:v>
                </c:pt>
                <c:pt idx="120">
                  <c:v>2468.0</c:v>
                </c:pt>
                <c:pt idx="121">
                  <c:v>2476.0</c:v>
                </c:pt>
                <c:pt idx="122">
                  <c:v>2484.0</c:v>
                </c:pt>
                <c:pt idx="123">
                  <c:v>2492.0</c:v>
                </c:pt>
                <c:pt idx="124">
                  <c:v>2500.0</c:v>
                </c:pt>
                <c:pt idx="125">
                  <c:v>2504.0</c:v>
                </c:pt>
                <c:pt idx="126">
                  <c:v>2508.0</c:v>
                </c:pt>
                <c:pt idx="127">
                  <c:v>2512.0</c:v>
                </c:pt>
                <c:pt idx="128">
                  <c:v>2516.0</c:v>
                </c:pt>
                <c:pt idx="129">
                  <c:v>2520.0</c:v>
                </c:pt>
                <c:pt idx="130">
                  <c:v>2524.0</c:v>
                </c:pt>
                <c:pt idx="131">
                  <c:v>2528.0</c:v>
                </c:pt>
                <c:pt idx="132">
                  <c:v>2532.0</c:v>
                </c:pt>
                <c:pt idx="133">
                  <c:v>2536.0</c:v>
                </c:pt>
                <c:pt idx="134">
                  <c:v>2540.0</c:v>
                </c:pt>
                <c:pt idx="135">
                  <c:v>2544.0</c:v>
                </c:pt>
                <c:pt idx="136">
                  <c:v>2548.0</c:v>
                </c:pt>
                <c:pt idx="137">
                  <c:v>2552.0</c:v>
                </c:pt>
                <c:pt idx="138">
                  <c:v>2556.0</c:v>
                </c:pt>
                <c:pt idx="139">
                  <c:v>2560.0</c:v>
                </c:pt>
                <c:pt idx="140">
                  <c:v>2564.0</c:v>
                </c:pt>
                <c:pt idx="141">
                  <c:v>2568.0</c:v>
                </c:pt>
                <c:pt idx="142">
                  <c:v>2572.0</c:v>
                </c:pt>
                <c:pt idx="143">
                  <c:v>2576.0</c:v>
                </c:pt>
                <c:pt idx="144">
                  <c:v>2580.0</c:v>
                </c:pt>
                <c:pt idx="145">
                  <c:v>2584.0</c:v>
                </c:pt>
                <c:pt idx="146">
                  <c:v>2588.0</c:v>
                </c:pt>
                <c:pt idx="147">
                  <c:v>2592.0</c:v>
                </c:pt>
                <c:pt idx="148">
                  <c:v>2596.0</c:v>
                </c:pt>
                <c:pt idx="149">
                  <c:v>2600.0</c:v>
                </c:pt>
                <c:pt idx="150">
                  <c:v>2604.0</c:v>
                </c:pt>
                <c:pt idx="151">
                  <c:v>2608.0</c:v>
                </c:pt>
                <c:pt idx="152">
                  <c:v>2612.0</c:v>
                </c:pt>
                <c:pt idx="153">
                  <c:v>2616.0</c:v>
                </c:pt>
                <c:pt idx="154">
                  <c:v>2620.0</c:v>
                </c:pt>
                <c:pt idx="155">
                  <c:v>2624.0</c:v>
                </c:pt>
                <c:pt idx="156">
                  <c:v>2628.0</c:v>
                </c:pt>
                <c:pt idx="157">
                  <c:v>2632.0</c:v>
                </c:pt>
                <c:pt idx="158">
                  <c:v>2636.0</c:v>
                </c:pt>
                <c:pt idx="159">
                  <c:v>2640.0</c:v>
                </c:pt>
                <c:pt idx="160">
                  <c:v>2644.0</c:v>
                </c:pt>
                <c:pt idx="161">
                  <c:v>2648.0</c:v>
                </c:pt>
                <c:pt idx="162">
                  <c:v>2652.0</c:v>
                </c:pt>
                <c:pt idx="163">
                  <c:v>2656.0</c:v>
                </c:pt>
                <c:pt idx="164">
                  <c:v>2660.0</c:v>
                </c:pt>
                <c:pt idx="165">
                  <c:v>2664.0</c:v>
                </c:pt>
                <c:pt idx="166">
                  <c:v>2668.0</c:v>
                </c:pt>
                <c:pt idx="167">
                  <c:v>2672.0</c:v>
                </c:pt>
                <c:pt idx="168">
                  <c:v>2676.0</c:v>
                </c:pt>
                <c:pt idx="169">
                  <c:v>2680.0</c:v>
                </c:pt>
                <c:pt idx="170">
                  <c:v>2684.0</c:v>
                </c:pt>
                <c:pt idx="171">
                  <c:v>2688.0</c:v>
                </c:pt>
                <c:pt idx="172">
                  <c:v>2692.0</c:v>
                </c:pt>
                <c:pt idx="173">
                  <c:v>2696.0</c:v>
                </c:pt>
                <c:pt idx="174">
                  <c:v>2700.0</c:v>
                </c:pt>
                <c:pt idx="175">
                  <c:v>2704.0</c:v>
                </c:pt>
                <c:pt idx="176">
                  <c:v>2708.0</c:v>
                </c:pt>
                <c:pt idx="177">
                  <c:v>2712.0</c:v>
                </c:pt>
                <c:pt idx="178">
                  <c:v>2716.0</c:v>
                </c:pt>
                <c:pt idx="179">
                  <c:v>2720.0</c:v>
                </c:pt>
                <c:pt idx="180">
                  <c:v>2724.0</c:v>
                </c:pt>
                <c:pt idx="181">
                  <c:v>2728.0</c:v>
                </c:pt>
                <c:pt idx="182">
                  <c:v>2732.0</c:v>
                </c:pt>
                <c:pt idx="183">
                  <c:v>2736.0</c:v>
                </c:pt>
                <c:pt idx="184">
                  <c:v>2740.0</c:v>
                </c:pt>
                <c:pt idx="185">
                  <c:v>2744.0</c:v>
                </c:pt>
                <c:pt idx="186">
                  <c:v>2748.0</c:v>
                </c:pt>
                <c:pt idx="187">
                  <c:v>2752.0</c:v>
                </c:pt>
                <c:pt idx="188">
                  <c:v>2756.0</c:v>
                </c:pt>
                <c:pt idx="189">
                  <c:v>2760.0</c:v>
                </c:pt>
                <c:pt idx="190">
                  <c:v>2764.0</c:v>
                </c:pt>
                <c:pt idx="191">
                  <c:v>2768.0</c:v>
                </c:pt>
                <c:pt idx="192">
                  <c:v>2772.0</c:v>
                </c:pt>
                <c:pt idx="193">
                  <c:v>2776.0</c:v>
                </c:pt>
                <c:pt idx="194">
                  <c:v>2780.0</c:v>
                </c:pt>
                <c:pt idx="195">
                  <c:v>2784.0</c:v>
                </c:pt>
                <c:pt idx="196">
                  <c:v>2788.0</c:v>
                </c:pt>
                <c:pt idx="197">
                  <c:v>2792.0</c:v>
                </c:pt>
                <c:pt idx="198">
                  <c:v>2796.0</c:v>
                </c:pt>
                <c:pt idx="199">
                  <c:v>2800.0</c:v>
                </c:pt>
                <c:pt idx="200">
                  <c:v>2804.0</c:v>
                </c:pt>
                <c:pt idx="201">
                  <c:v>2808.0</c:v>
                </c:pt>
                <c:pt idx="202">
                  <c:v>2812.0</c:v>
                </c:pt>
                <c:pt idx="203">
                  <c:v>2816.0</c:v>
                </c:pt>
                <c:pt idx="204">
                  <c:v>2820.0</c:v>
                </c:pt>
                <c:pt idx="205">
                  <c:v>2824.0</c:v>
                </c:pt>
                <c:pt idx="206">
                  <c:v>2828.0</c:v>
                </c:pt>
                <c:pt idx="207">
                  <c:v>2832.0</c:v>
                </c:pt>
                <c:pt idx="208">
                  <c:v>2836.0</c:v>
                </c:pt>
                <c:pt idx="209">
                  <c:v>2840.0</c:v>
                </c:pt>
                <c:pt idx="210">
                  <c:v>2844.0</c:v>
                </c:pt>
                <c:pt idx="211">
                  <c:v>2848.0</c:v>
                </c:pt>
                <c:pt idx="212">
                  <c:v>2852.0</c:v>
                </c:pt>
                <c:pt idx="213">
                  <c:v>2856.0</c:v>
                </c:pt>
                <c:pt idx="214">
                  <c:v>2860.0</c:v>
                </c:pt>
                <c:pt idx="215">
                  <c:v>2864.0</c:v>
                </c:pt>
                <c:pt idx="216">
                  <c:v>2868.0</c:v>
                </c:pt>
                <c:pt idx="217">
                  <c:v>2872.0</c:v>
                </c:pt>
                <c:pt idx="218">
                  <c:v>2876.0</c:v>
                </c:pt>
                <c:pt idx="219">
                  <c:v>2880.0</c:v>
                </c:pt>
                <c:pt idx="220">
                  <c:v>2884.0</c:v>
                </c:pt>
                <c:pt idx="221">
                  <c:v>2888.0</c:v>
                </c:pt>
                <c:pt idx="222">
                  <c:v>2892.0</c:v>
                </c:pt>
                <c:pt idx="223">
                  <c:v>2896.0</c:v>
                </c:pt>
                <c:pt idx="224">
                  <c:v>2900.0</c:v>
                </c:pt>
                <c:pt idx="225">
                  <c:v>2904.0</c:v>
                </c:pt>
                <c:pt idx="226">
                  <c:v>2908.0</c:v>
                </c:pt>
                <c:pt idx="227">
                  <c:v>2912.0</c:v>
                </c:pt>
                <c:pt idx="228">
                  <c:v>2916.0</c:v>
                </c:pt>
                <c:pt idx="229">
                  <c:v>2920.0</c:v>
                </c:pt>
                <c:pt idx="230">
                  <c:v>2924.0</c:v>
                </c:pt>
                <c:pt idx="231">
                  <c:v>2928.0</c:v>
                </c:pt>
                <c:pt idx="232">
                  <c:v>2932.0</c:v>
                </c:pt>
                <c:pt idx="233">
                  <c:v>2936.0</c:v>
                </c:pt>
                <c:pt idx="234">
                  <c:v>2940.0</c:v>
                </c:pt>
                <c:pt idx="235">
                  <c:v>2944.0</c:v>
                </c:pt>
                <c:pt idx="236">
                  <c:v>2948.0</c:v>
                </c:pt>
                <c:pt idx="237">
                  <c:v>2952.0</c:v>
                </c:pt>
                <c:pt idx="238">
                  <c:v>2956.0</c:v>
                </c:pt>
                <c:pt idx="239">
                  <c:v>2960.0</c:v>
                </c:pt>
                <c:pt idx="240">
                  <c:v>2964.0</c:v>
                </c:pt>
                <c:pt idx="241">
                  <c:v>2968.0</c:v>
                </c:pt>
                <c:pt idx="242">
                  <c:v>2972.0</c:v>
                </c:pt>
                <c:pt idx="243">
                  <c:v>2976.0</c:v>
                </c:pt>
                <c:pt idx="244">
                  <c:v>2980.0</c:v>
                </c:pt>
                <c:pt idx="245">
                  <c:v>2984.0</c:v>
                </c:pt>
                <c:pt idx="246">
                  <c:v>2988.0</c:v>
                </c:pt>
                <c:pt idx="247">
                  <c:v>2992.0</c:v>
                </c:pt>
                <c:pt idx="248">
                  <c:v>2996.0</c:v>
                </c:pt>
                <c:pt idx="249">
                  <c:v>3000.0</c:v>
                </c:pt>
                <c:pt idx="250">
                  <c:v>3002.0</c:v>
                </c:pt>
                <c:pt idx="251">
                  <c:v>3004.0</c:v>
                </c:pt>
                <c:pt idx="252">
                  <c:v>3006.0</c:v>
                </c:pt>
                <c:pt idx="253">
                  <c:v>3008.0</c:v>
                </c:pt>
                <c:pt idx="254">
                  <c:v>3010.0</c:v>
                </c:pt>
                <c:pt idx="255">
                  <c:v>3012.0</c:v>
                </c:pt>
                <c:pt idx="256">
                  <c:v>3014.0</c:v>
                </c:pt>
                <c:pt idx="257">
                  <c:v>3016.0</c:v>
                </c:pt>
                <c:pt idx="258">
                  <c:v>3018.0</c:v>
                </c:pt>
                <c:pt idx="259">
                  <c:v>3020.0</c:v>
                </c:pt>
                <c:pt idx="260">
                  <c:v>3022.0</c:v>
                </c:pt>
                <c:pt idx="261">
                  <c:v>3024.0</c:v>
                </c:pt>
                <c:pt idx="262">
                  <c:v>3026.0</c:v>
                </c:pt>
                <c:pt idx="263">
                  <c:v>3028.0</c:v>
                </c:pt>
                <c:pt idx="264">
                  <c:v>3030.0</c:v>
                </c:pt>
                <c:pt idx="265">
                  <c:v>3032.0</c:v>
                </c:pt>
                <c:pt idx="266">
                  <c:v>3034.0</c:v>
                </c:pt>
                <c:pt idx="267">
                  <c:v>3036.0</c:v>
                </c:pt>
                <c:pt idx="268">
                  <c:v>3038.0</c:v>
                </c:pt>
                <c:pt idx="269">
                  <c:v>3040.0</c:v>
                </c:pt>
                <c:pt idx="270">
                  <c:v>3042.0</c:v>
                </c:pt>
                <c:pt idx="271">
                  <c:v>3044.0</c:v>
                </c:pt>
                <c:pt idx="272">
                  <c:v>3046.0</c:v>
                </c:pt>
                <c:pt idx="273">
                  <c:v>3048.0</c:v>
                </c:pt>
                <c:pt idx="274">
                  <c:v>3050.0</c:v>
                </c:pt>
                <c:pt idx="275">
                  <c:v>3052.0</c:v>
                </c:pt>
                <c:pt idx="276">
                  <c:v>3054.0</c:v>
                </c:pt>
                <c:pt idx="277">
                  <c:v>3056.0</c:v>
                </c:pt>
                <c:pt idx="278">
                  <c:v>3058.0</c:v>
                </c:pt>
                <c:pt idx="279">
                  <c:v>3060.0</c:v>
                </c:pt>
                <c:pt idx="280">
                  <c:v>3062.0</c:v>
                </c:pt>
                <c:pt idx="281">
                  <c:v>3064.0</c:v>
                </c:pt>
                <c:pt idx="282">
                  <c:v>3066.0</c:v>
                </c:pt>
                <c:pt idx="283">
                  <c:v>3068.0</c:v>
                </c:pt>
                <c:pt idx="284">
                  <c:v>3070.0</c:v>
                </c:pt>
                <c:pt idx="285">
                  <c:v>3072.0</c:v>
                </c:pt>
                <c:pt idx="286">
                  <c:v>3074.0</c:v>
                </c:pt>
                <c:pt idx="287">
                  <c:v>3076.0</c:v>
                </c:pt>
                <c:pt idx="288">
                  <c:v>3078.0</c:v>
                </c:pt>
                <c:pt idx="289">
                  <c:v>3080.0</c:v>
                </c:pt>
                <c:pt idx="290">
                  <c:v>3082.0</c:v>
                </c:pt>
                <c:pt idx="291">
                  <c:v>3084.0</c:v>
                </c:pt>
                <c:pt idx="292">
                  <c:v>3086.0</c:v>
                </c:pt>
                <c:pt idx="293">
                  <c:v>3088.0</c:v>
                </c:pt>
                <c:pt idx="294">
                  <c:v>3090.0</c:v>
                </c:pt>
                <c:pt idx="295">
                  <c:v>3092.0</c:v>
                </c:pt>
                <c:pt idx="296">
                  <c:v>3094.0</c:v>
                </c:pt>
                <c:pt idx="297">
                  <c:v>3096.0</c:v>
                </c:pt>
                <c:pt idx="298">
                  <c:v>3098.0</c:v>
                </c:pt>
                <c:pt idx="299">
                  <c:v>3100.0</c:v>
                </c:pt>
                <c:pt idx="300">
                  <c:v>3102.0</c:v>
                </c:pt>
                <c:pt idx="301">
                  <c:v>3104.0</c:v>
                </c:pt>
                <c:pt idx="302">
                  <c:v>3106.0</c:v>
                </c:pt>
                <c:pt idx="303">
                  <c:v>3108.0</c:v>
                </c:pt>
                <c:pt idx="304">
                  <c:v>3110.0</c:v>
                </c:pt>
                <c:pt idx="305">
                  <c:v>3112.0</c:v>
                </c:pt>
                <c:pt idx="306">
                  <c:v>3114.0</c:v>
                </c:pt>
                <c:pt idx="307">
                  <c:v>3116.0</c:v>
                </c:pt>
                <c:pt idx="308">
                  <c:v>3118.0</c:v>
                </c:pt>
                <c:pt idx="309">
                  <c:v>3120.0</c:v>
                </c:pt>
                <c:pt idx="310">
                  <c:v>3122.0</c:v>
                </c:pt>
                <c:pt idx="311">
                  <c:v>3124.0</c:v>
                </c:pt>
                <c:pt idx="312">
                  <c:v>3126.0</c:v>
                </c:pt>
                <c:pt idx="313">
                  <c:v>3128.0</c:v>
                </c:pt>
                <c:pt idx="314">
                  <c:v>3130.0</c:v>
                </c:pt>
                <c:pt idx="315">
                  <c:v>3132.0</c:v>
                </c:pt>
                <c:pt idx="316">
                  <c:v>3134.0</c:v>
                </c:pt>
                <c:pt idx="317">
                  <c:v>3136.0</c:v>
                </c:pt>
                <c:pt idx="318">
                  <c:v>3138.0</c:v>
                </c:pt>
                <c:pt idx="319">
                  <c:v>3140.0</c:v>
                </c:pt>
                <c:pt idx="320">
                  <c:v>3142.0</c:v>
                </c:pt>
                <c:pt idx="321">
                  <c:v>3144.0</c:v>
                </c:pt>
                <c:pt idx="322">
                  <c:v>3146.0</c:v>
                </c:pt>
                <c:pt idx="323">
                  <c:v>3148.0</c:v>
                </c:pt>
                <c:pt idx="324">
                  <c:v>3150.0</c:v>
                </c:pt>
                <c:pt idx="325">
                  <c:v>3152.0</c:v>
                </c:pt>
                <c:pt idx="326">
                  <c:v>3154.0</c:v>
                </c:pt>
                <c:pt idx="327">
                  <c:v>3156.0</c:v>
                </c:pt>
                <c:pt idx="328">
                  <c:v>3158.0</c:v>
                </c:pt>
                <c:pt idx="329">
                  <c:v>3160.0</c:v>
                </c:pt>
                <c:pt idx="330">
                  <c:v>3162.0</c:v>
                </c:pt>
                <c:pt idx="331">
                  <c:v>3164.0</c:v>
                </c:pt>
                <c:pt idx="332">
                  <c:v>3166.0</c:v>
                </c:pt>
                <c:pt idx="333">
                  <c:v>3168.0</c:v>
                </c:pt>
                <c:pt idx="334">
                  <c:v>3170.0</c:v>
                </c:pt>
                <c:pt idx="335">
                  <c:v>3172.0</c:v>
                </c:pt>
                <c:pt idx="336">
                  <c:v>3174.0</c:v>
                </c:pt>
                <c:pt idx="337">
                  <c:v>3176.0</c:v>
                </c:pt>
                <c:pt idx="338">
                  <c:v>3178.0</c:v>
                </c:pt>
                <c:pt idx="339">
                  <c:v>3180.0</c:v>
                </c:pt>
                <c:pt idx="340">
                  <c:v>3182.0</c:v>
                </c:pt>
                <c:pt idx="341">
                  <c:v>3184.0</c:v>
                </c:pt>
                <c:pt idx="342">
                  <c:v>3186.0</c:v>
                </c:pt>
                <c:pt idx="343">
                  <c:v>3188.0</c:v>
                </c:pt>
                <c:pt idx="344">
                  <c:v>3190.0</c:v>
                </c:pt>
                <c:pt idx="345">
                  <c:v>3192.0</c:v>
                </c:pt>
                <c:pt idx="346">
                  <c:v>3194.0</c:v>
                </c:pt>
                <c:pt idx="347">
                  <c:v>3196.0</c:v>
                </c:pt>
                <c:pt idx="348">
                  <c:v>3198.0</c:v>
                </c:pt>
                <c:pt idx="349">
                  <c:v>3200.0</c:v>
                </c:pt>
                <c:pt idx="350">
                  <c:v>3202.0</c:v>
                </c:pt>
                <c:pt idx="351">
                  <c:v>3204.0</c:v>
                </c:pt>
                <c:pt idx="352">
                  <c:v>3206.0</c:v>
                </c:pt>
                <c:pt idx="353">
                  <c:v>3208.0</c:v>
                </c:pt>
                <c:pt idx="354">
                  <c:v>3210.0</c:v>
                </c:pt>
                <c:pt idx="355">
                  <c:v>3212.0</c:v>
                </c:pt>
                <c:pt idx="356">
                  <c:v>3214.0</c:v>
                </c:pt>
                <c:pt idx="357">
                  <c:v>3216.0</c:v>
                </c:pt>
                <c:pt idx="358">
                  <c:v>3218.0</c:v>
                </c:pt>
                <c:pt idx="359">
                  <c:v>3220.0</c:v>
                </c:pt>
                <c:pt idx="360">
                  <c:v>3222.0</c:v>
                </c:pt>
                <c:pt idx="361">
                  <c:v>3224.0</c:v>
                </c:pt>
                <c:pt idx="362">
                  <c:v>3226.0</c:v>
                </c:pt>
                <c:pt idx="363">
                  <c:v>3228.0</c:v>
                </c:pt>
                <c:pt idx="364">
                  <c:v>3230.0</c:v>
                </c:pt>
                <c:pt idx="365">
                  <c:v>3232.0</c:v>
                </c:pt>
                <c:pt idx="366">
                  <c:v>3234.0</c:v>
                </c:pt>
                <c:pt idx="367">
                  <c:v>3236.0</c:v>
                </c:pt>
                <c:pt idx="368">
                  <c:v>3238.0</c:v>
                </c:pt>
                <c:pt idx="369">
                  <c:v>3240.0</c:v>
                </c:pt>
                <c:pt idx="370">
                  <c:v>3242.0</c:v>
                </c:pt>
                <c:pt idx="371">
                  <c:v>3244.0</c:v>
                </c:pt>
                <c:pt idx="372">
                  <c:v>3246.0</c:v>
                </c:pt>
                <c:pt idx="373">
                  <c:v>3248.0</c:v>
                </c:pt>
                <c:pt idx="374">
                  <c:v>3250.0</c:v>
                </c:pt>
                <c:pt idx="375">
                  <c:v>3252.0</c:v>
                </c:pt>
                <c:pt idx="376">
                  <c:v>3254.0</c:v>
                </c:pt>
                <c:pt idx="377">
                  <c:v>3256.0</c:v>
                </c:pt>
                <c:pt idx="378">
                  <c:v>3258.0</c:v>
                </c:pt>
                <c:pt idx="379">
                  <c:v>3260.0</c:v>
                </c:pt>
                <c:pt idx="380">
                  <c:v>3262.0</c:v>
                </c:pt>
                <c:pt idx="381">
                  <c:v>3264.0</c:v>
                </c:pt>
                <c:pt idx="382">
                  <c:v>3266.0</c:v>
                </c:pt>
                <c:pt idx="383">
                  <c:v>3268.0</c:v>
                </c:pt>
                <c:pt idx="384">
                  <c:v>3270.0</c:v>
                </c:pt>
                <c:pt idx="385">
                  <c:v>3272.0</c:v>
                </c:pt>
                <c:pt idx="386">
                  <c:v>3274.0</c:v>
                </c:pt>
                <c:pt idx="387">
                  <c:v>3276.0</c:v>
                </c:pt>
                <c:pt idx="388">
                  <c:v>3278.0</c:v>
                </c:pt>
                <c:pt idx="389">
                  <c:v>3280.0</c:v>
                </c:pt>
                <c:pt idx="390">
                  <c:v>3282.0</c:v>
                </c:pt>
                <c:pt idx="391">
                  <c:v>3284.0</c:v>
                </c:pt>
                <c:pt idx="392">
                  <c:v>3286.0</c:v>
                </c:pt>
                <c:pt idx="393">
                  <c:v>3288.0</c:v>
                </c:pt>
                <c:pt idx="394">
                  <c:v>3290.0</c:v>
                </c:pt>
                <c:pt idx="395">
                  <c:v>3292.0</c:v>
                </c:pt>
                <c:pt idx="396">
                  <c:v>3294.0</c:v>
                </c:pt>
                <c:pt idx="397">
                  <c:v>3296.0</c:v>
                </c:pt>
                <c:pt idx="398">
                  <c:v>3298.0</c:v>
                </c:pt>
                <c:pt idx="399">
                  <c:v>3300.0</c:v>
                </c:pt>
                <c:pt idx="400">
                  <c:v>3302.0</c:v>
                </c:pt>
                <c:pt idx="401">
                  <c:v>3304.0</c:v>
                </c:pt>
                <c:pt idx="402">
                  <c:v>3306.0</c:v>
                </c:pt>
                <c:pt idx="403">
                  <c:v>3308.0</c:v>
                </c:pt>
                <c:pt idx="404">
                  <c:v>3310.0</c:v>
                </c:pt>
                <c:pt idx="405">
                  <c:v>3312.0</c:v>
                </c:pt>
                <c:pt idx="406">
                  <c:v>3314.0</c:v>
                </c:pt>
                <c:pt idx="407">
                  <c:v>3316.0</c:v>
                </c:pt>
                <c:pt idx="408">
                  <c:v>3318.0</c:v>
                </c:pt>
                <c:pt idx="409">
                  <c:v>3320.0</c:v>
                </c:pt>
                <c:pt idx="410">
                  <c:v>3322.0</c:v>
                </c:pt>
                <c:pt idx="411">
                  <c:v>3324.0</c:v>
                </c:pt>
                <c:pt idx="412">
                  <c:v>3326.0</c:v>
                </c:pt>
                <c:pt idx="413">
                  <c:v>3328.0</c:v>
                </c:pt>
                <c:pt idx="414">
                  <c:v>3330.0</c:v>
                </c:pt>
                <c:pt idx="415">
                  <c:v>3332.0</c:v>
                </c:pt>
                <c:pt idx="416">
                  <c:v>3334.0</c:v>
                </c:pt>
                <c:pt idx="417">
                  <c:v>3336.0</c:v>
                </c:pt>
                <c:pt idx="418">
                  <c:v>3338.0</c:v>
                </c:pt>
                <c:pt idx="419">
                  <c:v>3340.0</c:v>
                </c:pt>
                <c:pt idx="420">
                  <c:v>3342.0</c:v>
                </c:pt>
                <c:pt idx="421">
                  <c:v>3344.0</c:v>
                </c:pt>
                <c:pt idx="422">
                  <c:v>3346.0</c:v>
                </c:pt>
                <c:pt idx="423">
                  <c:v>3348.0</c:v>
                </c:pt>
                <c:pt idx="424">
                  <c:v>3350.0</c:v>
                </c:pt>
                <c:pt idx="425">
                  <c:v>3352.0</c:v>
                </c:pt>
                <c:pt idx="426">
                  <c:v>3354.0</c:v>
                </c:pt>
                <c:pt idx="427">
                  <c:v>3356.0</c:v>
                </c:pt>
                <c:pt idx="428">
                  <c:v>3358.0</c:v>
                </c:pt>
                <c:pt idx="429">
                  <c:v>3360.0</c:v>
                </c:pt>
                <c:pt idx="430">
                  <c:v>3362.0</c:v>
                </c:pt>
                <c:pt idx="431">
                  <c:v>3364.0</c:v>
                </c:pt>
                <c:pt idx="432">
                  <c:v>3366.0</c:v>
                </c:pt>
                <c:pt idx="433">
                  <c:v>3368.0</c:v>
                </c:pt>
                <c:pt idx="434">
                  <c:v>3370.0</c:v>
                </c:pt>
                <c:pt idx="435">
                  <c:v>3372.0</c:v>
                </c:pt>
                <c:pt idx="436">
                  <c:v>3374.0</c:v>
                </c:pt>
                <c:pt idx="437">
                  <c:v>3376.0</c:v>
                </c:pt>
                <c:pt idx="438">
                  <c:v>3378.0</c:v>
                </c:pt>
                <c:pt idx="439">
                  <c:v>3380.0</c:v>
                </c:pt>
                <c:pt idx="440">
                  <c:v>3382.0</c:v>
                </c:pt>
                <c:pt idx="441">
                  <c:v>3384.0</c:v>
                </c:pt>
                <c:pt idx="442">
                  <c:v>3386.0</c:v>
                </c:pt>
                <c:pt idx="443">
                  <c:v>3388.0</c:v>
                </c:pt>
                <c:pt idx="444">
                  <c:v>3390.0</c:v>
                </c:pt>
                <c:pt idx="445">
                  <c:v>3392.0</c:v>
                </c:pt>
                <c:pt idx="446">
                  <c:v>3394.0</c:v>
                </c:pt>
                <c:pt idx="447">
                  <c:v>3396.0</c:v>
                </c:pt>
                <c:pt idx="448">
                  <c:v>3398.0</c:v>
                </c:pt>
                <c:pt idx="449">
                  <c:v>3400.0</c:v>
                </c:pt>
                <c:pt idx="450">
                  <c:v>3402.0</c:v>
                </c:pt>
                <c:pt idx="451">
                  <c:v>3404.0</c:v>
                </c:pt>
                <c:pt idx="452">
                  <c:v>3406.0</c:v>
                </c:pt>
                <c:pt idx="453">
                  <c:v>3408.0</c:v>
                </c:pt>
                <c:pt idx="454">
                  <c:v>3410.0</c:v>
                </c:pt>
                <c:pt idx="455">
                  <c:v>3412.0</c:v>
                </c:pt>
                <c:pt idx="456">
                  <c:v>3414.0</c:v>
                </c:pt>
                <c:pt idx="457">
                  <c:v>3416.0</c:v>
                </c:pt>
                <c:pt idx="458">
                  <c:v>3418.0</c:v>
                </c:pt>
                <c:pt idx="459">
                  <c:v>3420.0</c:v>
                </c:pt>
                <c:pt idx="460">
                  <c:v>3422.0</c:v>
                </c:pt>
                <c:pt idx="461">
                  <c:v>3424.0</c:v>
                </c:pt>
                <c:pt idx="462">
                  <c:v>3426.0</c:v>
                </c:pt>
                <c:pt idx="463">
                  <c:v>3428.0</c:v>
                </c:pt>
                <c:pt idx="464">
                  <c:v>3430.0</c:v>
                </c:pt>
                <c:pt idx="465">
                  <c:v>3432.0</c:v>
                </c:pt>
                <c:pt idx="466">
                  <c:v>3434.0</c:v>
                </c:pt>
                <c:pt idx="467">
                  <c:v>3436.0</c:v>
                </c:pt>
                <c:pt idx="468">
                  <c:v>3438.0</c:v>
                </c:pt>
                <c:pt idx="469">
                  <c:v>3440.0</c:v>
                </c:pt>
                <c:pt idx="470">
                  <c:v>3442.0</c:v>
                </c:pt>
                <c:pt idx="471">
                  <c:v>3444.0</c:v>
                </c:pt>
                <c:pt idx="472">
                  <c:v>3446.0</c:v>
                </c:pt>
                <c:pt idx="473">
                  <c:v>3448.0</c:v>
                </c:pt>
                <c:pt idx="474">
                  <c:v>3450.0</c:v>
                </c:pt>
                <c:pt idx="475">
                  <c:v>3452.0</c:v>
                </c:pt>
                <c:pt idx="476">
                  <c:v>3454.0</c:v>
                </c:pt>
                <c:pt idx="477">
                  <c:v>3456.0</c:v>
                </c:pt>
                <c:pt idx="478">
                  <c:v>3458.0</c:v>
                </c:pt>
                <c:pt idx="479">
                  <c:v>3460.0</c:v>
                </c:pt>
                <c:pt idx="480">
                  <c:v>3462.0</c:v>
                </c:pt>
                <c:pt idx="481">
                  <c:v>3464.0</c:v>
                </c:pt>
                <c:pt idx="482">
                  <c:v>3466.0</c:v>
                </c:pt>
                <c:pt idx="483">
                  <c:v>3468.0</c:v>
                </c:pt>
                <c:pt idx="484">
                  <c:v>3470.0</c:v>
                </c:pt>
                <c:pt idx="485">
                  <c:v>3472.0</c:v>
                </c:pt>
                <c:pt idx="486">
                  <c:v>3474.0</c:v>
                </c:pt>
                <c:pt idx="487">
                  <c:v>3476.0</c:v>
                </c:pt>
                <c:pt idx="488">
                  <c:v>3478.0</c:v>
                </c:pt>
                <c:pt idx="489">
                  <c:v>3480.0</c:v>
                </c:pt>
                <c:pt idx="490">
                  <c:v>3482.0</c:v>
                </c:pt>
                <c:pt idx="491">
                  <c:v>3484.0</c:v>
                </c:pt>
                <c:pt idx="492">
                  <c:v>3486.0</c:v>
                </c:pt>
                <c:pt idx="493">
                  <c:v>3488.0</c:v>
                </c:pt>
                <c:pt idx="494">
                  <c:v>3490.0</c:v>
                </c:pt>
                <c:pt idx="495">
                  <c:v>3492.0</c:v>
                </c:pt>
                <c:pt idx="496">
                  <c:v>3494.0</c:v>
                </c:pt>
                <c:pt idx="497">
                  <c:v>3496.0</c:v>
                </c:pt>
                <c:pt idx="498">
                  <c:v>3498.0</c:v>
                </c:pt>
                <c:pt idx="499">
                  <c:v>3500.0</c:v>
                </c:pt>
                <c:pt idx="500">
                  <c:v>3501.0</c:v>
                </c:pt>
                <c:pt idx="501">
                  <c:v>3502.0</c:v>
                </c:pt>
                <c:pt idx="502">
                  <c:v>3503.0</c:v>
                </c:pt>
                <c:pt idx="503">
                  <c:v>3504.0</c:v>
                </c:pt>
                <c:pt idx="504">
                  <c:v>3505.0</c:v>
                </c:pt>
                <c:pt idx="505">
                  <c:v>3506.0</c:v>
                </c:pt>
                <c:pt idx="506">
                  <c:v>3507.0</c:v>
                </c:pt>
                <c:pt idx="507">
                  <c:v>3508.0</c:v>
                </c:pt>
                <c:pt idx="508">
                  <c:v>3509.0</c:v>
                </c:pt>
                <c:pt idx="509">
                  <c:v>3510.0</c:v>
                </c:pt>
                <c:pt idx="510">
                  <c:v>3511.0</c:v>
                </c:pt>
                <c:pt idx="511">
                  <c:v>3512.0</c:v>
                </c:pt>
                <c:pt idx="512">
                  <c:v>3513.0</c:v>
                </c:pt>
                <c:pt idx="513">
                  <c:v>3514.0</c:v>
                </c:pt>
                <c:pt idx="514">
                  <c:v>3515.0</c:v>
                </c:pt>
                <c:pt idx="515">
                  <c:v>3516.0</c:v>
                </c:pt>
                <c:pt idx="516">
                  <c:v>3517.0</c:v>
                </c:pt>
                <c:pt idx="517">
                  <c:v>3518.0</c:v>
                </c:pt>
                <c:pt idx="518">
                  <c:v>3519.0</c:v>
                </c:pt>
                <c:pt idx="519">
                  <c:v>3520.0</c:v>
                </c:pt>
                <c:pt idx="520">
                  <c:v>3521.0</c:v>
                </c:pt>
                <c:pt idx="521">
                  <c:v>3522.0</c:v>
                </c:pt>
                <c:pt idx="522">
                  <c:v>3523.0</c:v>
                </c:pt>
                <c:pt idx="523">
                  <c:v>3524.0</c:v>
                </c:pt>
                <c:pt idx="524">
                  <c:v>3525.0</c:v>
                </c:pt>
                <c:pt idx="525">
                  <c:v>3526.0</c:v>
                </c:pt>
                <c:pt idx="526">
                  <c:v>3527.0</c:v>
                </c:pt>
                <c:pt idx="527">
                  <c:v>3528.0</c:v>
                </c:pt>
                <c:pt idx="528">
                  <c:v>3529.0</c:v>
                </c:pt>
                <c:pt idx="529">
                  <c:v>3530.0</c:v>
                </c:pt>
                <c:pt idx="530">
                  <c:v>3531.0</c:v>
                </c:pt>
                <c:pt idx="531">
                  <c:v>3532.0</c:v>
                </c:pt>
                <c:pt idx="532">
                  <c:v>3533.0</c:v>
                </c:pt>
                <c:pt idx="533">
                  <c:v>3534.0</c:v>
                </c:pt>
                <c:pt idx="534">
                  <c:v>3535.0</c:v>
                </c:pt>
                <c:pt idx="535">
                  <c:v>3536.0</c:v>
                </c:pt>
                <c:pt idx="536">
                  <c:v>3537.0</c:v>
                </c:pt>
                <c:pt idx="537">
                  <c:v>3538.0</c:v>
                </c:pt>
                <c:pt idx="538">
                  <c:v>3539.0</c:v>
                </c:pt>
                <c:pt idx="539">
                  <c:v>3540.0</c:v>
                </c:pt>
                <c:pt idx="540">
                  <c:v>3541.0</c:v>
                </c:pt>
                <c:pt idx="541">
                  <c:v>3542.0</c:v>
                </c:pt>
                <c:pt idx="542">
                  <c:v>3543.0</c:v>
                </c:pt>
                <c:pt idx="543">
                  <c:v>3544.0</c:v>
                </c:pt>
                <c:pt idx="544">
                  <c:v>3545.0</c:v>
                </c:pt>
                <c:pt idx="545">
                  <c:v>3546.0</c:v>
                </c:pt>
                <c:pt idx="546">
                  <c:v>3547.0</c:v>
                </c:pt>
                <c:pt idx="547">
                  <c:v>3548.0</c:v>
                </c:pt>
                <c:pt idx="548">
                  <c:v>3549.0</c:v>
                </c:pt>
                <c:pt idx="549">
                  <c:v>3550.0</c:v>
                </c:pt>
                <c:pt idx="550">
                  <c:v>3551.0</c:v>
                </c:pt>
                <c:pt idx="551">
                  <c:v>3552.0</c:v>
                </c:pt>
                <c:pt idx="552">
                  <c:v>3553.0</c:v>
                </c:pt>
                <c:pt idx="553">
                  <c:v>3554.0</c:v>
                </c:pt>
                <c:pt idx="554">
                  <c:v>3555.0</c:v>
                </c:pt>
                <c:pt idx="555">
                  <c:v>3556.0</c:v>
                </c:pt>
                <c:pt idx="556">
                  <c:v>3557.0</c:v>
                </c:pt>
                <c:pt idx="557">
                  <c:v>3558.0</c:v>
                </c:pt>
                <c:pt idx="558">
                  <c:v>3559.0</c:v>
                </c:pt>
                <c:pt idx="559">
                  <c:v>3560.0</c:v>
                </c:pt>
                <c:pt idx="560">
                  <c:v>3561.0</c:v>
                </c:pt>
                <c:pt idx="561">
                  <c:v>3562.0</c:v>
                </c:pt>
                <c:pt idx="562">
                  <c:v>3563.0</c:v>
                </c:pt>
                <c:pt idx="563">
                  <c:v>3564.0</c:v>
                </c:pt>
                <c:pt idx="564">
                  <c:v>3565.0</c:v>
                </c:pt>
                <c:pt idx="565">
                  <c:v>3566.0</c:v>
                </c:pt>
                <c:pt idx="566">
                  <c:v>3567.0</c:v>
                </c:pt>
                <c:pt idx="567">
                  <c:v>3568.0</c:v>
                </c:pt>
                <c:pt idx="568">
                  <c:v>3569.0</c:v>
                </c:pt>
                <c:pt idx="569">
                  <c:v>3570.0</c:v>
                </c:pt>
                <c:pt idx="570">
                  <c:v>3571.0</c:v>
                </c:pt>
                <c:pt idx="571">
                  <c:v>3572.0</c:v>
                </c:pt>
                <c:pt idx="572">
                  <c:v>3573.0</c:v>
                </c:pt>
                <c:pt idx="573">
                  <c:v>3574.0</c:v>
                </c:pt>
                <c:pt idx="574">
                  <c:v>3575.0</c:v>
                </c:pt>
                <c:pt idx="575">
                  <c:v>3576.0</c:v>
                </c:pt>
                <c:pt idx="576">
                  <c:v>3577.0</c:v>
                </c:pt>
                <c:pt idx="577">
                  <c:v>3578.0</c:v>
                </c:pt>
                <c:pt idx="578">
                  <c:v>3579.0</c:v>
                </c:pt>
                <c:pt idx="579">
                  <c:v>3580.0</c:v>
                </c:pt>
                <c:pt idx="580">
                  <c:v>3581.0</c:v>
                </c:pt>
                <c:pt idx="581">
                  <c:v>3582.0</c:v>
                </c:pt>
                <c:pt idx="582">
                  <c:v>3583.0</c:v>
                </c:pt>
                <c:pt idx="583">
                  <c:v>3584.0</c:v>
                </c:pt>
                <c:pt idx="584">
                  <c:v>3585.0</c:v>
                </c:pt>
                <c:pt idx="585">
                  <c:v>3586.0</c:v>
                </c:pt>
                <c:pt idx="586">
                  <c:v>3587.0</c:v>
                </c:pt>
                <c:pt idx="587">
                  <c:v>3588.0</c:v>
                </c:pt>
                <c:pt idx="588">
                  <c:v>3589.0</c:v>
                </c:pt>
                <c:pt idx="589">
                  <c:v>3590.0</c:v>
                </c:pt>
                <c:pt idx="590">
                  <c:v>3591.0</c:v>
                </c:pt>
                <c:pt idx="591">
                  <c:v>3592.0</c:v>
                </c:pt>
                <c:pt idx="592">
                  <c:v>3593.0</c:v>
                </c:pt>
                <c:pt idx="593">
                  <c:v>3594.0</c:v>
                </c:pt>
                <c:pt idx="594">
                  <c:v>3595.0</c:v>
                </c:pt>
                <c:pt idx="595">
                  <c:v>3596.0</c:v>
                </c:pt>
                <c:pt idx="596">
                  <c:v>3597.0</c:v>
                </c:pt>
                <c:pt idx="597">
                  <c:v>3598.0</c:v>
                </c:pt>
                <c:pt idx="598">
                  <c:v>3599.0</c:v>
                </c:pt>
                <c:pt idx="599">
                  <c:v>3600.0</c:v>
                </c:pt>
                <c:pt idx="600">
                  <c:v>3601.0</c:v>
                </c:pt>
                <c:pt idx="601">
                  <c:v>3602.0</c:v>
                </c:pt>
                <c:pt idx="602">
                  <c:v>3603.0</c:v>
                </c:pt>
                <c:pt idx="603">
                  <c:v>3604.0</c:v>
                </c:pt>
                <c:pt idx="604">
                  <c:v>3605.0</c:v>
                </c:pt>
                <c:pt idx="605">
                  <c:v>3606.0</c:v>
                </c:pt>
                <c:pt idx="606">
                  <c:v>3607.0</c:v>
                </c:pt>
                <c:pt idx="607">
                  <c:v>3608.0</c:v>
                </c:pt>
                <c:pt idx="608">
                  <c:v>3609.0</c:v>
                </c:pt>
                <c:pt idx="609">
                  <c:v>3610.0</c:v>
                </c:pt>
                <c:pt idx="610">
                  <c:v>3611.0</c:v>
                </c:pt>
                <c:pt idx="611">
                  <c:v>3612.0</c:v>
                </c:pt>
                <c:pt idx="612">
                  <c:v>3613.0</c:v>
                </c:pt>
                <c:pt idx="613">
                  <c:v>3614.0</c:v>
                </c:pt>
                <c:pt idx="614">
                  <c:v>3615.0</c:v>
                </c:pt>
                <c:pt idx="615">
                  <c:v>3616.0</c:v>
                </c:pt>
                <c:pt idx="616">
                  <c:v>3617.0</c:v>
                </c:pt>
                <c:pt idx="617">
                  <c:v>3618.0</c:v>
                </c:pt>
                <c:pt idx="618">
                  <c:v>3619.0</c:v>
                </c:pt>
                <c:pt idx="619">
                  <c:v>3620.0</c:v>
                </c:pt>
                <c:pt idx="620">
                  <c:v>3621.0</c:v>
                </c:pt>
                <c:pt idx="621">
                  <c:v>3622.0</c:v>
                </c:pt>
                <c:pt idx="622">
                  <c:v>3623.0</c:v>
                </c:pt>
                <c:pt idx="623">
                  <c:v>3624.0</c:v>
                </c:pt>
                <c:pt idx="624">
                  <c:v>3625.0</c:v>
                </c:pt>
                <c:pt idx="625">
                  <c:v>3626.0</c:v>
                </c:pt>
                <c:pt idx="626">
                  <c:v>3627.0</c:v>
                </c:pt>
                <c:pt idx="627">
                  <c:v>3628.0</c:v>
                </c:pt>
                <c:pt idx="628">
                  <c:v>3629.0</c:v>
                </c:pt>
                <c:pt idx="629">
                  <c:v>3630.0</c:v>
                </c:pt>
                <c:pt idx="630">
                  <c:v>3631.0</c:v>
                </c:pt>
                <c:pt idx="631">
                  <c:v>3632.0</c:v>
                </c:pt>
                <c:pt idx="632">
                  <c:v>3633.0</c:v>
                </c:pt>
                <c:pt idx="633">
                  <c:v>3634.0</c:v>
                </c:pt>
                <c:pt idx="634">
                  <c:v>3635.0</c:v>
                </c:pt>
                <c:pt idx="635">
                  <c:v>3636.0</c:v>
                </c:pt>
                <c:pt idx="636">
                  <c:v>3637.0</c:v>
                </c:pt>
                <c:pt idx="637">
                  <c:v>3638.0</c:v>
                </c:pt>
                <c:pt idx="638">
                  <c:v>3639.0</c:v>
                </c:pt>
                <c:pt idx="639">
                  <c:v>3640.0</c:v>
                </c:pt>
                <c:pt idx="640">
                  <c:v>3641.0</c:v>
                </c:pt>
                <c:pt idx="641">
                  <c:v>3642.0</c:v>
                </c:pt>
                <c:pt idx="642">
                  <c:v>3643.0</c:v>
                </c:pt>
                <c:pt idx="643">
                  <c:v>3644.0</c:v>
                </c:pt>
                <c:pt idx="644">
                  <c:v>3645.0</c:v>
                </c:pt>
                <c:pt idx="645">
                  <c:v>3646.0</c:v>
                </c:pt>
                <c:pt idx="646">
                  <c:v>3647.0</c:v>
                </c:pt>
                <c:pt idx="647">
                  <c:v>3648.0</c:v>
                </c:pt>
                <c:pt idx="648">
                  <c:v>3649.0</c:v>
                </c:pt>
                <c:pt idx="649">
                  <c:v>3650.0</c:v>
                </c:pt>
                <c:pt idx="650">
                  <c:v>3651.0</c:v>
                </c:pt>
                <c:pt idx="651">
                  <c:v>3652.0</c:v>
                </c:pt>
                <c:pt idx="652">
                  <c:v>3653.0</c:v>
                </c:pt>
                <c:pt idx="653">
                  <c:v>3654.0</c:v>
                </c:pt>
                <c:pt idx="654">
                  <c:v>3655.0</c:v>
                </c:pt>
                <c:pt idx="655">
                  <c:v>3656.0</c:v>
                </c:pt>
                <c:pt idx="656">
                  <c:v>3657.0</c:v>
                </c:pt>
                <c:pt idx="657">
                  <c:v>3658.0</c:v>
                </c:pt>
                <c:pt idx="658">
                  <c:v>3659.0</c:v>
                </c:pt>
                <c:pt idx="659">
                  <c:v>3660.0</c:v>
                </c:pt>
                <c:pt idx="660">
                  <c:v>3661.0</c:v>
                </c:pt>
                <c:pt idx="661">
                  <c:v>3662.0</c:v>
                </c:pt>
                <c:pt idx="662">
                  <c:v>3663.0</c:v>
                </c:pt>
                <c:pt idx="663">
                  <c:v>3664.0</c:v>
                </c:pt>
                <c:pt idx="664">
                  <c:v>3665.0</c:v>
                </c:pt>
                <c:pt idx="665">
                  <c:v>3666.0</c:v>
                </c:pt>
                <c:pt idx="666">
                  <c:v>3667.0</c:v>
                </c:pt>
                <c:pt idx="667">
                  <c:v>3668.0</c:v>
                </c:pt>
                <c:pt idx="668">
                  <c:v>3669.0</c:v>
                </c:pt>
                <c:pt idx="669">
                  <c:v>3670.0</c:v>
                </c:pt>
                <c:pt idx="670">
                  <c:v>3671.0</c:v>
                </c:pt>
                <c:pt idx="671">
                  <c:v>3672.0</c:v>
                </c:pt>
                <c:pt idx="672">
                  <c:v>3673.0</c:v>
                </c:pt>
                <c:pt idx="673">
                  <c:v>3674.0</c:v>
                </c:pt>
                <c:pt idx="674">
                  <c:v>3675.0</c:v>
                </c:pt>
                <c:pt idx="675">
                  <c:v>3676.0</c:v>
                </c:pt>
                <c:pt idx="676">
                  <c:v>3677.0</c:v>
                </c:pt>
                <c:pt idx="677">
                  <c:v>3678.0</c:v>
                </c:pt>
                <c:pt idx="678">
                  <c:v>3679.0</c:v>
                </c:pt>
                <c:pt idx="679">
                  <c:v>3680.0</c:v>
                </c:pt>
                <c:pt idx="680">
                  <c:v>3681.0</c:v>
                </c:pt>
                <c:pt idx="681">
                  <c:v>3682.0</c:v>
                </c:pt>
                <c:pt idx="682">
                  <c:v>3683.0</c:v>
                </c:pt>
                <c:pt idx="683">
                  <c:v>3684.0</c:v>
                </c:pt>
                <c:pt idx="684">
                  <c:v>3685.0</c:v>
                </c:pt>
                <c:pt idx="685">
                  <c:v>3686.0</c:v>
                </c:pt>
                <c:pt idx="686">
                  <c:v>3687.0</c:v>
                </c:pt>
                <c:pt idx="687">
                  <c:v>3688.0</c:v>
                </c:pt>
                <c:pt idx="688">
                  <c:v>3689.0</c:v>
                </c:pt>
                <c:pt idx="689">
                  <c:v>3690.0</c:v>
                </c:pt>
                <c:pt idx="690">
                  <c:v>3691.0</c:v>
                </c:pt>
                <c:pt idx="691">
                  <c:v>3692.0</c:v>
                </c:pt>
                <c:pt idx="692">
                  <c:v>3693.0</c:v>
                </c:pt>
                <c:pt idx="693">
                  <c:v>3694.0</c:v>
                </c:pt>
                <c:pt idx="694">
                  <c:v>3695.0</c:v>
                </c:pt>
                <c:pt idx="695">
                  <c:v>3696.0</c:v>
                </c:pt>
                <c:pt idx="696">
                  <c:v>3697.0</c:v>
                </c:pt>
                <c:pt idx="697">
                  <c:v>3698.0</c:v>
                </c:pt>
                <c:pt idx="698">
                  <c:v>3699.0</c:v>
                </c:pt>
                <c:pt idx="699">
                  <c:v>3700.0</c:v>
                </c:pt>
                <c:pt idx="700">
                  <c:v>3701.0</c:v>
                </c:pt>
                <c:pt idx="701">
                  <c:v>3702.0</c:v>
                </c:pt>
                <c:pt idx="702">
                  <c:v>3703.0</c:v>
                </c:pt>
                <c:pt idx="703">
                  <c:v>3704.0</c:v>
                </c:pt>
                <c:pt idx="704">
                  <c:v>3705.0</c:v>
                </c:pt>
                <c:pt idx="705">
                  <c:v>3706.0</c:v>
                </c:pt>
                <c:pt idx="706">
                  <c:v>3707.0</c:v>
                </c:pt>
                <c:pt idx="707">
                  <c:v>3708.0</c:v>
                </c:pt>
                <c:pt idx="708">
                  <c:v>3709.0</c:v>
                </c:pt>
                <c:pt idx="709">
                  <c:v>3710.0</c:v>
                </c:pt>
                <c:pt idx="710">
                  <c:v>3711.0</c:v>
                </c:pt>
                <c:pt idx="711">
                  <c:v>3712.0</c:v>
                </c:pt>
                <c:pt idx="712">
                  <c:v>3713.0</c:v>
                </c:pt>
                <c:pt idx="713">
                  <c:v>3714.0</c:v>
                </c:pt>
                <c:pt idx="714">
                  <c:v>3715.0</c:v>
                </c:pt>
                <c:pt idx="715">
                  <c:v>3716.0</c:v>
                </c:pt>
                <c:pt idx="716">
                  <c:v>3717.0</c:v>
                </c:pt>
                <c:pt idx="717">
                  <c:v>3718.0</c:v>
                </c:pt>
                <c:pt idx="718">
                  <c:v>3719.0</c:v>
                </c:pt>
                <c:pt idx="719">
                  <c:v>3720.0</c:v>
                </c:pt>
                <c:pt idx="720">
                  <c:v>3721.0</c:v>
                </c:pt>
                <c:pt idx="721">
                  <c:v>3722.0</c:v>
                </c:pt>
                <c:pt idx="722">
                  <c:v>3723.0</c:v>
                </c:pt>
                <c:pt idx="723">
                  <c:v>3724.0</c:v>
                </c:pt>
                <c:pt idx="724">
                  <c:v>3725.0</c:v>
                </c:pt>
                <c:pt idx="725">
                  <c:v>3726.0</c:v>
                </c:pt>
                <c:pt idx="726">
                  <c:v>3727.0</c:v>
                </c:pt>
                <c:pt idx="727">
                  <c:v>3728.0</c:v>
                </c:pt>
                <c:pt idx="728">
                  <c:v>3729.0</c:v>
                </c:pt>
                <c:pt idx="729">
                  <c:v>3730.0</c:v>
                </c:pt>
                <c:pt idx="730">
                  <c:v>3731.0</c:v>
                </c:pt>
                <c:pt idx="731">
                  <c:v>3732.0</c:v>
                </c:pt>
                <c:pt idx="732">
                  <c:v>3733.0</c:v>
                </c:pt>
                <c:pt idx="733">
                  <c:v>3734.0</c:v>
                </c:pt>
                <c:pt idx="734">
                  <c:v>3735.0</c:v>
                </c:pt>
                <c:pt idx="735">
                  <c:v>3736.0</c:v>
                </c:pt>
                <c:pt idx="736">
                  <c:v>3737.0</c:v>
                </c:pt>
                <c:pt idx="737">
                  <c:v>3738.0</c:v>
                </c:pt>
                <c:pt idx="738">
                  <c:v>3739.0</c:v>
                </c:pt>
                <c:pt idx="739">
                  <c:v>3740.0</c:v>
                </c:pt>
                <c:pt idx="740">
                  <c:v>3741.0</c:v>
                </c:pt>
                <c:pt idx="741">
                  <c:v>3742.0</c:v>
                </c:pt>
                <c:pt idx="742">
                  <c:v>3743.0</c:v>
                </c:pt>
                <c:pt idx="743">
                  <c:v>3744.0</c:v>
                </c:pt>
                <c:pt idx="744">
                  <c:v>3745.0</c:v>
                </c:pt>
                <c:pt idx="745">
                  <c:v>3746.0</c:v>
                </c:pt>
                <c:pt idx="746">
                  <c:v>3747.0</c:v>
                </c:pt>
                <c:pt idx="747">
                  <c:v>3748.0</c:v>
                </c:pt>
                <c:pt idx="748">
                  <c:v>3749.0</c:v>
                </c:pt>
                <c:pt idx="749">
                  <c:v>3750.0</c:v>
                </c:pt>
                <c:pt idx="750">
                  <c:v>3751.0</c:v>
                </c:pt>
                <c:pt idx="751">
                  <c:v>3752.0</c:v>
                </c:pt>
                <c:pt idx="752">
                  <c:v>3753.0</c:v>
                </c:pt>
                <c:pt idx="753">
                  <c:v>3754.0</c:v>
                </c:pt>
                <c:pt idx="754">
                  <c:v>3755.0</c:v>
                </c:pt>
                <c:pt idx="755">
                  <c:v>3756.0</c:v>
                </c:pt>
                <c:pt idx="756">
                  <c:v>3757.0</c:v>
                </c:pt>
                <c:pt idx="757">
                  <c:v>3758.0</c:v>
                </c:pt>
                <c:pt idx="758">
                  <c:v>3759.0</c:v>
                </c:pt>
                <c:pt idx="759">
                  <c:v>3760.0</c:v>
                </c:pt>
                <c:pt idx="760">
                  <c:v>3761.0</c:v>
                </c:pt>
                <c:pt idx="761">
                  <c:v>3762.0</c:v>
                </c:pt>
                <c:pt idx="762">
                  <c:v>3763.0</c:v>
                </c:pt>
                <c:pt idx="763">
                  <c:v>3764.0</c:v>
                </c:pt>
                <c:pt idx="764">
                  <c:v>3765.0</c:v>
                </c:pt>
                <c:pt idx="765">
                  <c:v>3766.0</c:v>
                </c:pt>
                <c:pt idx="766">
                  <c:v>3767.0</c:v>
                </c:pt>
                <c:pt idx="767">
                  <c:v>3768.0</c:v>
                </c:pt>
                <c:pt idx="768">
                  <c:v>3769.0</c:v>
                </c:pt>
                <c:pt idx="769">
                  <c:v>3770.0</c:v>
                </c:pt>
                <c:pt idx="770">
                  <c:v>3771.0</c:v>
                </c:pt>
                <c:pt idx="771">
                  <c:v>3772.0</c:v>
                </c:pt>
                <c:pt idx="772">
                  <c:v>3773.0</c:v>
                </c:pt>
                <c:pt idx="773">
                  <c:v>3774.0</c:v>
                </c:pt>
                <c:pt idx="774">
                  <c:v>3775.0</c:v>
                </c:pt>
                <c:pt idx="775">
                  <c:v>3776.0</c:v>
                </c:pt>
                <c:pt idx="776">
                  <c:v>3777.0</c:v>
                </c:pt>
                <c:pt idx="777">
                  <c:v>3778.0</c:v>
                </c:pt>
                <c:pt idx="778">
                  <c:v>3779.0</c:v>
                </c:pt>
                <c:pt idx="779">
                  <c:v>3780.0</c:v>
                </c:pt>
                <c:pt idx="780">
                  <c:v>3781.0</c:v>
                </c:pt>
                <c:pt idx="781">
                  <c:v>3782.0</c:v>
                </c:pt>
                <c:pt idx="782">
                  <c:v>3783.0</c:v>
                </c:pt>
                <c:pt idx="783">
                  <c:v>3784.0</c:v>
                </c:pt>
                <c:pt idx="784">
                  <c:v>3785.0</c:v>
                </c:pt>
                <c:pt idx="785">
                  <c:v>3786.0</c:v>
                </c:pt>
                <c:pt idx="786">
                  <c:v>3787.0</c:v>
                </c:pt>
                <c:pt idx="787">
                  <c:v>3788.0</c:v>
                </c:pt>
                <c:pt idx="788">
                  <c:v>3789.0</c:v>
                </c:pt>
                <c:pt idx="789">
                  <c:v>3790.0</c:v>
                </c:pt>
                <c:pt idx="790">
                  <c:v>3791.0</c:v>
                </c:pt>
                <c:pt idx="791">
                  <c:v>3792.0</c:v>
                </c:pt>
                <c:pt idx="792">
                  <c:v>3793.0</c:v>
                </c:pt>
                <c:pt idx="793">
                  <c:v>3794.0</c:v>
                </c:pt>
                <c:pt idx="794">
                  <c:v>3795.0</c:v>
                </c:pt>
                <c:pt idx="795">
                  <c:v>3796.0</c:v>
                </c:pt>
                <c:pt idx="796">
                  <c:v>3797.0</c:v>
                </c:pt>
                <c:pt idx="797">
                  <c:v>3798.0</c:v>
                </c:pt>
              </c:numCache>
            </c:numRef>
          </c:xVal>
          <c:yVal>
            <c:numRef>
              <c:f>Sheet1!$B$1602:$B$2399</c:f>
              <c:numCache>
                <c:formatCode>General</c:formatCode>
                <c:ptCount val="798"/>
                <c:pt idx="0">
                  <c:v>6.3575574e-06</c:v>
                </c:pt>
                <c:pt idx="1">
                  <c:v>1.0231958e-06</c:v>
                </c:pt>
                <c:pt idx="2">
                  <c:v>2.0405879e-07</c:v>
                </c:pt>
                <c:pt idx="3">
                  <c:v>1.1957012e-05</c:v>
                </c:pt>
                <c:pt idx="4">
                  <c:v>1.1553379e-06</c:v>
                </c:pt>
                <c:pt idx="5">
                  <c:v>1.8011263e-07</c:v>
                </c:pt>
                <c:pt idx="6">
                  <c:v>3.2656706e-06</c:v>
                </c:pt>
                <c:pt idx="7">
                  <c:v>2.819453e-07</c:v>
                </c:pt>
                <c:pt idx="8">
                  <c:v>2.7250126e-06</c:v>
                </c:pt>
                <c:pt idx="9">
                  <c:v>1.698181e-07</c:v>
                </c:pt>
                <c:pt idx="10">
                  <c:v>6.5088001e-07</c:v>
                </c:pt>
                <c:pt idx="11">
                  <c:v>4.3339722e-06</c:v>
                </c:pt>
                <c:pt idx="12">
                  <c:v>1.180188e-07</c:v>
                </c:pt>
                <c:pt idx="13">
                  <c:v>2.4202626e-07</c:v>
                </c:pt>
                <c:pt idx="14">
                  <c:v>3.9804051e-07</c:v>
                </c:pt>
                <c:pt idx="15">
                  <c:v>7.1304474e-06</c:v>
                </c:pt>
                <c:pt idx="16">
                  <c:v>1.1881329e-05</c:v>
                </c:pt>
                <c:pt idx="17">
                  <c:v>1.1442313e-05</c:v>
                </c:pt>
                <c:pt idx="18">
                  <c:v>1.1011954e-05</c:v>
                </c:pt>
                <c:pt idx="19">
                  <c:v>1.0648316e-05</c:v>
                </c:pt>
                <c:pt idx="20">
                  <c:v>5.8411058e-06</c:v>
                </c:pt>
                <c:pt idx="21">
                  <c:v>3.6680568e-06</c:v>
                </c:pt>
                <c:pt idx="22">
                  <c:v>1.9249458e-06</c:v>
                </c:pt>
                <c:pt idx="23">
                  <c:v>1.1519773e-06</c:v>
                </c:pt>
                <c:pt idx="24">
                  <c:v>7.2403828e-07</c:v>
                </c:pt>
                <c:pt idx="25">
                  <c:v>4.1128018e-07</c:v>
                </c:pt>
                <c:pt idx="26">
                  <c:v>2.5887721e-07</c:v>
                </c:pt>
                <c:pt idx="27">
                  <c:v>1.577439e-07</c:v>
                </c:pt>
                <c:pt idx="28">
                  <c:v>1.0220139e-07</c:v>
                </c:pt>
                <c:pt idx="29">
                  <c:v>3.1960502e-05</c:v>
                </c:pt>
                <c:pt idx="30">
                  <c:v>2.7614469e-06</c:v>
                </c:pt>
                <c:pt idx="31">
                  <c:v>9.1413682e-08</c:v>
                </c:pt>
                <c:pt idx="32">
                  <c:v>3.1757954e-07</c:v>
                </c:pt>
                <c:pt idx="33">
                  <c:v>7.2354854e-06</c:v>
                </c:pt>
                <c:pt idx="34">
                  <c:v>1.5867625e-07</c:v>
                </c:pt>
                <c:pt idx="35">
                  <c:v>1.0091579e-06</c:v>
                </c:pt>
                <c:pt idx="36">
                  <c:v>9.1139906e-08</c:v>
                </c:pt>
                <c:pt idx="37">
                  <c:v>3.4029326e-07</c:v>
                </c:pt>
                <c:pt idx="38">
                  <c:v>6.7539059e-06</c:v>
                </c:pt>
                <c:pt idx="39">
                  <c:v>1.4523841e-07</c:v>
                </c:pt>
                <c:pt idx="40">
                  <c:v>7.2618972e-07</c:v>
                </c:pt>
                <c:pt idx="41">
                  <c:v>7.6293618e-08</c:v>
                </c:pt>
                <c:pt idx="42">
                  <c:v>2.2942643e-07</c:v>
                </c:pt>
                <c:pt idx="43">
                  <c:v>2.2397051e-06</c:v>
                </c:pt>
                <c:pt idx="44">
                  <c:v>1.0696428e-07</c:v>
                </c:pt>
                <c:pt idx="45">
                  <c:v>4.2615191e-07</c:v>
                </c:pt>
                <c:pt idx="46">
                  <c:v>2.6208183e-05</c:v>
                </c:pt>
                <c:pt idx="47">
                  <c:v>1.5980546e-07</c:v>
                </c:pt>
                <c:pt idx="48">
                  <c:v>8.1374461e-07</c:v>
                </c:pt>
                <c:pt idx="49">
                  <c:v>7.3325507e-08</c:v>
                </c:pt>
                <c:pt idx="50">
                  <c:v>1.9925519e-07</c:v>
                </c:pt>
                <c:pt idx="51">
                  <c:v>1.3803528e-06</c:v>
                </c:pt>
                <c:pt idx="52">
                  <c:v>8.4720199e-08</c:v>
                </c:pt>
                <c:pt idx="53">
                  <c:v>2.6066011e-07</c:v>
                </c:pt>
                <c:pt idx="54">
                  <c:v>3.0092348e-06</c:v>
                </c:pt>
                <c:pt idx="55">
                  <c:v>9.9828238e-08</c:v>
                </c:pt>
                <c:pt idx="56">
                  <c:v>3.6085867e-07</c:v>
                </c:pt>
                <c:pt idx="57">
                  <c:v>5.3054093e-06</c:v>
                </c:pt>
                <c:pt idx="58">
                  <c:v>1.0673179e-07</c:v>
                </c:pt>
                <c:pt idx="59">
                  <c:v>3.4739493e-07</c:v>
                </c:pt>
                <c:pt idx="60">
                  <c:v>5.114609e-06</c:v>
                </c:pt>
                <c:pt idx="61">
                  <c:v>1.0230606e-07</c:v>
                </c:pt>
                <c:pt idx="62">
                  <c:v>8.900493e-07</c:v>
                </c:pt>
                <c:pt idx="63">
                  <c:v>1.6691595e-07</c:v>
                </c:pt>
                <c:pt idx="64">
                  <c:v>6.5402657e-08</c:v>
                </c:pt>
                <c:pt idx="65">
                  <c:v>8.6772439e-07</c:v>
                </c:pt>
                <c:pt idx="66">
                  <c:v>1.6289587e-07</c:v>
                </c:pt>
                <c:pt idx="67">
                  <c:v>6.3979223e-08</c:v>
                </c:pt>
                <c:pt idx="68">
                  <c:v>8.4261399e-07</c:v>
                </c:pt>
                <c:pt idx="69">
                  <c:v>1.5919543e-07</c:v>
                </c:pt>
                <c:pt idx="70">
                  <c:v>6.2613936e-08</c:v>
                </c:pt>
                <c:pt idx="71">
                  <c:v>8.2390677e-07</c:v>
                </c:pt>
                <c:pt idx="72">
                  <c:v>1.5558618e-07</c:v>
                </c:pt>
                <c:pt idx="73">
                  <c:v>6.1249211e-08</c:v>
                </c:pt>
                <c:pt idx="74">
                  <c:v>8.0742692e-07</c:v>
                </c:pt>
                <c:pt idx="75">
                  <c:v>1.5226568e-07</c:v>
                </c:pt>
                <c:pt idx="76">
                  <c:v>4.8338386e-05</c:v>
                </c:pt>
                <c:pt idx="77">
                  <c:v>6.001419e-07</c:v>
                </c:pt>
                <c:pt idx="78">
                  <c:v>1.3012718e-07</c:v>
                </c:pt>
                <c:pt idx="79">
                  <c:v>2.0427829e-05</c:v>
                </c:pt>
                <c:pt idx="80">
                  <c:v>4.5746269e-07</c:v>
                </c:pt>
                <c:pt idx="81">
                  <c:v>1.1216913e-07</c:v>
                </c:pt>
                <c:pt idx="82">
                  <c:v>9.1211557e-06</c:v>
                </c:pt>
                <c:pt idx="83">
                  <c:v>3.5167942e-07</c:v>
                </c:pt>
                <c:pt idx="84">
                  <c:v>9.7383148e-08</c:v>
                </c:pt>
                <c:pt idx="85">
                  <c:v>4.3929581e-06</c:v>
                </c:pt>
                <c:pt idx="86">
                  <c:v>2.8027865e-07</c:v>
                </c:pt>
                <c:pt idx="87">
                  <c:v>8.502708e-08</c:v>
                </c:pt>
                <c:pt idx="88">
                  <c:v>2.3192427e-06</c:v>
                </c:pt>
                <c:pt idx="89">
                  <c:v>2.2688943e-07</c:v>
                </c:pt>
                <c:pt idx="90">
                  <c:v>7.4653398e-08</c:v>
                </c:pt>
                <c:pt idx="91">
                  <c:v>1.4451155e-06</c:v>
                </c:pt>
                <c:pt idx="92">
                  <c:v>1.8652444e-07</c:v>
                </c:pt>
                <c:pt idx="93">
                  <c:v>6.5830472e-08</c:v>
                </c:pt>
                <c:pt idx="94">
                  <c:v>9.7854326e-07</c:v>
                </c:pt>
                <c:pt idx="95">
                  <c:v>1.5598098e-07</c:v>
                </c:pt>
                <c:pt idx="96">
                  <c:v>5.8276458e-08</c:v>
                </c:pt>
                <c:pt idx="97">
                  <c:v>6.9668625e-07</c:v>
                </c:pt>
                <c:pt idx="98">
                  <c:v>1.31543e-07</c:v>
                </c:pt>
                <c:pt idx="99">
                  <c:v>4.3771446e-05</c:v>
                </c:pt>
                <c:pt idx="100">
                  <c:v>5.2115555e-07</c:v>
                </c:pt>
                <c:pt idx="101">
                  <c:v>1.1200465e-07</c:v>
                </c:pt>
                <c:pt idx="102">
                  <c:v>8.2980575e-06</c:v>
                </c:pt>
                <c:pt idx="103">
                  <c:v>3.1128371e-07</c:v>
                </c:pt>
                <c:pt idx="104">
                  <c:v>8.5574731e-08</c:v>
                </c:pt>
                <c:pt idx="105">
                  <c:v>2.1502592e-06</c:v>
                </c:pt>
                <c:pt idx="106">
                  <c:v>2.0390562e-07</c:v>
                </c:pt>
                <c:pt idx="107">
                  <c:v>6.697905e-08</c:v>
                </c:pt>
                <c:pt idx="108">
                  <c:v>9.1401151e-07</c:v>
                </c:pt>
                <c:pt idx="109">
                  <c:v>1.4256281e-07</c:v>
                </c:pt>
                <c:pt idx="110">
                  <c:v>4.1792652e-05</c:v>
                </c:pt>
                <c:pt idx="111">
                  <c:v>4.8708931e-07</c:v>
                </c:pt>
                <c:pt idx="112">
                  <c:v>1.0488831e-07</c:v>
                </c:pt>
                <c:pt idx="113">
                  <c:v>7.8729157e-06</c:v>
                </c:pt>
                <c:pt idx="114">
                  <c:v>2.8944531e-07</c:v>
                </c:pt>
                <c:pt idx="115">
                  <c:v>7.9586713e-08</c:v>
                </c:pt>
                <c:pt idx="116">
                  <c:v>2.0186246e-06</c:v>
                </c:pt>
                <c:pt idx="117">
                  <c:v>1.9016105e-07</c:v>
                </c:pt>
                <c:pt idx="118">
                  <c:v>6.2266357e-08</c:v>
                </c:pt>
                <c:pt idx="119">
                  <c:v>8.6060764e-07</c:v>
                </c:pt>
                <c:pt idx="120">
                  <c:v>1.3269367e-07</c:v>
                </c:pt>
                <c:pt idx="121">
                  <c:v>3.9848368e-05</c:v>
                </c:pt>
                <c:pt idx="122">
                  <c:v>4.5893363e-07</c:v>
                </c:pt>
                <c:pt idx="123">
                  <c:v>9.7038972e-08</c:v>
                </c:pt>
                <c:pt idx="124">
                  <c:v>7.4546685e-06</c:v>
                </c:pt>
                <c:pt idx="125">
                  <c:v>8.3189653e-07</c:v>
                </c:pt>
                <c:pt idx="126">
                  <c:v>2.7124264e-07</c:v>
                </c:pt>
                <c:pt idx="127">
                  <c:v>1.2762044e-07</c:v>
                </c:pt>
                <c:pt idx="128">
                  <c:v>7.3851239e-08</c:v>
                </c:pt>
                <c:pt idx="129">
                  <c:v>3.8910387e-05</c:v>
                </c:pt>
                <c:pt idx="130">
                  <c:v>1.9037168e-06</c:v>
                </c:pt>
                <c:pt idx="131">
                  <c:v>4.4292591e-07</c:v>
                </c:pt>
                <c:pt idx="132">
                  <c:v>1.7673019e-07</c:v>
                </c:pt>
                <c:pt idx="133">
                  <c:v>9.3475144e-08</c:v>
                </c:pt>
                <c:pt idx="134">
                  <c:v>5.7672672e-08</c:v>
                </c:pt>
                <c:pt idx="135">
                  <c:v>3.5042415e-06</c:v>
                </c:pt>
                <c:pt idx="136">
                  <c:v>5.8092775e-07</c:v>
                </c:pt>
                <c:pt idx="137">
                  <c:v>2.1200113e-07</c:v>
                </c:pt>
                <c:pt idx="138">
                  <c:v>1.0616397e-07</c:v>
                </c:pt>
                <c:pt idx="139">
                  <c:v>6.3596925e-08</c:v>
                </c:pt>
                <c:pt idx="140">
                  <c:v>7.169929e-06</c:v>
                </c:pt>
                <c:pt idx="141">
                  <c:v>7.9369777e-07</c:v>
                </c:pt>
                <c:pt idx="142">
                  <c:v>2.5845586e-07</c:v>
                </c:pt>
                <c:pt idx="143">
                  <c:v>1.2173533e-07</c:v>
                </c:pt>
                <c:pt idx="144">
                  <c:v>7.0393932e-08</c:v>
                </c:pt>
                <c:pt idx="145">
                  <c:v>1.586789e-05</c:v>
                </c:pt>
                <c:pt idx="146">
                  <c:v>1.1474335e-06</c:v>
                </c:pt>
                <c:pt idx="147">
                  <c:v>3.2646648e-07</c:v>
                </c:pt>
                <c:pt idx="148">
                  <c:v>1.4175101e-07</c:v>
                </c:pt>
                <c:pt idx="149">
                  <c:v>7.8559207e-08</c:v>
                </c:pt>
                <c:pt idx="150">
                  <c:v>3.7146786e-05</c:v>
                </c:pt>
                <c:pt idx="151">
                  <c:v>1.8054797e-06</c:v>
                </c:pt>
                <c:pt idx="152">
                  <c:v>4.1758968e-07</c:v>
                </c:pt>
                <c:pt idx="153">
                  <c:v>1.6711782e-07</c:v>
                </c:pt>
                <c:pt idx="154">
                  <c:v>8.8184082e-08</c:v>
                </c:pt>
                <c:pt idx="155">
                  <c:v>5.4260471e-08</c:v>
                </c:pt>
                <c:pt idx="156">
                  <c:v>3.3273594e-06</c:v>
                </c:pt>
                <c:pt idx="157">
                  <c:v>5.5115043e-07</c:v>
                </c:pt>
                <c:pt idx="158">
                  <c:v>1.9978952e-07</c:v>
                </c:pt>
                <c:pt idx="159">
                  <c:v>9.9798713e-08</c:v>
                </c:pt>
                <c:pt idx="160">
                  <c:v>5.9633024e-08</c:v>
                </c:pt>
                <c:pt idx="161">
                  <c:v>6.8137506e-06</c:v>
                </c:pt>
                <c:pt idx="162">
                  <c:v>7.5030244e-07</c:v>
                </c:pt>
                <c:pt idx="163">
                  <c:v>2.429194e-07</c:v>
                </c:pt>
                <c:pt idx="164">
                  <c:v>1.1414735e-07</c:v>
                </c:pt>
                <c:pt idx="165">
                  <c:v>6.585491e-08</c:v>
                </c:pt>
                <c:pt idx="166">
                  <c:v>1.5110783e-05</c:v>
                </c:pt>
                <c:pt idx="167">
                  <c:v>1.0892882e-06</c:v>
                </c:pt>
                <c:pt idx="168">
                  <c:v>3.0726694e-07</c:v>
                </c:pt>
                <c:pt idx="169">
                  <c:v>1.3269749e-07</c:v>
                </c:pt>
                <c:pt idx="170">
                  <c:v>7.3324631e-08</c:v>
                </c:pt>
                <c:pt idx="171">
                  <c:v>3.5450507e-05</c:v>
                </c:pt>
                <c:pt idx="172">
                  <c:v>1.7039695e-06</c:v>
                </c:pt>
                <c:pt idx="173">
                  <c:v>3.9444337e-07</c:v>
                </c:pt>
                <c:pt idx="174">
                  <c:v>1.5654362e-07</c:v>
                </c:pt>
                <c:pt idx="175">
                  <c:v>8.2402146e-08</c:v>
                </c:pt>
                <c:pt idx="176">
                  <c:v>5.0597215e-08</c:v>
                </c:pt>
                <c:pt idx="177">
                  <c:v>3.1552998e-06</c:v>
                </c:pt>
                <c:pt idx="178">
                  <c:v>5.1542136e-07</c:v>
                </c:pt>
                <c:pt idx="179">
                  <c:v>1.8644742e-07</c:v>
                </c:pt>
                <c:pt idx="180">
                  <c:v>9.3050247e-08</c:v>
                </c:pt>
                <c:pt idx="181">
                  <c:v>5.5511522e-08</c:v>
                </c:pt>
                <c:pt idx="182">
                  <c:v>6.4745088e-06</c:v>
                </c:pt>
                <c:pt idx="183">
                  <c:v>7.0377827e-07</c:v>
                </c:pt>
                <c:pt idx="184">
                  <c:v>2.2690592e-07</c:v>
                </c:pt>
                <c:pt idx="185">
                  <c:v>1.0654499e-07</c:v>
                </c:pt>
                <c:pt idx="186">
                  <c:v>6.1355119e-08</c:v>
                </c:pt>
                <c:pt idx="187">
                  <c:v>1.4387833e-05</c:v>
                </c:pt>
                <c:pt idx="188">
                  <c:v>1.023433e-06</c:v>
                </c:pt>
                <c:pt idx="189">
                  <c:v>2.8718032e-07</c:v>
                </c:pt>
                <c:pt idx="190">
                  <c:v>1.237768e-07</c:v>
                </c:pt>
                <c:pt idx="191">
                  <c:v>6.8339991e-08</c:v>
                </c:pt>
                <c:pt idx="192">
                  <c:v>3.3820682e-05</c:v>
                </c:pt>
                <c:pt idx="193">
                  <c:v>1.6021155e-06</c:v>
                </c:pt>
                <c:pt idx="194">
                  <c:v>3.6782306e-07</c:v>
                </c:pt>
                <c:pt idx="195">
                  <c:v>1.4558977e-07</c:v>
                </c:pt>
                <c:pt idx="196">
                  <c:v>7.6652572e-08</c:v>
                </c:pt>
                <c:pt idx="197">
                  <c:v>3.3438733e-05</c:v>
                </c:pt>
                <c:pt idx="198">
                  <c:v>1.5768326e-06</c:v>
                </c:pt>
                <c:pt idx="199">
                  <c:v>3.6121901e-07</c:v>
                </c:pt>
                <c:pt idx="200">
                  <c:v>1.43283e-07</c:v>
                </c:pt>
                <c:pt idx="201">
                  <c:v>7.5600651e-08</c:v>
                </c:pt>
                <c:pt idx="202">
                  <c:v>3.3062521e-05</c:v>
                </c:pt>
                <c:pt idx="203">
                  <c:v>1.5530413e-06</c:v>
                </c:pt>
                <c:pt idx="204">
                  <c:v>3.5723064e-07</c:v>
                </c:pt>
                <c:pt idx="205">
                  <c:v>1.4169469e-07</c:v>
                </c:pt>
                <c:pt idx="206">
                  <c:v>7.4738067e-08</c:v>
                </c:pt>
                <c:pt idx="207">
                  <c:v>3.2700837e-05</c:v>
                </c:pt>
                <c:pt idx="208">
                  <c:v>1.5370586e-06</c:v>
                </c:pt>
                <c:pt idx="209">
                  <c:v>3.536168e-07</c:v>
                </c:pt>
                <c:pt idx="210">
                  <c:v>1.4019339e-07</c:v>
                </c:pt>
                <c:pt idx="211">
                  <c:v>7.3785465e-08</c:v>
                </c:pt>
                <c:pt idx="212">
                  <c:v>3.2345071e-05</c:v>
                </c:pt>
                <c:pt idx="213">
                  <c:v>1.5197064e-06</c:v>
                </c:pt>
                <c:pt idx="214">
                  <c:v>3.4938235e-07</c:v>
                </c:pt>
                <c:pt idx="215">
                  <c:v>1.3817599e-07</c:v>
                </c:pt>
                <c:pt idx="216">
                  <c:v>7.270213e-08</c:v>
                </c:pt>
                <c:pt idx="217">
                  <c:v>3.1988183e-05</c:v>
                </c:pt>
                <c:pt idx="218">
                  <c:v>1.4981924e-06</c:v>
                </c:pt>
                <c:pt idx="219">
                  <c:v>3.4403181e-07</c:v>
                </c:pt>
                <c:pt idx="220">
                  <c:v>1.3604821e-07</c:v>
                </c:pt>
                <c:pt idx="221">
                  <c:v>7.1537203e-08</c:v>
                </c:pt>
                <c:pt idx="222">
                  <c:v>3.1629288e-05</c:v>
                </c:pt>
                <c:pt idx="223">
                  <c:v>1.4791605e-06</c:v>
                </c:pt>
                <c:pt idx="224">
                  <c:v>3.3889438e-07</c:v>
                </c:pt>
                <c:pt idx="225">
                  <c:v>1.3409128e-07</c:v>
                </c:pt>
                <c:pt idx="226">
                  <c:v>7.0314788e-08</c:v>
                </c:pt>
                <c:pt idx="227">
                  <c:v>3.1270487e-05</c:v>
                </c:pt>
                <c:pt idx="228">
                  <c:v>1.4605438e-06</c:v>
                </c:pt>
                <c:pt idx="229">
                  <c:v>3.3458882e-07</c:v>
                </c:pt>
                <c:pt idx="230">
                  <c:v>1.3251498e-07</c:v>
                </c:pt>
                <c:pt idx="231">
                  <c:v>6.942619e-08</c:v>
                </c:pt>
                <c:pt idx="232">
                  <c:v>3.0905685e-05</c:v>
                </c:pt>
                <c:pt idx="233">
                  <c:v>1.4395585e-06</c:v>
                </c:pt>
                <c:pt idx="234">
                  <c:v>3.3099143e-07</c:v>
                </c:pt>
                <c:pt idx="235">
                  <c:v>1.3102333e-07</c:v>
                </c:pt>
                <c:pt idx="236">
                  <c:v>6.8543559e-08</c:v>
                </c:pt>
                <c:pt idx="237">
                  <c:v>3.0539277e-05</c:v>
                </c:pt>
                <c:pt idx="238">
                  <c:v>1.4199198e-06</c:v>
                </c:pt>
                <c:pt idx="239">
                  <c:v>3.2638048e-07</c:v>
                </c:pt>
                <c:pt idx="240">
                  <c:v>1.2930509e-07</c:v>
                </c:pt>
                <c:pt idx="241">
                  <c:v>6.7655967e-08</c:v>
                </c:pt>
                <c:pt idx="242">
                  <c:v>3.0177908e-05</c:v>
                </c:pt>
                <c:pt idx="243">
                  <c:v>1.3992806e-06</c:v>
                </c:pt>
                <c:pt idx="244">
                  <c:v>3.2154313e-07</c:v>
                </c:pt>
                <c:pt idx="245">
                  <c:v>1.2769285e-07</c:v>
                </c:pt>
                <c:pt idx="246">
                  <c:v>6.6768819e-08</c:v>
                </c:pt>
                <c:pt idx="247">
                  <c:v>2.9813549e-05</c:v>
                </c:pt>
                <c:pt idx="248">
                  <c:v>1.3778429e-06</c:v>
                </c:pt>
                <c:pt idx="249">
                  <c:v>3.1648534e-07</c:v>
                </c:pt>
                <c:pt idx="250">
                  <c:v>1.8948798e-07</c:v>
                </c:pt>
                <c:pt idx="251">
                  <c:v>1.2560416e-07</c:v>
                </c:pt>
                <c:pt idx="252">
                  <c:v>8.8677271e-08</c:v>
                </c:pt>
                <c:pt idx="253">
                  <c:v>6.5826795e-08</c:v>
                </c:pt>
                <c:pt idx="254">
                  <c:v>5.0740847e-08</c:v>
                </c:pt>
                <c:pt idx="255">
                  <c:v>2.9450816e-05</c:v>
                </c:pt>
                <c:pt idx="256">
                  <c:v>5.4318346e-06</c:v>
                </c:pt>
                <c:pt idx="257">
                  <c:v>1.3553397e-06</c:v>
                </c:pt>
                <c:pt idx="258">
                  <c:v>5.7675371e-07</c:v>
                </c:pt>
                <c:pt idx="259">
                  <c:v>3.1231974e-07</c:v>
                </c:pt>
                <c:pt idx="260">
                  <c:v>1.8860015e-07</c:v>
                </c:pt>
                <c:pt idx="261">
                  <c:v>1.2462323e-07</c:v>
                </c:pt>
                <c:pt idx="262">
                  <c:v>8.7766305e-08</c:v>
                </c:pt>
                <c:pt idx="263">
                  <c:v>6.5078109e-08</c:v>
                </c:pt>
                <c:pt idx="264">
                  <c:v>5.0112312e-08</c:v>
                </c:pt>
                <c:pt idx="265">
                  <c:v>2.9099673e-05</c:v>
                </c:pt>
                <c:pt idx="266">
                  <c:v>5.3609496e-06</c:v>
                </c:pt>
                <c:pt idx="267">
                  <c:v>1.3358645e-06</c:v>
                </c:pt>
                <c:pt idx="268">
                  <c:v>5.6860094e-07</c:v>
                </c:pt>
                <c:pt idx="269">
                  <c:v>3.0847246e-07</c:v>
                </c:pt>
                <c:pt idx="270">
                  <c:v>1.8623676e-07</c:v>
                </c:pt>
                <c:pt idx="271">
                  <c:v>1.230516e-07</c:v>
                </c:pt>
                <c:pt idx="272">
                  <c:v>8.6625901e-08</c:v>
                </c:pt>
                <c:pt idx="273">
                  <c:v>6.4191175e-08</c:v>
                </c:pt>
                <c:pt idx="274">
                  <c:v>4.9394315e-08</c:v>
                </c:pt>
                <c:pt idx="275">
                  <c:v>2.8750511e-05</c:v>
                </c:pt>
                <c:pt idx="276">
                  <c:v>5.2909158e-06</c:v>
                </c:pt>
                <c:pt idx="277">
                  <c:v>1.3182275e-06</c:v>
                </c:pt>
                <c:pt idx="278">
                  <c:v>5.6235065e-07</c:v>
                </c:pt>
                <c:pt idx="279">
                  <c:v>3.0436546e-07</c:v>
                </c:pt>
                <c:pt idx="280">
                  <c:v>1.8293735e-07</c:v>
                </c:pt>
                <c:pt idx="281">
                  <c:v>1.2037465e-07</c:v>
                </c:pt>
                <c:pt idx="282">
                  <c:v>8.4546272e-08</c:v>
                </c:pt>
                <c:pt idx="283">
                  <c:v>6.2654171e-08</c:v>
                </c:pt>
                <c:pt idx="284">
                  <c:v>4.8305304e-08</c:v>
                </c:pt>
                <c:pt idx="285">
                  <c:v>1.1867884e-05</c:v>
                </c:pt>
                <c:pt idx="286">
                  <c:v>2.4725896e-06</c:v>
                </c:pt>
                <c:pt idx="287">
                  <c:v>8.0939019e-07</c:v>
                </c:pt>
                <c:pt idx="288">
                  <c:v>4.0082142e-07</c:v>
                </c:pt>
                <c:pt idx="289">
                  <c:v>2.2961389e-07</c:v>
                </c:pt>
                <c:pt idx="290">
                  <c:v>1.4453352e-07</c:v>
                </c:pt>
                <c:pt idx="291">
                  <c:v>9.8991554e-08</c:v>
                </c:pt>
                <c:pt idx="292">
                  <c:v>7.17393e-08</c:v>
                </c:pt>
                <c:pt idx="293">
                  <c:v>5.4387865e-08</c:v>
                </c:pt>
                <c:pt idx="294">
                  <c:v>2.8056012e-05</c:v>
                </c:pt>
                <c:pt idx="295">
                  <c:v>5.1535297e-06</c:v>
                </c:pt>
                <c:pt idx="296">
                  <c:v>1.2811842e-06</c:v>
                </c:pt>
                <c:pt idx="297">
                  <c:v>5.4445373e-07</c:v>
                </c:pt>
                <c:pt idx="298">
                  <c:v>2.9537519e-07</c:v>
                </c:pt>
                <c:pt idx="299">
                  <c:v>1.7885383e-07</c:v>
                </c:pt>
                <c:pt idx="300">
                  <c:v>1.1789649e-07</c:v>
                </c:pt>
                <c:pt idx="301">
                  <c:v>8.3046665e-08</c:v>
                </c:pt>
                <c:pt idx="302">
                  <c:v>6.1663886e-08</c:v>
                </c:pt>
                <c:pt idx="303">
                  <c:v>4.757773e-08</c:v>
                </c:pt>
                <c:pt idx="304">
                  <c:v>1.1553303e-05</c:v>
                </c:pt>
                <c:pt idx="305">
                  <c:v>2.4083142e-06</c:v>
                </c:pt>
                <c:pt idx="306">
                  <c:v>7.9104242e-07</c:v>
                </c:pt>
                <c:pt idx="307">
                  <c:v>3.8905237e-07</c:v>
                </c:pt>
                <c:pt idx="308">
                  <c:v>2.2374486e-07</c:v>
                </c:pt>
                <c:pt idx="309">
                  <c:v>1.4221959e-07</c:v>
                </c:pt>
                <c:pt idx="310">
                  <c:v>9.7195331e-08</c:v>
                </c:pt>
                <c:pt idx="311">
                  <c:v>7.04183e-08</c:v>
                </c:pt>
                <c:pt idx="312">
                  <c:v>5.3372521e-08</c:v>
                </c:pt>
                <c:pt idx="313">
                  <c:v>2.7328005e-05</c:v>
                </c:pt>
                <c:pt idx="314">
                  <c:v>5.0164136e-06</c:v>
                </c:pt>
                <c:pt idx="315">
                  <c:v>1.2440448e-06</c:v>
                </c:pt>
                <c:pt idx="316">
                  <c:v>5.3039214e-07</c:v>
                </c:pt>
                <c:pt idx="317">
                  <c:v>2.8835547e-07</c:v>
                </c:pt>
                <c:pt idx="318">
                  <c:v>1.7472474e-07</c:v>
                </c:pt>
                <c:pt idx="319">
                  <c:v>1.1508969e-07</c:v>
                </c:pt>
                <c:pt idx="320">
                  <c:v>8.1031616e-08</c:v>
                </c:pt>
                <c:pt idx="321">
                  <c:v>6.0158599e-08</c:v>
                </c:pt>
                <c:pt idx="322">
                  <c:v>4.6408355e-08</c:v>
                </c:pt>
                <c:pt idx="323">
                  <c:v>1.1246775e-05</c:v>
                </c:pt>
                <c:pt idx="324">
                  <c:v>2.3409528e-06</c:v>
                </c:pt>
                <c:pt idx="325">
                  <c:v>7.6932236e-07</c:v>
                </c:pt>
                <c:pt idx="326">
                  <c:v>3.7900538e-07</c:v>
                </c:pt>
                <c:pt idx="327">
                  <c:v>2.1788067e-07</c:v>
                </c:pt>
                <c:pt idx="328">
                  <c:v>1.3848717e-07</c:v>
                </c:pt>
                <c:pt idx="329">
                  <c:v>9.4580324e-08</c:v>
                </c:pt>
                <c:pt idx="330">
                  <c:v>6.8507284e-08</c:v>
                </c:pt>
                <c:pt idx="331">
                  <c:v>5.1925405e-08</c:v>
                </c:pt>
                <c:pt idx="332">
                  <c:v>2.6620526e-05</c:v>
                </c:pt>
                <c:pt idx="333">
                  <c:v>4.8795632e-06</c:v>
                </c:pt>
                <c:pt idx="334">
                  <c:v>1.2100406e-06</c:v>
                </c:pt>
                <c:pt idx="335">
                  <c:v>5.1718125e-07</c:v>
                </c:pt>
                <c:pt idx="336">
                  <c:v>2.8155106e-07</c:v>
                </c:pt>
                <c:pt idx="337">
                  <c:v>1.7047754e-07</c:v>
                </c:pt>
                <c:pt idx="338">
                  <c:v>1.122443e-07</c:v>
                </c:pt>
                <c:pt idx="339">
                  <c:v>7.8945939e-08</c:v>
                </c:pt>
                <c:pt idx="340">
                  <c:v>5.8575131e-08</c:v>
                </c:pt>
                <c:pt idx="341">
                  <c:v>4.5166765e-08</c:v>
                </c:pt>
                <c:pt idx="342">
                  <c:v>1.0950882e-05</c:v>
                </c:pt>
                <c:pt idx="343">
                  <c:v>2.2742773e-06</c:v>
                </c:pt>
                <c:pt idx="344">
                  <c:v>7.4862224e-07</c:v>
                </c:pt>
                <c:pt idx="345">
                  <c:v>3.6947264e-07</c:v>
                </c:pt>
                <c:pt idx="346">
                  <c:v>2.1288495e-07</c:v>
                </c:pt>
                <c:pt idx="347">
                  <c:v>1.3519882e-07</c:v>
                </c:pt>
                <c:pt idx="348">
                  <c:v>9.2209917e-08</c:v>
                </c:pt>
                <c:pt idx="349">
                  <c:v>6.6761069e-08</c:v>
                </c:pt>
                <c:pt idx="350">
                  <c:v>5.0586854e-08</c:v>
                </c:pt>
                <c:pt idx="351">
                  <c:v>2.5936841e-05</c:v>
                </c:pt>
                <c:pt idx="352">
                  <c:v>4.7469886e-06</c:v>
                </c:pt>
                <c:pt idx="353">
                  <c:v>1.1753736e-06</c:v>
                </c:pt>
                <c:pt idx="354">
                  <c:v>5.0264309e-07</c:v>
                </c:pt>
                <c:pt idx="355">
                  <c:v>2.7362917e-07</c:v>
                </c:pt>
                <c:pt idx="356">
                  <c:v>1.6608424e-07</c:v>
                </c:pt>
                <c:pt idx="357">
                  <c:v>1.0936739e-07</c:v>
                </c:pt>
                <c:pt idx="358">
                  <c:v>7.6942542e-08</c:v>
                </c:pt>
                <c:pt idx="359">
                  <c:v>5.7092067e-08</c:v>
                </c:pt>
                <c:pt idx="360">
                  <c:v>4.4004845e-08</c:v>
                </c:pt>
                <c:pt idx="361">
                  <c:v>1.0658467e-05</c:v>
                </c:pt>
                <c:pt idx="362">
                  <c:v>2.2122833e-06</c:v>
                </c:pt>
                <c:pt idx="363">
                  <c:v>7.2978153e-07</c:v>
                </c:pt>
                <c:pt idx="364">
                  <c:v>3.5996698e-07</c:v>
                </c:pt>
                <c:pt idx="365">
                  <c:v>2.0730746e-07</c:v>
                </c:pt>
                <c:pt idx="366">
                  <c:v>1.3163125e-07</c:v>
                </c:pt>
                <c:pt idx="367">
                  <c:v>8.9797181e-08</c:v>
                </c:pt>
                <c:pt idx="368">
                  <c:v>6.4992649e-08</c:v>
                </c:pt>
                <c:pt idx="369">
                  <c:v>4.9221854e-08</c:v>
                </c:pt>
                <c:pt idx="370">
                  <c:v>2.5264625e-05</c:v>
                </c:pt>
                <c:pt idx="371">
                  <c:v>4.6159311e-06</c:v>
                </c:pt>
                <c:pt idx="372">
                  <c:v>1.1426427e-06</c:v>
                </c:pt>
                <c:pt idx="373">
                  <c:v>4.8937817e-07</c:v>
                </c:pt>
                <c:pt idx="374">
                  <c:v>2.6668677e-07</c:v>
                </c:pt>
                <c:pt idx="375">
                  <c:v>1.6162859e-07</c:v>
                </c:pt>
                <c:pt idx="376">
                  <c:v>1.0640977e-07</c:v>
                </c:pt>
                <c:pt idx="377">
                  <c:v>7.4848943e-08</c:v>
                </c:pt>
                <c:pt idx="378">
                  <c:v>5.5499329e-08</c:v>
                </c:pt>
                <c:pt idx="379">
                  <c:v>4.2764346e-08</c:v>
                </c:pt>
                <c:pt idx="380">
                  <c:v>1.0366142e-05</c:v>
                </c:pt>
                <c:pt idx="381">
                  <c:v>2.1501852e-06</c:v>
                </c:pt>
                <c:pt idx="382">
                  <c:v>7.0650959e-07</c:v>
                </c:pt>
                <c:pt idx="383">
                  <c:v>3.5276252e-07</c:v>
                </c:pt>
                <c:pt idx="384">
                  <c:v>2.0133184e-07</c:v>
                </c:pt>
                <c:pt idx="385">
                  <c:v>1.2824811e-07</c:v>
                </c:pt>
                <c:pt idx="386">
                  <c:v>8.7553031e-08</c:v>
                </c:pt>
                <c:pt idx="387">
                  <c:v>6.3279496e-08</c:v>
                </c:pt>
                <c:pt idx="388">
                  <c:v>4.7852137e-08</c:v>
                </c:pt>
                <c:pt idx="389">
                  <c:v>2.4577876e-05</c:v>
                </c:pt>
                <c:pt idx="390">
                  <c:v>4.4817386e-06</c:v>
                </c:pt>
                <c:pt idx="391">
                  <c:v>1.1147298e-06</c:v>
                </c:pt>
                <c:pt idx="392">
                  <c:v>4.8065785e-07</c:v>
                </c:pt>
                <c:pt idx="393">
                  <c:v>2.6143443e-07</c:v>
                </c:pt>
                <c:pt idx="394">
                  <c:v>1.5716131e-07</c:v>
                </c:pt>
                <c:pt idx="395">
                  <c:v>1.0365232e-07</c:v>
                </c:pt>
                <c:pt idx="396">
                  <c:v>7.2816218e-08</c:v>
                </c:pt>
                <c:pt idx="397">
                  <c:v>5.3930018e-08</c:v>
                </c:pt>
                <c:pt idx="398">
                  <c:v>4.1517258e-08</c:v>
                </c:pt>
                <c:pt idx="399">
                  <c:v>1.0078529e-05</c:v>
                </c:pt>
                <c:pt idx="400">
                  <c:v>2.0872443e-06</c:v>
                </c:pt>
                <c:pt idx="401">
                  <c:v>6.8959229e-07</c:v>
                </c:pt>
                <c:pt idx="402">
                  <c:v>3.4495271e-07</c:v>
                </c:pt>
                <c:pt idx="403">
                  <c:v>1.9650212e-07</c:v>
                </c:pt>
                <c:pt idx="404">
                  <c:v>1.2490124e-07</c:v>
                </c:pt>
                <c:pt idx="405">
                  <c:v>8.511415e-08</c:v>
                </c:pt>
                <c:pt idx="406">
                  <c:v>6.1486091e-08</c:v>
                </c:pt>
                <c:pt idx="407">
                  <c:v>4.6495077e-08</c:v>
                </c:pt>
                <c:pt idx="408">
                  <c:v>2.3894005e-05</c:v>
                </c:pt>
                <c:pt idx="409">
                  <c:v>4.3526956e-06</c:v>
                </c:pt>
                <c:pt idx="410">
                  <c:v>1.0859038e-06</c:v>
                </c:pt>
                <c:pt idx="411">
                  <c:v>4.710877e-07</c:v>
                </c:pt>
                <c:pt idx="412">
                  <c:v>2.5594056e-07</c:v>
                </c:pt>
                <c:pt idx="413">
                  <c:v>1.5341591e-07</c:v>
                </c:pt>
                <c:pt idx="414">
                  <c:v>1.0095951e-07</c:v>
                </c:pt>
                <c:pt idx="415">
                  <c:v>7.0867029e-08</c:v>
                </c:pt>
                <c:pt idx="416">
                  <c:v>5.2478421e-08</c:v>
                </c:pt>
                <c:pt idx="417">
                  <c:v>4.0399089e-08</c:v>
                </c:pt>
                <c:pt idx="418">
                  <c:v>9.7923684e-06</c:v>
                </c:pt>
                <c:pt idx="419">
                  <c:v>2.0262338e-06</c:v>
                </c:pt>
                <c:pt idx="420">
                  <c:v>6.7222584e-07</c:v>
                </c:pt>
                <c:pt idx="421">
                  <c:v>3.3704983e-07</c:v>
                </c:pt>
                <c:pt idx="422">
                  <c:v>1.9153139e-07</c:v>
                </c:pt>
                <c:pt idx="423">
                  <c:v>1.2135773e-07</c:v>
                </c:pt>
                <c:pt idx="424">
                  <c:v>8.2675573e-08</c:v>
                </c:pt>
                <c:pt idx="425">
                  <c:v>5.9741391e-08</c:v>
                </c:pt>
                <c:pt idx="426">
                  <c:v>4.5201194e-08</c:v>
                </c:pt>
                <c:pt idx="427">
                  <c:v>2.3209977e-05</c:v>
                </c:pt>
                <c:pt idx="428">
                  <c:v>4.2266672e-06</c:v>
                </c:pt>
                <c:pt idx="429">
                  <c:v>1.0552929e-06</c:v>
                </c:pt>
                <c:pt idx="430">
                  <c:v>4.5787914e-07</c:v>
                </c:pt>
                <c:pt idx="431">
                  <c:v>2.487273e-07</c:v>
                </c:pt>
                <c:pt idx="432">
                  <c:v>1.4899118e-07</c:v>
                </c:pt>
                <c:pt idx="433">
                  <c:v>9.7958636e-08</c:v>
                </c:pt>
                <c:pt idx="434">
                  <c:v>6.8762475e-08</c:v>
                </c:pt>
                <c:pt idx="435">
                  <c:v>5.0947061e-08</c:v>
                </c:pt>
                <c:pt idx="436">
                  <c:v>2.2864862e-05</c:v>
                </c:pt>
                <c:pt idx="437">
                  <c:v>4.1624181e-06</c:v>
                </c:pt>
                <c:pt idx="438">
                  <c:v>1.038654e-06</c:v>
                </c:pt>
                <c:pt idx="439">
                  <c:v>4.5129458e-07</c:v>
                </c:pt>
                <c:pt idx="440">
                  <c:v>2.456019e-07</c:v>
                </c:pt>
                <c:pt idx="441">
                  <c:v>1.4724474e-07</c:v>
                </c:pt>
                <c:pt idx="442">
                  <c:v>9.6870047e-08</c:v>
                </c:pt>
                <c:pt idx="443">
                  <c:v>6.8042023e-08</c:v>
                </c:pt>
                <c:pt idx="444">
                  <c:v>5.0445204e-08</c:v>
                </c:pt>
                <c:pt idx="445">
                  <c:v>2.2521009e-05</c:v>
                </c:pt>
                <c:pt idx="446">
                  <c:v>4.0927344e-06</c:v>
                </c:pt>
                <c:pt idx="447">
                  <c:v>1.024548e-06</c:v>
                </c:pt>
                <c:pt idx="448">
                  <c:v>4.4627365e-07</c:v>
                </c:pt>
                <c:pt idx="449">
                  <c:v>2.4331976e-07</c:v>
                </c:pt>
                <c:pt idx="450">
                  <c:v>1.4598969e-07</c:v>
                </c:pt>
                <c:pt idx="451">
                  <c:v>9.6068528e-08</c:v>
                </c:pt>
                <c:pt idx="452">
                  <c:v>6.7483776e-08</c:v>
                </c:pt>
                <c:pt idx="453">
                  <c:v>5.0029241e-08</c:v>
                </c:pt>
                <c:pt idx="454">
                  <c:v>2.2178367e-05</c:v>
                </c:pt>
                <c:pt idx="455">
                  <c:v>4.0278274e-06</c:v>
                </c:pt>
                <c:pt idx="456">
                  <c:v>1.009392e-06</c:v>
                </c:pt>
                <c:pt idx="457">
                  <c:v>4.4061486e-07</c:v>
                </c:pt>
                <c:pt idx="458">
                  <c:v>2.4052371e-07</c:v>
                </c:pt>
                <c:pt idx="459">
                  <c:v>1.4422773e-07</c:v>
                </c:pt>
                <c:pt idx="460">
                  <c:v>9.4949469e-08</c:v>
                </c:pt>
                <c:pt idx="461">
                  <c:v>6.6726563e-08</c:v>
                </c:pt>
                <c:pt idx="462">
                  <c:v>4.9489183e-08</c:v>
                </c:pt>
                <c:pt idx="463">
                  <c:v>2.1834499e-05</c:v>
                </c:pt>
                <c:pt idx="464">
                  <c:v>3.9643241e-06</c:v>
                </c:pt>
                <c:pt idx="465">
                  <c:v>9.9413859e-07</c:v>
                </c:pt>
                <c:pt idx="466">
                  <c:v>4.3474479e-07</c:v>
                </c:pt>
                <c:pt idx="467">
                  <c:v>2.3764157e-07</c:v>
                </c:pt>
                <c:pt idx="468">
                  <c:v>1.4271816e-07</c:v>
                </c:pt>
                <c:pt idx="469">
                  <c:v>9.3995642e-08</c:v>
                </c:pt>
                <c:pt idx="470">
                  <c:v>6.6045528e-08</c:v>
                </c:pt>
                <c:pt idx="471">
                  <c:v>4.897726e-08</c:v>
                </c:pt>
                <c:pt idx="472">
                  <c:v>2.1491319e-05</c:v>
                </c:pt>
                <c:pt idx="473">
                  <c:v>3.9023753e-06</c:v>
                </c:pt>
                <c:pt idx="474">
                  <c:v>9.7957681e-07</c:v>
                </c:pt>
                <c:pt idx="475">
                  <c:v>4.305293e-07</c:v>
                </c:pt>
                <c:pt idx="476">
                  <c:v>2.3586525e-07</c:v>
                </c:pt>
                <c:pt idx="477">
                  <c:v>1.4172186e-07</c:v>
                </c:pt>
                <c:pt idx="478">
                  <c:v>9.3316561e-08</c:v>
                </c:pt>
                <c:pt idx="479">
                  <c:v>6.5516522e-08</c:v>
                </c:pt>
                <c:pt idx="480">
                  <c:v>4.8546086e-08</c:v>
                </c:pt>
                <c:pt idx="481">
                  <c:v>2.1147761e-05</c:v>
                </c:pt>
                <c:pt idx="482">
                  <c:v>3.8391697e-06</c:v>
                </c:pt>
                <c:pt idx="483">
                  <c:v>9.6568405e-07</c:v>
                </c:pt>
                <c:pt idx="484">
                  <c:v>4.2640342e-07</c:v>
                </c:pt>
                <c:pt idx="485">
                  <c:v>2.3371645e-07</c:v>
                </c:pt>
                <c:pt idx="486">
                  <c:v>1.4018196e-07</c:v>
                </c:pt>
                <c:pt idx="487">
                  <c:v>9.2263395e-08</c:v>
                </c:pt>
                <c:pt idx="488">
                  <c:v>6.476046e-08</c:v>
                </c:pt>
                <c:pt idx="489">
                  <c:v>4.7974831e-08</c:v>
                </c:pt>
                <c:pt idx="490">
                  <c:v>2.080513e-05</c:v>
                </c:pt>
                <c:pt idx="491">
                  <c:v>3.7765298e-06</c:v>
                </c:pt>
                <c:pt idx="492">
                  <c:v>9.5148027e-07</c:v>
                </c:pt>
                <c:pt idx="493">
                  <c:v>4.2203334e-07</c:v>
                </c:pt>
                <c:pt idx="494">
                  <c:v>2.3173658e-07</c:v>
                </c:pt>
                <c:pt idx="495">
                  <c:v>1.3918752e-07</c:v>
                </c:pt>
                <c:pt idx="496">
                  <c:v>9.1620163e-08</c:v>
                </c:pt>
                <c:pt idx="497">
                  <c:v>6.4291523e-08</c:v>
                </c:pt>
                <c:pt idx="498">
                  <c:v>4.75851e-08</c:v>
                </c:pt>
                <c:pt idx="499">
                  <c:v>2.0466315e-05</c:v>
                </c:pt>
                <c:pt idx="500">
                  <c:v>8.5116589e-06</c:v>
                </c:pt>
                <c:pt idx="501">
                  <c:v>3.7145669e-06</c:v>
                </c:pt>
                <c:pt idx="502">
                  <c:v>1.7593675e-06</c:v>
                </c:pt>
                <c:pt idx="503">
                  <c:v>9.3834477e-07</c:v>
                </c:pt>
                <c:pt idx="504">
                  <c:v>5.966044e-07</c:v>
                </c:pt>
                <c:pt idx="505">
                  <c:v>4.1666188e-07</c:v>
                </c:pt>
                <c:pt idx="506">
                  <c:v>3.0370294e-07</c:v>
                </c:pt>
                <c:pt idx="507">
                  <c:v>2.278599e-07</c:v>
                </c:pt>
                <c:pt idx="508">
                  <c:v>1.7291437e-07</c:v>
                </c:pt>
                <c:pt idx="509">
                  <c:v>1.3662125e-07</c:v>
                </c:pt>
                <c:pt idx="510">
                  <c:v>1.0980165e-07</c:v>
                </c:pt>
                <c:pt idx="511">
                  <c:v>8.987134e-08</c:v>
                </c:pt>
                <c:pt idx="512">
                  <c:v>7.4730347e-08</c:v>
                </c:pt>
                <c:pt idx="513">
                  <c:v>6.3075391e-08</c:v>
                </c:pt>
                <c:pt idx="514">
                  <c:v>5.3978989e-08</c:v>
                </c:pt>
                <c:pt idx="515">
                  <c:v>4.6729097e-08</c:v>
                </c:pt>
                <c:pt idx="516">
                  <c:v>4.0847627e-08</c:v>
                </c:pt>
                <c:pt idx="517">
                  <c:v>2.0124591e-05</c:v>
                </c:pt>
                <c:pt idx="518">
                  <c:v>8.371492e-06</c:v>
                </c:pt>
                <c:pt idx="519">
                  <c:v>3.6554647e-06</c:v>
                </c:pt>
                <c:pt idx="520">
                  <c:v>1.7306289e-06</c:v>
                </c:pt>
                <c:pt idx="521">
                  <c:v>9.2158715e-07</c:v>
                </c:pt>
                <c:pt idx="522">
                  <c:v>5.8582537e-07</c:v>
                </c:pt>
                <c:pt idx="523">
                  <c:v>4.1019736e-07</c:v>
                </c:pt>
                <c:pt idx="524">
                  <c:v>2.995416e-07</c:v>
                </c:pt>
                <c:pt idx="525">
                  <c:v>2.2511991e-07</c:v>
                </c:pt>
                <c:pt idx="526">
                  <c:v>1.7090181e-07</c:v>
                </c:pt>
                <c:pt idx="527">
                  <c:v>1.3510115e-07</c:v>
                </c:pt>
                <c:pt idx="528">
                  <c:v>1.0864053e-07</c:v>
                </c:pt>
                <c:pt idx="529">
                  <c:v>8.8941198e-08</c:v>
                </c:pt>
                <c:pt idx="530">
                  <c:v>7.3956771e-08</c:v>
                </c:pt>
                <c:pt idx="531">
                  <c:v>6.2417458e-08</c:v>
                </c:pt>
                <c:pt idx="532">
                  <c:v>5.3410937e-08</c:v>
                </c:pt>
                <c:pt idx="533">
                  <c:v>4.622917e-08</c:v>
                </c:pt>
                <c:pt idx="534">
                  <c:v>4.040832e-08</c:v>
                </c:pt>
                <c:pt idx="535">
                  <c:v>1.9786895e-05</c:v>
                </c:pt>
                <c:pt idx="536">
                  <c:v>8.2333695e-06</c:v>
                </c:pt>
                <c:pt idx="537">
                  <c:v>3.5985391e-06</c:v>
                </c:pt>
                <c:pt idx="538">
                  <c:v>1.7040482e-06</c:v>
                </c:pt>
                <c:pt idx="539">
                  <c:v>9.0937942e-07</c:v>
                </c:pt>
                <c:pt idx="540">
                  <c:v>5.7892242e-07</c:v>
                </c:pt>
                <c:pt idx="541">
                  <c:v>4.0532743e-07</c:v>
                </c:pt>
                <c:pt idx="542">
                  <c:v>2.964297e-07</c:v>
                </c:pt>
                <c:pt idx="543">
                  <c:v>2.2274607e-07</c:v>
                </c:pt>
                <c:pt idx="544">
                  <c:v>1.6911792e-07</c:v>
                </c:pt>
                <c:pt idx="545">
                  <c:v>1.3360095e-07</c:v>
                </c:pt>
                <c:pt idx="546">
                  <c:v>1.0742115e-07</c:v>
                </c:pt>
                <c:pt idx="547">
                  <c:v>8.7922291e-08</c:v>
                </c:pt>
                <c:pt idx="548">
                  <c:v>7.3086209e-08</c:v>
                </c:pt>
                <c:pt idx="549">
                  <c:v>6.1677584e-08</c:v>
                </c:pt>
                <c:pt idx="550">
                  <c:v>5.2765889e-08</c:v>
                </c:pt>
                <c:pt idx="551">
                  <c:v>4.5661555e-08</c:v>
                </c:pt>
                <c:pt idx="552">
                  <c:v>3.9901134e-08</c:v>
                </c:pt>
                <c:pt idx="553">
                  <c:v>1.9458208e-05</c:v>
                </c:pt>
                <c:pt idx="554">
                  <c:v>8.0977146e-06</c:v>
                </c:pt>
                <c:pt idx="555">
                  <c:v>3.5397791e-06</c:v>
                </c:pt>
                <c:pt idx="556">
                  <c:v>1.6762721e-06</c:v>
                </c:pt>
                <c:pt idx="557">
                  <c:v>8.9568312e-07</c:v>
                </c:pt>
                <c:pt idx="558">
                  <c:v>5.7172111e-07</c:v>
                </c:pt>
                <c:pt idx="559">
                  <c:v>4.0131499e-07</c:v>
                </c:pt>
                <c:pt idx="560">
                  <c:v>2.9367357e-07</c:v>
                </c:pt>
                <c:pt idx="561">
                  <c:v>2.204337e-07</c:v>
                </c:pt>
                <c:pt idx="562">
                  <c:v>1.6719885e-07</c:v>
                </c:pt>
                <c:pt idx="563">
                  <c:v>1.3207572e-07</c:v>
                </c:pt>
                <c:pt idx="564">
                  <c:v>1.0616311e-07</c:v>
                </c:pt>
                <c:pt idx="565">
                  <c:v>8.6882776e-08</c:v>
                </c:pt>
                <c:pt idx="566">
                  <c:v>7.2228214e-08</c:v>
                </c:pt>
                <c:pt idx="567">
                  <c:v>6.0948517e-08</c:v>
                </c:pt>
                <c:pt idx="568">
                  <c:v>5.2135458e-08</c:v>
                </c:pt>
                <c:pt idx="569">
                  <c:v>4.5110758e-08</c:v>
                </c:pt>
                <c:pt idx="570">
                  <c:v>3.9415687e-08</c:v>
                </c:pt>
                <c:pt idx="571">
                  <c:v>1.9130516e-05</c:v>
                </c:pt>
                <c:pt idx="572">
                  <c:v>7.9633725e-06</c:v>
                </c:pt>
                <c:pt idx="573">
                  <c:v>3.4817977e-06</c:v>
                </c:pt>
                <c:pt idx="574">
                  <c:v>1.6491204e-06</c:v>
                </c:pt>
                <c:pt idx="575">
                  <c:v>8.8217888e-07</c:v>
                </c:pt>
                <c:pt idx="576">
                  <c:v>5.6287065e-07</c:v>
                </c:pt>
                <c:pt idx="577">
                  <c:v>3.950579e-07</c:v>
                </c:pt>
                <c:pt idx="578">
                  <c:v>2.8899046e-07</c:v>
                </c:pt>
                <c:pt idx="579">
                  <c:v>2.1702872e-07</c:v>
                </c:pt>
                <c:pt idx="580">
                  <c:v>1.647775e-07</c:v>
                </c:pt>
                <c:pt idx="581">
                  <c:v>1.3011841e-07</c:v>
                </c:pt>
                <c:pt idx="582">
                  <c:v>1.045627e-07</c:v>
                </c:pt>
                <c:pt idx="583">
                  <c:v>8.5576804e-08</c:v>
                </c:pt>
                <c:pt idx="584">
                  <c:v>7.1136161e-08</c:v>
                </c:pt>
                <c:pt idx="585">
                  <c:v>6.0025317e-08</c:v>
                </c:pt>
                <c:pt idx="586">
                  <c:v>5.1346846e-08</c:v>
                </c:pt>
                <c:pt idx="587">
                  <c:v>4.4431889e-08</c:v>
                </c:pt>
                <c:pt idx="588">
                  <c:v>3.8830926e-08</c:v>
                </c:pt>
                <c:pt idx="589">
                  <c:v>1.8806287e-05</c:v>
                </c:pt>
                <c:pt idx="590">
                  <c:v>7.8292589e-06</c:v>
                </c:pt>
                <c:pt idx="591">
                  <c:v>3.4228377e-06</c:v>
                </c:pt>
                <c:pt idx="592">
                  <c:v>1.6209031e-06</c:v>
                </c:pt>
                <c:pt idx="593">
                  <c:v>8.6844199e-07</c:v>
                </c:pt>
                <c:pt idx="594">
                  <c:v>5.542108e-07</c:v>
                </c:pt>
                <c:pt idx="595">
                  <c:v>3.8857222e-07</c:v>
                </c:pt>
                <c:pt idx="596">
                  <c:v>2.8424093e-07</c:v>
                </c:pt>
                <c:pt idx="597">
                  <c:v>2.1354849e-07</c:v>
                </c:pt>
                <c:pt idx="598">
                  <c:v>1.6209172e-07</c:v>
                </c:pt>
                <c:pt idx="599">
                  <c:v>1.279138e-07</c:v>
                </c:pt>
                <c:pt idx="600">
                  <c:v>1.0274963e-07</c:v>
                </c:pt>
                <c:pt idx="601">
                  <c:v>8.4048306e-08</c:v>
                </c:pt>
                <c:pt idx="602">
                  <c:v>6.9850453e-08</c:v>
                </c:pt>
                <c:pt idx="603">
                  <c:v>5.8949244e-08</c:v>
                </c:pt>
                <c:pt idx="604">
                  <c:v>5.0447678e-08</c:v>
                </c:pt>
                <c:pt idx="605">
                  <c:v>4.3676325e-08</c:v>
                </c:pt>
                <c:pt idx="606">
                  <c:v>3.8185633e-08</c:v>
                </c:pt>
                <c:pt idx="607">
                  <c:v>1.848394e-05</c:v>
                </c:pt>
                <c:pt idx="608">
                  <c:v>7.6949246e-06</c:v>
                </c:pt>
                <c:pt idx="609">
                  <c:v>3.3654495e-06</c:v>
                </c:pt>
                <c:pt idx="610">
                  <c:v>1.5939184e-06</c:v>
                </c:pt>
                <c:pt idx="611">
                  <c:v>8.5399114e-07</c:v>
                </c:pt>
                <c:pt idx="612">
                  <c:v>5.4596212e-07</c:v>
                </c:pt>
                <c:pt idx="613">
                  <c:v>3.8358743e-07</c:v>
                </c:pt>
                <c:pt idx="614">
                  <c:v>2.8136088e-07</c:v>
                </c:pt>
                <c:pt idx="615">
                  <c:v>2.1170041e-07</c:v>
                </c:pt>
                <c:pt idx="616">
                  <c:v>1.6068066e-07</c:v>
                </c:pt>
                <c:pt idx="617">
                  <c:v>1.267474e-07</c:v>
                </c:pt>
                <c:pt idx="618">
                  <c:v>1.0175574e-07</c:v>
                </c:pt>
                <c:pt idx="619">
                  <c:v>8.3188123e-08</c:v>
                </c:pt>
                <c:pt idx="620">
                  <c:v>6.9105562e-08</c:v>
                </c:pt>
                <c:pt idx="621">
                  <c:v>5.8295442e-08</c:v>
                </c:pt>
                <c:pt idx="622">
                  <c:v>4.9869322e-08</c:v>
                </c:pt>
                <c:pt idx="623">
                  <c:v>4.3161105e-08</c:v>
                </c:pt>
                <c:pt idx="624">
                  <c:v>3.7724574e-08</c:v>
                </c:pt>
                <c:pt idx="625">
                  <c:v>1.8167688e-05</c:v>
                </c:pt>
                <c:pt idx="626">
                  <c:v>7.5623614e-06</c:v>
                </c:pt>
                <c:pt idx="627">
                  <c:v>3.3083829e-06</c:v>
                </c:pt>
                <c:pt idx="628">
                  <c:v>1.568407e-06</c:v>
                </c:pt>
                <c:pt idx="629">
                  <c:v>8.41816e-07</c:v>
                </c:pt>
                <c:pt idx="630">
                  <c:v>5.3942375e-07</c:v>
                </c:pt>
                <c:pt idx="631">
                  <c:v>3.7996738e-07</c:v>
                </c:pt>
                <c:pt idx="632">
                  <c:v>2.7894026e-07</c:v>
                </c:pt>
                <c:pt idx="633">
                  <c:v>2.0982659e-07</c:v>
                </c:pt>
                <c:pt idx="634">
                  <c:v>1.5918768e-07</c:v>
                </c:pt>
                <c:pt idx="635">
                  <c:v>1.255124e-07</c:v>
                </c:pt>
                <c:pt idx="636">
                  <c:v>1.0069502e-07</c:v>
                </c:pt>
                <c:pt idx="637">
                  <c:v>8.2278155e-08</c:v>
                </c:pt>
                <c:pt idx="638">
                  <c:v>6.8322872e-08</c:v>
                </c:pt>
                <c:pt idx="639">
                  <c:v>5.7616387e-08</c:v>
                </c:pt>
                <c:pt idx="640">
                  <c:v>4.9270617e-08</c:v>
                </c:pt>
                <c:pt idx="641">
                  <c:v>4.2632294e-08</c:v>
                </c:pt>
                <c:pt idx="642">
                  <c:v>3.725524e-08</c:v>
                </c:pt>
                <c:pt idx="643">
                  <c:v>1.7857129e-05</c:v>
                </c:pt>
                <c:pt idx="644">
                  <c:v>7.435988e-06</c:v>
                </c:pt>
                <c:pt idx="645">
                  <c:v>3.2541884e-06</c:v>
                </c:pt>
                <c:pt idx="646">
                  <c:v>1.5444015e-06</c:v>
                </c:pt>
                <c:pt idx="647">
                  <c:v>8.3049011e-07</c:v>
                </c:pt>
                <c:pt idx="648">
                  <c:v>5.323787e-07</c:v>
                </c:pt>
                <c:pt idx="649">
                  <c:v>3.7557897e-07</c:v>
                </c:pt>
                <c:pt idx="650">
                  <c:v>2.7595043e-07</c:v>
                </c:pt>
                <c:pt idx="651">
                  <c:v>2.0744251e-07</c:v>
                </c:pt>
                <c:pt idx="652">
                  <c:v>1.571836e-07</c:v>
                </c:pt>
                <c:pt idx="653">
                  <c:v>1.2387722e-07</c:v>
                </c:pt>
                <c:pt idx="654">
                  <c:v>9.9349627e-08</c:v>
                </c:pt>
                <c:pt idx="655">
                  <c:v>8.1162875e-08</c:v>
                </c:pt>
                <c:pt idx="656">
                  <c:v>6.7401643e-08</c:v>
                </c:pt>
                <c:pt idx="657">
                  <c:v>5.683559e-08</c:v>
                </c:pt>
                <c:pt idx="658">
                  <c:v>4.8595593e-08</c:v>
                </c:pt>
                <c:pt idx="659">
                  <c:v>4.2041802e-08</c:v>
                </c:pt>
                <c:pt idx="660">
                  <c:v>3.6734577e-08</c:v>
                </c:pt>
                <c:pt idx="661">
                  <c:v>1.7549641e-05</c:v>
                </c:pt>
                <c:pt idx="662">
                  <c:v>7.311993e-06</c:v>
                </c:pt>
                <c:pt idx="663">
                  <c:v>3.2018925e-06</c:v>
                </c:pt>
                <c:pt idx="664">
                  <c:v>1.5209968e-06</c:v>
                </c:pt>
                <c:pt idx="665">
                  <c:v>8.1727796e-07</c:v>
                </c:pt>
                <c:pt idx="666">
                  <c:v>5.2531355e-07</c:v>
                </c:pt>
                <c:pt idx="667">
                  <c:v>3.7242731e-07</c:v>
                </c:pt>
                <c:pt idx="668">
                  <c:v>2.7417429e-07</c:v>
                </c:pt>
                <c:pt idx="669">
                  <c:v>2.0615794e-07</c:v>
                </c:pt>
                <c:pt idx="670">
                  <c:v>1.5593091e-07</c:v>
                </c:pt>
                <c:pt idx="671">
                  <c:v>1.2280481e-07</c:v>
                </c:pt>
                <c:pt idx="672">
                  <c:v>9.8454636e-08</c:v>
                </c:pt>
                <c:pt idx="673">
                  <c:v>8.0410043e-08</c:v>
                </c:pt>
                <c:pt idx="674">
                  <c:v>6.6755464e-08</c:v>
                </c:pt>
                <c:pt idx="675">
                  <c:v>5.6272753e-08</c:v>
                </c:pt>
                <c:pt idx="676">
                  <c:v>4.8098289e-08</c:v>
                </c:pt>
                <c:pt idx="677">
                  <c:v>4.1593273e-08</c:v>
                </c:pt>
                <c:pt idx="678">
                  <c:v>3.6333527e-08</c:v>
                </c:pt>
                <c:pt idx="679">
                  <c:v>1.725019e-05</c:v>
                </c:pt>
                <c:pt idx="680">
                  <c:v>7.1897104e-06</c:v>
                </c:pt>
                <c:pt idx="681">
                  <c:v>3.1494487e-06</c:v>
                </c:pt>
                <c:pt idx="682">
                  <c:v>1.4957143e-06</c:v>
                </c:pt>
                <c:pt idx="683">
                  <c:v>8.0604975e-07</c:v>
                </c:pt>
                <c:pt idx="684">
                  <c:v>5.1998881e-07</c:v>
                </c:pt>
                <c:pt idx="685">
                  <c:v>3.7001095e-07</c:v>
                </c:pt>
                <c:pt idx="686">
                  <c:v>2.7261907e-07</c:v>
                </c:pt>
                <c:pt idx="687">
                  <c:v>2.0507281e-07</c:v>
                </c:pt>
                <c:pt idx="688">
                  <c:v>1.5512741e-07</c:v>
                </c:pt>
                <c:pt idx="689">
                  <c:v>1.221974e-07</c:v>
                </c:pt>
                <c:pt idx="690">
                  <c:v>9.7949351e-08</c:v>
                </c:pt>
                <c:pt idx="691">
                  <c:v>7.9945193e-08</c:v>
                </c:pt>
                <c:pt idx="692">
                  <c:v>6.6310074e-08</c:v>
                </c:pt>
                <c:pt idx="693">
                  <c:v>5.5859877e-08</c:v>
                </c:pt>
                <c:pt idx="694">
                  <c:v>4.7717557e-08</c:v>
                </c:pt>
                <c:pt idx="695">
                  <c:v>4.1243192e-08</c:v>
                </c:pt>
                <c:pt idx="696">
                  <c:v>1.6959273e-05</c:v>
                </c:pt>
                <c:pt idx="697">
                  <c:v>7.0751262e-06</c:v>
                </c:pt>
                <c:pt idx="698">
                  <c:v>3.0998201e-06</c:v>
                </c:pt>
                <c:pt idx="699">
                  <c:v>1.4738882e-06</c:v>
                </c:pt>
                <c:pt idx="700">
                  <c:v>7.9808367e-07</c:v>
                </c:pt>
                <c:pt idx="701">
                  <c:v>5.1695323e-07</c:v>
                </c:pt>
                <c:pt idx="702">
                  <c:v>3.674945e-07</c:v>
                </c:pt>
                <c:pt idx="703">
                  <c:v>2.7046648e-07</c:v>
                </c:pt>
                <c:pt idx="704">
                  <c:v>2.0323397e-07</c:v>
                </c:pt>
                <c:pt idx="705">
                  <c:v>1.537048e-07</c:v>
                </c:pt>
                <c:pt idx="706">
                  <c:v>1.2103668e-07</c:v>
                </c:pt>
                <c:pt idx="707">
                  <c:v>9.7026967e-08</c:v>
                </c:pt>
                <c:pt idx="708">
                  <c:v>7.9202127e-08</c:v>
                </c:pt>
                <c:pt idx="709">
                  <c:v>6.5696914e-08</c:v>
                </c:pt>
                <c:pt idx="710">
                  <c:v>5.5350769e-08</c:v>
                </c:pt>
                <c:pt idx="711">
                  <c:v>4.7285561e-08</c:v>
                </c:pt>
                <c:pt idx="712">
                  <c:v>4.0876256e-08</c:v>
                </c:pt>
                <c:pt idx="713">
                  <c:v>1.6680996e-05</c:v>
                </c:pt>
                <c:pt idx="714">
                  <c:v>6.9617095e-06</c:v>
                </c:pt>
                <c:pt idx="715">
                  <c:v>3.0499284e-06</c:v>
                </c:pt>
                <c:pt idx="716">
                  <c:v>1.4516987e-06</c:v>
                </c:pt>
                <c:pt idx="717">
                  <c:v>7.8696205e-07</c:v>
                </c:pt>
                <c:pt idx="718">
                  <c:v>5.1004349e-07</c:v>
                </c:pt>
                <c:pt idx="719">
                  <c:v>3.6245083e-07</c:v>
                </c:pt>
                <c:pt idx="720">
                  <c:v>2.6647373e-07</c:v>
                </c:pt>
                <c:pt idx="721">
                  <c:v>2.0029923e-07</c:v>
                </c:pt>
                <c:pt idx="722">
                  <c:v>1.5157531e-07</c:v>
                </c:pt>
                <c:pt idx="723">
                  <c:v>1.1944831e-07</c:v>
                </c:pt>
                <c:pt idx="724">
                  <c:v>9.5807558e-08</c:v>
                </c:pt>
                <c:pt idx="725">
                  <c:v>7.8241694e-08</c:v>
                </c:pt>
                <c:pt idx="726">
                  <c:v>6.4921531e-08</c:v>
                </c:pt>
                <c:pt idx="727">
                  <c:v>5.4720199e-08</c:v>
                </c:pt>
                <c:pt idx="728">
                  <c:v>4.6769879e-08</c:v>
                </c:pt>
                <c:pt idx="729">
                  <c:v>4.0449324e-08</c:v>
                </c:pt>
                <c:pt idx="730">
                  <c:v>1.6412427e-05</c:v>
                </c:pt>
                <c:pt idx="731">
                  <c:v>6.8490174e-06</c:v>
                </c:pt>
                <c:pt idx="732">
                  <c:v>3.0019493e-06</c:v>
                </c:pt>
                <c:pt idx="733">
                  <c:v>1.4296367e-06</c:v>
                </c:pt>
                <c:pt idx="734">
                  <c:v>7.7454493e-07</c:v>
                </c:pt>
                <c:pt idx="735">
                  <c:v>5.0224344e-07</c:v>
                </c:pt>
                <c:pt idx="736">
                  <c:v>3.5727279e-07</c:v>
                </c:pt>
                <c:pt idx="737">
                  <c:v>2.6300611e-07</c:v>
                </c:pt>
                <c:pt idx="738">
                  <c:v>1.977722e-07</c:v>
                </c:pt>
                <c:pt idx="739">
                  <c:v>1.4974012e-07</c:v>
                </c:pt>
                <c:pt idx="740">
                  <c:v>1.1804471e-07</c:v>
                </c:pt>
                <c:pt idx="741">
                  <c:v>9.4693123e-08</c:v>
                </c:pt>
                <c:pt idx="742">
                  <c:v>7.7330048e-08</c:v>
                </c:pt>
                <c:pt idx="743">
                  <c:v>6.4190574e-08</c:v>
                </c:pt>
                <c:pt idx="744">
                  <c:v>5.4120964e-08</c:v>
                </c:pt>
                <c:pt idx="745">
                  <c:v>4.6273046e-08</c:v>
                </c:pt>
                <c:pt idx="746">
                  <c:v>4.0032569e-08</c:v>
                </c:pt>
                <c:pt idx="747">
                  <c:v>1.614817e-05</c:v>
                </c:pt>
                <c:pt idx="748">
                  <c:v>6.7393766e-06</c:v>
                </c:pt>
                <c:pt idx="749">
                  <c:v>2.9563241e-06</c:v>
                </c:pt>
                <c:pt idx="750">
                  <c:v>1.4081543e-06</c:v>
                </c:pt>
                <c:pt idx="751">
                  <c:v>7.6340703e-07</c:v>
                </c:pt>
                <c:pt idx="752">
                  <c:v>4.9611344e-07</c:v>
                </c:pt>
                <c:pt idx="753">
                  <c:v>3.5308103e-07</c:v>
                </c:pt>
                <c:pt idx="754">
                  <c:v>2.5987841e-07</c:v>
                </c:pt>
                <c:pt idx="755">
                  <c:v>1.9562695e-07</c:v>
                </c:pt>
                <c:pt idx="756">
                  <c:v>1.4829555e-07</c:v>
                </c:pt>
                <c:pt idx="757">
                  <c:v>1.1686424e-07</c:v>
                </c:pt>
                <c:pt idx="758">
                  <c:v>9.3749891e-08</c:v>
                </c:pt>
                <c:pt idx="759">
                  <c:v>7.657021e-08</c:v>
                </c:pt>
                <c:pt idx="760">
                  <c:v>6.3570071e-08</c:v>
                </c:pt>
                <c:pt idx="761">
                  <c:v>5.3607224e-08</c:v>
                </c:pt>
                <c:pt idx="762">
                  <c:v>4.5842296e-08</c:v>
                </c:pt>
                <c:pt idx="763">
                  <c:v>3.9668975e-08</c:v>
                </c:pt>
                <c:pt idx="764">
                  <c:v>1.589312e-05</c:v>
                </c:pt>
                <c:pt idx="765">
                  <c:v>6.6358002e-06</c:v>
                </c:pt>
                <c:pt idx="766">
                  <c:v>2.9110351e-06</c:v>
                </c:pt>
                <c:pt idx="767">
                  <c:v>1.38711e-06</c:v>
                </c:pt>
                <c:pt idx="768">
                  <c:v>7.5277196e-07</c:v>
                </c:pt>
                <c:pt idx="769">
                  <c:v>4.9003401e-07</c:v>
                </c:pt>
                <c:pt idx="770">
                  <c:v>3.4925885e-07</c:v>
                </c:pt>
                <c:pt idx="771">
                  <c:v>2.5761027e-07</c:v>
                </c:pt>
                <c:pt idx="772">
                  <c:v>1.9397761e-07</c:v>
                </c:pt>
                <c:pt idx="773">
                  <c:v>1.4699681e-07</c:v>
                </c:pt>
                <c:pt idx="774">
                  <c:v>1.1580234e-07</c:v>
                </c:pt>
                <c:pt idx="775">
                  <c:v>9.289485e-08</c:v>
                </c:pt>
                <c:pt idx="776">
                  <c:v>7.5848438e-08</c:v>
                </c:pt>
                <c:pt idx="777">
                  <c:v>6.2959555e-08</c:v>
                </c:pt>
                <c:pt idx="778">
                  <c:v>5.3090143e-08</c:v>
                </c:pt>
                <c:pt idx="779">
                  <c:v>4.5399907e-08</c:v>
                </c:pt>
                <c:pt idx="780">
                  <c:v>3.9288499e-08</c:v>
                </c:pt>
                <c:pt idx="781">
                  <c:v>1.5646766e-05</c:v>
                </c:pt>
                <c:pt idx="782">
                  <c:v>6.5353414e-06</c:v>
                </c:pt>
                <c:pt idx="783">
                  <c:v>2.8676449e-06</c:v>
                </c:pt>
                <c:pt idx="784">
                  <c:v>1.3664009e-06</c:v>
                </c:pt>
                <c:pt idx="785">
                  <c:v>7.4441154e-07</c:v>
                </c:pt>
                <c:pt idx="786">
                  <c:v>4.8540879e-07</c:v>
                </c:pt>
                <c:pt idx="787">
                  <c:v>3.4613457e-07</c:v>
                </c:pt>
                <c:pt idx="788">
                  <c:v>2.5517722e-07</c:v>
                </c:pt>
                <c:pt idx="789">
                  <c:v>1.9210597e-07</c:v>
                </c:pt>
                <c:pt idx="790">
                  <c:v>1.4560231e-07</c:v>
                </c:pt>
                <c:pt idx="791">
                  <c:v>1.1473015e-07</c:v>
                </c:pt>
                <c:pt idx="792">
                  <c:v>9.2047799e-08</c:v>
                </c:pt>
                <c:pt idx="793">
                  <c:v>7.5160463e-08</c:v>
                </c:pt>
                <c:pt idx="794">
                  <c:v>6.2387297e-08</c:v>
                </c:pt>
                <c:pt idx="795">
                  <c:v>5.260059e-08</c:v>
                </c:pt>
                <c:pt idx="796">
                  <c:v>4.4975644e-08</c:v>
                </c:pt>
                <c:pt idx="797">
                  <c:v>3.8915661e-08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Iterations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  <c:logBase val="1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Residuals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C6618E0-4A20-C3E4-EF6E-6FE109F712D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175320-5D97-7B49-7831-8593F536066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2B41B2-2F64-4A50-B697-32B2FFAF6A18}" type="datetimeFigureOut">
              <a:rPr lang="en-US" smtClean="0"/>
              <a:t>8/23/2024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022171-62D2-A3A0-1ECA-8E41A3C5215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3716BE-50D3-07D4-C65E-C513B023681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6AD41B-BF82-4D4B-9860-B0AEF8593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3918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EA50AE-3EA1-4D83-B5DA-96E75DC571B0}" type="datetimeFigureOut">
              <a:rPr lang="en-US" smtClean="0"/>
              <a:t>8/23/2024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AC9A20-3693-43FD-997B-0E90FA7F0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10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AC9A20-3693-43FD-997B-0E90FA7F05F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9121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AC9A20-3693-43FD-997B-0E90FA7F05F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61192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8CEED26B-D93E-50A6-47C7-4342EA2E452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Presenter">
            <a:extLst>
              <a:ext uri="{FF2B5EF4-FFF2-40B4-BE49-F238E27FC236}">
                <a16:creationId xmlns:a16="http://schemas.microsoft.com/office/drawing/2014/main" id="{9AFE08CF-AC0B-7143-9A94-E8A35CBC7D4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1664" y="4155984"/>
            <a:ext cx="5394325" cy="84831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1500" b="0" i="0">
                <a:solidFill>
                  <a:schemeClr val="accent2"/>
                </a:solidFill>
                <a:latin typeface="Calibri" panose="020F0502020204030204" pitchFamily="34" charset="0"/>
              </a:defRPr>
            </a:lvl1pPr>
            <a:lvl2pPr marL="172641" indent="0">
              <a:buNone/>
              <a:defRPr>
                <a:solidFill>
                  <a:schemeClr val="bg1"/>
                </a:solidFill>
              </a:defRPr>
            </a:lvl2pPr>
            <a:lvl3pPr marL="342900" indent="0">
              <a:buNone/>
              <a:defRPr>
                <a:solidFill>
                  <a:schemeClr val="bg1"/>
                </a:solidFill>
              </a:defRPr>
            </a:lvl3pPr>
            <a:lvl4pPr marL="559594" indent="0">
              <a:buNone/>
              <a:defRPr>
                <a:solidFill>
                  <a:schemeClr val="bg1"/>
                </a:solidFill>
              </a:defRPr>
            </a:lvl4pPr>
            <a:lvl5pPr marL="727472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Nexus:html_header">
            <a:extLst>
              <a:ext uri="{FF2B5EF4-FFF2-40B4-BE49-F238E27FC236}">
                <a16:creationId xmlns:a16="http://schemas.microsoft.com/office/drawing/2014/main" id="{23B808CC-F74C-B743-BAB4-F4C99E1956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1664" y="2501900"/>
            <a:ext cx="5394325" cy="14493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700" b="1" i="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172641" indent="0">
              <a:buNone/>
              <a:defRPr>
                <a:solidFill>
                  <a:schemeClr val="bg1"/>
                </a:solidFill>
              </a:defRPr>
            </a:lvl2pPr>
            <a:lvl3pPr marL="342900" indent="0">
              <a:buNone/>
              <a:defRPr>
                <a:solidFill>
                  <a:schemeClr val="bg1"/>
                </a:solidFill>
              </a:defRPr>
            </a:lvl3pPr>
            <a:lvl4pPr marL="559594" indent="0">
              <a:buNone/>
              <a:defRPr>
                <a:solidFill>
                  <a:schemeClr val="bg1"/>
                </a:solidFill>
              </a:defRPr>
            </a:lvl4pPr>
            <a:lvl5pPr marL="727472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2240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584" userDrawn="1">
          <p15:clr>
            <a:srgbClr val="FBAE40"/>
          </p15:clr>
        </p15:guide>
        <p15:guide id="2" orient="horz" pos="261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C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exus:query=">
            <a:extLst>
              <a:ext uri="{FF2B5EF4-FFF2-40B4-BE49-F238E27FC236}">
                <a16:creationId xmlns:a16="http://schemas.microsoft.com/office/drawing/2014/main" id="{FFB903E0-BF8E-4DCE-8880-AD10293D4B3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599" y="735808"/>
            <a:ext cx="10972800" cy="563314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4F718BF-E1C1-2689-A326-E93B558F474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‹#›</a:t>
            </a:fld>
            <a:endParaRPr lang="en-US"/>
          </a:p>
        </p:txBody>
      </p:sp>
      <p:sp>
        <p:nvSpPr>
          <p:cNvPr id="2" name="Nexus:html_header">
            <a:extLst>
              <a:ext uri="{FF2B5EF4-FFF2-40B4-BE49-F238E27FC236}">
                <a16:creationId xmlns:a16="http://schemas.microsoft.com/office/drawing/2014/main" id="{CD20009F-10EF-4246-895E-4B4499D3A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148584"/>
            <a:ext cx="10972799" cy="42976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04892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9A1CF486-8139-B9ED-4840-6BC7FB37F2D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Nexus:toc_link">
            <a:extLst>
              <a:ext uri="{FF2B5EF4-FFF2-40B4-BE49-F238E27FC236}">
                <a16:creationId xmlns:a16="http://schemas.microsoft.com/office/drawing/2014/main" id="{B963AE51-EFC8-2773-CBA9-60631CED465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710928" y="6492240"/>
            <a:ext cx="1874520" cy="3159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 marL="230188" indent="0">
              <a:buNone/>
              <a:defRPr/>
            </a:lvl2pPr>
            <a:lvl3pPr marL="457200" indent="0">
              <a:buNone/>
              <a:defRPr/>
            </a:lvl3pPr>
            <a:lvl4pPr marL="746125" indent="0">
              <a:buNone/>
              <a:defRPr/>
            </a:lvl4pPr>
            <a:lvl5pPr marL="969962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6" name="Nexus:breadcrumbs">
            <a:extLst>
              <a:ext uri="{FF2B5EF4-FFF2-40B4-BE49-F238E27FC236}">
                <a16:creationId xmlns:a16="http://schemas.microsoft.com/office/drawing/2014/main" id="{8B9D080D-15E5-8FB5-B5F3-78231DCF01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36392" y="6492240"/>
            <a:ext cx="6537960" cy="3159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5" name="Nexus:comments">
            <a:extLst>
              <a:ext uri="{FF2B5EF4-FFF2-40B4-BE49-F238E27FC236}">
                <a16:creationId xmlns:a16="http://schemas.microsoft.com/office/drawing/2014/main" id="{E9587B0A-FFC8-52AA-CDBE-5E1F1BDC422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2648" y="4449096"/>
            <a:ext cx="10972800" cy="7680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0" name="Nexus:html_header">
            <a:extLst>
              <a:ext uri="{FF2B5EF4-FFF2-40B4-BE49-F238E27FC236}">
                <a16:creationId xmlns:a16="http://schemas.microsoft.com/office/drawing/2014/main" id="{5A7A9E02-9DDC-E3B7-3F9A-0CBFA2C2BF8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1664" y="2501900"/>
            <a:ext cx="5394325" cy="14493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700" b="1" i="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172641" indent="0">
              <a:buNone/>
              <a:defRPr>
                <a:solidFill>
                  <a:schemeClr val="bg1"/>
                </a:solidFill>
              </a:defRPr>
            </a:lvl2pPr>
            <a:lvl3pPr marL="342900" indent="0">
              <a:buNone/>
              <a:defRPr>
                <a:solidFill>
                  <a:schemeClr val="bg1"/>
                </a:solidFill>
              </a:defRPr>
            </a:lvl3pPr>
            <a:lvl4pPr marL="559594" indent="0">
              <a:buNone/>
              <a:defRPr>
                <a:solidFill>
                  <a:schemeClr val="bg1"/>
                </a:solidFill>
              </a:defRPr>
            </a:lvl4pPr>
            <a:lvl5pPr marL="727472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42255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exus:query=">
            <a:extLst>
              <a:ext uri="{FF2B5EF4-FFF2-40B4-BE49-F238E27FC236}">
                <a16:creationId xmlns:a16="http://schemas.microsoft.com/office/drawing/2014/main" id="{FFB903E0-BF8E-4DCE-8880-AD10293D4B3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2648" y="1636776"/>
            <a:ext cx="10972800" cy="473217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4F718BF-E1C1-2689-A326-E93B558F474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‹#›</a:t>
            </a:fld>
            <a:endParaRPr lang="en-US"/>
          </a:p>
        </p:txBody>
      </p:sp>
      <p:sp>
        <p:nvSpPr>
          <p:cNvPr id="7" name="Nexus:toc_link">
            <a:extLst>
              <a:ext uri="{FF2B5EF4-FFF2-40B4-BE49-F238E27FC236}">
                <a16:creationId xmlns:a16="http://schemas.microsoft.com/office/drawing/2014/main" id="{362AD4A8-3439-4073-C4B8-23456EAC54C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710928" y="6492240"/>
            <a:ext cx="1874520" cy="3200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 marL="230188" indent="0">
              <a:buNone/>
              <a:defRPr/>
            </a:lvl2pPr>
            <a:lvl3pPr marL="457200" indent="0">
              <a:buNone/>
              <a:defRPr/>
            </a:lvl3pPr>
            <a:lvl4pPr marL="746125" indent="0">
              <a:buNone/>
              <a:defRPr/>
            </a:lvl4pPr>
            <a:lvl5pPr marL="969962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5" name="Nexus:breadcrumbs">
            <a:extLst>
              <a:ext uri="{FF2B5EF4-FFF2-40B4-BE49-F238E27FC236}">
                <a16:creationId xmlns:a16="http://schemas.microsoft.com/office/drawing/2014/main" id="{809D2074-158F-8839-0F33-44CCECDF70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36392" y="6492240"/>
            <a:ext cx="6537960" cy="3159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0" name="Nexus:comments">
            <a:extLst>
              <a:ext uri="{FF2B5EF4-FFF2-40B4-BE49-F238E27FC236}">
                <a16:creationId xmlns:a16="http://schemas.microsoft.com/office/drawing/2014/main" id="{4053E460-5B51-F640-1250-486034E984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2648" y="576072"/>
            <a:ext cx="10972800" cy="91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" name="Nexus:html_header">
            <a:extLst>
              <a:ext uri="{FF2B5EF4-FFF2-40B4-BE49-F238E27FC236}">
                <a16:creationId xmlns:a16="http://schemas.microsoft.com/office/drawing/2014/main" id="{CD20009F-10EF-4246-895E-4B4499D3A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48585"/>
            <a:ext cx="10972799" cy="427487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76546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exus:query=">
            <a:extLst>
              <a:ext uri="{FF2B5EF4-FFF2-40B4-BE49-F238E27FC236}">
                <a16:creationId xmlns:a16="http://schemas.microsoft.com/office/drawing/2014/main" id="{4C5F8081-5E16-4801-8E6F-2E3312D5787D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609602" y="1636776"/>
            <a:ext cx="10972800" cy="4736592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endParaRPr lang="en-US" dirty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94D5D914-82C0-0148-3392-BF28090AF09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Nexus:toc_link">
            <a:extLst>
              <a:ext uri="{FF2B5EF4-FFF2-40B4-BE49-F238E27FC236}">
                <a16:creationId xmlns:a16="http://schemas.microsoft.com/office/drawing/2014/main" id="{468AEF22-4557-6775-386C-88E6D3981AB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708068" y="6493036"/>
            <a:ext cx="1877380" cy="3159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aseline="0"/>
            </a:lvl1pPr>
            <a:lvl2pPr marL="230188" indent="0">
              <a:buNone/>
              <a:defRPr/>
            </a:lvl2pPr>
            <a:lvl3pPr marL="457200" indent="0">
              <a:buNone/>
              <a:defRPr/>
            </a:lvl3pPr>
            <a:lvl4pPr marL="746125" indent="0">
              <a:buNone/>
              <a:defRPr/>
            </a:lvl4pPr>
            <a:lvl5pPr marL="969962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4" name="Nexus:breadcrumbs">
            <a:extLst>
              <a:ext uri="{FF2B5EF4-FFF2-40B4-BE49-F238E27FC236}">
                <a16:creationId xmlns:a16="http://schemas.microsoft.com/office/drawing/2014/main" id="{D1CF6FE0-1215-16B9-D742-B8FDF2285F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36392" y="6492240"/>
            <a:ext cx="6537960" cy="3200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aseline="0"/>
            </a:lvl1pPr>
          </a:lstStyle>
          <a:p>
            <a:pPr lvl="0"/>
            <a:endParaRPr lang="en-US" dirty="0"/>
          </a:p>
        </p:txBody>
      </p:sp>
      <p:sp>
        <p:nvSpPr>
          <p:cNvPr id="8" name="Nexus:comments">
            <a:extLst>
              <a:ext uri="{FF2B5EF4-FFF2-40B4-BE49-F238E27FC236}">
                <a16:creationId xmlns:a16="http://schemas.microsoft.com/office/drawing/2014/main" id="{C1B25A9B-7D96-B69C-07CB-679EA12C3A8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2" y="576072"/>
            <a:ext cx="10972800" cy="91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aseline="0"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" name="Nexus:html_header">
            <a:extLst>
              <a:ext uri="{FF2B5EF4-FFF2-40B4-BE49-F238E27FC236}">
                <a16:creationId xmlns:a16="http://schemas.microsoft.com/office/drawing/2014/main" id="{CD20009F-10EF-4246-895E-4B4499D3A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148583"/>
            <a:ext cx="10972799" cy="42976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499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exus:query=">
            <a:extLst>
              <a:ext uri="{FF2B5EF4-FFF2-40B4-BE49-F238E27FC236}">
                <a16:creationId xmlns:a16="http://schemas.microsoft.com/office/drawing/2014/main" id="{91C4973A-6811-43AE-B46D-74F27A5E8EB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2" y="1636776"/>
            <a:ext cx="10972799" cy="473659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D78FA5C3-1F44-C010-7501-CCB84E42CC2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‹#›</a:t>
            </a:fld>
            <a:endParaRPr lang="en-US"/>
          </a:p>
        </p:txBody>
      </p:sp>
      <p:sp>
        <p:nvSpPr>
          <p:cNvPr id="3" name="Nexus:toc_link">
            <a:extLst>
              <a:ext uri="{FF2B5EF4-FFF2-40B4-BE49-F238E27FC236}">
                <a16:creationId xmlns:a16="http://schemas.microsoft.com/office/drawing/2014/main" id="{FE0F0B4B-1989-4D7C-4658-6E852A6D49B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710928" y="6492240"/>
            <a:ext cx="1874520" cy="3159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 marL="230188" indent="0">
              <a:buNone/>
              <a:defRPr/>
            </a:lvl2pPr>
            <a:lvl3pPr marL="457200" indent="0">
              <a:buNone/>
              <a:defRPr/>
            </a:lvl3pPr>
            <a:lvl4pPr marL="746125" indent="0">
              <a:buNone/>
              <a:defRPr/>
            </a:lvl4pPr>
            <a:lvl5pPr marL="969962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6" name="Nexus:breadcrumbs">
            <a:extLst>
              <a:ext uri="{FF2B5EF4-FFF2-40B4-BE49-F238E27FC236}">
                <a16:creationId xmlns:a16="http://schemas.microsoft.com/office/drawing/2014/main" id="{B95A29DA-2234-C7DE-D36C-27FD09BAD5A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36392" y="6492240"/>
            <a:ext cx="6537960" cy="3159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7" name="Nexus:comments">
            <a:extLst>
              <a:ext uri="{FF2B5EF4-FFF2-40B4-BE49-F238E27FC236}">
                <a16:creationId xmlns:a16="http://schemas.microsoft.com/office/drawing/2014/main" id="{EDAD3441-1F31-769E-67CE-4F271FCBC4B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" y="576072"/>
            <a:ext cx="10972800" cy="91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" name="Nexus:html_header">
            <a:extLst>
              <a:ext uri="{FF2B5EF4-FFF2-40B4-BE49-F238E27FC236}">
                <a16:creationId xmlns:a16="http://schemas.microsoft.com/office/drawing/2014/main" id="{CD20009F-10EF-4246-895E-4B4499D3A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148583"/>
            <a:ext cx="10972799" cy="42976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89030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exus:query=">
            <a:extLst>
              <a:ext uri="{FF2B5EF4-FFF2-40B4-BE49-F238E27FC236}">
                <a16:creationId xmlns:a16="http://schemas.microsoft.com/office/drawing/2014/main" id="{6ECC26B2-C67D-490A-A762-73CBC5C13F04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609601" y="1636776"/>
            <a:ext cx="10972800" cy="473659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743547F9-14B7-192A-DE8F-4CF6B663841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‹#›</a:t>
            </a:fld>
            <a:endParaRPr lang="en-US"/>
          </a:p>
        </p:txBody>
      </p:sp>
      <p:sp>
        <p:nvSpPr>
          <p:cNvPr id="3" name="Nexus:toc_link">
            <a:extLst>
              <a:ext uri="{FF2B5EF4-FFF2-40B4-BE49-F238E27FC236}">
                <a16:creationId xmlns:a16="http://schemas.microsoft.com/office/drawing/2014/main" id="{2416ACCD-8B61-6353-56DB-5975A95243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710928" y="6492240"/>
            <a:ext cx="1874520" cy="3159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 marL="230188" indent="0">
              <a:buNone/>
              <a:defRPr/>
            </a:lvl2pPr>
            <a:lvl3pPr marL="457200" indent="0">
              <a:buNone/>
              <a:defRPr/>
            </a:lvl3pPr>
            <a:lvl4pPr marL="746125" indent="0">
              <a:buNone/>
              <a:defRPr/>
            </a:lvl4pPr>
            <a:lvl5pPr marL="969962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4" name="Nexus:breadcrumbs">
            <a:extLst>
              <a:ext uri="{FF2B5EF4-FFF2-40B4-BE49-F238E27FC236}">
                <a16:creationId xmlns:a16="http://schemas.microsoft.com/office/drawing/2014/main" id="{B4BABA50-9F87-457A-27D1-E561C71874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36392" y="6492240"/>
            <a:ext cx="6537960" cy="3159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7" name="Nexus:comments">
            <a:extLst>
              <a:ext uri="{FF2B5EF4-FFF2-40B4-BE49-F238E27FC236}">
                <a16:creationId xmlns:a16="http://schemas.microsoft.com/office/drawing/2014/main" id="{D4AEA23C-8BB8-8D59-F52C-2040A5F46BC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" y="576072"/>
            <a:ext cx="10972800" cy="91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" name="Nexus:html_header">
            <a:extLst>
              <a:ext uri="{FF2B5EF4-FFF2-40B4-BE49-F238E27FC236}">
                <a16:creationId xmlns:a16="http://schemas.microsoft.com/office/drawing/2014/main" id="{CD20009F-10EF-4246-895E-4B4499D3A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148583"/>
            <a:ext cx="10972799" cy="42976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98625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exus:query=">
            <a:extLst>
              <a:ext uri="{FF2B5EF4-FFF2-40B4-BE49-F238E27FC236}">
                <a16:creationId xmlns:a16="http://schemas.microsoft.com/office/drawing/2014/main" id="{E9FF20B6-8B82-429F-AEEF-D9E0D5B0552E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609600" y="1636776"/>
            <a:ext cx="10972800" cy="473659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90BA0ECC-3B3D-81BB-C03F-BC7DA1919A9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‹#›</a:t>
            </a:fld>
            <a:endParaRPr lang="en-US"/>
          </a:p>
        </p:txBody>
      </p:sp>
      <p:sp>
        <p:nvSpPr>
          <p:cNvPr id="3" name="Nexus:toc_link">
            <a:extLst>
              <a:ext uri="{FF2B5EF4-FFF2-40B4-BE49-F238E27FC236}">
                <a16:creationId xmlns:a16="http://schemas.microsoft.com/office/drawing/2014/main" id="{52CF12DE-4979-541A-F3BC-7BEA560518D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710928" y="6492240"/>
            <a:ext cx="1874520" cy="3159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 marL="230188" indent="0">
              <a:buNone/>
              <a:defRPr/>
            </a:lvl2pPr>
            <a:lvl3pPr marL="457200" indent="0">
              <a:buNone/>
              <a:defRPr/>
            </a:lvl3pPr>
            <a:lvl4pPr marL="746125" indent="0">
              <a:buNone/>
              <a:defRPr/>
            </a:lvl4pPr>
            <a:lvl5pPr marL="969962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4" name="Nexus:breadcrumbs">
            <a:extLst>
              <a:ext uri="{FF2B5EF4-FFF2-40B4-BE49-F238E27FC236}">
                <a16:creationId xmlns:a16="http://schemas.microsoft.com/office/drawing/2014/main" id="{9159CFF0-23A4-04DF-BB88-DD44CF29B8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36392" y="6492240"/>
            <a:ext cx="6537960" cy="3159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7" name="Nexus:comments">
            <a:extLst>
              <a:ext uri="{FF2B5EF4-FFF2-40B4-BE49-F238E27FC236}">
                <a16:creationId xmlns:a16="http://schemas.microsoft.com/office/drawing/2014/main" id="{A825564B-7CFD-89BB-B346-BA3F5DFE02A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" y="576072"/>
            <a:ext cx="10972800" cy="91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" name="Nexus:html_header">
            <a:extLst>
              <a:ext uri="{FF2B5EF4-FFF2-40B4-BE49-F238E27FC236}">
                <a16:creationId xmlns:a16="http://schemas.microsoft.com/office/drawing/2014/main" id="{78E8E82C-B438-4701-92A5-0DDD49442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148583"/>
            <a:ext cx="10972799" cy="42976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91289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0627076D-4247-3C98-AC7E-62CB8D4D68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195" y="6566315"/>
            <a:ext cx="457200" cy="2462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23AC52-F1B0-4671-BA92-58020EC92B3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Fluent Burn">
            <a:extLst>
              <a:ext uri="{FF2B5EF4-FFF2-40B4-BE49-F238E27FC236}">
                <a16:creationId xmlns:a16="http://schemas.microsoft.com/office/drawing/2014/main" id="{72D1D4B2-5D9E-C49B-F0F6-C5E4F596132E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705802" y="6566315"/>
            <a:ext cx="2181627" cy="246221"/>
            <a:chOff x="578620" y="6530065"/>
            <a:chExt cx="2446049" cy="276064"/>
          </a:xfrm>
        </p:grpSpPr>
        <p:pic>
          <p:nvPicPr>
            <p:cNvPr id="4" name="Ansys Fluent Logo" descr="A picture containing logo&#10;&#10;Description automatically generated">
              <a:extLst>
                <a:ext uri="{FF2B5EF4-FFF2-40B4-BE49-F238E27FC236}">
                  <a16:creationId xmlns:a16="http://schemas.microsoft.com/office/drawing/2014/main" id="{C8958358-8D02-6FC4-7AAF-C1690996026A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>
              <a:off x="1541494" y="6552055"/>
              <a:ext cx="1483175" cy="232086"/>
            </a:xfrm>
            <a:prstGeom prst="rect">
              <a:avLst/>
            </a:prstGeom>
          </p:spPr>
        </p:pic>
        <p:sp>
          <p:nvSpPr>
            <p:cNvPr id="7" name="Created With">
              <a:extLst>
                <a:ext uri="{FF2B5EF4-FFF2-40B4-BE49-F238E27FC236}">
                  <a16:creationId xmlns:a16="http://schemas.microsoft.com/office/drawing/2014/main" id="{0A0381EF-D2B2-0464-0EA6-670F80396FB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578620" y="6530065"/>
              <a:ext cx="978088" cy="2760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Source Sans Pro" panose="020B0503030403020204" pitchFamily="34" charset="0"/>
                  <a:ea typeface="Source Sans Pro" panose="020B0503030403020204" pitchFamily="34" charset="0"/>
                  <a:cs typeface="Kalinga" panose="020B0502040204020203" pitchFamily="34" charset="0"/>
                </a:rPr>
                <a:t>Created with</a:t>
              </a:r>
            </a:p>
          </p:txBody>
        </p:sp>
      </p:grpSp>
      <p:sp>
        <p:nvSpPr>
          <p:cNvPr id="8" name="Top Right Decoration">
            <a:extLst>
              <a:ext uri="{FF2B5EF4-FFF2-40B4-BE49-F238E27FC236}">
                <a16:creationId xmlns:a16="http://schemas.microsoft.com/office/drawing/2014/main" id="{83BA1A1C-776B-1B57-9E82-5F92796C73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H="1">
            <a:off x="11748976" y="0"/>
            <a:ext cx="457200" cy="845837"/>
          </a:xfrm>
          <a:prstGeom prst="halfFrame">
            <a:avLst>
              <a:gd name="adj1" fmla="val 18933"/>
              <a:gd name="adj2" fmla="val 18933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Top Left Decoration">
            <a:extLst>
              <a:ext uri="{FF2B5EF4-FFF2-40B4-BE49-F238E27FC236}">
                <a16:creationId xmlns:a16="http://schemas.microsoft.com/office/drawing/2014/main" id="{A0D740A8-4B06-E244-1787-06D16049EF0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-1"/>
            <a:ext cx="457200" cy="845837"/>
          </a:xfrm>
          <a:prstGeom prst="halfFrame">
            <a:avLst>
              <a:gd name="adj1" fmla="val 18933"/>
              <a:gd name="adj2" fmla="val 18933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1537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744" r:id="rId2"/>
    <p:sldLayoutId id="2147483748" r:id="rId3"/>
    <p:sldLayoutId id="2147483750" r:id="rId4"/>
    <p:sldLayoutId id="2147483745" r:id="rId5"/>
    <p:sldLayoutId id="2147483749" r:id="rId6"/>
    <p:sldLayoutId id="2147483746" r:id="rId7"/>
    <p:sldLayoutId id="2147483747" r:id="rId8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marR="0" indent="-22860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2400" b="0" i="0" kern="1200" baseline="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461963" marR="0" indent="-231775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Calibri" panose="020F0502020204030204" pitchFamily="34" charset="0"/>
        <a:buChar char="‐"/>
        <a:tabLst/>
        <a:defRPr sz="2000" b="0" i="0" kern="1200" baseline="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746125" marR="0" indent="-288925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600" kern="1200" baseline="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969963" marR="0" indent="-223838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Wingdings" panose="05000000000000000000" pitchFamily="2" charset="2"/>
        <a:buChar char="§"/>
        <a:tabLst/>
        <a:defRPr sz="1400" kern="1200" baseline="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1203325" marR="0" indent="-233363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Courier New" panose="02070309020205020404" pitchFamily="49" charset="0"/>
        <a:buChar char="o"/>
        <a:tabLst/>
        <a:defRPr sz="1200" kern="1200" baseline="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Relationship Id="rId7" Type="http://schemas.openxmlformats.org/officeDocument/2006/relationships/slide" Target="slide8.xml"/><Relationship Id="rId8" Type="http://schemas.openxmlformats.org/officeDocument/2006/relationships/slide" Target="slide9.xml"/><Relationship Id="rId9" Type="http://schemas.openxmlformats.org/officeDocument/2006/relationships/slide" Target="slide10.xml"/><Relationship Id="rId10" Type="http://schemas.openxmlformats.org/officeDocument/2006/relationships/slide" Target="slide11.xml"/><Relationship Id="rId11" Type="http://schemas.openxmlformats.org/officeDocument/2006/relationships/slide" Target="slide12.xml"/><Relationship Id="rId12" Type="http://schemas.openxmlformats.org/officeDocument/2006/relationships/slide" Target="slide13.xml"/><Relationship Id="rId13" Type="http://schemas.openxmlformats.org/officeDocument/2006/relationships/slide" Target="slide14.xml"/><Relationship Id="rId14" Type="http://schemas.openxmlformats.org/officeDocument/2006/relationships/slide" Target="slide15.xml"/><Relationship Id="rId15" Type="http://schemas.openxmlformats.org/officeDocument/2006/relationships/slide" Target="slide16.xml"/><Relationship Id="rId16" Type="http://schemas.openxmlformats.org/officeDocument/2006/relationships/slide" Target="slide17.xml"/><Relationship Id="rId17" Type="http://schemas.openxmlformats.org/officeDocument/2006/relationships/slide" Target="slide18.xml"/><Relationship Id="rId18" Type="http://schemas.openxmlformats.org/officeDocument/2006/relationships/slide" Target="slide19.xml"/><Relationship Id="rId19" Type="http://schemas.openxmlformats.org/officeDocument/2006/relationships/slide" Target="slide20.xml"/><Relationship Id="rId20" Type="http://schemas.openxmlformats.org/officeDocument/2006/relationships/slide" Target="slide21.xml"/><Relationship Id="rId21" Type="http://schemas.openxmlformats.org/officeDocument/2006/relationships/slide" Target="slide22.xml"/><Relationship Id="rId22" Type="http://schemas.openxmlformats.org/officeDocument/2006/relationships/slide" Target="slide23.xml"/><Relationship Id="rId23" Type="http://schemas.openxmlformats.org/officeDocument/2006/relationships/slide" Target="slide25.xml"/></Relationships>
</file>

<file path=ppt/slides/_rels/slide4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3" Type="http://schemas.openxmlformats.org/officeDocument/2006/relationships/slide" Target="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" Target="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slide" Target="slide3.xml"/><Relationship Id="rId4" Type="http://schemas.openxmlformats.org/officeDocument/2006/relationships/slide" Target="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" Target="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" Target="slide3.xml"/><Relationship Id="rId3" Type="http://schemas.openxmlformats.org/officeDocument/2006/relationships/slide" Target="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9.xml"/><Relationship Id="rId4" Type="http://schemas.openxmlformats.org/officeDocument/2006/relationships/slide" Target="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9.xml"/><Relationship Id="rId4" Type="http://schemas.openxmlformats.org/officeDocument/2006/relationships/slide" Target="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9.xml"/><Relationship Id="rId4" Type="http://schemas.openxmlformats.org/officeDocument/2006/relationships/slide" Target="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9.xml"/><Relationship Id="rId4" Type="http://schemas.openxmlformats.org/officeDocument/2006/relationships/slide" Target="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9.xml"/><Relationship Id="rId4" Type="http://schemas.openxmlformats.org/officeDocument/2006/relationships/slide" Target="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" Target="slide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slide" Target="slide3.xml"/><Relationship Id="rId4" Type="http://schemas.openxmlformats.org/officeDocument/2006/relationships/slide" Target="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" Target="slide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slide" Target="slide3.xml"/><Relationship Id="rId4" Type="http://schemas.openxmlformats.org/officeDocument/2006/relationships/slide" Target="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" Target="slide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Relationship Id="rId3" Type="http://schemas.openxmlformats.org/officeDocument/2006/relationships/slide" Target="slide3.xml"/><Relationship Id="rId4" Type="http://schemas.openxmlformats.org/officeDocument/2006/relationships/slide" Target="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9.xml"/><Relationship Id="rId4" Type="http://schemas.openxmlformats.org/officeDocument/2006/relationships/slide" Target="slide10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9.xml"/><Relationship Id="rId4" Type="http://schemas.openxmlformats.org/officeDocument/2006/relationships/slide" Target="slide1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slide" Target="slide3.xml"/><Relationship Id="rId4" Type="http://schemas.openxmlformats.org/officeDocument/2006/relationships/slide" Target="slide2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slide" Target="slide3.xml"/><Relationship Id="rId4" Type="http://schemas.openxmlformats.org/officeDocument/2006/relationships/slide" Target="slide2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3" Type="http://schemas.openxmlformats.org/officeDocument/2006/relationships/slide" Target="slide3.xml"/><Relationship Id="rId4" Type="http://schemas.openxmlformats.org/officeDocument/2006/relationships/slide" Target="slide2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slide" Target="slide3.xml"/><Relationship Id="rId4" Type="http://schemas.openxmlformats.org/officeDocument/2006/relationships/slide" Target="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">
            <a:extLst>
              <a:ext uri="{FF2B5EF4-FFF2-40B4-BE49-F238E27FC236}">
                <a16:creationId xmlns:a16="http://schemas.microsoft.com/office/drawing/2014/main" id="{2B969168-07A6-18D1-6196-37729E4CBF7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506197" y="6566315"/>
            <a:ext cx="566198" cy="246221"/>
          </a:xfrm>
        </p:spPr>
        <p:txBody>
          <a:bodyPr/>
          <a:lstStyle/>
          <a:p>
            <a:fld id="{F023AC52-F1B0-4671-BA92-58020EC92B36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2" name="Presenter">
            <a:extLst>
              <a:ext uri="{FF2B5EF4-FFF2-40B4-BE49-F238E27FC236}">
                <a16:creationId xmlns:a16="http://schemas.microsoft.com/office/drawing/2014/main" id="{E369EDDE-3F24-65AC-C5A7-FEAA88E6E25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Nexus:html_header">
            <a:extLst>
              <a:ext uri="{FF2B5EF4-FFF2-40B4-BE49-F238E27FC236}">
                <a16:creationId xmlns:a16="http://schemas.microsoft.com/office/drawing/2014/main" id="{E7FA8ABC-BCFD-8F4D-EEF6-8BBA9B8C6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sz="3200"/>
              <a:t>Ansys Fluent Simulation Report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045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Nexus:query=A|i_type|eq|table;A|i_name|eq|HeaderTabl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741680"/>
        </p:xfrm>
        <a:graphic>
          <a:graphicData uri="http://schemas.openxmlformats.org/drawingml/2006/table">
            <a:tbl>
              <a:tblPr bandRow="1" firstCol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Analyst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ShubhamR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2/14/2026 02:45 PM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4" name="Slide Number Placeholder">
            <a:extLst>
              <a:ext uri="{FF2B5EF4-FFF2-40B4-BE49-F238E27FC236}">
                <a16:creationId xmlns:a16="http://schemas.microsoft.com/office/drawing/2014/main" id="{316B0EEE-2178-FDF6-C813-0D0D003F0A7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2</a:t>
            </a:fld>
            <a:endParaRPr lang="en-US"/>
          </a:p>
        </p:txBody>
      </p:sp>
      <p:sp>
        <p:nvSpPr>
          <p:cNvPr id="21" name="Nexus:toc_link">
            <a:extLst>
              <a:ext uri="{FF2B5EF4-FFF2-40B4-BE49-F238E27FC236}">
                <a16:creationId xmlns:a16="http://schemas.microsoft.com/office/drawing/2014/main" id="{137A8142-4054-4A80-8E90-D5802D16DB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23" name="Nexus:comments">
            <a:extLst>
              <a:ext uri="{FF2B5EF4-FFF2-40B4-BE49-F238E27FC236}">
                <a16:creationId xmlns:a16="http://schemas.microsoft.com/office/drawing/2014/main" id="{90405174-D87E-54AD-839A-506233810FC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Nexus:html_header">
            <a:extLst>
              <a:ext uri="{FF2B5EF4-FFF2-40B4-BE49-F238E27FC236}">
                <a16:creationId xmlns:a16="http://schemas.microsoft.com/office/drawing/2014/main" id="{EEA59AF0-A3CC-8216-2422-167C976BA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Header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326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exus:toc&amp;amp;lines=28">
            <a:extLst>
              <a:ext uri="{FF2B5EF4-FFF2-40B4-BE49-F238E27FC236}">
                <a16:creationId xmlns:a16="http://schemas.microsoft.com/office/drawing/2014/main" id="{5B0F6D94-062E-04B5-FA68-04D6CF36324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numCol="2"/>
          <a:lstStyle/>
          <a:p>
            <a:pPr/>
            <a:r>
              <a:rPr>
                <a:hlinkClick r:id="rId3" action="ppaction://hlinksldjump"/>
              </a:rPr>
              <a:t>System Information</a:t>
            </a:r>
            <a:endParaRPr lang="en-US" dirty="0"/>
          </a:p>
          <a:p>
            <a:pPr/>
            <a:r>
              <a:rPr>
                <a:hlinkClick r:id="rId4" action="ppaction://hlinksldjump"/>
              </a:rPr>
              <a:t>Geometry and Mesh</a:t>
            </a:r>
          </a:p>
          <a:p>
            <a:pPr lvl="1"/>
            <a:r>
              <a:rPr>
                <a:hlinkClick r:id="rId5" action="ppaction://hlinksldjump"/>
              </a:rPr>
              <a:t>Mesh Size</a:t>
            </a:r>
          </a:p>
          <a:p>
            <a:pPr lvl="1"/>
            <a:r>
              <a:rPr>
                <a:hlinkClick r:id="rId6" action="ppaction://hlinksldjump"/>
              </a:rPr>
              <a:t>Mesh Quality</a:t>
            </a:r>
          </a:p>
          <a:p>
            <a:pPr lvl="1"/>
            <a:r>
              <a:rPr>
                <a:hlinkClick r:id="rId7" action="ppaction://hlinksldjump"/>
              </a:rPr>
              <a:t>Orthogonal Quality</a:t>
            </a:r>
          </a:p>
          <a:p>
            <a:pPr/>
            <a:r>
              <a:rPr>
                <a:hlinkClick r:id="rId8" action="ppaction://hlinksldjump"/>
              </a:rPr>
              <a:t>Simulation Setup</a:t>
            </a:r>
          </a:p>
          <a:p>
            <a:pPr lvl="1"/>
            <a:r>
              <a:rPr>
                <a:hlinkClick r:id="rId9" action="ppaction://hlinksldjump"/>
              </a:rPr>
              <a:t>Physics</a:t>
            </a:r>
          </a:p>
          <a:p>
            <a:pPr lvl="2"/>
            <a:r>
              <a:rPr>
                <a:hlinkClick r:id="rId10" action="ppaction://hlinksldjump"/>
              </a:rPr>
              <a:t>Models</a:t>
            </a:r>
          </a:p>
          <a:p>
            <a:pPr lvl="2"/>
            <a:r>
              <a:rPr>
                <a:hlinkClick r:id="rId11" action="ppaction://hlinksldjump"/>
              </a:rPr>
              <a:t>Material Properties</a:t>
            </a:r>
          </a:p>
          <a:p>
            <a:pPr lvl="2"/>
            <a:r>
              <a:rPr>
                <a:hlinkClick r:id="rId12" action="ppaction://hlinksldjump"/>
              </a:rPr>
              <a:t>Cell Zone Conditions</a:t>
            </a:r>
          </a:p>
          <a:p>
            <a:pPr lvl="2"/>
            <a:r>
              <a:rPr>
                <a:hlinkClick r:id="rId13" action="ppaction://hlinksldjump"/>
              </a:rPr>
              <a:t>Boundary Conditions</a:t>
            </a:r>
          </a:p>
          <a:p>
            <a:pPr lvl="2"/>
            <a:r>
              <a:rPr>
                <a:hlinkClick r:id="rId14" action="ppaction://hlinksldjump"/>
              </a:rPr>
              <a:t>Reference Values</a:t>
            </a:r>
          </a:p>
          <a:p>
            <a:pPr lvl="1"/>
            <a:r>
              <a:rPr>
                <a:hlinkClick r:id="rId15" action="ppaction://hlinksldjump"/>
              </a:rPr>
              <a:t>Solver Settings</a:t>
            </a:r>
          </a:p>
          <a:p>
            <a:pPr/>
            <a:r>
              <a:rPr>
                <a:hlinkClick r:id="rId16" action="ppaction://hlinksldjump"/>
              </a:rPr>
              <a:t>Run Information</a:t>
            </a:r>
          </a:p>
          <a:p>
            <a:pPr/>
            <a:r>
              <a:rPr>
                <a:hlinkClick r:id="rId17" action="ppaction://hlinksldjump"/>
              </a:rPr>
              <a:t>Solution Status</a:t>
            </a:r>
          </a:p>
          <a:p>
            <a:pPr/>
            <a:r>
              <a:rPr>
                <a:hlinkClick r:id="rId18" action="ppaction://hlinksldjump"/>
              </a:rPr>
              <a:t>Named Expressions</a:t>
            </a:r>
          </a:p>
          <a:p>
            <a:pPr/>
            <a:r>
              <a:rPr>
                <a:hlinkClick r:id="rId19" action="ppaction://hlinksldjump"/>
              </a:rPr>
              <a:t>Report Definitions</a:t>
            </a:r>
          </a:p>
          <a:p>
            <a:pPr/>
            <a:r>
              <a:rPr>
                <a:hlinkClick r:id="rId20" action="ppaction://hlinksldjump"/>
              </a:rPr>
              <a:t>Plots</a:t>
            </a:r>
          </a:p>
          <a:p>
            <a:pPr lvl="1"/>
            <a:r>
              <a:rPr>
                <a:hlinkClick r:id="rId21" action="ppaction://hlinksldjump"/>
              </a:rPr>
              <a:t>Residuals</a:t>
            </a:r>
          </a:p>
          <a:p>
            <a:pPr/>
            <a:r>
              <a:rPr>
                <a:hlinkClick r:id="rId22" action="ppaction://hlinksldjump"/>
              </a:rPr>
              <a:t>Contours</a:t>
            </a:r>
          </a:p>
          <a:p>
            <a:pPr/>
            <a:r>
              <a:rPr>
                <a:hlinkClick r:id="rId23" action="ppaction://hlinksldjump"/>
              </a:rPr>
              <a:t>Pathlines</a:t>
            </a:r>
          </a:p>
        </p:txBody>
      </p:sp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09109BF0-C254-4285-2184-C5FA6E9F03D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3</a:t>
            </a:fld>
            <a:endParaRPr lang="en-US" dirty="0"/>
          </a:p>
        </p:txBody>
      </p:sp>
      <p:sp>
        <p:nvSpPr>
          <p:cNvPr id="8" name="Nexus:html_header">
            <a:extLst>
              <a:ext uri="{FF2B5EF4-FFF2-40B4-BE49-F238E27FC236}">
                <a16:creationId xmlns:a16="http://schemas.microsoft.com/office/drawing/2014/main" id="{CAF235EE-7880-782C-D627-81180C02D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Table of Contents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729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Nexus:query=A|i_type|eq|table;A|i_name|eq|SystemTabl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2595880"/>
        </p:xfrm>
        <a:graphic>
          <a:graphicData uri="http://schemas.openxmlformats.org/drawingml/2006/table">
            <a:tbl>
              <a:tblPr bandRow="1" firstCol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Application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Fluent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Settings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2d, double precision, pressure-based, laminar, transient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25.2.0-10204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Source Revision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5eecd5d865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Build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Jun 16 2025 10:44:41 EDT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AMD Ryzen 7 6800H with Radeon Graphics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Windows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E47C80AA-B0DA-3FE3-D386-A6F9C8548C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4</a:t>
            </a:fld>
            <a:endParaRPr lang="en-US"/>
          </a:p>
        </p:txBody>
      </p:sp>
      <p:sp>
        <p:nvSpPr>
          <p:cNvPr id="5" name="Nexus:toc_link">
            <a:extLst>
              <a:ext uri="{FF2B5EF4-FFF2-40B4-BE49-F238E27FC236}">
                <a16:creationId xmlns:a16="http://schemas.microsoft.com/office/drawing/2014/main" id="{364F9CC1-7F5E-222E-29FB-7FF583EA24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Table of contents</a:t>
            </a:r>
            <a:endParaRPr lang="en-US" dirty="0"/>
          </a:p>
        </p:txBody>
      </p:sp>
      <p:sp>
        <p:nvSpPr>
          <p:cNvPr id="6" name="Nexus:breadcrumbs">
            <a:extLst>
              <a:ext uri="{FF2B5EF4-FFF2-40B4-BE49-F238E27FC236}">
                <a16:creationId xmlns:a16="http://schemas.microsoft.com/office/drawing/2014/main" id="{5CED10BD-E6D7-8748-708E-9A4BA0359B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System Information</a:t>
            </a:r>
            <a:endParaRPr lang="en-US" dirty="0"/>
          </a:p>
        </p:txBody>
      </p:sp>
      <p:sp>
        <p:nvSpPr>
          <p:cNvPr id="7" name="Nexus:comments">
            <a:extLst>
              <a:ext uri="{FF2B5EF4-FFF2-40B4-BE49-F238E27FC236}">
                <a16:creationId xmlns:a16="http://schemas.microsoft.com/office/drawing/2014/main" id="{898626FD-6EFA-69B5-D843-A2B881FA58B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Nexus:html_header">
            <a:extLst>
              <a:ext uri="{FF2B5EF4-FFF2-40B4-BE49-F238E27FC236}">
                <a16:creationId xmlns:a16="http://schemas.microsoft.com/office/drawing/2014/main" id="{E3572AD1-D036-60CE-33FD-17851B6DF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System Information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654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">
            <a:extLst>
              <a:ext uri="{FF2B5EF4-FFF2-40B4-BE49-F238E27FC236}">
                <a16:creationId xmlns:a16="http://schemas.microsoft.com/office/drawing/2014/main" id="{6978FA9E-D469-9669-81A1-B385ABBD3B8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06197" y="6566315"/>
            <a:ext cx="566198" cy="246221"/>
          </a:xfrm>
        </p:spPr>
        <p:txBody>
          <a:bodyPr/>
          <a:lstStyle/>
          <a:p>
            <a:fld id="{F023AC52-F1B0-4671-BA92-58020EC92B36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22" name="Nexus:toc_link">
            <a:extLst>
              <a:ext uri="{FF2B5EF4-FFF2-40B4-BE49-F238E27FC236}">
                <a16:creationId xmlns:a16="http://schemas.microsoft.com/office/drawing/2014/main" id="{E562A6CA-C57D-61BD-3ED6-36D9B01F01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/>
          </a:p>
        </p:txBody>
      </p:sp>
      <p:sp>
        <p:nvSpPr>
          <p:cNvPr id="23" name="Nexus:breadcrumbs">
            <a:extLst>
              <a:ext uri="{FF2B5EF4-FFF2-40B4-BE49-F238E27FC236}">
                <a16:creationId xmlns:a16="http://schemas.microsoft.com/office/drawing/2014/main" id="{CE2C714B-0417-506F-A643-120FAF57E4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Geometry and Mesh</a:t>
            </a:r>
            <a:endParaRPr lang="en-US" dirty="0"/>
          </a:p>
        </p:txBody>
      </p:sp>
      <p:sp>
        <p:nvSpPr>
          <p:cNvPr id="24" name="Nexus:comments">
            <a:extLst>
              <a:ext uri="{FF2B5EF4-FFF2-40B4-BE49-F238E27FC236}">
                <a16:creationId xmlns:a16="http://schemas.microsoft.com/office/drawing/2014/main" id="{C8EF01BB-CB61-585B-53E7-6C7566440C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Nexus:html_header">
            <a:extLst>
              <a:ext uri="{FF2B5EF4-FFF2-40B4-BE49-F238E27FC236}">
                <a16:creationId xmlns:a16="http://schemas.microsoft.com/office/drawing/2014/main" id="{C7E062A1-F7F0-C282-B5D4-5940F00932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3200"/>
              <a:t>Geometry and Mesh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478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Nexus:query=A|i_type|eq|table;A|i_name|eq|MeshSizeTableItem;&amp;rows=13&amp;cols=3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70840">
                <a:tc>
                  <a:txBody>
                    <a:bodyPr/>
                    <a:lstStyle/>
                    <a:p>
                      <a:r>
                        <a:t>Cells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Faces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Nodes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5958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8997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3040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A068187C-864B-3A84-B10D-F5E02F947C8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6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08048986-8A8D-7BFD-704A-44A4DCC5DF7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2F76A126-F617-D73B-A39D-EBEEED7A0E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Geometry and Mesh</a:t>
            </a:r>
            <a:r>
              <a:t> / </a:t>
            </a:r>
            <a:r>
              <a:t>Mesh Size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C8837272-F6DD-6A01-A30C-B9788A2DEED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29A8D270-99C6-D4EF-18F8-EB279FBAF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Mesh Size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860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Nexus:query=A|i_type|eq|table;A|i_name|eq|MeshQualityTableItem;&amp;rows=13&amp;cols=4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70840">
                <a:tc>
                  <a:txBody>
                    <a:bodyPr/>
                    <a:lstStyle/>
                    <a:p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Min Orthogonal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Max Aspect Ratio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fluid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Tri Cell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0.65433157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3.7971083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fluid_source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Tri Cell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0.65707038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3.7953515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28BA2B70-78DC-64F5-D8BB-919211646CA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7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50E482C7-DF94-B301-EF4D-DD51C44EB72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8" name="Nexus:breadcrumbs">
            <a:extLst>
              <a:ext uri="{FF2B5EF4-FFF2-40B4-BE49-F238E27FC236}">
                <a16:creationId xmlns:a16="http://schemas.microsoft.com/office/drawing/2014/main" id="{761B8C9D-22BC-FC3B-15F0-AABFDE9C5C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Geometry and Mesh</a:t>
            </a:r>
            <a:r>
              <a:t> / </a:t>
            </a:r>
            <a:r>
              <a:t>Mesh Quality</a:t>
            </a:r>
            <a:endParaRPr lang="en-US" dirty="0"/>
          </a:p>
        </p:txBody>
      </p:sp>
      <p:sp>
        <p:nvSpPr>
          <p:cNvPr id="9" name="Nexus:comments">
            <a:extLst>
              <a:ext uri="{FF2B5EF4-FFF2-40B4-BE49-F238E27FC236}">
                <a16:creationId xmlns:a16="http://schemas.microsoft.com/office/drawing/2014/main" id="{1D76154C-63D8-4B9D-2AA6-1B252507AB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E3FEA23B-41A7-D7F9-8DE9-BA3E52C3A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Mesh Quality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754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Nexus:query=A|i_type|eq|image;A|i_name|eq|MeshOrthogonalHistogram;" descr="aff6a0b4-0985-11f1-8ca2-e1332d2e839b_image.png"/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-49163" r="-49163"/>
          <a:stretch>
            <a:fillRect/>
          </a:stretch>
        </p:blipFill>
        <p:spPr/>
      </p:pic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8484F504-0E75-5075-5421-A5DA8F908CB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8</a:t>
            </a:fld>
            <a:endParaRPr lang="en-US"/>
          </a:p>
        </p:txBody>
      </p:sp>
      <p:sp>
        <p:nvSpPr>
          <p:cNvPr id="15" name="Nexus:toc_link">
            <a:extLst>
              <a:ext uri="{FF2B5EF4-FFF2-40B4-BE49-F238E27FC236}">
                <a16:creationId xmlns:a16="http://schemas.microsoft.com/office/drawing/2014/main" id="{9C81D07F-C360-90AE-510F-20B9BDC5E09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Table of contents</a:t>
            </a:r>
            <a:endParaRPr lang="en-US" dirty="0"/>
          </a:p>
        </p:txBody>
      </p:sp>
      <p:sp>
        <p:nvSpPr>
          <p:cNvPr id="16" name="Nexus:breadcrumbs">
            <a:extLst>
              <a:ext uri="{FF2B5EF4-FFF2-40B4-BE49-F238E27FC236}">
                <a16:creationId xmlns:a16="http://schemas.microsoft.com/office/drawing/2014/main" id="{51910BFF-D4DC-C08E-B4F7-1FDF6FA364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4" action="ppaction://hlinksldjump"/>
              </a:rPr>
              <a:t>Geometry and Mesh</a:t>
            </a:r>
            <a:r>
              <a:t> / </a:t>
            </a:r>
            <a:r>
              <a:t>Orthogonal Quality</a:t>
            </a:r>
            <a:endParaRPr lang="en-US"/>
          </a:p>
        </p:txBody>
      </p:sp>
      <p:sp>
        <p:nvSpPr>
          <p:cNvPr id="17" name="Nexus:comments">
            <a:extLst>
              <a:ext uri="{FF2B5EF4-FFF2-40B4-BE49-F238E27FC236}">
                <a16:creationId xmlns:a16="http://schemas.microsoft.com/office/drawing/2014/main" id="{615B8E7E-BFB4-837A-58FD-AE1598A56E7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Nexus:html_header">
            <a:extLst>
              <a:ext uri="{FF2B5EF4-FFF2-40B4-BE49-F238E27FC236}">
                <a16:creationId xmlns:a16="http://schemas.microsoft.com/office/drawing/2014/main" id="{98105E92-6C4C-3CDF-AE0D-7FA946013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Orthogonal Quality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390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">
            <a:extLst>
              <a:ext uri="{FF2B5EF4-FFF2-40B4-BE49-F238E27FC236}">
                <a16:creationId xmlns:a16="http://schemas.microsoft.com/office/drawing/2014/main" id="{6978FA9E-D469-9669-81A1-B385ABBD3B8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06197" y="6566315"/>
            <a:ext cx="566198" cy="246221"/>
          </a:xfrm>
        </p:spPr>
        <p:txBody>
          <a:bodyPr/>
          <a:lstStyle/>
          <a:p>
            <a:fld id="{F023AC52-F1B0-4671-BA92-58020EC92B36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22" name="Nexus:toc_link">
            <a:extLst>
              <a:ext uri="{FF2B5EF4-FFF2-40B4-BE49-F238E27FC236}">
                <a16:creationId xmlns:a16="http://schemas.microsoft.com/office/drawing/2014/main" id="{E562A6CA-C57D-61BD-3ED6-36D9B01F01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23" name="Nexus:breadcrumbs">
            <a:extLst>
              <a:ext uri="{FF2B5EF4-FFF2-40B4-BE49-F238E27FC236}">
                <a16:creationId xmlns:a16="http://schemas.microsoft.com/office/drawing/2014/main" id="{CE2C714B-0417-506F-A643-120FAF57E4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Simulation Setup</a:t>
            </a:r>
            <a:endParaRPr lang="en-US" dirty="0"/>
          </a:p>
        </p:txBody>
      </p:sp>
      <p:sp>
        <p:nvSpPr>
          <p:cNvPr id="24" name="Nexus:comments">
            <a:extLst>
              <a:ext uri="{FF2B5EF4-FFF2-40B4-BE49-F238E27FC236}">
                <a16:creationId xmlns:a16="http://schemas.microsoft.com/office/drawing/2014/main" id="{C8EF01BB-CB61-585B-53E7-6C7566440C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Nexus:html_header">
            <a:extLst>
              <a:ext uri="{FF2B5EF4-FFF2-40B4-BE49-F238E27FC236}">
                <a16:creationId xmlns:a16="http://schemas.microsoft.com/office/drawing/2014/main" id="{C7E062A1-F7F0-C282-B5D4-5940F00932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3200"/>
              <a:t>Simulation Setup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117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">
            <a:extLst>
              <a:ext uri="{FF2B5EF4-FFF2-40B4-BE49-F238E27FC236}">
                <a16:creationId xmlns:a16="http://schemas.microsoft.com/office/drawing/2014/main" id="{6978FA9E-D469-9669-81A1-B385ABBD3B8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06197" y="6566315"/>
            <a:ext cx="566198" cy="246221"/>
          </a:xfrm>
        </p:spPr>
        <p:txBody>
          <a:bodyPr/>
          <a:lstStyle/>
          <a:p>
            <a:fld id="{F023AC52-F1B0-4671-BA92-58020EC92B36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22" name="Nexus:toc_link">
            <a:extLst>
              <a:ext uri="{FF2B5EF4-FFF2-40B4-BE49-F238E27FC236}">
                <a16:creationId xmlns:a16="http://schemas.microsoft.com/office/drawing/2014/main" id="{E562A6CA-C57D-61BD-3ED6-36D9B01F01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23" name="Nexus:breadcrumbs">
            <a:extLst>
              <a:ext uri="{FF2B5EF4-FFF2-40B4-BE49-F238E27FC236}">
                <a16:creationId xmlns:a16="http://schemas.microsoft.com/office/drawing/2014/main" id="{CE2C714B-0417-506F-A643-120FAF57E4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Simulation Setup</a:t>
            </a:r>
            <a:r>
              <a:t> / </a:t>
            </a:r>
            <a:r>
              <a:t>Physics</a:t>
            </a:r>
            <a:endParaRPr lang="en-US" dirty="0"/>
          </a:p>
        </p:txBody>
      </p:sp>
      <p:sp>
        <p:nvSpPr>
          <p:cNvPr id="24" name="Nexus:comments">
            <a:extLst>
              <a:ext uri="{FF2B5EF4-FFF2-40B4-BE49-F238E27FC236}">
                <a16:creationId xmlns:a16="http://schemas.microsoft.com/office/drawing/2014/main" id="{C8EF01BB-CB61-585B-53E7-6C7566440C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Nexus:html_header">
            <a:extLst>
              <a:ext uri="{FF2B5EF4-FFF2-40B4-BE49-F238E27FC236}">
                <a16:creationId xmlns:a16="http://schemas.microsoft.com/office/drawing/2014/main" id="{C7E062A1-F7F0-C282-B5D4-5940F00932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3200"/>
              <a:t>Physics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740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Nexus:query=A|i_type|eq|table;A|i_name|eq|ModelsTabl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Settings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2D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Unsteady, 1st-Order Implicit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Viscous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Laminar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163766E6-D86C-8402-FF1A-86B4CC85F59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11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DB1FD212-8615-8499-2894-85FA61A5196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7" name="Nexus:breadcrumbs">
            <a:extLst>
              <a:ext uri="{FF2B5EF4-FFF2-40B4-BE49-F238E27FC236}">
                <a16:creationId xmlns:a16="http://schemas.microsoft.com/office/drawing/2014/main" id="{FB05F6F5-35F3-4559-50CD-7200E3B325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Simulation Setup</a:t>
            </a:r>
            <a:r>
              <a:t> / </a:t>
            </a:r>
            <a:r>
              <a:rPr>
                <a:hlinkClick r:id="rId4" action="ppaction://hlinksldjump"/>
              </a:rPr>
              <a:t>Physics</a:t>
            </a:r>
            <a:r>
              <a:t> / </a:t>
            </a:r>
            <a:r>
              <a:t>Models</a:t>
            </a:r>
            <a:endParaRPr lang="en-US" dirty="0"/>
          </a:p>
        </p:txBody>
      </p:sp>
      <p:sp>
        <p:nvSpPr>
          <p:cNvPr id="8" name="Nexus:comments">
            <a:extLst>
              <a:ext uri="{FF2B5EF4-FFF2-40B4-BE49-F238E27FC236}">
                <a16:creationId xmlns:a16="http://schemas.microsoft.com/office/drawing/2014/main" id="{624D1C98-6F74-1EAF-0C78-F04E6DDE32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EC246425-3A42-46F6-2462-97EE1661A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Models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372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Nexus:query=A|i_type|eq|tree;A|i_name|eq|MaterialsTre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37084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- Fluid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- water-liquid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Density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998.2 kg/m^3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Viscosity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0.001003 kg/(m s)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- 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Density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1.225 kg/m^3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Viscosity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1.7894e-05 kg/(m s)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- Solid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- aluminum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Density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2719 kg/m^3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E1EE0CA5-5BBC-526B-3CCA-83E6BFC8244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12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E0B99DE9-7326-CD6D-38C6-0D822856F69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A01B82FF-726C-A182-53DF-9C628AF6A8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Simulation Setup</a:t>
            </a:r>
            <a:r>
              <a:t> / </a:t>
            </a:r>
            <a:r>
              <a:rPr>
                <a:hlinkClick r:id="rId4" action="ppaction://hlinksldjump"/>
              </a:rPr>
              <a:t>Physics</a:t>
            </a:r>
            <a:r>
              <a:t> / </a:t>
            </a:r>
            <a:r>
              <a:t>Material Properties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80B3FC4F-F5A2-0F11-95DC-F6FBB79B883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C44F8980-8793-1979-26DE-6C26D8346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Material Properties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642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Nexus:query=A|i_type|eq|tree;A|i_name|eq|CellZonesTre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48209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- Fluid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- fluid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Material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water liquid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Specify source terms?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Specify fixed values?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Frame Motion?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Mesh Motion?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Porous zone?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- fluid_source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Material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water liquid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Specify source terms?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- Source Terms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      mass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mass_source::libudfInward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B91B9A75-6847-7E41-845C-65D34E4AFEF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13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342A25B6-524A-8598-5C74-D70FA3DA918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837E3960-7200-F9C1-E027-64D80F2AFC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Simulation Setup</a:t>
            </a:r>
            <a:r>
              <a:t> / </a:t>
            </a:r>
            <a:r>
              <a:rPr>
                <a:hlinkClick r:id="rId4" action="ppaction://hlinksldjump"/>
              </a:rPr>
              <a:t>Physics</a:t>
            </a:r>
            <a:r>
              <a:t> / </a:t>
            </a:r>
            <a:r>
              <a:t>Cell Zone Conditions (1 of 2)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2B797919-E906-7712-2ED3-37DE3E033D2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643A17EB-CD1C-E870-17B8-63E810EEB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Cell Zone Conditions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918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Nexus:query=A|i_type|eq|tree;A|i_name|eq|BoundaryZonesTre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48209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- Inlet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- inlet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Velocity Specification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Magnitude, Normal to Boundary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Reference Frame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Absolute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Velocity Magnitude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Inlet_Velocity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Supersonic/Initial Gauge Pressure [Pa]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- Outlet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- outlet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Backflow Reference Frame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Absolute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Gauge 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Outlet_GaugePressure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Pressure Profile Multiplier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Backflow Direction Specification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Normal to Boundary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Backflow Pressure Specification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Total Pressure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14EB6239-0960-B1EB-D918-541BE1EB79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14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A3D0983C-6B97-8BED-D09E-B74ABA828E2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93758FEA-B038-7D04-64F8-7A6C84D375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Simulation Setup</a:t>
            </a:r>
            <a:r>
              <a:t> / </a:t>
            </a:r>
            <a:r>
              <a:rPr>
                <a:hlinkClick r:id="rId4" action="ppaction://hlinksldjump"/>
              </a:rPr>
              <a:t>Physics</a:t>
            </a:r>
            <a:r>
              <a:t> / </a:t>
            </a:r>
            <a:r>
              <a:t>Boundary Conditions (1 of 2)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D4E7368A-D84C-4E80-DB79-5213C8AA72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09E60FEB-D07C-E7F9-EB1A-E88904F3D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Boundary Conditions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128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Nexus:query=A|i_type|eq|table;A|i_name|eq|ReferenceValuesTabl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4450080"/>
        </p:xfrm>
        <a:graphic>
          <a:graphicData uri="http://schemas.openxmlformats.org/drawingml/2006/table">
            <a:tbl>
              <a:tblPr bandRow="1" firstCol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 m^2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Density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1.225 kg/m^3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Depth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 m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Enthalpy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 J/kg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 m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 Pa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Temperature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288.16 K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Velocity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 m/s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Viscosity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1.7894e-05 kg/(m s)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Ratio of Specific Heats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1.4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Yplus for Heat Tran. Coef.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Reference Zone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fluid_source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CE05950C-BEC2-D166-B635-0E74C31F86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15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BB39B6EA-900A-988A-907B-40C56628F7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9942593D-2BC8-08B5-4A98-76372B9EA9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Simulation Setup</a:t>
            </a:r>
            <a:r>
              <a:t> / </a:t>
            </a:r>
            <a:r>
              <a:rPr>
                <a:hlinkClick r:id="rId4" action="ppaction://hlinksldjump"/>
              </a:rPr>
              <a:t>Physics</a:t>
            </a:r>
            <a:r>
              <a:t> / </a:t>
            </a:r>
            <a:r>
              <a:t>Reference Values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9D4F2939-18BE-E4C5-186C-CAB51F5199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33B5D49C-56BD-5C36-3247-7D44FC1A9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Reference Values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561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Nexus:query=A|i_type|eq|tree;A|i_name|eq|SolverSettingsTre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48209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- Equations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True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- Numerics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Absolute Velocity Formulation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True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- Unsteady Calculation Parameters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Number of Time Steps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Time Step Size [s]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Max Iterations/Time 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- Under-Relaxation Factors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0.3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Density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Body Forces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Momentum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0B5FECF6-428E-D835-2627-4523324C44C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16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8AAD4C54-4822-4B9A-1BCB-11FBB60A78B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C7D7BE66-DD6F-63B1-98A9-ED5D907AF6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Simulation Setup</a:t>
            </a:r>
            <a:r>
              <a:t> / </a:t>
            </a:r>
            <a:r>
              <a:t>Solver Settings (1 of 2)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D25D3AE5-D035-6AD0-1180-87F21DC18F3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F696281E-40DC-7498-070B-5E21BE09A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Solver Settings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519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Nexus:query=A|i_type|eq|table,tree;A|i_name|eq|RunTableItem,RunTre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2966720"/>
        </p:xfrm>
        <a:graphic>
          <a:graphicData uri="http://schemas.openxmlformats.org/drawingml/2006/table">
            <a:tbl>
              <a:tblPr bandRow="1" firstCol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Number of Machines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Number of Cores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Case Read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10.986 seconds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Iteration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19.087 seconds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AMG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6.306 seconds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Virtual Current 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1.00473 GB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Virtual Peak 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1.01178 GB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Memory Per M Cell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60.3795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7D4E5229-FFF5-992E-04A7-85E306BDC69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17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8C6AB8E1-8EA1-32E6-7460-748237C41AB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A9F57948-A9E7-80A3-6664-8AFC929F97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Run Information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FDFEF095-6F0D-3AFB-A36C-E6EE03CCEA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4B23AA27-1A00-4996-D120-2B6C90BB8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Run Information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760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Nexus:query=A|i_type|eq|table;A|i_name|eq|SolverStatusTableItem;&amp;rows=13&amp;cols=4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1483360"/>
        </p:xfrm>
        <a:graphic>
          <a:graphicData uri="http://schemas.openxmlformats.org/drawingml/2006/table">
            <a:tbl>
              <a:tblPr firstRow="1" bandRow="1" firstCol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7084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Absolute 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Convergence Status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continuity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0.0009325448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Converged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x-velocity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1.962833e-06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Converged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y-velocity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3.891566e-08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Converged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0D12D6BE-533D-A290-BF38-79344B516E9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18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22F55DAC-D6FA-FED0-2C49-8C3A57326B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A87B8336-3E7D-F8EB-BB7F-93A450B6EDC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Solution Status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8A573B82-C8C1-2774-CB33-F284699B276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2" y="927872"/>
            <a:ext cx="10972800" cy="62420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BBFE23C9-AE3B-8432-5C05-960A9776F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148582"/>
            <a:ext cx="10972799" cy="747529"/>
          </a:xfrm>
        </p:spPr>
        <p:txBody>
          <a:bodyPr/>
          <a:lstStyle/>
          <a:p>
            <a:r>
              <a:rPr sz="3200"/>
              <a:t>Solution Status</a:t>
            </a:r>
            <a:endParaRPr lang="en-US" dirty="0"/>
          </a:p>
          <a:p>
            <a:r>
              <a:rPr sz="2400"/>
              <a:t>Flow Time: 15, Time Step: 150</a:t>
            </a:r>
          </a:p>
        </p:txBody>
      </p:sp>
    </p:spTree>
    <p:extLst>
      <p:ext uri="{BB962C8B-B14F-4D97-AF65-F5344CB8AC3E}">
        <p14:creationId xmlns:p14="http://schemas.microsoft.com/office/powerpoint/2010/main" val="2190172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Nexus:query=A|i_type|eq|table;A|i_name|eq|ExpressionsTableItem;&amp;rows=13&amp;cols=6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370840">
                <a:tc>
                  <a:txBody>
                    <a:bodyPr/>
                    <a:lstStyle/>
                    <a:p>
                      <a:r>
                        <a:t>Expression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Definition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Used 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Description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Inlet_Velocity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0.01 [m/s]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[m s^-1]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inlet (Velocity Magnitude)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Outlet_GaugePressure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 [Pa]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[kg m^-1 s^-2]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outlet (Gauge Pressure)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massFlow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-10 [kg/(m^3 s)]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[kg m^-3 s^-1]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xMomentum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 [N/m^3]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[kg m^-2 s^-2]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yMomentum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 [N/m^3]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[kg m^-2 s^-2]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0A2DA0F8-A77B-AFA3-8C6A-09519F957B9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19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BB5D788F-A11D-432F-B256-574EC5DB87B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768DC257-CA24-D936-0E04-9FD32E6A1C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Named Expressions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689C1C6D-9306-846C-F60F-64533791757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13F04CCB-332F-0000-46B6-B989E2D3D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Named Expressions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04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Nexus:query=A|i_type|eq|tree;A|i_name|eq|ReportDefinitionsTreeItem;&amp;rows=13&amp;cols=3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11125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70840">
                <a:tc>
                  <a:txBody>
                    <a:bodyPr/>
                    <a:lstStyle/>
                    <a:p>
                      <a:r>
                        <a:t>delta-time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iters-per-timestep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flow-time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9F2B33ED-A19A-827B-7D05-D2FB22EE3D0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20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60921038-1786-2C55-F7B6-2C87E299A71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F470453C-B566-F89B-053B-B70BCAB519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Report Definitions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55361083-EB71-0A5B-20C5-CDAF08B773F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35A5C1EC-6E99-5173-62CA-0BB32A548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Report Definitions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503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">
            <a:extLst>
              <a:ext uri="{FF2B5EF4-FFF2-40B4-BE49-F238E27FC236}">
                <a16:creationId xmlns:a16="http://schemas.microsoft.com/office/drawing/2014/main" id="{6978FA9E-D469-9669-81A1-B385ABBD3B8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06197" y="6566315"/>
            <a:ext cx="566198" cy="246221"/>
          </a:xfrm>
        </p:spPr>
        <p:txBody>
          <a:bodyPr/>
          <a:lstStyle/>
          <a:p>
            <a:fld id="{F023AC52-F1B0-4671-BA92-58020EC92B36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22" name="Nexus:toc_link">
            <a:extLst>
              <a:ext uri="{FF2B5EF4-FFF2-40B4-BE49-F238E27FC236}">
                <a16:creationId xmlns:a16="http://schemas.microsoft.com/office/drawing/2014/main" id="{E562A6CA-C57D-61BD-3ED6-36D9B01F01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23" name="Nexus:breadcrumbs">
            <a:extLst>
              <a:ext uri="{FF2B5EF4-FFF2-40B4-BE49-F238E27FC236}">
                <a16:creationId xmlns:a16="http://schemas.microsoft.com/office/drawing/2014/main" id="{CE2C714B-0417-506F-A643-120FAF57E4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Plots</a:t>
            </a:r>
            <a:endParaRPr lang="en-US" dirty="0"/>
          </a:p>
        </p:txBody>
      </p:sp>
      <p:sp>
        <p:nvSpPr>
          <p:cNvPr id="24" name="Nexus:comments">
            <a:extLst>
              <a:ext uri="{FF2B5EF4-FFF2-40B4-BE49-F238E27FC236}">
                <a16:creationId xmlns:a16="http://schemas.microsoft.com/office/drawing/2014/main" id="{C8EF01BB-CB61-585B-53E7-6C7566440C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Nexus:html_header">
            <a:extLst>
              <a:ext uri="{FF2B5EF4-FFF2-40B4-BE49-F238E27FC236}">
                <a16:creationId xmlns:a16="http://schemas.microsoft.com/office/drawing/2014/main" id="{C7E062A1-F7F0-C282-B5D4-5940F00932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3200"/>
              <a:t>Plots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378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Nexus:query=A|i_type|eq|table;A|i_name|eq|residuals_plot;"/>
          <p:cNvGraphicFramePr>
            <a:graphicFrameLocks noGrp="1"/>
          </p:cNvGraphicFramePr>
          <p:nvPr>
            <p:ph type="chart" sz="quarter" idx="11"/>
          </p:nvPr>
        </p:nvGraphicFramePr>
        <p:xfrm>
          <a:off x="609601" y="1636776"/>
          <a:ext cx="10972800" cy="47365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413D48AD-F9DD-18CD-C3DC-B259C827B87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615195" y="6566315"/>
            <a:ext cx="457200" cy="246221"/>
          </a:xfrm>
        </p:spPr>
        <p:txBody>
          <a:bodyPr/>
          <a:lstStyle/>
          <a:p>
            <a:fld id="{F023AC52-F1B0-4671-BA92-58020EC92B36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8" name="Nexus:toc_link">
            <a:extLst>
              <a:ext uri="{FF2B5EF4-FFF2-40B4-BE49-F238E27FC236}">
                <a16:creationId xmlns:a16="http://schemas.microsoft.com/office/drawing/2014/main" id="{C4176366-C6CE-41EC-14AF-09D11575D54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Table of contents</a:t>
            </a:r>
            <a:endParaRPr lang="en-US"/>
          </a:p>
        </p:txBody>
      </p:sp>
      <p:sp>
        <p:nvSpPr>
          <p:cNvPr id="10" name="Nexus:breadcrumbs">
            <a:extLst>
              <a:ext uri="{FF2B5EF4-FFF2-40B4-BE49-F238E27FC236}">
                <a16:creationId xmlns:a16="http://schemas.microsoft.com/office/drawing/2014/main" id="{535D6246-17F0-F596-7D2B-1B9400424E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4" action="ppaction://hlinksldjump"/>
              </a:rPr>
              <a:t>Plots</a:t>
            </a:r>
            <a:r>
              <a:t> / </a:t>
            </a:r>
            <a:r>
              <a:t>Residuals</a:t>
            </a:r>
            <a:endParaRPr lang="en-US"/>
          </a:p>
        </p:txBody>
      </p:sp>
      <p:sp>
        <p:nvSpPr>
          <p:cNvPr id="11" name="Nexus:comments">
            <a:extLst>
              <a:ext uri="{FF2B5EF4-FFF2-40B4-BE49-F238E27FC236}">
                <a16:creationId xmlns:a16="http://schemas.microsoft.com/office/drawing/2014/main" id="{E494AC99-C935-287B-F456-5C4649A5F96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exus:html_header">
            <a:extLst>
              <a:ext uri="{FF2B5EF4-FFF2-40B4-BE49-F238E27FC236}">
                <a16:creationId xmlns:a16="http://schemas.microsoft.com/office/drawing/2014/main" id="{0FCB03A3-A939-817A-F2F7-794F1DFD0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Residuals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047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">
            <a:extLst>
              <a:ext uri="{FF2B5EF4-FFF2-40B4-BE49-F238E27FC236}">
                <a16:creationId xmlns:a16="http://schemas.microsoft.com/office/drawing/2014/main" id="{6978FA9E-D469-9669-81A1-B385ABBD3B8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06197" y="6566315"/>
            <a:ext cx="566198" cy="246221"/>
          </a:xfrm>
        </p:spPr>
        <p:txBody>
          <a:bodyPr/>
          <a:lstStyle/>
          <a:p>
            <a:fld id="{F023AC52-F1B0-4671-BA92-58020EC92B36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22" name="Nexus:toc_link">
            <a:extLst>
              <a:ext uri="{FF2B5EF4-FFF2-40B4-BE49-F238E27FC236}">
                <a16:creationId xmlns:a16="http://schemas.microsoft.com/office/drawing/2014/main" id="{E562A6CA-C57D-61BD-3ED6-36D9B01F01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/>
          </a:p>
        </p:txBody>
      </p:sp>
      <p:sp>
        <p:nvSpPr>
          <p:cNvPr id="23" name="Nexus:breadcrumbs">
            <a:extLst>
              <a:ext uri="{FF2B5EF4-FFF2-40B4-BE49-F238E27FC236}">
                <a16:creationId xmlns:a16="http://schemas.microsoft.com/office/drawing/2014/main" id="{CE2C714B-0417-506F-A643-120FAF57E4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Contours</a:t>
            </a:r>
            <a:endParaRPr lang="en-US" dirty="0"/>
          </a:p>
        </p:txBody>
      </p:sp>
      <p:sp>
        <p:nvSpPr>
          <p:cNvPr id="24" name="Nexus:comments">
            <a:extLst>
              <a:ext uri="{FF2B5EF4-FFF2-40B4-BE49-F238E27FC236}">
                <a16:creationId xmlns:a16="http://schemas.microsoft.com/office/drawing/2014/main" id="{C8EF01BB-CB61-585B-53E7-6C7566440C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Nexus:html_header">
            <a:extLst>
              <a:ext uri="{FF2B5EF4-FFF2-40B4-BE49-F238E27FC236}">
                <a16:creationId xmlns:a16="http://schemas.microsoft.com/office/drawing/2014/main" id="{C7E062A1-F7F0-C282-B5D4-5940F00932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3200"/>
              <a:t>Contours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574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Nexus:query=A|i_type|eq|image;A|i_name|cont|_contour;" descr="b18e1c46-0985-11f1-adf0-e1332d2e839b_image.png"/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-49163" r="-49163"/>
          <a:stretch>
            <a:fillRect/>
          </a:stretch>
        </p:blipFill>
        <p:spPr/>
      </p:pic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980E6085-4A97-210A-D5AA-840A8B4B42E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28</a:t>
            </a:fld>
            <a:endParaRPr lang="en-US"/>
          </a:p>
        </p:txBody>
      </p:sp>
      <p:sp>
        <p:nvSpPr>
          <p:cNvPr id="7" name="Nexus:toc_link">
            <a:extLst>
              <a:ext uri="{FF2B5EF4-FFF2-40B4-BE49-F238E27FC236}">
                <a16:creationId xmlns:a16="http://schemas.microsoft.com/office/drawing/2014/main" id="{3909E574-0939-BFF7-389D-42E9EA14968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Table of contents</a:t>
            </a:r>
            <a:endParaRPr lang="en-US"/>
          </a:p>
        </p:txBody>
      </p:sp>
      <p:sp>
        <p:nvSpPr>
          <p:cNvPr id="8" name="Nexus:breadcrumbs">
            <a:extLst>
              <a:ext uri="{FF2B5EF4-FFF2-40B4-BE49-F238E27FC236}">
                <a16:creationId xmlns:a16="http://schemas.microsoft.com/office/drawing/2014/main" id="{80A81224-921A-39F2-AD50-976A7ACE57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4" action="ppaction://hlinksldjump"/>
              </a:rPr>
              <a:t>Contours</a:t>
            </a:r>
            <a:r>
              <a:t> / </a:t>
            </a:r>
            <a:r>
              <a:t>contour-1-y-velocity</a:t>
            </a:r>
            <a:endParaRPr lang="en-US"/>
          </a:p>
        </p:txBody>
      </p:sp>
      <p:sp>
        <p:nvSpPr>
          <p:cNvPr id="10" name="Nexus:comments">
            <a:extLst>
              <a:ext uri="{FF2B5EF4-FFF2-40B4-BE49-F238E27FC236}">
                <a16:creationId xmlns:a16="http://schemas.microsoft.com/office/drawing/2014/main" id="{E6F62ED1-3C05-CCDC-08FD-801E039A864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Nexus:html_header">
            <a:extLst>
              <a:ext uri="{FF2B5EF4-FFF2-40B4-BE49-F238E27FC236}">
                <a16:creationId xmlns:a16="http://schemas.microsoft.com/office/drawing/2014/main" id="{7707DEA5-1A7E-D358-AC6B-78972A653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contour-1-y-velocity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019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">
            <a:extLst>
              <a:ext uri="{FF2B5EF4-FFF2-40B4-BE49-F238E27FC236}">
                <a16:creationId xmlns:a16="http://schemas.microsoft.com/office/drawing/2014/main" id="{6978FA9E-D469-9669-81A1-B385ABBD3B8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06197" y="6566315"/>
            <a:ext cx="566198" cy="246221"/>
          </a:xfrm>
        </p:spPr>
        <p:txBody>
          <a:bodyPr/>
          <a:lstStyle/>
          <a:p>
            <a:fld id="{F023AC52-F1B0-4671-BA92-58020EC92B36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22" name="Nexus:toc_link">
            <a:extLst>
              <a:ext uri="{FF2B5EF4-FFF2-40B4-BE49-F238E27FC236}">
                <a16:creationId xmlns:a16="http://schemas.microsoft.com/office/drawing/2014/main" id="{E562A6CA-C57D-61BD-3ED6-36D9B01F01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/>
          </a:p>
        </p:txBody>
      </p:sp>
      <p:sp>
        <p:nvSpPr>
          <p:cNvPr id="23" name="Nexus:breadcrumbs">
            <a:extLst>
              <a:ext uri="{FF2B5EF4-FFF2-40B4-BE49-F238E27FC236}">
                <a16:creationId xmlns:a16="http://schemas.microsoft.com/office/drawing/2014/main" id="{CE2C714B-0417-506F-A643-120FAF57E4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Pathlines</a:t>
            </a:r>
            <a:endParaRPr lang="en-US" dirty="0"/>
          </a:p>
        </p:txBody>
      </p:sp>
      <p:sp>
        <p:nvSpPr>
          <p:cNvPr id="24" name="Nexus:comments">
            <a:extLst>
              <a:ext uri="{FF2B5EF4-FFF2-40B4-BE49-F238E27FC236}">
                <a16:creationId xmlns:a16="http://schemas.microsoft.com/office/drawing/2014/main" id="{C8EF01BB-CB61-585B-53E7-6C7566440C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Nexus:html_header">
            <a:extLst>
              <a:ext uri="{FF2B5EF4-FFF2-40B4-BE49-F238E27FC236}">
                <a16:creationId xmlns:a16="http://schemas.microsoft.com/office/drawing/2014/main" id="{C7E062A1-F7F0-C282-B5D4-5940F00932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3200"/>
              <a:t>Pathlines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716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Nexus:query=A|i_type|eq|image;A|i_name|cont|_pathline;" descr="bb54ad31-0985-11f1-a464-e1332d2e839b_image.png"/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-49163" r="-49163"/>
          <a:stretch>
            <a:fillRect/>
          </a:stretch>
        </p:blipFill>
        <p:spPr/>
      </p:pic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EE548135-C4A5-EFBE-8EA1-44E9B37AE43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32</a:t>
            </a:fld>
            <a:endParaRPr lang="en-US"/>
          </a:p>
        </p:txBody>
      </p:sp>
      <p:sp>
        <p:nvSpPr>
          <p:cNvPr id="7" name="Nexus:toc_link">
            <a:extLst>
              <a:ext uri="{FF2B5EF4-FFF2-40B4-BE49-F238E27FC236}">
                <a16:creationId xmlns:a16="http://schemas.microsoft.com/office/drawing/2014/main" id="{BB1F4609-51A5-4E03-9A86-2871E01771B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Table of contents</a:t>
            </a:r>
            <a:endParaRPr lang="en-US"/>
          </a:p>
        </p:txBody>
      </p:sp>
      <p:sp>
        <p:nvSpPr>
          <p:cNvPr id="8" name="Nexus:breadcrumbs">
            <a:extLst>
              <a:ext uri="{FF2B5EF4-FFF2-40B4-BE49-F238E27FC236}">
                <a16:creationId xmlns:a16="http://schemas.microsoft.com/office/drawing/2014/main" id="{484C7630-F3DE-3017-E429-885C1A2B98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4" action="ppaction://hlinksldjump"/>
              </a:rPr>
              <a:t>Pathlines</a:t>
            </a:r>
            <a:r>
              <a:t> / </a:t>
            </a:r>
            <a:r>
              <a:t>pathlines-1-velocity-magnitude</a:t>
            </a:r>
            <a:endParaRPr lang="en-US"/>
          </a:p>
        </p:txBody>
      </p:sp>
      <p:sp>
        <p:nvSpPr>
          <p:cNvPr id="10" name="Nexus:comments">
            <a:extLst>
              <a:ext uri="{FF2B5EF4-FFF2-40B4-BE49-F238E27FC236}">
                <a16:creationId xmlns:a16="http://schemas.microsoft.com/office/drawing/2014/main" id="{51EBC050-67EC-C815-04B1-999A63C5E6D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Nexus:html_header">
            <a:extLst>
              <a:ext uri="{FF2B5EF4-FFF2-40B4-BE49-F238E27FC236}">
                <a16:creationId xmlns:a16="http://schemas.microsoft.com/office/drawing/2014/main" id="{74E2F4A0-6324-5D14-0C39-42F73F8FC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pathlines-1-velocity-magnitude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954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5" name="Nexus:query=A|i_type|eq|tree;A|i_name|eq|CellZonesTre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22250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                  x-momentum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x_mom_source::libudfInward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      y-momentum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y_mom_source::libudfInward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Specify fixed values?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Frame Motion?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Mesh Motion?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Porous zone?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B91B9A75-6847-7E41-845C-65D34E4AFEF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13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342A25B6-524A-8598-5C74-D70FA3DA918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837E3960-7200-F9C1-E027-64D80F2AFC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Simulation Setup</a:t>
            </a:r>
            <a:r>
              <a:t> / </a:t>
            </a:r>
            <a:r>
              <a:rPr>
                <a:hlinkClick r:id="rId4" action="ppaction://hlinksldjump"/>
              </a:rPr>
              <a:t>Physics</a:t>
            </a:r>
            <a:r>
              <a:t> / </a:t>
            </a:r>
            <a:r>
              <a:t>Cell Zone Conditions (2 of 2)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2B797919-E906-7712-2ED3-37DE3E033D2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643A17EB-CD1C-E870-17B8-63E810EEB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Cell Zone Conditions</a:t>
            </a:r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5" name="Nexus:query=A|i_type|eq|tree;A|i_name|eq|BoundaryZonesTre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2595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            Build artificial walls to prevent reverse flow?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Average Pressure Specification?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Specify targeted mass flow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- Wall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- walls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Wall Motion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Stationary Wall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Shear Boundary 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 Slip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14EB6239-0960-B1EB-D918-541BE1EB79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14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A3D0983C-6B97-8BED-D09E-B74ABA828E2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93758FEA-B038-7D04-64F8-7A6C84D375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Simulation Setup</a:t>
            </a:r>
            <a:r>
              <a:t> / </a:t>
            </a:r>
            <a:r>
              <a:rPr>
                <a:hlinkClick r:id="rId4" action="ppaction://hlinksldjump"/>
              </a:rPr>
              <a:t>Physics</a:t>
            </a:r>
            <a:r>
              <a:t> / </a:t>
            </a:r>
            <a:r>
              <a:t>Boundary Conditions (2 of 2)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D4E7368A-D84C-4E80-DB79-5213C8AA72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09E60FEB-D07C-E7F9-EB1A-E88904F3D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Boundary Conditions</a:t>
            </a:r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5" name="Nexus:query=A|i_type|eq|tree;A|i_name|eq|SolverSettingsTre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37084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- Pressure-Velocity Coupling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SIMPLE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- Discretization Scheme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Second Order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Momentum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Second Order Upwind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- Solution Limits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Minimum Absolute Pressure [Pa]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Maximum Absolute Pressure [Pa]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5e+10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Minimum Static Temperature [K]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Maximum Static Temperature [K]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0B5FECF6-428E-D835-2627-4523324C44C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16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8AAD4C54-4822-4B9A-1BCB-11FBB60A78B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C7D7BE66-DD6F-63B1-98A9-ED5D907AF6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Simulation Setup</a:t>
            </a:r>
            <a:r>
              <a:t> / </a:t>
            </a:r>
            <a:r>
              <a:t>Solver Settings (2 of 2)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D25D3AE5-D035-6AD0-1180-87F21DC18F3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F696281E-40DC-7498-070B-5E21BE09A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Solver Settings</a:t>
            </a:r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Nexus:query=A|i_type|eq|image;A|i_name|cont|_contour;" descr="b37213c7-0985-11f1-8bb0-e1332d2e839b_image.png"/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-49163" r="-49163"/>
          <a:stretch>
            <a:fillRect/>
          </a:stretch>
        </p:blipFill>
        <p:spPr/>
      </p:pic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980E6085-4A97-210A-D5AA-840A8B4B42E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28</a:t>
            </a:fld>
            <a:endParaRPr lang="en-US"/>
          </a:p>
        </p:txBody>
      </p:sp>
      <p:sp>
        <p:nvSpPr>
          <p:cNvPr id="7" name="Nexus:toc_link">
            <a:extLst>
              <a:ext uri="{FF2B5EF4-FFF2-40B4-BE49-F238E27FC236}">
                <a16:creationId xmlns:a16="http://schemas.microsoft.com/office/drawing/2014/main" id="{3909E574-0939-BFF7-389D-42E9EA14968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Table of contents</a:t>
            </a:r>
            <a:endParaRPr lang="en-US"/>
          </a:p>
        </p:txBody>
      </p:sp>
      <p:sp>
        <p:nvSpPr>
          <p:cNvPr id="8" name="Nexus:breadcrumbs">
            <a:extLst>
              <a:ext uri="{FF2B5EF4-FFF2-40B4-BE49-F238E27FC236}">
                <a16:creationId xmlns:a16="http://schemas.microsoft.com/office/drawing/2014/main" id="{80A81224-921A-39F2-AD50-976A7ACE57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4" action="ppaction://hlinksldjump"/>
              </a:rPr>
              <a:t>Contours</a:t>
            </a:r>
            <a:r>
              <a:t> / </a:t>
            </a:r>
            <a:r>
              <a:t>contour-1-x-velocity</a:t>
            </a:r>
            <a:endParaRPr lang="en-US"/>
          </a:p>
        </p:txBody>
      </p:sp>
      <p:sp>
        <p:nvSpPr>
          <p:cNvPr id="10" name="Nexus:comments">
            <a:extLst>
              <a:ext uri="{FF2B5EF4-FFF2-40B4-BE49-F238E27FC236}">
                <a16:creationId xmlns:a16="http://schemas.microsoft.com/office/drawing/2014/main" id="{E6F62ED1-3C05-CCDC-08FD-801E039A864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Nexus:html_header">
            <a:extLst>
              <a:ext uri="{FF2B5EF4-FFF2-40B4-BE49-F238E27FC236}">
                <a16:creationId xmlns:a16="http://schemas.microsoft.com/office/drawing/2014/main" id="{7707DEA5-1A7E-D358-AC6B-78972A653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contour-1-x-velocity</a:t>
            </a:r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Nexus:query=A|i_type|eq|image;A|i_name|cont|_contour;" descr="b4e97e55-0985-11f1-abc1-e1332d2e839b_image.png"/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-49163" r="-49163"/>
          <a:stretch>
            <a:fillRect/>
          </a:stretch>
        </p:blipFill>
        <p:spPr/>
      </p:pic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980E6085-4A97-210A-D5AA-840A8B4B42E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28</a:t>
            </a:fld>
            <a:endParaRPr lang="en-US"/>
          </a:p>
        </p:txBody>
      </p:sp>
      <p:sp>
        <p:nvSpPr>
          <p:cNvPr id="7" name="Nexus:toc_link">
            <a:extLst>
              <a:ext uri="{FF2B5EF4-FFF2-40B4-BE49-F238E27FC236}">
                <a16:creationId xmlns:a16="http://schemas.microsoft.com/office/drawing/2014/main" id="{3909E574-0939-BFF7-389D-42E9EA14968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Table of contents</a:t>
            </a:r>
            <a:endParaRPr lang="en-US"/>
          </a:p>
        </p:txBody>
      </p:sp>
      <p:sp>
        <p:nvSpPr>
          <p:cNvPr id="8" name="Nexus:breadcrumbs">
            <a:extLst>
              <a:ext uri="{FF2B5EF4-FFF2-40B4-BE49-F238E27FC236}">
                <a16:creationId xmlns:a16="http://schemas.microsoft.com/office/drawing/2014/main" id="{80A81224-921A-39F2-AD50-976A7ACE57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4" action="ppaction://hlinksldjump"/>
              </a:rPr>
              <a:t>Contours</a:t>
            </a:r>
            <a:r>
              <a:t> / </a:t>
            </a:r>
            <a:r>
              <a:t>contour-1-velocity-magnitude</a:t>
            </a:r>
            <a:endParaRPr lang="en-US"/>
          </a:p>
        </p:txBody>
      </p:sp>
      <p:sp>
        <p:nvSpPr>
          <p:cNvPr id="10" name="Nexus:comments">
            <a:extLst>
              <a:ext uri="{FF2B5EF4-FFF2-40B4-BE49-F238E27FC236}">
                <a16:creationId xmlns:a16="http://schemas.microsoft.com/office/drawing/2014/main" id="{E6F62ED1-3C05-CCDC-08FD-801E039A864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Nexus:html_header">
            <a:extLst>
              <a:ext uri="{FF2B5EF4-FFF2-40B4-BE49-F238E27FC236}">
                <a16:creationId xmlns:a16="http://schemas.microsoft.com/office/drawing/2014/main" id="{7707DEA5-1A7E-D358-AC6B-78972A653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contour-1-velocity-magnitude</a:t>
            </a:r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Nexus:query=A|i_type|eq|image;A|i_name|cont|_contour;" descr="b663c7c3-0985-11f1-b9d0-e1332d2e839b_image.png"/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-49163" r="-49163"/>
          <a:stretch>
            <a:fillRect/>
          </a:stretch>
        </p:blipFill>
        <p:spPr/>
      </p:pic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980E6085-4A97-210A-D5AA-840A8B4B42E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28</a:t>
            </a:fld>
            <a:endParaRPr lang="en-US"/>
          </a:p>
        </p:txBody>
      </p:sp>
      <p:sp>
        <p:nvSpPr>
          <p:cNvPr id="7" name="Nexus:toc_link">
            <a:extLst>
              <a:ext uri="{FF2B5EF4-FFF2-40B4-BE49-F238E27FC236}">
                <a16:creationId xmlns:a16="http://schemas.microsoft.com/office/drawing/2014/main" id="{3909E574-0939-BFF7-389D-42E9EA14968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Table of contents</a:t>
            </a:r>
            <a:endParaRPr lang="en-US"/>
          </a:p>
        </p:txBody>
      </p:sp>
      <p:sp>
        <p:nvSpPr>
          <p:cNvPr id="8" name="Nexus:breadcrumbs">
            <a:extLst>
              <a:ext uri="{FF2B5EF4-FFF2-40B4-BE49-F238E27FC236}">
                <a16:creationId xmlns:a16="http://schemas.microsoft.com/office/drawing/2014/main" id="{80A81224-921A-39F2-AD50-976A7ACE57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4" action="ppaction://hlinksldjump"/>
              </a:rPr>
              <a:t>Contours</a:t>
            </a:r>
            <a:r>
              <a:t> / </a:t>
            </a:r>
            <a:r>
              <a:t>contour-1-dynamic-pressure</a:t>
            </a:r>
            <a:endParaRPr lang="en-US"/>
          </a:p>
        </p:txBody>
      </p:sp>
      <p:sp>
        <p:nvSpPr>
          <p:cNvPr id="10" name="Nexus:comments">
            <a:extLst>
              <a:ext uri="{FF2B5EF4-FFF2-40B4-BE49-F238E27FC236}">
                <a16:creationId xmlns:a16="http://schemas.microsoft.com/office/drawing/2014/main" id="{E6F62ED1-3C05-CCDC-08FD-801E039A864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Nexus:html_header">
            <a:extLst>
              <a:ext uri="{FF2B5EF4-FFF2-40B4-BE49-F238E27FC236}">
                <a16:creationId xmlns:a16="http://schemas.microsoft.com/office/drawing/2014/main" id="{7707DEA5-1A7E-D358-AC6B-78972A653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contour-1-dynamic-pressure</a:t>
            </a:r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Nexus:query=A|i_type|eq|image;A|i_name|cont|_contour;" descr="b7cec2c1-0985-11f1-8d1c-e1332d2e839b_image.png"/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-49163" r="-49163"/>
          <a:stretch>
            <a:fillRect/>
          </a:stretch>
        </p:blipFill>
        <p:spPr/>
      </p:pic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980E6085-4A97-210A-D5AA-840A8B4B42E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28</a:t>
            </a:fld>
            <a:endParaRPr lang="en-US"/>
          </a:p>
        </p:txBody>
      </p:sp>
      <p:sp>
        <p:nvSpPr>
          <p:cNvPr id="7" name="Nexus:toc_link">
            <a:extLst>
              <a:ext uri="{FF2B5EF4-FFF2-40B4-BE49-F238E27FC236}">
                <a16:creationId xmlns:a16="http://schemas.microsoft.com/office/drawing/2014/main" id="{3909E574-0939-BFF7-389D-42E9EA14968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Table of contents</a:t>
            </a:r>
            <a:endParaRPr lang="en-US"/>
          </a:p>
        </p:txBody>
      </p:sp>
      <p:sp>
        <p:nvSpPr>
          <p:cNvPr id="8" name="Nexus:breadcrumbs">
            <a:extLst>
              <a:ext uri="{FF2B5EF4-FFF2-40B4-BE49-F238E27FC236}">
                <a16:creationId xmlns:a16="http://schemas.microsoft.com/office/drawing/2014/main" id="{80A81224-921A-39F2-AD50-976A7ACE57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4" action="ppaction://hlinksldjump"/>
              </a:rPr>
              <a:t>Contours</a:t>
            </a:r>
            <a:r>
              <a:t> / </a:t>
            </a:r>
            <a:r>
              <a:t>contour-1-static-pressure</a:t>
            </a:r>
            <a:endParaRPr lang="en-US"/>
          </a:p>
        </p:txBody>
      </p:sp>
      <p:sp>
        <p:nvSpPr>
          <p:cNvPr id="10" name="Nexus:comments">
            <a:extLst>
              <a:ext uri="{FF2B5EF4-FFF2-40B4-BE49-F238E27FC236}">
                <a16:creationId xmlns:a16="http://schemas.microsoft.com/office/drawing/2014/main" id="{E6F62ED1-3C05-CCDC-08FD-801E039A864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Nexus:html_header">
            <a:extLst>
              <a:ext uri="{FF2B5EF4-FFF2-40B4-BE49-F238E27FC236}">
                <a16:creationId xmlns:a16="http://schemas.microsoft.com/office/drawing/2014/main" id="{7707DEA5-1A7E-D358-AC6B-78972A653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contour-1-static-pressure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sys - Slide Master">
  <a:themeElements>
    <a:clrScheme name="Custom 2">
      <a:dk1>
        <a:sysClr val="windowText" lastClr="000000"/>
      </a:dk1>
      <a:lt1>
        <a:sysClr val="window" lastClr="FFFFFF"/>
      </a:lt1>
      <a:dk2>
        <a:srgbClr val="898A8D"/>
      </a:dk2>
      <a:lt2>
        <a:srgbClr val="D9D8D6"/>
      </a:lt2>
      <a:accent1>
        <a:srgbClr val="FFB71B"/>
      </a:accent1>
      <a:accent2>
        <a:srgbClr val="0070C0"/>
      </a:accent2>
      <a:accent3>
        <a:srgbClr val="00B050"/>
      </a:accent3>
      <a:accent4>
        <a:srgbClr val="FFB71B"/>
      </a:accent4>
      <a:accent5>
        <a:srgbClr val="FF0000"/>
      </a:accent5>
      <a:accent6>
        <a:srgbClr val="7030A0"/>
      </a:accent6>
      <a:hlink>
        <a:srgbClr val="000000"/>
      </a:hlink>
      <a:folHlink>
        <a:srgbClr val="00000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 Presentation 2021 Confidential (1)" id="{BCE29331-CD87-4C7F-9347-8FFC45714815}" vid="{9A4FE274-3FD9-4EEB-80C5-5F4C7627D6F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22542</TotalTime>
  <Words>49</Words>
  <Application>Microsoft Office PowerPoint</Application>
  <PresentationFormat>Widescreen</PresentationFormat>
  <Paragraphs>49</Paragraphs>
  <Slides>46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2" baseType="lpstr">
      <vt:lpstr>Arial</vt:lpstr>
      <vt:lpstr>Calibri</vt:lpstr>
      <vt:lpstr>Courier New</vt:lpstr>
      <vt:lpstr>Source Sans Pro</vt:lpstr>
      <vt:lpstr>Wingdings</vt:lpstr>
      <vt:lpstr>Ansys -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Hello, World!</dc:title>
  <dc:subject/>
  <dc:creator>Visesh Rajendraprasad</dc:creator>
  <cp:keywords/>
  <dc:description>generated using python-pptx</dc:description>
  <cp:lastModifiedBy>Chris Tevere</cp:lastModifiedBy>
  <cp:revision>166</cp:revision>
  <dcterms:created xsi:type="dcterms:W3CDTF">2013-01-27T09:14:16Z</dcterms:created>
  <dcterms:modified xsi:type="dcterms:W3CDTF">2024-08-23T14:00:08Z</dcterms:modified>
  <cp:category/>
</cp:coreProperties>
</file>