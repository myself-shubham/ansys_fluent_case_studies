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341" r:id="rId2"/>
    <p:sldId id="336" r:id="rId3"/>
    <p:sldId id="315" r:id="rId4"/>
    <p:sldId id="316" r:id="rId5"/>
    <p:sldId id="340" r:id="rId6"/>
    <p:sldId id="317" r:id="rId7"/>
    <p:sldId id="268" r:id="rId8"/>
    <p:sldId id="269" r:id="rId9"/>
    <p:sldId id="342" r:id="rId10"/>
    <p:sldId id="343" r:id="rId11"/>
    <p:sldId id="270" r:id="rId12"/>
    <p:sldId id="308" r:id="rId13"/>
    <p:sldId id="309" r:id="rId14"/>
    <p:sldId id="310" r:id="rId15"/>
    <p:sldId id="349" r:id="rId20"/>
    <p:sldId id="350" r:id="rId26"/>
    <p:sldId id="351" r:id="rId27"/>
    <p:sldId id="352" r:id="rId32"/>
    <p:sldId id="353" r:id="rId33"/>
    <p:sldId id="354" r:id="rId34"/>
    <p:sldId id="274" r:id="rId16"/>
    <p:sldId id="311" r:id="rId17"/>
    <p:sldId id="355" r:id="rId35"/>
    <p:sldId id="276" r:id="rId18"/>
    <p:sldId id="278" r:id="rId19"/>
    <p:sldId id="313" r:id="rId21"/>
    <p:sldId id="344" r:id="rId22"/>
    <p:sldId id="281" r:id="rId23"/>
    <p:sldId id="345" r:id="rId24"/>
    <p:sldId id="322" r:id="rId25"/>
    <p:sldId id="347" r:id="rId28"/>
    <p:sldId id="283" r:id="rId29"/>
    <p:sldId id="356" r:id="rId36"/>
    <p:sldId id="357" r:id="rId37"/>
    <p:sldId id="348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 autoAdjust="0"/>
    <p:restoredTop sz="86389" autoAdjust="0"/>
  </p:normalViewPr>
  <p:slideViewPr>
    <p:cSldViewPr snapToGrid="0" snapToObjects="1">
      <p:cViewPr varScale="1">
        <p:scale>
          <a:sx n="79" d="100"/>
          <a:sy n="79" d="100"/>
        </p:scale>
        <p:origin x="132" y="4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16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19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5.xml"/><Relationship Id="rId11" Type="http://schemas.openxmlformats.org/officeDocument/2006/relationships/slide" Target="slides/slide10.xml"/><Relationship Id="rId24" Type="http://schemas.openxmlformats.org/officeDocument/2006/relationships/slide" Target="slides/slide22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27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0.xml"/><Relationship Id="rId30" Type="http://schemas.openxmlformats.org/officeDocument/2006/relationships/slide" Target="slides/slide26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1.xml"/><Relationship Id="rId28" Type="http://schemas.openxmlformats.org/officeDocument/2006/relationships/slide" Target="slides/slide24.xml"/><Relationship Id="rId49" Type="http://schemas.openxmlformats.org/officeDocument/2006/relationships/handoutMaster" Target="handoutMasters/handoutMaster1.xml"/><Relationship Id="rId20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Residuals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xVal>
            <c:numRef>
              <c:f>Sheet1!$A$2:$A$94</c:f>
              <c:numCache>
                <c:formatCode>General</c:formatCode>
                <c:ptCount val="93"/>
                <c:pt idx="0">
                  <c:v>3640.0</c:v>
                </c:pt>
                <c:pt idx="1">
                  <c:v>4140.0</c:v>
                </c:pt>
                <c:pt idx="2">
                  <c:v>4460.0</c:v>
                </c:pt>
                <c:pt idx="3">
                  <c:v>4640.0</c:v>
                </c:pt>
                <c:pt idx="4">
                  <c:v>4800.0</c:v>
                </c:pt>
                <c:pt idx="5">
                  <c:v>4960.0</c:v>
                </c:pt>
                <c:pt idx="6">
                  <c:v>5060.0</c:v>
                </c:pt>
                <c:pt idx="7">
                  <c:v>5140.0</c:v>
                </c:pt>
                <c:pt idx="8">
                  <c:v>5220.0</c:v>
                </c:pt>
                <c:pt idx="9">
                  <c:v>5300.0</c:v>
                </c:pt>
                <c:pt idx="10">
                  <c:v>5380.0</c:v>
                </c:pt>
                <c:pt idx="11">
                  <c:v>5460.0</c:v>
                </c:pt>
                <c:pt idx="12">
                  <c:v>5520.0</c:v>
                </c:pt>
                <c:pt idx="13">
                  <c:v>5560.0</c:v>
                </c:pt>
                <c:pt idx="14">
                  <c:v>5600.0</c:v>
                </c:pt>
                <c:pt idx="15">
                  <c:v>5640.0</c:v>
                </c:pt>
                <c:pt idx="16">
                  <c:v>5680.0</c:v>
                </c:pt>
                <c:pt idx="17">
                  <c:v>5720.0</c:v>
                </c:pt>
                <c:pt idx="18">
                  <c:v>5760.0</c:v>
                </c:pt>
                <c:pt idx="19">
                  <c:v>5800.0</c:v>
                </c:pt>
                <c:pt idx="20">
                  <c:v>5840.0</c:v>
                </c:pt>
                <c:pt idx="21">
                  <c:v>5880.0</c:v>
                </c:pt>
                <c:pt idx="22">
                  <c:v>5920.0</c:v>
                </c:pt>
                <c:pt idx="23">
                  <c:v>5960.0</c:v>
                </c:pt>
                <c:pt idx="24">
                  <c:v>6000.0</c:v>
                </c:pt>
                <c:pt idx="25">
                  <c:v>6020.0</c:v>
                </c:pt>
                <c:pt idx="26">
                  <c:v>6040.0</c:v>
                </c:pt>
                <c:pt idx="27">
                  <c:v>6060.0</c:v>
                </c:pt>
                <c:pt idx="28">
                  <c:v>6080.0</c:v>
                </c:pt>
                <c:pt idx="29">
                  <c:v>6100.0</c:v>
                </c:pt>
                <c:pt idx="30">
                  <c:v>6120.0</c:v>
                </c:pt>
                <c:pt idx="31">
                  <c:v>6140.0</c:v>
                </c:pt>
                <c:pt idx="32">
                  <c:v>6160.0</c:v>
                </c:pt>
                <c:pt idx="33">
                  <c:v>6180.0</c:v>
                </c:pt>
                <c:pt idx="34">
                  <c:v>6200.0</c:v>
                </c:pt>
                <c:pt idx="35">
                  <c:v>6220.0</c:v>
                </c:pt>
                <c:pt idx="36">
                  <c:v>6240.0</c:v>
                </c:pt>
                <c:pt idx="37">
                  <c:v>6260.0</c:v>
                </c:pt>
                <c:pt idx="38">
                  <c:v>6280.0</c:v>
                </c:pt>
                <c:pt idx="39">
                  <c:v>6300.0</c:v>
                </c:pt>
                <c:pt idx="40">
                  <c:v>6320.0</c:v>
                </c:pt>
                <c:pt idx="41">
                  <c:v>6340.0</c:v>
                </c:pt>
                <c:pt idx="42">
                  <c:v>6360.0</c:v>
                </c:pt>
                <c:pt idx="43">
                  <c:v>6380.0</c:v>
                </c:pt>
                <c:pt idx="44">
                  <c:v>6400.0</c:v>
                </c:pt>
                <c:pt idx="45">
                  <c:v>6420.0</c:v>
                </c:pt>
                <c:pt idx="46">
                  <c:v>6440.0</c:v>
                </c:pt>
                <c:pt idx="47">
                  <c:v>6460.0</c:v>
                </c:pt>
                <c:pt idx="48">
                  <c:v>6480.0</c:v>
                </c:pt>
                <c:pt idx="49">
                  <c:v>6500.0</c:v>
                </c:pt>
                <c:pt idx="50">
                  <c:v>6510.0</c:v>
                </c:pt>
                <c:pt idx="51">
                  <c:v>6520.0</c:v>
                </c:pt>
                <c:pt idx="52">
                  <c:v>6530.0</c:v>
                </c:pt>
                <c:pt idx="53">
                  <c:v>6540.0</c:v>
                </c:pt>
                <c:pt idx="54">
                  <c:v>6550.0</c:v>
                </c:pt>
                <c:pt idx="55">
                  <c:v>6560.0</c:v>
                </c:pt>
                <c:pt idx="56">
                  <c:v>6570.0</c:v>
                </c:pt>
                <c:pt idx="57">
                  <c:v>6580.0</c:v>
                </c:pt>
                <c:pt idx="58">
                  <c:v>6590.0</c:v>
                </c:pt>
                <c:pt idx="59">
                  <c:v>6600.0</c:v>
                </c:pt>
                <c:pt idx="60">
                  <c:v>6610.0</c:v>
                </c:pt>
                <c:pt idx="61">
                  <c:v>6620.0</c:v>
                </c:pt>
                <c:pt idx="62">
                  <c:v>6630.0</c:v>
                </c:pt>
                <c:pt idx="63">
                  <c:v>6640.0</c:v>
                </c:pt>
                <c:pt idx="64">
                  <c:v>6650.0</c:v>
                </c:pt>
                <c:pt idx="65">
                  <c:v>6660.0</c:v>
                </c:pt>
                <c:pt idx="66">
                  <c:v>6670.0</c:v>
                </c:pt>
                <c:pt idx="67">
                  <c:v>6680.0</c:v>
                </c:pt>
                <c:pt idx="68">
                  <c:v>6690.0</c:v>
                </c:pt>
                <c:pt idx="69">
                  <c:v>6700.0</c:v>
                </c:pt>
                <c:pt idx="70">
                  <c:v>6710.0</c:v>
                </c:pt>
                <c:pt idx="71">
                  <c:v>6720.0</c:v>
                </c:pt>
                <c:pt idx="72">
                  <c:v>6730.0</c:v>
                </c:pt>
                <c:pt idx="73">
                  <c:v>6740.0</c:v>
                </c:pt>
                <c:pt idx="74">
                  <c:v>6750.0</c:v>
                </c:pt>
                <c:pt idx="75">
                  <c:v>6760.0</c:v>
                </c:pt>
                <c:pt idx="76">
                  <c:v>6770.0</c:v>
                </c:pt>
                <c:pt idx="77">
                  <c:v>6780.0</c:v>
                </c:pt>
                <c:pt idx="78">
                  <c:v>6790.0</c:v>
                </c:pt>
                <c:pt idx="79">
                  <c:v>6800.0</c:v>
                </c:pt>
                <c:pt idx="80">
                  <c:v>6810.0</c:v>
                </c:pt>
                <c:pt idx="81">
                  <c:v>6820.0</c:v>
                </c:pt>
                <c:pt idx="82">
                  <c:v>6830.0</c:v>
                </c:pt>
                <c:pt idx="83">
                  <c:v>6840.0</c:v>
                </c:pt>
                <c:pt idx="84">
                  <c:v>6850.0</c:v>
                </c:pt>
                <c:pt idx="85">
                  <c:v>6860.0</c:v>
                </c:pt>
                <c:pt idx="86">
                  <c:v>6870.0</c:v>
                </c:pt>
                <c:pt idx="87">
                  <c:v>6880.0</c:v>
                </c:pt>
                <c:pt idx="88">
                  <c:v>6890.0</c:v>
                </c:pt>
                <c:pt idx="89">
                  <c:v>6900.0</c:v>
                </c:pt>
                <c:pt idx="90">
                  <c:v>6910.0</c:v>
                </c:pt>
                <c:pt idx="91">
                  <c:v>6920.0</c:v>
                </c:pt>
                <c:pt idx="92">
                  <c:v>6930.0</c:v>
                </c:pt>
              </c:numCache>
            </c:numRef>
          </c:xVal>
          <c:yVal>
            <c:numRef>
              <c:f>Sheet1!$B$2:$B$94</c:f>
              <c:numCache>
                <c:formatCode>General</c:formatCode>
                <c:ptCount val="93"/>
                <c:pt idx="0">
                  <c:v>0.018043635</c:v>
                </c:pt>
                <c:pt idx="1">
                  <c:v>0.018051028</c:v>
                </c:pt>
                <c:pt idx="2">
                  <c:v>0.0097478807</c:v>
                </c:pt>
                <c:pt idx="3">
                  <c:v>0.014525546</c:v>
                </c:pt>
                <c:pt idx="4">
                  <c:v>0.010534012</c:v>
                </c:pt>
                <c:pt idx="5">
                  <c:v>0.007574166</c:v>
                </c:pt>
                <c:pt idx="6">
                  <c:v>0.0074475157</c:v>
                </c:pt>
                <c:pt idx="7">
                  <c:v>0.0075840173</c:v>
                </c:pt>
                <c:pt idx="8">
                  <c:v>0.0073647226</c:v>
                </c:pt>
                <c:pt idx="9">
                  <c:v>0.0056513805</c:v>
                </c:pt>
                <c:pt idx="10">
                  <c:v>0.004241953</c:v>
                </c:pt>
                <c:pt idx="11">
                  <c:v>0.0036102575</c:v>
                </c:pt>
                <c:pt idx="12">
                  <c:v>0.0030794065</c:v>
                </c:pt>
                <c:pt idx="13">
                  <c:v>0.0032186174</c:v>
                </c:pt>
                <c:pt idx="14">
                  <c:v>0.0034780265</c:v>
                </c:pt>
                <c:pt idx="15">
                  <c:v>0.0035579893</c:v>
                </c:pt>
                <c:pt idx="16">
                  <c:v>0.0035630989</c:v>
                </c:pt>
                <c:pt idx="17">
                  <c:v>0.0034322403</c:v>
                </c:pt>
                <c:pt idx="18">
                  <c:v>0.0032534691</c:v>
                </c:pt>
                <c:pt idx="19">
                  <c:v>0.0030289834</c:v>
                </c:pt>
                <c:pt idx="20">
                  <c:v>0.0027261389</c:v>
                </c:pt>
                <c:pt idx="21">
                  <c:v>0.0023848759</c:v>
                </c:pt>
                <c:pt idx="22">
                  <c:v>0.002201771</c:v>
                </c:pt>
                <c:pt idx="23">
                  <c:v>0.0024201848</c:v>
                </c:pt>
                <c:pt idx="24">
                  <c:v>0.0025094736</c:v>
                </c:pt>
                <c:pt idx="25">
                  <c:v>0.0022005386</c:v>
                </c:pt>
                <c:pt idx="26">
                  <c:v>0.0020651721</c:v>
                </c:pt>
                <c:pt idx="27">
                  <c:v>0.0019745344</c:v>
                </c:pt>
                <c:pt idx="28">
                  <c:v>0.0018800552</c:v>
                </c:pt>
                <c:pt idx="29">
                  <c:v>0.0017869202</c:v>
                </c:pt>
                <c:pt idx="30">
                  <c:v>0.001668453</c:v>
                </c:pt>
                <c:pt idx="31">
                  <c:v>0.0014690794</c:v>
                </c:pt>
                <c:pt idx="32">
                  <c:v>0.0015531064</c:v>
                </c:pt>
                <c:pt idx="33">
                  <c:v>0.0015066235</c:v>
                </c:pt>
                <c:pt idx="34">
                  <c:v>0.0014785141</c:v>
                </c:pt>
                <c:pt idx="35">
                  <c:v>0.0014872978</c:v>
                </c:pt>
                <c:pt idx="36">
                  <c:v>0.0014451793</c:v>
                </c:pt>
                <c:pt idx="37">
                  <c:v>0.0015993315</c:v>
                </c:pt>
                <c:pt idx="38">
                  <c:v>0.001583707</c:v>
                </c:pt>
                <c:pt idx="39">
                  <c:v>0.0015335938</c:v>
                </c:pt>
                <c:pt idx="40">
                  <c:v>0.0015707015</c:v>
                </c:pt>
                <c:pt idx="41">
                  <c:v>0.0015303612</c:v>
                </c:pt>
                <c:pt idx="42">
                  <c:v>0.0014812105</c:v>
                </c:pt>
                <c:pt idx="43">
                  <c:v>0.0013860513</c:v>
                </c:pt>
                <c:pt idx="44">
                  <c:v>0.0014484158</c:v>
                </c:pt>
                <c:pt idx="45">
                  <c:v>0.0013897344</c:v>
                </c:pt>
                <c:pt idx="46">
                  <c:v>0.0014096437</c:v>
                </c:pt>
                <c:pt idx="47">
                  <c:v>0.0014067371</c:v>
                </c:pt>
                <c:pt idx="48">
                  <c:v>0.0013550585</c:v>
                </c:pt>
                <c:pt idx="49">
                  <c:v>0.0015271323</c:v>
                </c:pt>
                <c:pt idx="50">
                  <c:v>0.0014178329</c:v>
                </c:pt>
                <c:pt idx="51">
                  <c:v>0.0013472309</c:v>
                </c:pt>
                <c:pt idx="52">
                  <c:v>0.0013390689</c:v>
                </c:pt>
                <c:pt idx="53">
                  <c:v>0.0014002813</c:v>
                </c:pt>
                <c:pt idx="54">
                  <c:v>0.0013043054</c:v>
                </c:pt>
                <c:pt idx="55">
                  <c:v>0.001260822</c:v>
                </c:pt>
                <c:pt idx="56">
                  <c:v>0.0011791442</c:v>
                </c:pt>
                <c:pt idx="57">
                  <c:v>0.0012021049</c:v>
                </c:pt>
                <c:pt idx="58">
                  <c:v>0.0011212154</c:v>
                </c:pt>
                <c:pt idx="59">
                  <c:v>0.00099208253</c:v>
                </c:pt>
                <c:pt idx="60">
                  <c:v>0.00099461365</c:v>
                </c:pt>
                <c:pt idx="61">
                  <c:v>0.00097224937</c:v>
                </c:pt>
                <c:pt idx="62">
                  <c:v>0.00089554548</c:v>
                </c:pt>
                <c:pt idx="63">
                  <c:v>0.00090581611</c:v>
                </c:pt>
                <c:pt idx="64">
                  <c:v>0.0010502739</c:v>
                </c:pt>
                <c:pt idx="65">
                  <c:v>0.0009154046</c:v>
                </c:pt>
                <c:pt idx="66">
                  <c:v>0.00093183372</c:v>
                </c:pt>
                <c:pt idx="67">
                  <c:v>0.00087336292</c:v>
                </c:pt>
                <c:pt idx="68">
                  <c:v>0.00097378552</c:v>
                </c:pt>
                <c:pt idx="69">
                  <c:v>0.0010284118</c:v>
                </c:pt>
                <c:pt idx="70">
                  <c:v>0.00093987165</c:v>
                </c:pt>
                <c:pt idx="71">
                  <c:v>0.00083538611</c:v>
                </c:pt>
                <c:pt idx="72">
                  <c:v>0.00081919989</c:v>
                </c:pt>
                <c:pt idx="73">
                  <c:v>0.00093415629</c:v>
                </c:pt>
                <c:pt idx="74">
                  <c:v>0.00090663894</c:v>
                </c:pt>
                <c:pt idx="75">
                  <c:v>0.00074837046</c:v>
                </c:pt>
                <c:pt idx="76">
                  <c:v>0.00072751526</c:v>
                </c:pt>
                <c:pt idx="77">
                  <c:v>0.00081785565</c:v>
                </c:pt>
                <c:pt idx="78">
                  <c:v>0.00080691118</c:v>
                </c:pt>
                <c:pt idx="79">
                  <c:v>0.00080280103</c:v>
                </c:pt>
                <c:pt idx="80">
                  <c:v>0.00075629582</c:v>
                </c:pt>
                <c:pt idx="81">
                  <c:v>0.00074514615</c:v>
                </c:pt>
                <c:pt idx="82">
                  <c:v>0.00083775383</c:v>
                </c:pt>
                <c:pt idx="83">
                  <c:v>0.00078065024</c:v>
                </c:pt>
                <c:pt idx="84">
                  <c:v>0.00084896424</c:v>
                </c:pt>
                <c:pt idx="85">
                  <c:v>0.00069712147</c:v>
                </c:pt>
                <c:pt idx="86">
                  <c:v>0.00069925603</c:v>
                </c:pt>
                <c:pt idx="87">
                  <c:v>0.00080461847</c:v>
                </c:pt>
                <c:pt idx="88">
                  <c:v>0.00087305885</c:v>
                </c:pt>
                <c:pt idx="89">
                  <c:v>0.00071992199</c:v>
                </c:pt>
                <c:pt idx="90">
                  <c:v>0.00064647768</c:v>
                </c:pt>
                <c:pt idx="91">
                  <c:v>0.00070928592</c:v>
                </c:pt>
                <c:pt idx="92">
                  <c:v>0.00083865071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Sheet1!$B$96</c:f>
              <c:strCache>
                <c:ptCount val="1"/>
                <c:pt idx="0">
                  <c:v>x-velocity</c:v>
                </c:pt>
              </c:strCache>
            </c:strRef>
          </c:tx>
          <c:xVal>
            <c:numRef>
              <c:f>Sheet1!$A$97:$A$189</c:f>
              <c:numCache>
                <c:formatCode>General</c:formatCode>
                <c:ptCount val="93"/>
                <c:pt idx="0">
                  <c:v>3640.0</c:v>
                </c:pt>
                <c:pt idx="1">
                  <c:v>4140.0</c:v>
                </c:pt>
                <c:pt idx="2">
                  <c:v>4460.0</c:v>
                </c:pt>
                <c:pt idx="3">
                  <c:v>4640.0</c:v>
                </c:pt>
                <c:pt idx="4">
                  <c:v>4800.0</c:v>
                </c:pt>
                <c:pt idx="5">
                  <c:v>4960.0</c:v>
                </c:pt>
                <c:pt idx="6">
                  <c:v>5060.0</c:v>
                </c:pt>
                <c:pt idx="7">
                  <c:v>5140.0</c:v>
                </c:pt>
                <c:pt idx="8">
                  <c:v>5220.0</c:v>
                </c:pt>
                <c:pt idx="9">
                  <c:v>5300.0</c:v>
                </c:pt>
                <c:pt idx="10">
                  <c:v>5380.0</c:v>
                </c:pt>
                <c:pt idx="11">
                  <c:v>5460.0</c:v>
                </c:pt>
                <c:pt idx="12">
                  <c:v>5520.0</c:v>
                </c:pt>
                <c:pt idx="13">
                  <c:v>5560.0</c:v>
                </c:pt>
                <c:pt idx="14">
                  <c:v>5600.0</c:v>
                </c:pt>
                <c:pt idx="15">
                  <c:v>5640.0</c:v>
                </c:pt>
                <c:pt idx="16">
                  <c:v>5680.0</c:v>
                </c:pt>
                <c:pt idx="17">
                  <c:v>5720.0</c:v>
                </c:pt>
                <c:pt idx="18">
                  <c:v>5760.0</c:v>
                </c:pt>
                <c:pt idx="19">
                  <c:v>5800.0</c:v>
                </c:pt>
                <c:pt idx="20">
                  <c:v>5840.0</c:v>
                </c:pt>
                <c:pt idx="21">
                  <c:v>5880.0</c:v>
                </c:pt>
                <c:pt idx="22">
                  <c:v>5920.0</c:v>
                </c:pt>
                <c:pt idx="23">
                  <c:v>5960.0</c:v>
                </c:pt>
                <c:pt idx="24">
                  <c:v>6000.0</c:v>
                </c:pt>
                <c:pt idx="25">
                  <c:v>6020.0</c:v>
                </c:pt>
                <c:pt idx="26">
                  <c:v>6040.0</c:v>
                </c:pt>
                <c:pt idx="27">
                  <c:v>6060.0</c:v>
                </c:pt>
                <c:pt idx="28">
                  <c:v>6080.0</c:v>
                </c:pt>
                <c:pt idx="29">
                  <c:v>6100.0</c:v>
                </c:pt>
                <c:pt idx="30">
                  <c:v>6120.0</c:v>
                </c:pt>
                <c:pt idx="31">
                  <c:v>6140.0</c:v>
                </c:pt>
                <c:pt idx="32">
                  <c:v>6160.0</c:v>
                </c:pt>
                <c:pt idx="33">
                  <c:v>6180.0</c:v>
                </c:pt>
                <c:pt idx="34">
                  <c:v>6200.0</c:v>
                </c:pt>
                <c:pt idx="35">
                  <c:v>6220.0</c:v>
                </c:pt>
                <c:pt idx="36">
                  <c:v>6240.0</c:v>
                </c:pt>
                <c:pt idx="37">
                  <c:v>6260.0</c:v>
                </c:pt>
                <c:pt idx="38">
                  <c:v>6280.0</c:v>
                </c:pt>
                <c:pt idx="39">
                  <c:v>6300.0</c:v>
                </c:pt>
                <c:pt idx="40">
                  <c:v>6320.0</c:v>
                </c:pt>
                <c:pt idx="41">
                  <c:v>6340.0</c:v>
                </c:pt>
                <c:pt idx="42">
                  <c:v>6360.0</c:v>
                </c:pt>
                <c:pt idx="43">
                  <c:v>6380.0</c:v>
                </c:pt>
                <c:pt idx="44">
                  <c:v>6400.0</c:v>
                </c:pt>
                <c:pt idx="45">
                  <c:v>6420.0</c:v>
                </c:pt>
                <c:pt idx="46">
                  <c:v>6440.0</c:v>
                </c:pt>
                <c:pt idx="47">
                  <c:v>6460.0</c:v>
                </c:pt>
                <c:pt idx="48">
                  <c:v>6480.0</c:v>
                </c:pt>
                <c:pt idx="49">
                  <c:v>6500.0</c:v>
                </c:pt>
                <c:pt idx="50">
                  <c:v>6510.0</c:v>
                </c:pt>
                <c:pt idx="51">
                  <c:v>6520.0</c:v>
                </c:pt>
                <c:pt idx="52">
                  <c:v>6530.0</c:v>
                </c:pt>
                <c:pt idx="53">
                  <c:v>6540.0</c:v>
                </c:pt>
                <c:pt idx="54">
                  <c:v>6550.0</c:v>
                </c:pt>
                <c:pt idx="55">
                  <c:v>6560.0</c:v>
                </c:pt>
                <c:pt idx="56">
                  <c:v>6570.0</c:v>
                </c:pt>
                <c:pt idx="57">
                  <c:v>6580.0</c:v>
                </c:pt>
                <c:pt idx="58">
                  <c:v>6590.0</c:v>
                </c:pt>
                <c:pt idx="59">
                  <c:v>6600.0</c:v>
                </c:pt>
                <c:pt idx="60">
                  <c:v>6610.0</c:v>
                </c:pt>
                <c:pt idx="61">
                  <c:v>6620.0</c:v>
                </c:pt>
                <c:pt idx="62">
                  <c:v>6630.0</c:v>
                </c:pt>
                <c:pt idx="63">
                  <c:v>6640.0</c:v>
                </c:pt>
                <c:pt idx="64">
                  <c:v>6650.0</c:v>
                </c:pt>
                <c:pt idx="65">
                  <c:v>6660.0</c:v>
                </c:pt>
                <c:pt idx="66">
                  <c:v>6670.0</c:v>
                </c:pt>
                <c:pt idx="67">
                  <c:v>6680.0</c:v>
                </c:pt>
                <c:pt idx="68">
                  <c:v>6690.0</c:v>
                </c:pt>
                <c:pt idx="69">
                  <c:v>6700.0</c:v>
                </c:pt>
                <c:pt idx="70">
                  <c:v>6710.0</c:v>
                </c:pt>
                <c:pt idx="71">
                  <c:v>6720.0</c:v>
                </c:pt>
                <c:pt idx="72">
                  <c:v>6730.0</c:v>
                </c:pt>
                <c:pt idx="73">
                  <c:v>6740.0</c:v>
                </c:pt>
                <c:pt idx="74">
                  <c:v>6750.0</c:v>
                </c:pt>
                <c:pt idx="75">
                  <c:v>6760.0</c:v>
                </c:pt>
                <c:pt idx="76">
                  <c:v>6770.0</c:v>
                </c:pt>
                <c:pt idx="77">
                  <c:v>6780.0</c:v>
                </c:pt>
                <c:pt idx="78">
                  <c:v>6790.0</c:v>
                </c:pt>
                <c:pt idx="79">
                  <c:v>6800.0</c:v>
                </c:pt>
                <c:pt idx="80">
                  <c:v>6810.0</c:v>
                </c:pt>
                <c:pt idx="81">
                  <c:v>6820.0</c:v>
                </c:pt>
                <c:pt idx="82">
                  <c:v>6830.0</c:v>
                </c:pt>
                <c:pt idx="83">
                  <c:v>6840.0</c:v>
                </c:pt>
                <c:pt idx="84">
                  <c:v>6850.0</c:v>
                </c:pt>
                <c:pt idx="85">
                  <c:v>6860.0</c:v>
                </c:pt>
                <c:pt idx="86">
                  <c:v>6870.0</c:v>
                </c:pt>
                <c:pt idx="87">
                  <c:v>6880.0</c:v>
                </c:pt>
                <c:pt idx="88">
                  <c:v>6890.0</c:v>
                </c:pt>
                <c:pt idx="89">
                  <c:v>6900.0</c:v>
                </c:pt>
                <c:pt idx="90">
                  <c:v>6910.0</c:v>
                </c:pt>
                <c:pt idx="91">
                  <c:v>6920.0</c:v>
                </c:pt>
                <c:pt idx="92">
                  <c:v>6930.0</c:v>
                </c:pt>
              </c:numCache>
            </c:numRef>
          </c:xVal>
          <c:yVal>
            <c:numRef>
              <c:f>Sheet1!$B$97:$B$189</c:f>
              <c:numCache>
                <c:formatCode>General</c:formatCode>
                <c:ptCount val="93"/>
                <c:pt idx="0">
                  <c:v>0.018752529</c:v>
                </c:pt>
                <c:pt idx="1">
                  <c:v>0.023696316</c:v>
                </c:pt>
                <c:pt idx="2">
                  <c:v>0.01366051</c:v>
                </c:pt>
                <c:pt idx="3">
                  <c:v>0.019467802</c:v>
                </c:pt>
                <c:pt idx="4">
                  <c:v>0.01492412</c:v>
                </c:pt>
                <c:pt idx="5">
                  <c:v>0.011325424</c:v>
                </c:pt>
                <c:pt idx="6">
                  <c:v>0.010408611</c:v>
                </c:pt>
                <c:pt idx="7">
                  <c:v>0.0099358157</c:v>
                </c:pt>
                <c:pt idx="8">
                  <c:v>0.0087091702</c:v>
                </c:pt>
                <c:pt idx="9">
                  <c:v>0.0067261472</c:v>
                </c:pt>
                <c:pt idx="10">
                  <c:v>0.0050759236</c:v>
                </c:pt>
                <c:pt idx="11">
                  <c:v>0.0051215136</c:v>
                </c:pt>
                <c:pt idx="12">
                  <c:v>0.0049941724</c:v>
                </c:pt>
                <c:pt idx="13">
                  <c:v>0.0049264171</c:v>
                </c:pt>
                <c:pt idx="14">
                  <c:v>0.0048994391</c:v>
                </c:pt>
                <c:pt idx="15">
                  <c:v>0.0048899341</c:v>
                </c:pt>
                <c:pt idx="16">
                  <c:v>0.0049101626</c:v>
                </c:pt>
                <c:pt idx="17">
                  <c:v>0.0049968089</c:v>
                </c:pt>
                <c:pt idx="18">
                  <c:v>0.0049615816</c:v>
                </c:pt>
                <c:pt idx="19">
                  <c:v>0.0047603996</c:v>
                </c:pt>
                <c:pt idx="20">
                  <c:v>0.0042500032</c:v>
                </c:pt>
                <c:pt idx="21">
                  <c:v>0.0036207356</c:v>
                </c:pt>
                <c:pt idx="22">
                  <c:v>0.0029341715</c:v>
                </c:pt>
                <c:pt idx="23">
                  <c:v>0.0028060156</c:v>
                </c:pt>
                <c:pt idx="24">
                  <c:v>0.0022299217</c:v>
                </c:pt>
                <c:pt idx="25">
                  <c:v>0.0021360946</c:v>
                </c:pt>
                <c:pt idx="26">
                  <c:v>0.0021315721</c:v>
                </c:pt>
                <c:pt idx="27">
                  <c:v>0.0022247745</c:v>
                </c:pt>
                <c:pt idx="28">
                  <c:v>0.0022073381</c:v>
                </c:pt>
                <c:pt idx="29">
                  <c:v>0.0022528363</c:v>
                </c:pt>
                <c:pt idx="30">
                  <c:v>0.0023687985</c:v>
                </c:pt>
                <c:pt idx="31">
                  <c:v>0.0021363692</c:v>
                </c:pt>
                <c:pt idx="32">
                  <c:v>0.0020772766</c:v>
                </c:pt>
                <c:pt idx="33">
                  <c:v>0.0021512049</c:v>
                </c:pt>
                <c:pt idx="34">
                  <c:v>0.0019994904</c:v>
                </c:pt>
                <c:pt idx="35">
                  <c:v>0.0020870697</c:v>
                </c:pt>
                <c:pt idx="36">
                  <c:v>0.001996571</c:v>
                </c:pt>
                <c:pt idx="37">
                  <c:v>0.0019054025</c:v>
                </c:pt>
                <c:pt idx="38">
                  <c:v>0.0019743807</c:v>
                </c:pt>
                <c:pt idx="39">
                  <c:v>0.0019354941</c:v>
                </c:pt>
                <c:pt idx="40">
                  <c:v>0.0020039134</c:v>
                </c:pt>
                <c:pt idx="41">
                  <c:v>0.0018812892</c:v>
                </c:pt>
                <c:pt idx="42">
                  <c:v>0.0020112357</c:v>
                </c:pt>
                <c:pt idx="43">
                  <c:v>0.0019135116</c:v>
                </c:pt>
                <c:pt idx="44">
                  <c:v>0.0017980784</c:v>
                </c:pt>
                <c:pt idx="45">
                  <c:v>0.0018172497</c:v>
                </c:pt>
                <c:pt idx="46">
                  <c:v>0.0017657135</c:v>
                </c:pt>
                <c:pt idx="47">
                  <c:v>0.0019106855</c:v>
                </c:pt>
                <c:pt idx="48">
                  <c:v>0.0017158813</c:v>
                </c:pt>
                <c:pt idx="49">
                  <c:v>0.0017109031</c:v>
                </c:pt>
                <c:pt idx="50">
                  <c:v>0.0019485483</c:v>
                </c:pt>
                <c:pt idx="51">
                  <c:v>0.0016909973</c:v>
                </c:pt>
                <c:pt idx="52">
                  <c:v>0.0016263791</c:v>
                </c:pt>
                <c:pt idx="53">
                  <c:v>0.0017032749</c:v>
                </c:pt>
                <c:pt idx="54">
                  <c:v>0.0017898837</c:v>
                </c:pt>
                <c:pt idx="55">
                  <c:v>0.0017473117</c:v>
                </c:pt>
                <c:pt idx="56">
                  <c:v>0.0015689763</c:v>
                </c:pt>
                <c:pt idx="57">
                  <c:v>0.0015186396</c:v>
                </c:pt>
                <c:pt idx="58">
                  <c:v>0.0018547264</c:v>
                </c:pt>
                <c:pt idx="59">
                  <c:v>0.0016205338</c:v>
                </c:pt>
                <c:pt idx="60">
                  <c:v>0.0015371089</c:v>
                </c:pt>
                <c:pt idx="61">
                  <c:v>0.0012878176</c:v>
                </c:pt>
                <c:pt idx="62">
                  <c:v>0.001447504</c:v>
                </c:pt>
                <c:pt idx="63">
                  <c:v>0.0015317596</c:v>
                </c:pt>
                <c:pt idx="64">
                  <c:v>0.0019547307</c:v>
                </c:pt>
                <c:pt idx="65">
                  <c:v>0.001261003</c:v>
                </c:pt>
                <c:pt idx="66">
                  <c:v>0.0013196928</c:v>
                </c:pt>
                <c:pt idx="67">
                  <c:v>0.0012891321</c:v>
                </c:pt>
                <c:pt idx="68">
                  <c:v>0.0015436714</c:v>
                </c:pt>
                <c:pt idx="69">
                  <c:v>0.0016312842</c:v>
                </c:pt>
                <c:pt idx="70">
                  <c:v>0.0012011333</c:v>
                </c:pt>
                <c:pt idx="71">
                  <c:v>0.0011789554</c:v>
                </c:pt>
                <c:pt idx="72">
                  <c:v>0.001265238</c:v>
                </c:pt>
                <c:pt idx="73">
                  <c:v>0.0014434153</c:v>
                </c:pt>
                <c:pt idx="74">
                  <c:v>0.0012920857</c:v>
                </c:pt>
                <c:pt idx="75">
                  <c:v>0.0011252649</c:v>
                </c:pt>
                <c:pt idx="76">
                  <c:v>0.0011398374</c:v>
                </c:pt>
                <c:pt idx="77">
                  <c:v>0.0015099088</c:v>
                </c:pt>
                <c:pt idx="78">
                  <c:v>0.0011518577</c:v>
                </c:pt>
                <c:pt idx="79">
                  <c:v>0.0012194104</c:v>
                </c:pt>
                <c:pt idx="80">
                  <c:v>0.0010255774</c:v>
                </c:pt>
                <c:pt idx="81">
                  <c:v>0.0013218126</c:v>
                </c:pt>
                <c:pt idx="82">
                  <c:v>0.0012604363</c:v>
                </c:pt>
                <c:pt idx="83">
                  <c:v>0.0011569645</c:v>
                </c:pt>
                <c:pt idx="84">
                  <c:v>0.0010464245</c:v>
                </c:pt>
                <c:pt idx="85">
                  <c:v>0.0012495592</c:v>
                </c:pt>
                <c:pt idx="86">
                  <c:v>0.0010541311</c:v>
                </c:pt>
                <c:pt idx="87">
                  <c:v>0.0011843424</c:v>
                </c:pt>
                <c:pt idx="88">
                  <c:v>0.0011411412</c:v>
                </c:pt>
                <c:pt idx="89">
                  <c:v>0.0012477939</c:v>
                </c:pt>
                <c:pt idx="90">
                  <c:v>0.0010683101</c:v>
                </c:pt>
                <c:pt idx="91">
                  <c:v>0.0010805249</c:v>
                </c:pt>
                <c:pt idx="92">
                  <c:v>0.00099153282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Sheet1!$B$191</c:f>
              <c:strCache>
                <c:ptCount val="1"/>
                <c:pt idx="0">
                  <c:v>y-velocity</c:v>
                </c:pt>
              </c:strCache>
            </c:strRef>
          </c:tx>
          <c:xVal>
            <c:numRef>
              <c:f>Sheet1!$A$192:$A$284</c:f>
              <c:numCache>
                <c:formatCode>General</c:formatCode>
                <c:ptCount val="93"/>
                <c:pt idx="0">
                  <c:v>3640.0</c:v>
                </c:pt>
                <c:pt idx="1">
                  <c:v>4140.0</c:v>
                </c:pt>
                <c:pt idx="2">
                  <c:v>4460.0</c:v>
                </c:pt>
                <c:pt idx="3">
                  <c:v>4640.0</c:v>
                </c:pt>
                <c:pt idx="4">
                  <c:v>4800.0</c:v>
                </c:pt>
                <c:pt idx="5">
                  <c:v>4960.0</c:v>
                </c:pt>
                <c:pt idx="6">
                  <c:v>5060.0</c:v>
                </c:pt>
                <c:pt idx="7">
                  <c:v>5140.0</c:v>
                </c:pt>
                <c:pt idx="8">
                  <c:v>5220.0</c:v>
                </c:pt>
                <c:pt idx="9">
                  <c:v>5300.0</c:v>
                </c:pt>
                <c:pt idx="10">
                  <c:v>5380.0</c:v>
                </c:pt>
                <c:pt idx="11">
                  <c:v>5460.0</c:v>
                </c:pt>
                <c:pt idx="12">
                  <c:v>5520.0</c:v>
                </c:pt>
                <c:pt idx="13">
                  <c:v>5560.0</c:v>
                </c:pt>
                <c:pt idx="14">
                  <c:v>5600.0</c:v>
                </c:pt>
                <c:pt idx="15">
                  <c:v>5640.0</c:v>
                </c:pt>
                <c:pt idx="16">
                  <c:v>5680.0</c:v>
                </c:pt>
                <c:pt idx="17">
                  <c:v>5720.0</c:v>
                </c:pt>
                <c:pt idx="18">
                  <c:v>5760.0</c:v>
                </c:pt>
                <c:pt idx="19">
                  <c:v>5800.0</c:v>
                </c:pt>
                <c:pt idx="20">
                  <c:v>5840.0</c:v>
                </c:pt>
                <c:pt idx="21">
                  <c:v>5880.0</c:v>
                </c:pt>
                <c:pt idx="22">
                  <c:v>5920.0</c:v>
                </c:pt>
                <c:pt idx="23">
                  <c:v>5960.0</c:v>
                </c:pt>
                <c:pt idx="24">
                  <c:v>6000.0</c:v>
                </c:pt>
                <c:pt idx="25">
                  <c:v>6020.0</c:v>
                </c:pt>
                <c:pt idx="26">
                  <c:v>6040.0</c:v>
                </c:pt>
                <c:pt idx="27">
                  <c:v>6060.0</c:v>
                </c:pt>
                <c:pt idx="28">
                  <c:v>6080.0</c:v>
                </c:pt>
                <c:pt idx="29">
                  <c:v>6100.0</c:v>
                </c:pt>
                <c:pt idx="30">
                  <c:v>6120.0</c:v>
                </c:pt>
                <c:pt idx="31">
                  <c:v>6140.0</c:v>
                </c:pt>
                <c:pt idx="32">
                  <c:v>6160.0</c:v>
                </c:pt>
                <c:pt idx="33">
                  <c:v>6180.0</c:v>
                </c:pt>
                <c:pt idx="34">
                  <c:v>6200.0</c:v>
                </c:pt>
                <c:pt idx="35">
                  <c:v>6220.0</c:v>
                </c:pt>
                <c:pt idx="36">
                  <c:v>6240.0</c:v>
                </c:pt>
                <c:pt idx="37">
                  <c:v>6260.0</c:v>
                </c:pt>
                <c:pt idx="38">
                  <c:v>6280.0</c:v>
                </c:pt>
                <c:pt idx="39">
                  <c:v>6300.0</c:v>
                </c:pt>
                <c:pt idx="40">
                  <c:v>6320.0</c:v>
                </c:pt>
                <c:pt idx="41">
                  <c:v>6340.0</c:v>
                </c:pt>
                <c:pt idx="42">
                  <c:v>6360.0</c:v>
                </c:pt>
                <c:pt idx="43">
                  <c:v>6380.0</c:v>
                </c:pt>
                <c:pt idx="44">
                  <c:v>6400.0</c:v>
                </c:pt>
                <c:pt idx="45">
                  <c:v>6420.0</c:v>
                </c:pt>
                <c:pt idx="46">
                  <c:v>6440.0</c:v>
                </c:pt>
                <c:pt idx="47">
                  <c:v>6460.0</c:v>
                </c:pt>
                <c:pt idx="48">
                  <c:v>6480.0</c:v>
                </c:pt>
                <c:pt idx="49">
                  <c:v>6500.0</c:v>
                </c:pt>
                <c:pt idx="50">
                  <c:v>6510.0</c:v>
                </c:pt>
                <c:pt idx="51">
                  <c:v>6520.0</c:v>
                </c:pt>
                <c:pt idx="52">
                  <c:v>6530.0</c:v>
                </c:pt>
                <c:pt idx="53">
                  <c:v>6540.0</c:v>
                </c:pt>
                <c:pt idx="54">
                  <c:v>6550.0</c:v>
                </c:pt>
                <c:pt idx="55">
                  <c:v>6560.0</c:v>
                </c:pt>
                <c:pt idx="56">
                  <c:v>6570.0</c:v>
                </c:pt>
                <c:pt idx="57">
                  <c:v>6580.0</c:v>
                </c:pt>
                <c:pt idx="58">
                  <c:v>6590.0</c:v>
                </c:pt>
                <c:pt idx="59">
                  <c:v>6600.0</c:v>
                </c:pt>
                <c:pt idx="60">
                  <c:v>6610.0</c:v>
                </c:pt>
                <c:pt idx="61">
                  <c:v>6620.0</c:v>
                </c:pt>
                <c:pt idx="62">
                  <c:v>6630.0</c:v>
                </c:pt>
                <c:pt idx="63">
                  <c:v>6640.0</c:v>
                </c:pt>
                <c:pt idx="64">
                  <c:v>6650.0</c:v>
                </c:pt>
                <c:pt idx="65">
                  <c:v>6660.0</c:v>
                </c:pt>
                <c:pt idx="66">
                  <c:v>6670.0</c:v>
                </c:pt>
                <c:pt idx="67">
                  <c:v>6680.0</c:v>
                </c:pt>
                <c:pt idx="68">
                  <c:v>6690.0</c:v>
                </c:pt>
                <c:pt idx="69">
                  <c:v>6700.0</c:v>
                </c:pt>
                <c:pt idx="70">
                  <c:v>6710.0</c:v>
                </c:pt>
                <c:pt idx="71">
                  <c:v>6720.0</c:v>
                </c:pt>
                <c:pt idx="72">
                  <c:v>6730.0</c:v>
                </c:pt>
                <c:pt idx="73">
                  <c:v>6740.0</c:v>
                </c:pt>
                <c:pt idx="74">
                  <c:v>6750.0</c:v>
                </c:pt>
                <c:pt idx="75">
                  <c:v>6760.0</c:v>
                </c:pt>
                <c:pt idx="76">
                  <c:v>6770.0</c:v>
                </c:pt>
                <c:pt idx="77">
                  <c:v>6780.0</c:v>
                </c:pt>
                <c:pt idx="78">
                  <c:v>6790.0</c:v>
                </c:pt>
                <c:pt idx="79">
                  <c:v>6800.0</c:v>
                </c:pt>
                <c:pt idx="80">
                  <c:v>6810.0</c:v>
                </c:pt>
                <c:pt idx="81">
                  <c:v>6820.0</c:v>
                </c:pt>
                <c:pt idx="82">
                  <c:v>6830.0</c:v>
                </c:pt>
                <c:pt idx="83">
                  <c:v>6840.0</c:v>
                </c:pt>
                <c:pt idx="84">
                  <c:v>6850.0</c:v>
                </c:pt>
                <c:pt idx="85">
                  <c:v>6860.0</c:v>
                </c:pt>
                <c:pt idx="86">
                  <c:v>6870.0</c:v>
                </c:pt>
                <c:pt idx="87">
                  <c:v>6880.0</c:v>
                </c:pt>
                <c:pt idx="88">
                  <c:v>6890.0</c:v>
                </c:pt>
                <c:pt idx="89">
                  <c:v>6900.0</c:v>
                </c:pt>
                <c:pt idx="90">
                  <c:v>6910.0</c:v>
                </c:pt>
                <c:pt idx="91">
                  <c:v>6920.0</c:v>
                </c:pt>
                <c:pt idx="92">
                  <c:v>6930.0</c:v>
                </c:pt>
              </c:numCache>
            </c:numRef>
          </c:xVal>
          <c:yVal>
            <c:numRef>
              <c:f>Sheet1!$B$192:$B$284</c:f>
              <c:numCache>
                <c:formatCode>General</c:formatCode>
                <c:ptCount val="93"/>
                <c:pt idx="0">
                  <c:v>0.00868223</c:v>
                </c:pt>
                <c:pt idx="1">
                  <c:v>0.011123842</c:v>
                </c:pt>
                <c:pt idx="2">
                  <c:v>0.0072482516</c:v>
                </c:pt>
                <c:pt idx="3">
                  <c:v>0.0071034297</c:v>
                </c:pt>
                <c:pt idx="4">
                  <c:v>0.006999744</c:v>
                </c:pt>
                <c:pt idx="5">
                  <c:v>0.0062793059</c:v>
                </c:pt>
                <c:pt idx="6">
                  <c:v>0.0061074932</c:v>
                </c:pt>
                <c:pt idx="7">
                  <c:v>0.0058151897</c:v>
                </c:pt>
                <c:pt idx="8">
                  <c:v>0.005375513</c:v>
                </c:pt>
                <c:pt idx="9">
                  <c:v>0.0048150822</c:v>
                </c:pt>
                <c:pt idx="10">
                  <c:v>0.003556035</c:v>
                </c:pt>
                <c:pt idx="11">
                  <c:v>0.0027265691</c:v>
                </c:pt>
                <c:pt idx="12">
                  <c:v>0.0027383602</c:v>
                </c:pt>
                <c:pt idx="13">
                  <c:v>0.0027337489</c:v>
                </c:pt>
                <c:pt idx="14">
                  <c:v>0.0026620143</c:v>
                </c:pt>
                <c:pt idx="15">
                  <c:v>0.0025735931</c:v>
                </c:pt>
                <c:pt idx="16">
                  <c:v>0.0025441876</c:v>
                </c:pt>
                <c:pt idx="17">
                  <c:v>0.002547614</c:v>
                </c:pt>
                <c:pt idx="18">
                  <c:v>0.0025542701</c:v>
                </c:pt>
                <c:pt idx="19">
                  <c:v>0.0025243541</c:v>
                </c:pt>
                <c:pt idx="20">
                  <c:v>0.0024355511</c:v>
                </c:pt>
                <c:pt idx="21">
                  <c:v>0.0022262984</c:v>
                </c:pt>
                <c:pt idx="22">
                  <c:v>0.0018986786</c:v>
                </c:pt>
                <c:pt idx="23">
                  <c:v>0.001567403</c:v>
                </c:pt>
                <c:pt idx="24">
                  <c:v>0.0012536446</c:v>
                </c:pt>
                <c:pt idx="25">
                  <c:v>0.0012040653</c:v>
                </c:pt>
                <c:pt idx="26">
                  <c:v>0.0011777433</c:v>
                </c:pt>
                <c:pt idx="27">
                  <c:v>0.0011737093</c:v>
                </c:pt>
                <c:pt idx="28">
                  <c:v>0.0011744546</c:v>
                </c:pt>
                <c:pt idx="29">
                  <c:v>0.0011886558</c:v>
                </c:pt>
                <c:pt idx="30">
                  <c:v>0.0011927616</c:v>
                </c:pt>
                <c:pt idx="31">
                  <c:v>0.0011900527</c:v>
                </c:pt>
                <c:pt idx="32">
                  <c:v>0.0012030391</c:v>
                </c:pt>
                <c:pt idx="33">
                  <c:v>0.0011971098</c:v>
                </c:pt>
                <c:pt idx="34">
                  <c:v>0.0011983532</c:v>
                </c:pt>
                <c:pt idx="35">
                  <c:v>0.0012073661</c:v>
                </c:pt>
                <c:pt idx="36">
                  <c:v>0.0011990025</c:v>
                </c:pt>
                <c:pt idx="37">
                  <c:v>0.0012076948</c:v>
                </c:pt>
                <c:pt idx="38">
                  <c:v>0.0011865721</c:v>
                </c:pt>
                <c:pt idx="39">
                  <c:v>0.0011638583</c:v>
                </c:pt>
                <c:pt idx="40">
                  <c:v>0.0011414539</c:v>
                </c:pt>
                <c:pt idx="41">
                  <c:v>0.0011067309</c:v>
                </c:pt>
                <c:pt idx="42">
                  <c:v>0.001068968</c:v>
                </c:pt>
                <c:pt idx="43">
                  <c:v>0.0010343839</c:v>
                </c:pt>
                <c:pt idx="44">
                  <c:v>0.0010066606</c:v>
                </c:pt>
                <c:pt idx="45">
                  <c:v>0.00097291153</c:v>
                </c:pt>
                <c:pt idx="46">
                  <c:v>0.00096829036</c:v>
                </c:pt>
                <c:pt idx="47">
                  <c:v>0.00095366248</c:v>
                </c:pt>
                <c:pt idx="48">
                  <c:v>0.00093628712</c:v>
                </c:pt>
                <c:pt idx="49">
                  <c:v>0.00095634654</c:v>
                </c:pt>
                <c:pt idx="50">
                  <c:v>0.00092864031</c:v>
                </c:pt>
                <c:pt idx="51">
                  <c:v>0.00091986369</c:v>
                </c:pt>
                <c:pt idx="52">
                  <c:v>0.0008827302</c:v>
                </c:pt>
                <c:pt idx="53">
                  <c:v>0.00087933506</c:v>
                </c:pt>
                <c:pt idx="54">
                  <c:v>0.00084392286</c:v>
                </c:pt>
                <c:pt idx="55">
                  <c:v>0.00082414055</c:v>
                </c:pt>
                <c:pt idx="56">
                  <c:v>0.00079225824</c:v>
                </c:pt>
                <c:pt idx="57">
                  <c:v>0.0007932848</c:v>
                </c:pt>
                <c:pt idx="58">
                  <c:v>0.00076159783</c:v>
                </c:pt>
                <c:pt idx="59">
                  <c:v>0.00075468044</c:v>
                </c:pt>
                <c:pt idx="60">
                  <c:v>0.00073401298</c:v>
                </c:pt>
                <c:pt idx="61">
                  <c:v>0.00073651819</c:v>
                </c:pt>
                <c:pt idx="62">
                  <c:v>0.00069941663</c:v>
                </c:pt>
                <c:pt idx="63">
                  <c:v>0.00069639781</c:v>
                </c:pt>
                <c:pt idx="64">
                  <c:v>0.00065591055</c:v>
                </c:pt>
                <c:pt idx="65">
                  <c:v>0.00065609928</c:v>
                </c:pt>
                <c:pt idx="66">
                  <c:v>0.00062281065</c:v>
                </c:pt>
                <c:pt idx="67">
                  <c:v>0.00060609717</c:v>
                </c:pt>
                <c:pt idx="68">
                  <c:v>0.00058285311</c:v>
                </c:pt>
                <c:pt idx="69">
                  <c:v>0.00056481588</c:v>
                </c:pt>
                <c:pt idx="70">
                  <c:v>0.00051397367</c:v>
                </c:pt>
                <c:pt idx="71">
                  <c:v>0.0004844508</c:v>
                </c:pt>
                <c:pt idx="72">
                  <c:v>0.00047103912</c:v>
                </c:pt>
                <c:pt idx="73">
                  <c:v>0.00047542136</c:v>
                </c:pt>
                <c:pt idx="74">
                  <c:v>0.00044429951</c:v>
                </c:pt>
                <c:pt idx="75">
                  <c:v>0.0004282792</c:v>
                </c:pt>
                <c:pt idx="76">
                  <c:v>0.00042341603</c:v>
                </c:pt>
                <c:pt idx="77">
                  <c:v>0.0004291582</c:v>
                </c:pt>
                <c:pt idx="78">
                  <c:v>0.00042140805</c:v>
                </c:pt>
                <c:pt idx="79">
                  <c:v>0.00042738992</c:v>
                </c:pt>
                <c:pt idx="80">
                  <c:v>0.00041601552</c:v>
                </c:pt>
                <c:pt idx="81">
                  <c:v>0.00040890018</c:v>
                </c:pt>
                <c:pt idx="82">
                  <c:v>0.00043017302</c:v>
                </c:pt>
                <c:pt idx="83">
                  <c:v>0.0004184101</c:v>
                </c:pt>
                <c:pt idx="84">
                  <c:v>0.00042916066</c:v>
                </c:pt>
                <c:pt idx="85">
                  <c:v>0.00039607294</c:v>
                </c:pt>
                <c:pt idx="86">
                  <c:v>0.00043075563</c:v>
                </c:pt>
                <c:pt idx="87">
                  <c:v>0.00042461772</c:v>
                </c:pt>
                <c:pt idx="88">
                  <c:v>0.00043581277</c:v>
                </c:pt>
                <c:pt idx="89">
                  <c:v>0.00041251884</c:v>
                </c:pt>
                <c:pt idx="90">
                  <c:v>0.00040308993</c:v>
                </c:pt>
                <c:pt idx="91">
                  <c:v>0.00039751853</c:v>
                </c:pt>
                <c:pt idx="92">
                  <c:v>0.00044554442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Sheet1!$B$286</c:f>
              <c:strCache>
                <c:ptCount val="1"/>
                <c:pt idx="0">
                  <c:v>energy</c:v>
                </c:pt>
              </c:strCache>
            </c:strRef>
          </c:tx>
          <c:xVal>
            <c:numRef>
              <c:f>Sheet1!$A$287:$A$379</c:f>
              <c:numCache>
                <c:formatCode>General</c:formatCode>
                <c:ptCount val="93"/>
                <c:pt idx="0">
                  <c:v>3640.0</c:v>
                </c:pt>
                <c:pt idx="1">
                  <c:v>4140.0</c:v>
                </c:pt>
                <c:pt idx="2">
                  <c:v>4460.0</c:v>
                </c:pt>
                <c:pt idx="3">
                  <c:v>4640.0</c:v>
                </c:pt>
                <c:pt idx="4">
                  <c:v>4800.0</c:v>
                </c:pt>
                <c:pt idx="5">
                  <c:v>4960.0</c:v>
                </c:pt>
                <c:pt idx="6">
                  <c:v>5060.0</c:v>
                </c:pt>
                <c:pt idx="7">
                  <c:v>5140.0</c:v>
                </c:pt>
                <c:pt idx="8">
                  <c:v>5220.0</c:v>
                </c:pt>
                <c:pt idx="9">
                  <c:v>5300.0</c:v>
                </c:pt>
                <c:pt idx="10">
                  <c:v>5380.0</c:v>
                </c:pt>
                <c:pt idx="11">
                  <c:v>5460.0</c:v>
                </c:pt>
                <c:pt idx="12">
                  <c:v>5520.0</c:v>
                </c:pt>
                <c:pt idx="13">
                  <c:v>5560.0</c:v>
                </c:pt>
                <c:pt idx="14">
                  <c:v>5600.0</c:v>
                </c:pt>
                <c:pt idx="15">
                  <c:v>5640.0</c:v>
                </c:pt>
                <c:pt idx="16">
                  <c:v>5680.0</c:v>
                </c:pt>
                <c:pt idx="17">
                  <c:v>5720.0</c:v>
                </c:pt>
                <c:pt idx="18">
                  <c:v>5760.0</c:v>
                </c:pt>
                <c:pt idx="19">
                  <c:v>5800.0</c:v>
                </c:pt>
                <c:pt idx="20">
                  <c:v>5840.0</c:v>
                </c:pt>
                <c:pt idx="21">
                  <c:v>5880.0</c:v>
                </c:pt>
                <c:pt idx="22">
                  <c:v>5920.0</c:v>
                </c:pt>
                <c:pt idx="23">
                  <c:v>5960.0</c:v>
                </c:pt>
                <c:pt idx="24">
                  <c:v>6000.0</c:v>
                </c:pt>
                <c:pt idx="25">
                  <c:v>6020.0</c:v>
                </c:pt>
                <c:pt idx="26">
                  <c:v>6040.0</c:v>
                </c:pt>
                <c:pt idx="27">
                  <c:v>6060.0</c:v>
                </c:pt>
                <c:pt idx="28">
                  <c:v>6080.0</c:v>
                </c:pt>
                <c:pt idx="29">
                  <c:v>6100.0</c:v>
                </c:pt>
                <c:pt idx="30">
                  <c:v>6120.0</c:v>
                </c:pt>
                <c:pt idx="31">
                  <c:v>6140.0</c:v>
                </c:pt>
                <c:pt idx="32">
                  <c:v>6160.0</c:v>
                </c:pt>
                <c:pt idx="33">
                  <c:v>6180.0</c:v>
                </c:pt>
                <c:pt idx="34">
                  <c:v>6200.0</c:v>
                </c:pt>
                <c:pt idx="35">
                  <c:v>6220.0</c:v>
                </c:pt>
                <c:pt idx="36">
                  <c:v>6240.0</c:v>
                </c:pt>
                <c:pt idx="37">
                  <c:v>6260.0</c:v>
                </c:pt>
                <c:pt idx="38">
                  <c:v>6280.0</c:v>
                </c:pt>
                <c:pt idx="39">
                  <c:v>6300.0</c:v>
                </c:pt>
                <c:pt idx="40">
                  <c:v>6320.0</c:v>
                </c:pt>
                <c:pt idx="41">
                  <c:v>6340.0</c:v>
                </c:pt>
                <c:pt idx="42">
                  <c:v>6360.0</c:v>
                </c:pt>
                <c:pt idx="43">
                  <c:v>6380.0</c:v>
                </c:pt>
                <c:pt idx="44">
                  <c:v>6400.0</c:v>
                </c:pt>
                <c:pt idx="45">
                  <c:v>6420.0</c:v>
                </c:pt>
                <c:pt idx="46">
                  <c:v>6440.0</c:v>
                </c:pt>
                <c:pt idx="47">
                  <c:v>6460.0</c:v>
                </c:pt>
                <c:pt idx="48">
                  <c:v>6480.0</c:v>
                </c:pt>
                <c:pt idx="49">
                  <c:v>6500.0</c:v>
                </c:pt>
                <c:pt idx="50">
                  <c:v>6510.0</c:v>
                </c:pt>
                <c:pt idx="51">
                  <c:v>6520.0</c:v>
                </c:pt>
                <c:pt idx="52">
                  <c:v>6530.0</c:v>
                </c:pt>
                <c:pt idx="53">
                  <c:v>6540.0</c:v>
                </c:pt>
                <c:pt idx="54">
                  <c:v>6550.0</c:v>
                </c:pt>
                <c:pt idx="55">
                  <c:v>6560.0</c:v>
                </c:pt>
                <c:pt idx="56">
                  <c:v>6570.0</c:v>
                </c:pt>
                <c:pt idx="57">
                  <c:v>6580.0</c:v>
                </c:pt>
                <c:pt idx="58">
                  <c:v>6590.0</c:v>
                </c:pt>
                <c:pt idx="59">
                  <c:v>6600.0</c:v>
                </c:pt>
                <c:pt idx="60">
                  <c:v>6610.0</c:v>
                </c:pt>
                <c:pt idx="61">
                  <c:v>6620.0</c:v>
                </c:pt>
                <c:pt idx="62">
                  <c:v>6630.0</c:v>
                </c:pt>
                <c:pt idx="63">
                  <c:v>6640.0</c:v>
                </c:pt>
                <c:pt idx="64">
                  <c:v>6650.0</c:v>
                </c:pt>
                <c:pt idx="65">
                  <c:v>6660.0</c:v>
                </c:pt>
                <c:pt idx="66">
                  <c:v>6670.0</c:v>
                </c:pt>
                <c:pt idx="67">
                  <c:v>6680.0</c:v>
                </c:pt>
                <c:pt idx="68">
                  <c:v>6690.0</c:v>
                </c:pt>
                <c:pt idx="69">
                  <c:v>6700.0</c:v>
                </c:pt>
                <c:pt idx="70">
                  <c:v>6710.0</c:v>
                </c:pt>
                <c:pt idx="71">
                  <c:v>6720.0</c:v>
                </c:pt>
                <c:pt idx="72">
                  <c:v>6730.0</c:v>
                </c:pt>
                <c:pt idx="73">
                  <c:v>6740.0</c:v>
                </c:pt>
                <c:pt idx="74">
                  <c:v>6750.0</c:v>
                </c:pt>
                <c:pt idx="75">
                  <c:v>6760.0</c:v>
                </c:pt>
                <c:pt idx="76">
                  <c:v>6770.0</c:v>
                </c:pt>
                <c:pt idx="77">
                  <c:v>6780.0</c:v>
                </c:pt>
                <c:pt idx="78">
                  <c:v>6790.0</c:v>
                </c:pt>
                <c:pt idx="79">
                  <c:v>6800.0</c:v>
                </c:pt>
                <c:pt idx="80">
                  <c:v>6810.0</c:v>
                </c:pt>
                <c:pt idx="81">
                  <c:v>6820.0</c:v>
                </c:pt>
                <c:pt idx="82">
                  <c:v>6830.0</c:v>
                </c:pt>
                <c:pt idx="83">
                  <c:v>6840.0</c:v>
                </c:pt>
                <c:pt idx="84">
                  <c:v>6850.0</c:v>
                </c:pt>
                <c:pt idx="85">
                  <c:v>6860.0</c:v>
                </c:pt>
                <c:pt idx="86">
                  <c:v>6870.0</c:v>
                </c:pt>
                <c:pt idx="87">
                  <c:v>6880.0</c:v>
                </c:pt>
                <c:pt idx="88">
                  <c:v>6890.0</c:v>
                </c:pt>
                <c:pt idx="89">
                  <c:v>6900.0</c:v>
                </c:pt>
                <c:pt idx="90">
                  <c:v>6910.0</c:v>
                </c:pt>
                <c:pt idx="91">
                  <c:v>6920.0</c:v>
                </c:pt>
                <c:pt idx="92">
                  <c:v>6930.0</c:v>
                </c:pt>
              </c:numCache>
            </c:numRef>
          </c:xVal>
          <c:yVal>
            <c:numRef>
              <c:f>Sheet1!$B$287:$B$379</c:f>
              <c:numCache>
                <c:formatCode>General</c:formatCode>
                <c:ptCount val="93"/>
                <c:pt idx="0">
                  <c:v>0.017576371</c:v>
                </c:pt>
                <c:pt idx="1">
                  <c:v>0.015580453</c:v>
                </c:pt>
                <c:pt idx="2">
                  <c:v>0.0084115597</c:v>
                </c:pt>
                <c:pt idx="3">
                  <c:v>0.013140196</c:v>
                </c:pt>
                <c:pt idx="4">
                  <c:v>0.008558538</c:v>
                </c:pt>
                <c:pt idx="5">
                  <c:v>0.0063410857</c:v>
                </c:pt>
                <c:pt idx="6">
                  <c:v>0.0063578914</c:v>
                </c:pt>
                <c:pt idx="7">
                  <c:v>0.00663472</c:v>
                </c:pt>
                <c:pt idx="8">
                  <c:v>0.0070276396</c:v>
                </c:pt>
                <c:pt idx="9">
                  <c:v>0.0049992002</c:v>
                </c:pt>
                <c:pt idx="10">
                  <c:v>0.0035074863</c:v>
                </c:pt>
                <c:pt idx="11">
                  <c:v>0.0032520906</c:v>
                </c:pt>
                <c:pt idx="12">
                  <c:v>0.0030092888</c:v>
                </c:pt>
                <c:pt idx="13">
                  <c:v>0.0030349258</c:v>
                </c:pt>
                <c:pt idx="14">
                  <c:v>0.003107719</c:v>
                </c:pt>
                <c:pt idx="15">
                  <c:v>0.003040905</c:v>
                </c:pt>
                <c:pt idx="16">
                  <c:v>0.0029567716</c:v>
                </c:pt>
                <c:pt idx="17">
                  <c:v>0.0028208326</c:v>
                </c:pt>
                <c:pt idx="18">
                  <c:v>0.0027498241</c:v>
                </c:pt>
                <c:pt idx="19">
                  <c:v>0.0025963033</c:v>
                </c:pt>
                <c:pt idx="20">
                  <c:v>0.0022905978</c:v>
                </c:pt>
                <c:pt idx="21">
                  <c:v>0.0020451534</c:v>
                </c:pt>
                <c:pt idx="22">
                  <c:v>0.0019377791</c:v>
                </c:pt>
                <c:pt idx="23">
                  <c:v>0.0022567212</c:v>
                </c:pt>
                <c:pt idx="24">
                  <c:v>0.0023612066</c:v>
                </c:pt>
                <c:pt idx="25">
                  <c:v>0.0019491911</c:v>
                </c:pt>
                <c:pt idx="26">
                  <c:v>0.0018027678</c:v>
                </c:pt>
                <c:pt idx="27">
                  <c:v>0.0017240395</c:v>
                </c:pt>
                <c:pt idx="28">
                  <c:v>0.0016440607</c:v>
                </c:pt>
                <c:pt idx="29">
                  <c:v>0.0015749077</c:v>
                </c:pt>
                <c:pt idx="30">
                  <c:v>0.0014850281</c:v>
                </c:pt>
                <c:pt idx="31">
                  <c:v>0.001286209</c:v>
                </c:pt>
                <c:pt idx="32">
                  <c:v>0.0013777267</c:v>
                </c:pt>
                <c:pt idx="33">
                  <c:v>0.001361702</c:v>
                </c:pt>
                <c:pt idx="34">
                  <c:v>0.0013571776</c:v>
                </c:pt>
                <c:pt idx="35">
                  <c:v>0.0013676088</c:v>
                </c:pt>
                <c:pt idx="36">
                  <c:v>0.0013006047</c:v>
                </c:pt>
                <c:pt idx="37">
                  <c:v>0.001418935</c:v>
                </c:pt>
                <c:pt idx="38">
                  <c:v>0.0013967878</c:v>
                </c:pt>
                <c:pt idx="39">
                  <c:v>0.0013324605</c:v>
                </c:pt>
                <c:pt idx="40">
                  <c:v>0.0013637231</c:v>
                </c:pt>
                <c:pt idx="41">
                  <c:v>0.0013136696</c:v>
                </c:pt>
                <c:pt idx="42">
                  <c:v>0.0012975754</c:v>
                </c:pt>
                <c:pt idx="43">
                  <c:v>0.0011899046</c:v>
                </c:pt>
                <c:pt idx="44">
                  <c:v>0.001244795</c:v>
                </c:pt>
                <c:pt idx="45">
                  <c:v>0.0012102206</c:v>
                </c:pt>
                <c:pt idx="46">
                  <c:v>0.0012428458</c:v>
                </c:pt>
                <c:pt idx="47">
                  <c:v>0.0012755786</c:v>
                </c:pt>
                <c:pt idx="48">
                  <c:v>0.0012242525</c:v>
                </c:pt>
                <c:pt idx="49">
                  <c:v>0.0013831159</c:v>
                </c:pt>
                <c:pt idx="50">
                  <c:v>0.0013089038</c:v>
                </c:pt>
                <c:pt idx="51">
                  <c:v>0.0012229109</c:v>
                </c:pt>
                <c:pt idx="52">
                  <c:v>0.0011980289</c:v>
                </c:pt>
                <c:pt idx="53">
                  <c:v>0.001250768</c:v>
                </c:pt>
                <c:pt idx="54">
                  <c:v>0.0011543808</c:v>
                </c:pt>
                <c:pt idx="55">
                  <c:v>0.0011090539</c:v>
                </c:pt>
                <c:pt idx="56">
                  <c:v>0.0010057327</c:v>
                </c:pt>
                <c:pt idx="57">
                  <c:v>0.0010352645</c:v>
                </c:pt>
                <c:pt idx="58">
                  <c:v>0.00099735303</c:v>
                </c:pt>
                <c:pt idx="59">
                  <c:v>0.00086802393</c:v>
                </c:pt>
                <c:pt idx="60">
                  <c:v>0.00087403208</c:v>
                </c:pt>
                <c:pt idx="61">
                  <c:v>0.00086106068</c:v>
                </c:pt>
                <c:pt idx="62">
                  <c:v>0.00082426046</c:v>
                </c:pt>
                <c:pt idx="63">
                  <c:v>0.00086139953</c:v>
                </c:pt>
                <c:pt idx="64">
                  <c:v>0.0010357118</c:v>
                </c:pt>
                <c:pt idx="65">
                  <c:v>0.00086591138</c:v>
                </c:pt>
                <c:pt idx="66">
                  <c:v>0.00089052653</c:v>
                </c:pt>
                <c:pt idx="67">
                  <c:v>0.00084007829</c:v>
                </c:pt>
                <c:pt idx="68">
                  <c:v>0.00094741986</c:v>
                </c:pt>
                <c:pt idx="69">
                  <c:v>0.0010206449</c:v>
                </c:pt>
                <c:pt idx="70">
                  <c:v>0.00089029382</c:v>
                </c:pt>
                <c:pt idx="71">
                  <c:v>0.00079605234</c:v>
                </c:pt>
                <c:pt idx="72">
                  <c:v>0.00078746322</c:v>
                </c:pt>
                <c:pt idx="73">
                  <c:v>0.00092786214</c:v>
                </c:pt>
                <c:pt idx="74">
                  <c:v>0.00088198468</c:v>
                </c:pt>
                <c:pt idx="75">
                  <c:v>0.00072604855</c:v>
                </c:pt>
                <c:pt idx="76">
                  <c:v>0.00072323101</c:v>
                </c:pt>
                <c:pt idx="77">
                  <c:v>0.00084730207</c:v>
                </c:pt>
                <c:pt idx="78">
                  <c:v>0.00080123309</c:v>
                </c:pt>
                <c:pt idx="79">
                  <c:v>0.0008022684</c:v>
                </c:pt>
                <c:pt idx="80">
                  <c:v>0.0007539328</c:v>
                </c:pt>
                <c:pt idx="81">
                  <c:v>0.00077323064</c:v>
                </c:pt>
                <c:pt idx="82">
                  <c:v>0.00084414971</c:v>
                </c:pt>
                <c:pt idx="83">
                  <c:v>0.00077702714</c:v>
                </c:pt>
                <c:pt idx="84">
                  <c:v>0.00082914345</c:v>
                </c:pt>
                <c:pt idx="85">
                  <c:v>0.00071351879</c:v>
                </c:pt>
                <c:pt idx="86">
                  <c:v>0.000699797</c:v>
                </c:pt>
                <c:pt idx="87">
                  <c:v>0.00079852271</c:v>
                </c:pt>
                <c:pt idx="88">
                  <c:v>0.00084584797</c:v>
                </c:pt>
                <c:pt idx="89">
                  <c:v>0.00072330996</c:v>
                </c:pt>
                <c:pt idx="90">
                  <c:v>0.00065182473</c:v>
                </c:pt>
                <c:pt idx="91">
                  <c:v>0.00069894488</c:v>
                </c:pt>
                <c:pt idx="92">
                  <c:v>0.00081091475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Sheet1!$B$381</c:f>
              <c:strCache>
                <c:ptCount val="1"/>
                <c:pt idx="0">
                  <c:v>k</c:v>
                </c:pt>
              </c:strCache>
            </c:strRef>
          </c:tx>
          <c:xVal>
            <c:numRef>
              <c:f>Sheet1!$A$382:$A$474</c:f>
              <c:numCache>
                <c:formatCode>General</c:formatCode>
                <c:ptCount val="93"/>
                <c:pt idx="0">
                  <c:v>3640.0</c:v>
                </c:pt>
                <c:pt idx="1">
                  <c:v>4140.0</c:v>
                </c:pt>
                <c:pt idx="2">
                  <c:v>4460.0</c:v>
                </c:pt>
                <c:pt idx="3">
                  <c:v>4640.0</c:v>
                </c:pt>
                <c:pt idx="4">
                  <c:v>4800.0</c:v>
                </c:pt>
                <c:pt idx="5">
                  <c:v>4960.0</c:v>
                </c:pt>
                <c:pt idx="6">
                  <c:v>5060.0</c:v>
                </c:pt>
                <c:pt idx="7">
                  <c:v>5140.0</c:v>
                </c:pt>
                <c:pt idx="8">
                  <c:v>5220.0</c:v>
                </c:pt>
                <c:pt idx="9">
                  <c:v>5300.0</c:v>
                </c:pt>
                <c:pt idx="10">
                  <c:v>5380.0</c:v>
                </c:pt>
                <c:pt idx="11">
                  <c:v>5460.0</c:v>
                </c:pt>
                <c:pt idx="12">
                  <c:v>5520.0</c:v>
                </c:pt>
                <c:pt idx="13">
                  <c:v>5560.0</c:v>
                </c:pt>
                <c:pt idx="14">
                  <c:v>5600.0</c:v>
                </c:pt>
                <c:pt idx="15">
                  <c:v>5640.0</c:v>
                </c:pt>
                <c:pt idx="16">
                  <c:v>5680.0</c:v>
                </c:pt>
                <c:pt idx="17">
                  <c:v>5720.0</c:v>
                </c:pt>
                <c:pt idx="18">
                  <c:v>5760.0</c:v>
                </c:pt>
                <c:pt idx="19">
                  <c:v>5800.0</c:v>
                </c:pt>
                <c:pt idx="20">
                  <c:v>5840.0</c:v>
                </c:pt>
                <c:pt idx="21">
                  <c:v>5880.0</c:v>
                </c:pt>
                <c:pt idx="22">
                  <c:v>5920.0</c:v>
                </c:pt>
                <c:pt idx="23">
                  <c:v>5960.0</c:v>
                </c:pt>
                <c:pt idx="24">
                  <c:v>6000.0</c:v>
                </c:pt>
                <c:pt idx="25">
                  <c:v>6020.0</c:v>
                </c:pt>
                <c:pt idx="26">
                  <c:v>6040.0</c:v>
                </c:pt>
                <c:pt idx="27">
                  <c:v>6060.0</c:v>
                </c:pt>
                <c:pt idx="28">
                  <c:v>6080.0</c:v>
                </c:pt>
                <c:pt idx="29">
                  <c:v>6100.0</c:v>
                </c:pt>
                <c:pt idx="30">
                  <c:v>6120.0</c:v>
                </c:pt>
                <c:pt idx="31">
                  <c:v>6140.0</c:v>
                </c:pt>
                <c:pt idx="32">
                  <c:v>6160.0</c:v>
                </c:pt>
                <c:pt idx="33">
                  <c:v>6180.0</c:v>
                </c:pt>
                <c:pt idx="34">
                  <c:v>6200.0</c:v>
                </c:pt>
                <c:pt idx="35">
                  <c:v>6220.0</c:v>
                </c:pt>
                <c:pt idx="36">
                  <c:v>6240.0</c:v>
                </c:pt>
                <c:pt idx="37">
                  <c:v>6260.0</c:v>
                </c:pt>
                <c:pt idx="38">
                  <c:v>6280.0</c:v>
                </c:pt>
                <c:pt idx="39">
                  <c:v>6300.0</c:v>
                </c:pt>
                <c:pt idx="40">
                  <c:v>6320.0</c:v>
                </c:pt>
                <c:pt idx="41">
                  <c:v>6340.0</c:v>
                </c:pt>
                <c:pt idx="42">
                  <c:v>6360.0</c:v>
                </c:pt>
                <c:pt idx="43">
                  <c:v>6380.0</c:v>
                </c:pt>
                <c:pt idx="44">
                  <c:v>6400.0</c:v>
                </c:pt>
                <c:pt idx="45">
                  <c:v>6420.0</c:v>
                </c:pt>
                <c:pt idx="46">
                  <c:v>6440.0</c:v>
                </c:pt>
                <c:pt idx="47">
                  <c:v>6460.0</c:v>
                </c:pt>
                <c:pt idx="48">
                  <c:v>6480.0</c:v>
                </c:pt>
                <c:pt idx="49">
                  <c:v>6500.0</c:v>
                </c:pt>
                <c:pt idx="50">
                  <c:v>6510.0</c:v>
                </c:pt>
                <c:pt idx="51">
                  <c:v>6520.0</c:v>
                </c:pt>
                <c:pt idx="52">
                  <c:v>6530.0</c:v>
                </c:pt>
                <c:pt idx="53">
                  <c:v>6540.0</c:v>
                </c:pt>
                <c:pt idx="54">
                  <c:v>6550.0</c:v>
                </c:pt>
                <c:pt idx="55">
                  <c:v>6560.0</c:v>
                </c:pt>
                <c:pt idx="56">
                  <c:v>6570.0</c:v>
                </c:pt>
                <c:pt idx="57">
                  <c:v>6580.0</c:v>
                </c:pt>
                <c:pt idx="58">
                  <c:v>6590.0</c:v>
                </c:pt>
                <c:pt idx="59">
                  <c:v>6600.0</c:v>
                </c:pt>
                <c:pt idx="60">
                  <c:v>6610.0</c:v>
                </c:pt>
                <c:pt idx="61">
                  <c:v>6620.0</c:v>
                </c:pt>
                <c:pt idx="62">
                  <c:v>6630.0</c:v>
                </c:pt>
                <c:pt idx="63">
                  <c:v>6640.0</c:v>
                </c:pt>
                <c:pt idx="64">
                  <c:v>6650.0</c:v>
                </c:pt>
                <c:pt idx="65">
                  <c:v>6660.0</c:v>
                </c:pt>
                <c:pt idx="66">
                  <c:v>6670.0</c:v>
                </c:pt>
                <c:pt idx="67">
                  <c:v>6680.0</c:v>
                </c:pt>
                <c:pt idx="68">
                  <c:v>6690.0</c:v>
                </c:pt>
                <c:pt idx="69">
                  <c:v>6700.0</c:v>
                </c:pt>
                <c:pt idx="70">
                  <c:v>6710.0</c:v>
                </c:pt>
                <c:pt idx="71">
                  <c:v>6720.0</c:v>
                </c:pt>
                <c:pt idx="72">
                  <c:v>6730.0</c:v>
                </c:pt>
                <c:pt idx="73">
                  <c:v>6740.0</c:v>
                </c:pt>
                <c:pt idx="74">
                  <c:v>6750.0</c:v>
                </c:pt>
                <c:pt idx="75">
                  <c:v>6760.0</c:v>
                </c:pt>
                <c:pt idx="76">
                  <c:v>6770.0</c:v>
                </c:pt>
                <c:pt idx="77">
                  <c:v>6780.0</c:v>
                </c:pt>
                <c:pt idx="78">
                  <c:v>6790.0</c:v>
                </c:pt>
                <c:pt idx="79">
                  <c:v>6800.0</c:v>
                </c:pt>
                <c:pt idx="80">
                  <c:v>6810.0</c:v>
                </c:pt>
                <c:pt idx="81">
                  <c:v>6820.0</c:v>
                </c:pt>
                <c:pt idx="82">
                  <c:v>6830.0</c:v>
                </c:pt>
                <c:pt idx="83">
                  <c:v>6840.0</c:v>
                </c:pt>
                <c:pt idx="84">
                  <c:v>6850.0</c:v>
                </c:pt>
                <c:pt idx="85">
                  <c:v>6860.0</c:v>
                </c:pt>
                <c:pt idx="86">
                  <c:v>6870.0</c:v>
                </c:pt>
                <c:pt idx="87">
                  <c:v>6880.0</c:v>
                </c:pt>
                <c:pt idx="88">
                  <c:v>6890.0</c:v>
                </c:pt>
                <c:pt idx="89">
                  <c:v>6900.0</c:v>
                </c:pt>
                <c:pt idx="90">
                  <c:v>6910.0</c:v>
                </c:pt>
                <c:pt idx="91">
                  <c:v>6920.0</c:v>
                </c:pt>
                <c:pt idx="92">
                  <c:v>6930.0</c:v>
                </c:pt>
              </c:numCache>
            </c:numRef>
          </c:xVal>
          <c:yVal>
            <c:numRef>
              <c:f>Sheet1!$B$382:$B$474</c:f>
              <c:numCache>
                <c:formatCode>General</c:formatCode>
                <c:ptCount val="93"/>
                <c:pt idx="0">
                  <c:v>0.0028210096</c:v>
                </c:pt>
                <c:pt idx="1">
                  <c:v>0.0036332713</c:v>
                </c:pt>
                <c:pt idx="2">
                  <c:v>0.0025273382</c:v>
                </c:pt>
                <c:pt idx="3">
                  <c:v>0.0025600709</c:v>
                </c:pt>
                <c:pt idx="4">
                  <c:v>0.0024149389</c:v>
                </c:pt>
                <c:pt idx="5">
                  <c:v>0.0021868652</c:v>
                </c:pt>
                <c:pt idx="6">
                  <c:v>0.0021156079</c:v>
                </c:pt>
                <c:pt idx="7">
                  <c:v>0.001948384</c:v>
                </c:pt>
                <c:pt idx="8">
                  <c:v>0.001808751</c:v>
                </c:pt>
                <c:pt idx="9">
                  <c:v>0.0015618151</c:v>
                </c:pt>
                <c:pt idx="10">
                  <c:v>0.0012997433</c:v>
                </c:pt>
                <c:pt idx="11">
                  <c:v>0.0010611014</c:v>
                </c:pt>
                <c:pt idx="12">
                  <c:v>0.0010099656</c:v>
                </c:pt>
                <c:pt idx="13">
                  <c:v>0.0010411773</c:v>
                </c:pt>
                <c:pt idx="14">
                  <c:v>0.0010644107</c:v>
                </c:pt>
                <c:pt idx="15">
                  <c:v>0.0010657152</c:v>
                </c:pt>
                <c:pt idx="16">
                  <c:v>0.0010575821</c:v>
                </c:pt>
                <c:pt idx="17">
                  <c:v>0.0010229612</c:v>
                </c:pt>
                <c:pt idx="18">
                  <c:v>0.00097984704</c:v>
                </c:pt>
                <c:pt idx="19">
                  <c:v>0.00092105387</c:v>
                </c:pt>
                <c:pt idx="20">
                  <c:v>0.00084885017</c:v>
                </c:pt>
                <c:pt idx="21">
                  <c:v>0.0007790045</c:v>
                </c:pt>
                <c:pt idx="22">
                  <c:v>0.00070371236</c:v>
                </c:pt>
                <c:pt idx="23">
                  <c:v>0.00063750373</c:v>
                </c:pt>
                <c:pt idx="24">
                  <c:v>0.00057924321</c:v>
                </c:pt>
                <c:pt idx="25">
                  <c:v>0.00055360261</c:v>
                </c:pt>
                <c:pt idx="26">
                  <c:v>0.00052925861</c:v>
                </c:pt>
                <c:pt idx="27">
                  <c:v>0.00051036261</c:v>
                </c:pt>
                <c:pt idx="28">
                  <c:v>0.00049389938</c:v>
                </c:pt>
                <c:pt idx="29">
                  <c:v>0.00047836313</c:v>
                </c:pt>
                <c:pt idx="30">
                  <c:v>0.00046461604</c:v>
                </c:pt>
                <c:pt idx="31">
                  <c:v>0.00045625336</c:v>
                </c:pt>
                <c:pt idx="32">
                  <c:v>0.00045248562</c:v>
                </c:pt>
                <c:pt idx="33">
                  <c:v>0.0004482999</c:v>
                </c:pt>
                <c:pt idx="34">
                  <c:v>0.00044362687</c:v>
                </c:pt>
                <c:pt idx="35">
                  <c:v>0.00043949234</c:v>
                </c:pt>
                <c:pt idx="36">
                  <c:v>0.00043625171</c:v>
                </c:pt>
                <c:pt idx="37">
                  <c:v>0.00043089407</c:v>
                </c:pt>
                <c:pt idx="38">
                  <c:v>0.00042867799</c:v>
                </c:pt>
                <c:pt idx="39">
                  <c:v>0.00042596778</c:v>
                </c:pt>
                <c:pt idx="40">
                  <c:v>0.00042218498</c:v>
                </c:pt>
                <c:pt idx="41">
                  <c:v>0.00041890206</c:v>
                </c:pt>
                <c:pt idx="42">
                  <c:v>0.0004116712</c:v>
                </c:pt>
                <c:pt idx="43">
                  <c:v>0.00040359922</c:v>
                </c:pt>
                <c:pt idx="44">
                  <c:v>0.00039479065</c:v>
                </c:pt>
                <c:pt idx="45">
                  <c:v>0.00038589584</c:v>
                </c:pt>
                <c:pt idx="46">
                  <c:v>0.00037690602</c:v>
                </c:pt>
                <c:pt idx="47">
                  <c:v>0.00036609796</c:v>
                </c:pt>
                <c:pt idx="48">
                  <c:v>0.00035569598</c:v>
                </c:pt>
                <c:pt idx="49">
                  <c:v>0.00034498606</c:v>
                </c:pt>
                <c:pt idx="50">
                  <c:v>0.00040102438</c:v>
                </c:pt>
                <c:pt idx="51">
                  <c:v>0.00038956452</c:v>
                </c:pt>
                <c:pt idx="52">
                  <c:v>0.00037715592</c:v>
                </c:pt>
                <c:pt idx="53">
                  <c:v>0.00036644976</c:v>
                </c:pt>
                <c:pt idx="54">
                  <c:v>0.00035770376</c:v>
                </c:pt>
                <c:pt idx="55">
                  <c:v>0.00034869285</c:v>
                </c:pt>
                <c:pt idx="56">
                  <c:v>0.00034129562</c:v>
                </c:pt>
                <c:pt idx="57">
                  <c:v>0.0003342092</c:v>
                </c:pt>
                <c:pt idx="58">
                  <c:v>0.00032949564</c:v>
                </c:pt>
                <c:pt idx="59">
                  <c:v>0.0003244621</c:v>
                </c:pt>
                <c:pt idx="60">
                  <c:v>0.00031861136</c:v>
                </c:pt>
                <c:pt idx="61">
                  <c:v>0.00031025891</c:v>
                </c:pt>
                <c:pt idx="62">
                  <c:v>0.00030271529</c:v>
                </c:pt>
                <c:pt idx="63">
                  <c:v>0.00029417701</c:v>
                </c:pt>
                <c:pt idx="64">
                  <c:v>0.0002845477</c:v>
                </c:pt>
                <c:pt idx="65">
                  <c:v>0.00027321653</c:v>
                </c:pt>
                <c:pt idx="66">
                  <c:v>0.00026266133</c:v>
                </c:pt>
                <c:pt idx="67">
                  <c:v>0.00025247788</c:v>
                </c:pt>
                <c:pt idx="68">
                  <c:v>0.00024183312</c:v>
                </c:pt>
                <c:pt idx="69">
                  <c:v>0.00023037343</c:v>
                </c:pt>
                <c:pt idx="70">
                  <c:v>0.00021909557</c:v>
                </c:pt>
                <c:pt idx="71">
                  <c:v>0.00020773048</c:v>
                </c:pt>
                <c:pt idx="72">
                  <c:v>0.00019603452</c:v>
                </c:pt>
                <c:pt idx="73">
                  <c:v>0.00018672729</c:v>
                </c:pt>
                <c:pt idx="74">
                  <c:v>0.000178712</c:v>
                </c:pt>
                <c:pt idx="75">
                  <c:v>0.00017045275</c:v>
                </c:pt>
                <c:pt idx="76">
                  <c:v>0.00016181144</c:v>
                </c:pt>
                <c:pt idx="77">
                  <c:v>0.00015495617</c:v>
                </c:pt>
                <c:pt idx="78">
                  <c:v>0.00014882895</c:v>
                </c:pt>
                <c:pt idx="79">
                  <c:v>0.00014349177</c:v>
                </c:pt>
                <c:pt idx="80">
                  <c:v>0.00013715002</c:v>
                </c:pt>
                <c:pt idx="81">
                  <c:v>0.00013316847</c:v>
                </c:pt>
                <c:pt idx="82">
                  <c:v>0.00013052664</c:v>
                </c:pt>
                <c:pt idx="83">
                  <c:v>0.00012792401</c:v>
                </c:pt>
                <c:pt idx="84">
                  <c:v>0.00012504205</c:v>
                </c:pt>
                <c:pt idx="85">
                  <c:v>0.00012288973</c:v>
                </c:pt>
                <c:pt idx="86">
                  <c:v>0.00012061765</c:v>
                </c:pt>
                <c:pt idx="87">
                  <c:v>0.00011828659</c:v>
                </c:pt>
                <c:pt idx="88">
                  <c:v>0.00011542138</c:v>
                </c:pt>
                <c:pt idx="89">
                  <c:v>0.0001138431</c:v>
                </c:pt>
                <c:pt idx="90">
                  <c:v>0.00011179041</c:v>
                </c:pt>
                <c:pt idx="91">
                  <c:v>0.00011183112</c:v>
                </c:pt>
                <c:pt idx="92">
                  <c:v>0.00011180726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Sheet1!$B$476</c:f>
              <c:strCache>
                <c:ptCount val="1"/>
                <c:pt idx="0">
                  <c:v>omega</c:v>
                </c:pt>
              </c:strCache>
            </c:strRef>
          </c:tx>
          <c:xVal>
            <c:numRef>
              <c:f>Sheet1!$A$477:$A$569</c:f>
              <c:numCache>
                <c:formatCode>General</c:formatCode>
                <c:ptCount val="93"/>
                <c:pt idx="0">
                  <c:v>3640.0</c:v>
                </c:pt>
                <c:pt idx="1">
                  <c:v>4140.0</c:v>
                </c:pt>
                <c:pt idx="2">
                  <c:v>4460.0</c:v>
                </c:pt>
                <c:pt idx="3">
                  <c:v>4640.0</c:v>
                </c:pt>
                <c:pt idx="4">
                  <c:v>4800.0</c:v>
                </c:pt>
                <c:pt idx="5">
                  <c:v>4960.0</c:v>
                </c:pt>
                <c:pt idx="6">
                  <c:v>5060.0</c:v>
                </c:pt>
                <c:pt idx="7">
                  <c:v>5140.0</c:v>
                </c:pt>
                <c:pt idx="8">
                  <c:v>5220.0</c:v>
                </c:pt>
                <c:pt idx="9">
                  <c:v>5300.0</c:v>
                </c:pt>
                <c:pt idx="10">
                  <c:v>5380.0</c:v>
                </c:pt>
                <c:pt idx="11">
                  <c:v>5460.0</c:v>
                </c:pt>
                <c:pt idx="12">
                  <c:v>5520.0</c:v>
                </c:pt>
                <c:pt idx="13">
                  <c:v>5560.0</c:v>
                </c:pt>
                <c:pt idx="14">
                  <c:v>5600.0</c:v>
                </c:pt>
                <c:pt idx="15">
                  <c:v>5640.0</c:v>
                </c:pt>
                <c:pt idx="16">
                  <c:v>5680.0</c:v>
                </c:pt>
                <c:pt idx="17">
                  <c:v>5720.0</c:v>
                </c:pt>
                <c:pt idx="18">
                  <c:v>5760.0</c:v>
                </c:pt>
                <c:pt idx="19">
                  <c:v>5800.0</c:v>
                </c:pt>
                <c:pt idx="20">
                  <c:v>5840.0</c:v>
                </c:pt>
                <c:pt idx="21">
                  <c:v>5880.0</c:v>
                </c:pt>
                <c:pt idx="22">
                  <c:v>5920.0</c:v>
                </c:pt>
                <c:pt idx="23">
                  <c:v>5960.0</c:v>
                </c:pt>
                <c:pt idx="24">
                  <c:v>6000.0</c:v>
                </c:pt>
                <c:pt idx="25">
                  <c:v>6020.0</c:v>
                </c:pt>
                <c:pt idx="26">
                  <c:v>6040.0</c:v>
                </c:pt>
                <c:pt idx="27">
                  <c:v>6060.0</c:v>
                </c:pt>
                <c:pt idx="28">
                  <c:v>6080.0</c:v>
                </c:pt>
                <c:pt idx="29">
                  <c:v>6100.0</c:v>
                </c:pt>
                <c:pt idx="30">
                  <c:v>6120.0</c:v>
                </c:pt>
                <c:pt idx="31">
                  <c:v>6140.0</c:v>
                </c:pt>
                <c:pt idx="32">
                  <c:v>6160.0</c:v>
                </c:pt>
                <c:pt idx="33">
                  <c:v>6180.0</c:v>
                </c:pt>
                <c:pt idx="34">
                  <c:v>6200.0</c:v>
                </c:pt>
                <c:pt idx="35">
                  <c:v>6220.0</c:v>
                </c:pt>
                <c:pt idx="36">
                  <c:v>6240.0</c:v>
                </c:pt>
                <c:pt idx="37">
                  <c:v>6260.0</c:v>
                </c:pt>
                <c:pt idx="38">
                  <c:v>6280.0</c:v>
                </c:pt>
                <c:pt idx="39">
                  <c:v>6300.0</c:v>
                </c:pt>
                <c:pt idx="40">
                  <c:v>6320.0</c:v>
                </c:pt>
                <c:pt idx="41">
                  <c:v>6340.0</c:v>
                </c:pt>
                <c:pt idx="42">
                  <c:v>6360.0</c:v>
                </c:pt>
                <c:pt idx="43">
                  <c:v>6380.0</c:v>
                </c:pt>
                <c:pt idx="44">
                  <c:v>6400.0</c:v>
                </c:pt>
                <c:pt idx="45">
                  <c:v>6420.0</c:v>
                </c:pt>
                <c:pt idx="46">
                  <c:v>6440.0</c:v>
                </c:pt>
                <c:pt idx="47">
                  <c:v>6460.0</c:v>
                </c:pt>
                <c:pt idx="48">
                  <c:v>6480.0</c:v>
                </c:pt>
                <c:pt idx="49">
                  <c:v>6500.0</c:v>
                </c:pt>
                <c:pt idx="50">
                  <c:v>6510.0</c:v>
                </c:pt>
                <c:pt idx="51">
                  <c:v>6520.0</c:v>
                </c:pt>
                <c:pt idx="52">
                  <c:v>6530.0</c:v>
                </c:pt>
                <c:pt idx="53">
                  <c:v>6540.0</c:v>
                </c:pt>
                <c:pt idx="54">
                  <c:v>6550.0</c:v>
                </c:pt>
                <c:pt idx="55">
                  <c:v>6560.0</c:v>
                </c:pt>
                <c:pt idx="56">
                  <c:v>6570.0</c:v>
                </c:pt>
                <c:pt idx="57">
                  <c:v>6580.0</c:v>
                </c:pt>
                <c:pt idx="58">
                  <c:v>6590.0</c:v>
                </c:pt>
                <c:pt idx="59">
                  <c:v>6600.0</c:v>
                </c:pt>
                <c:pt idx="60">
                  <c:v>6610.0</c:v>
                </c:pt>
                <c:pt idx="61">
                  <c:v>6620.0</c:v>
                </c:pt>
                <c:pt idx="62">
                  <c:v>6630.0</c:v>
                </c:pt>
                <c:pt idx="63">
                  <c:v>6640.0</c:v>
                </c:pt>
                <c:pt idx="64">
                  <c:v>6650.0</c:v>
                </c:pt>
                <c:pt idx="65">
                  <c:v>6660.0</c:v>
                </c:pt>
                <c:pt idx="66">
                  <c:v>6670.0</c:v>
                </c:pt>
                <c:pt idx="67">
                  <c:v>6680.0</c:v>
                </c:pt>
                <c:pt idx="68">
                  <c:v>6690.0</c:v>
                </c:pt>
                <c:pt idx="69">
                  <c:v>6700.0</c:v>
                </c:pt>
                <c:pt idx="70">
                  <c:v>6710.0</c:v>
                </c:pt>
                <c:pt idx="71">
                  <c:v>6720.0</c:v>
                </c:pt>
                <c:pt idx="72">
                  <c:v>6730.0</c:v>
                </c:pt>
                <c:pt idx="73">
                  <c:v>6740.0</c:v>
                </c:pt>
                <c:pt idx="74">
                  <c:v>6750.0</c:v>
                </c:pt>
                <c:pt idx="75">
                  <c:v>6760.0</c:v>
                </c:pt>
                <c:pt idx="76">
                  <c:v>6770.0</c:v>
                </c:pt>
                <c:pt idx="77">
                  <c:v>6780.0</c:v>
                </c:pt>
                <c:pt idx="78">
                  <c:v>6790.0</c:v>
                </c:pt>
                <c:pt idx="79">
                  <c:v>6800.0</c:v>
                </c:pt>
                <c:pt idx="80">
                  <c:v>6810.0</c:v>
                </c:pt>
                <c:pt idx="81">
                  <c:v>6820.0</c:v>
                </c:pt>
                <c:pt idx="82">
                  <c:v>6830.0</c:v>
                </c:pt>
                <c:pt idx="83">
                  <c:v>6840.0</c:v>
                </c:pt>
                <c:pt idx="84">
                  <c:v>6850.0</c:v>
                </c:pt>
                <c:pt idx="85">
                  <c:v>6860.0</c:v>
                </c:pt>
                <c:pt idx="86">
                  <c:v>6870.0</c:v>
                </c:pt>
                <c:pt idx="87">
                  <c:v>6880.0</c:v>
                </c:pt>
                <c:pt idx="88">
                  <c:v>6890.0</c:v>
                </c:pt>
                <c:pt idx="89">
                  <c:v>6900.0</c:v>
                </c:pt>
                <c:pt idx="90">
                  <c:v>6910.0</c:v>
                </c:pt>
                <c:pt idx="91">
                  <c:v>6920.0</c:v>
                </c:pt>
                <c:pt idx="92">
                  <c:v>6930.0</c:v>
                </c:pt>
              </c:numCache>
            </c:numRef>
          </c:xVal>
          <c:yVal>
            <c:numRef>
              <c:f>Sheet1!$B$477:$B$569</c:f>
              <c:numCache>
                <c:formatCode>General</c:formatCode>
                <c:ptCount val="93"/>
                <c:pt idx="0">
                  <c:v>0.0016177592</c:v>
                </c:pt>
                <c:pt idx="1">
                  <c:v>0.0019867196</c:v>
                </c:pt>
                <c:pt idx="2">
                  <c:v>0.0023196923</c:v>
                </c:pt>
                <c:pt idx="3">
                  <c:v>0.0013468021</c:v>
                </c:pt>
                <c:pt idx="4">
                  <c:v>0.0013183885</c:v>
                </c:pt>
                <c:pt idx="5">
                  <c:v>0.0016638325</c:v>
                </c:pt>
                <c:pt idx="6">
                  <c:v>0.0016591535</c:v>
                </c:pt>
                <c:pt idx="7">
                  <c:v>0.0013365619</c:v>
                </c:pt>
                <c:pt idx="8">
                  <c:v>0.0010121117</c:v>
                </c:pt>
                <c:pt idx="9">
                  <c:v>0.00081050282</c:v>
                </c:pt>
                <c:pt idx="10">
                  <c:v>0.00086153435</c:v>
                </c:pt>
                <c:pt idx="11">
                  <c:v>0.00073926941</c:v>
                </c:pt>
                <c:pt idx="12">
                  <c:v>0.00097357272</c:v>
                </c:pt>
                <c:pt idx="13">
                  <c:v>0.00097773645</c:v>
                </c:pt>
                <c:pt idx="14">
                  <c:v>0.00069788917</c:v>
                </c:pt>
                <c:pt idx="15">
                  <c:v>0.0015072323</c:v>
                </c:pt>
                <c:pt idx="16">
                  <c:v>0.0017300379</c:v>
                </c:pt>
                <c:pt idx="17">
                  <c:v>0.0013673161</c:v>
                </c:pt>
                <c:pt idx="18">
                  <c:v>0.0013172681</c:v>
                </c:pt>
                <c:pt idx="19">
                  <c:v>0.0012915197</c:v>
                </c:pt>
                <c:pt idx="20">
                  <c:v>0.0013242515</c:v>
                </c:pt>
                <c:pt idx="21">
                  <c:v>0.0013351809</c:v>
                </c:pt>
                <c:pt idx="22">
                  <c:v>0.0013887925</c:v>
                </c:pt>
                <c:pt idx="23">
                  <c:v>0.001389257</c:v>
                </c:pt>
                <c:pt idx="24">
                  <c:v>0.0011016706</c:v>
                </c:pt>
                <c:pt idx="25">
                  <c:v>0.0010122859</c:v>
                </c:pt>
                <c:pt idx="26">
                  <c:v>0.00088205396</c:v>
                </c:pt>
                <c:pt idx="27">
                  <c:v>0.00069646939</c:v>
                </c:pt>
                <c:pt idx="28">
                  <c:v>0.00061704917</c:v>
                </c:pt>
                <c:pt idx="29">
                  <c:v>0.00055928966</c:v>
                </c:pt>
                <c:pt idx="30">
                  <c:v>0.0004709012</c:v>
                </c:pt>
                <c:pt idx="31">
                  <c:v>0.00045702559</c:v>
                </c:pt>
                <c:pt idx="32">
                  <c:v>0.00043478156</c:v>
                </c:pt>
                <c:pt idx="33">
                  <c:v>0.00035264918</c:v>
                </c:pt>
                <c:pt idx="34">
                  <c:v>0.00034601208</c:v>
                </c:pt>
                <c:pt idx="35">
                  <c:v>0.00032015499</c:v>
                </c:pt>
                <c:pt idx="36">
                  <c:v>0.000306143</c:v>
                </c:pt>
                <c:pt idx="37">
                  <c:v>0.00038225772</c:v>
                </c:pt>
                <c:pt idx="38">
                  <c:v>0.00038204137</c:v>
                </c:pt>
                <c:pt idx="39">
                  <c:v>0.00037558756</c:v>
                </c:pt>
                <c:pt idx="40">
                  <c:v>0.00038412122</c:v>
                </c:pt>
                <c:pt idx="41">
                  <c:v>0.0003649448</c:v>
                </c:pt>
                <c:pt idx="42">
                  <c:v>0.0003068578</c:v>
                </c:pt>
                <c:pt idx="43">
                  <c:v>0.00030826437</c:v>
                </c:pt>
                <c:pt idx="44">
                  <c:v>0.00034596213</c:v>
                </c:pt>
                <c:pt idx="45">
                  <c:v>0.00033772493</c:v>
                </c:pt>
                <c:pt idx="46">
                  <c:v>0.00030559722</c:v>
                </c:pt>
                <c:pt idx="47">
                  <c:v>0.00037264099</c:v>
                </c:pt>
                <c:pt idx="48">
                  <c:v>0.00034865713</c:v>
                </c:pt>
                <c:pt idx="49">
                  <c:v>0.00031576795</c:v>
                </c:pt>
                <c:pt idx="50">
                  <c:v>0.00038230679</c:v>
                </c:pt>
                <c:pt idx="51">
                  <c:v>0.00036843406</c:v>
                </c:pt>
                <c:pt idx="52">
                  <c:v>0.00034558519</c:v>
                </c:pt>
                <c:pt idx="53">
                  <c:v>0.0003440211</c:v>
                </c:pt>
                <c:pt idx="54">
                  <c:v>0.00038943598</c:v>
                </c:pt>
                <c:pt idx="55">
                  <c:v>0.00031196742</c:v>
                </c:pt>
                <c:pt idx="56">
                  <c:v>0.00033760533</c:v>
                </c:pt>
                <c:pt idx="57">
                  <c:v>0.00032072995</c:v>
                </c:pt>
                <c:pt idx="58">
                  <c:v>0.00033075256</c:v>
                </c:pt>
                <c:pt idx="59">
                  <c:v>0.0003723591</c:v>
                </c:pt>
                <c:pt idx="60">
                  <c:v>0.00033439007</c:v>
                </c:pt>
                <c:pt idx="61">
                  <c:v>0.00030182924</c:v>
                </c:pt>
                <c:pt idx="62">
                  <c:v>0.00031551233</c:v>
                </c:pt>
                <c:pt idx="63">
                  <c:v>0.00027185761</c:v>
                </c:pt>
                <c:pt idx="64">
                  <c:v>0.0002860459</c:v>
                </c:pt>
                <c:pt idx="65">
                  <c:v>0.00027405403</c:v>
                </c:pt>
                <c:pt idx="66">
                  <c:v>0.0002824254</c:v>
                </c:pt>
                <c:pt idx="67">
                  <c:v>0.00028366437</c:v>
                </c:pt>
                <c:pt idx="68">
                  <c:v>0.00027523448</c:v>
                </c:pt>
                <c:pt idx="69">
                  <c:v>0.00024918878</c:v>
                </c:pt>
                <c:pt idx="70">
                  <c:v>0.00026138287</c:v>
                </c:pt>
                <c:pt idx="71">
                  <c:v>0.00023793787</c:v>
                </c:pt>
                <c:pt idx="72">
                  <c:v>0.00023311933</c:v>
                </c:pt>
                <c:pt idx="73">
                  <c:v>0.000233288</c:v>
                </c:pt>
                <c:pt idx="74">
                  <c:v>0.00021848801</c:v>
                </c:pt>
                <c:pt idx="75">
                  <c:v>0.00019360296</c:v>
                </c:pt>
                <c:pt idx="76">
                  <c:v>0.00020019079</c:v>
                </c:pt>
                <c:pt idx="77">
                  <c:v>0.00019129525</c:v>
                </c:pt>
                <c:pt idx="78">
                  <c:v>0.00016205868</c:v>
                </c:pt>
                <c:pt idx="79">
                  <c:v>0.00019387733</c:v>
                </c:pt>
                <c:pt idx="80">
                  <c:v>0.00017023696</c:v>
                </c:pt>
                <c:pt idx="81">
                  <c:v>0.0001528355</c:v>
                </c:pt>
                <c:pt idx="82">
                  <c:v>0.00017622675</c:v>
                </c:pt>
                <c:pt idx="83">
                  <c:v>0.00015861103</c:v>
                </c:pt>
                <c:pt idx="84">
                  <c:v>0.0001597236</c:v>
                </c:pt>
                <c:pt idx="85">
                  <c:v>0.00015850514</c:v>
                </c:pt>
                <c:pt idx="86">
                  <c:v>0.00014994789</c:v>
                </c:pt>
                <c:pt idx="87">
                  <c:v>0.00014774678</c:v>
                </c:pt>
                <c:pt idx="88">
                  <c:v>0.00015143895</c:v>
                </c:pt>
                <c:pt idx="89">
                  <c:v>0.00014521406</c:v>
                </c:pt>
                <c:pt idx="90">
                  <c:v>0.00015654408</c:v>
                </c:pt>
                <c:pt idx="91">
                  <c:v>0.00016228757</c:v>
                </c:pt>
                <c:pt idx="92">
                  <c:v>0.00015466341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logBase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Residuals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net-mfr-rplot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net-mfr</c:v>
                </c:pt>
              </c:strCache>
            </c:strRef>
          </c:tx>
          <c:xVal>
            <c:numRef>
              <c:f>Sheet1!$A$2:$A$6931</c:f>
              <c:numCache>
                <c:formatCode>General</c:formatCode>
                <c:ptCount val="6930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  <c:pt idx="58">
                  <c:v>59.0</c:v>
                </c:pt>
                <c:pt idx="59">
                  <c:v>60.0</c:v>
                </c:pt>
                <c:pt idx="60">
                  <c:v>61.0</c:v>
                </c:pt>
                <c:pt idx="61">
                  <c:v>62.0</c:v>
                </c:pt>
                <c:pt idx="62">
                  <c:v>63.0</c:v>
                </c:pt>
                <c:pt idx="63">
                  <c:v>64.0</c:v>
                </c:pt>
                <c:pt idx="64">
                  <c:v>65.0</c:v>
                </c:pt>
                <c:pt idx="65">
                  <c:v>66.0</c:v>
                </c:pt>
                <c:pt idx="66">
                  <c:v>67.0</c:v>
                </c:pt>
                <c:pt idx="67">
                  <c:v>68.0</c:v>
                </c:pt>
                <c:pt idx="68">
                  <c:v>69.0</c:v>
                </c:pt>
                <c:pt idx="69">
                  <c:v>70.0</c:v>
                </c:pt>
                <c:pt idx="70">
                  <c:v>71.0</c:v>
                </c:pt>
                <c:pt idx="71">
                  <c:v>72.0</c:v>
                </c:pt>
                <c:pt idx="72">
                  <c:v>73.0</c:v>
                </c:pt>
                <c:pt idx="73">
                  <c:v>74.0</c:v>
                </c:pt>
                <c:pt idx="74">
                  <c:v>75.0</c:v>
                </c:pt>
                <c:pt idx="75">
                  <c:v>76.0</c:v>
                </c:pt>
                <c:pt idx="76">
                  <c:v>77.0</c:v>
                </c:pt>
                <c:pt idx="77">
                  <c:v>78.0</c:v>
                </c:pt>
                <c:pt idx="78">
                  <c:v>79.0</c:v>
                </c:pt>
                <c:pt idx="79">
                  <c:v>80.0</c:v>
                </c:pt>
                <c:pt idx="80">
                  <c:v>81.0</c:v>
                </c:pt>
                <c:pt idx="81">
                  <c:v>82.0</c:v>
                </c:pt>
                <c:pt idx="82">
                  <c:v>83.0</c:v>
                </c:pt>
                <c:pt idx="83">
                  <c:v>84.0</c:v>
                </c:pt>
                <c:pt idx="84">
                  <c:v>85.0</c:v>
                </c:pt>
                <c:pt idx="85">
                  <c:v>86.0</c:v>
                </c:pt>
                <c:pt idx="86">
                  <c:v>87.0</c:v>
                </c:pt>
                <c:pt idx="87">
                  <c:v>88.0</c:v>
                </c:pt>
                <c:pt idx="88">
                  <c:v>89.0</c:v>
                </c:pt>
                <c:pt idx="89">
                  <c:v>90.0</c:v>
                </c:pt>
                <c:pt idx="90">
                  <c:v>91.0</c:v>
                </c:pt>
                <c:pt idx="91">
                  <c:v>92.0</c:v>
                </c:pt>
                <c:pt idx="92">
                  <c:v>93.0</c:v>
                </c:pt>
                <c:pt idx="93">
                  <c:v>94.0</c:v>
                </c:pt>
                <c:pt idx="94">
                  <c:v>95.0</c:v>
                </c:pt>
                <c:pt idx="95">
                  <c:v>96.0</c:v>
                </c:pt>
                <c:pt idx="96">
                  <c:v>97.0</c:v>
                </c:pt>
                <c:pt idx="97">
                  <c:v>98.0</c:v>
                </c:pt>
                <c:pt idx="98">
                  <c:v>99.0</c:v>
                </c:pt>
                <c:pt idx="99">
                  <c:v>100.0</c:v>
                </c:pt>
                <c:pt idx="100">
                  <c:v>101.0</c:v>
                </c:pt>
                <c:pt idx="101">
                  <c:v>102.0</c:v>
                </c:pt>
                <c:pt idx="102">
                  <c:v>103.0</c:v>
                </c:pt>
                <c:pt idx="103">
                  <c:v>104.0</c:v>
                </c:pt>
                <c:pt idx="104">
                  <c:v>105.0</c:v>
                </c:pt>
                <c:pt idx="105">
                  <c:v>106.0</c:v>
                </c:pt>
                <c:pt idx="106">
                  <c:v>107.0</c:v>
                </c:pt>
                <c:pt idx="107">
                  <c:v>108.0</c:v>
                </c:pt>
                <c:pt idx="108">
                  <c:v>109.0</c:v>
                </c:pt>
                <c:pt idx="109">
                  <c:v>110.0</c:v>
                </c:pt>
                <c:pt idx="110">
                  <c:v>111.0</c:v>
                </c:pt>
                <c:pt idx="111">
                  <c:v>112.0</c:v>
                </c:pt>
                <c:pt idx="112">
                  <c:v>113.0</c:v>
                </c:pt>
                <c:pt idx="113">
                  <c:v>114.0</c:v>
                </c:pt>
                <c:pt idx="114">
                  <c:v>115.0</c:v>
                </c:pt>
                <c:pt idx="115">
                  <c:v>116.0</c:v>
                </c:pt>
                <c:pt idx="116">
                  <c:v>117.0</c:v>
                </c:pt>
                <c:pt idx="117">
                  <c:v>118.0</c:v>
                </c:pt>
                <c:pt idx="118">
                  <c:v>119.0</c:v>
                </c:pt>
                <c:pt idx="119">
                  <c:v>120.0</c:v>
                </c:pt>
                <c:pt idx="120">
                  <c:v>121.0</c:v>
                </c:pt>
                <c:pt idx="121">
                  <c:v>122.0</c:v>
                </c:pt>
                <c:pt idx="122">
                  <c:v>123.0</c:v>
                </c:pt>
                <c:pt idx="123">
                  <c:v>124.0</c:v>
                </c:pt>
                <c:pt idx="124">
                  <c:v>125.0</c:v>
                </c:pt>
                <c:pt idx="125">
                  <c:v>126.0</c:v>
                </c:pt>
                <c:pt idx="126">
                  <c:v>127.0</c:v>
                </c:pt>
                <c:pt idx="127">
                  <c:v>128.0</c:v>
                </c:pt>
                <c:pt idx="128">
                  <c:v>129.0</c:v>
                </c:pt>
                <c:pt idx="129">
                  <c:v>130.0</c:v>
                </c:pt>
                <c:pt idx="130">
                  <c:v>131.0</c:v>
                </c:pt>
                <c:pt idx="131">
                  <c:v>132.0</c:v>
                </c:pt>
                <c:pt idx="132">
                  <c:v>133.0</c:v>
                </c:pt>
                <c:pt idx="133">
                  <c:v>134.0</c:v>
                </c:pt>
                <c:pt idx="134">
                  <c:v>135.0</c:v>
                </c:pt>
                <c:pt idx="135">
                  <c:v>136.0</c:v>
                </c:pt>
                <c:pt idx="136">
                  <c:v>137.0</c:v>
                </c:pt>
                <c:pt idx="137">
                  <c:v>138.0</c:v>
                </c:pt>
                <c:pt idx="138">
                  <c:v>139.0</c:v>
                </c:pt>
                <c:pt idx="139">
                  <c:v>140.0</c:v>
                </c:pt>
                <c:pt idx="140">
                  <c:v>141.0</c:v>
                </c:pt>
                <c:pt idx="141">
                  <c:v>142.0</c:v>
                </c:pt>
                <c:pt idx="142">
                  <c:v>143.0</c:v>
                </c:pt>
                <c:pt idx="143">
                  <c:v>144.0</c:v>
                </c:pt>
                <c:pt idx="144">
                  <c:v>145.0</c:v>
                </c:pt>
                <c:pt idx="145">
                  <c:v>146.0</c:v>
                </c:pt>
                <c:pt idx="146">
                  <c:v>147.0</c:v>
                </c:pt>
                <c:pt idx="147">
                  <c:v>148.0</c:v>
                </c:pt>
                <c:pt idx="148">
                  <c:v>149.0</c:v>
                </c:pt>
                <c:pt idx="149">
                  <c:v>150.0</c:v>
                </c:pt>
                <c:pt idx="150">
                  <c:v>151.0</c:v>
                </c:pt>
                <c:pt idx="151">
                  <c:v>152.0</c:v>
                </c:pt>
                <c:pt idx="152">
                  <c:v>153.0</c:v>
                </c:pt>
                <c:pt idx="153">
                  <c:v>154.0</c:v>
                </c:pt>
                <c:pt idx="154">
                  <c:v>155.0</c:v>
                </c:pt>
                <c:pt idx="155">
                  <c:v>156.0</c:v>
                </c:pt>
                <c:pt idx="156">
                  <c:v>157.0</c:v>
                </c:pt>
                <c:pt idx="157">
                  <c:v>158.0</c:v>
                </c:pt>
                <c:pt idx="158">
                  <c:v>159.0</c:v>
                </c:pt>
                <c:pt idx="159">
                  <c:v>160.0</c:v>
                </c:pt>
                <c:pt idx="160">
                  <c:v>161.0</c:v>
                </c:pt>
                <c:pt idx="161">
                  <c:v>162.0</c:v>
                </c:pt>
                <c:pt idx="162">
                  <c:v>163.0</c:v>
                </c:pt>
                <c:pt idx="163">
                  <c:v>164.0</c:v>
                </c:pt>
                <c:pt idx="164">
                  <c:v>165.0</c:v>
                </c:pt>
                <c:pt idx="165">
                  <c:v>166.0</c:v>
                </c:pt>
                <c:pt idx="166">
                  <c:v>167.0</c:v>
                </c:pt>
                <c:pt idx="167">
                  <c:v>168.0</c:v>
                </c:pt>
                <c:pt idx="168">
                  <c:v>169.0</c:v>
                </c:pt>
                <c:pt idx="169">
                  <c:v>170.0</c:v>
                </c:pt>
                <c:pt idx="170">
                  <c:v>171.0</c:v>
                </c:pt>
                <c:pt idx="171">
                  <c:v>172.0</c:v>
                </c:pt>
                <c:pt idx="172">
                  <c:v>173.0</c:v>
                </c:pt>
                <c:pt idx="173">
                  <c:v>174.0</c:v>
                </c:pt>
                <c:pt idx="174">
                  <c:v>175.0</c:v>
                </c:pt>
                <c:pt idx="175">
                  <c:v>176.0</c:v>
                </c:pt>
                <c:pt idx="176">
                  <c:v>177.0</c:v>
                </c:pt>
                <c:pt idx="177">
                  <c:v>178.0</c:v>
                </c:pt>
                <c:pt idx="178">
                  <c:v>179.0</c:v>
                </c:pt>
                <c:pt idx="179">
                  <c:v>180.0</c:v>
                </c:pt>
                <c:pt idx="180">
                  <c:v>181.0</c:v>
                </c:pt>
                <c:pt idx="181">
                  <c:v>182.0</c:v>
                </c:pt>
                <c:pt idx="182">
                  <c:v>183.0</c:v>
                </c:pt>
                <c:pt idx="183">
                  <c:v>184.0</c:v>
                </c:pt>
                <c:pt idx="184">
                  <c:v>185.0</c:v>
                </c:pt>
                <c:pt idx="185">
                  <c:v>186.0</c:v>
                </c:pt>
                <c:pt idx="186">
                  <c:v>187.0</c:v>
                </c:pt>
                <c:pt idx="187">
                  <c:v>188.0</c:v>
                </c:pt>
                <c:pt idx="188">
                  <c:v>189.0</c:v>
                </c:pt>
                <c:pt idx="189">
                  <c:v>190.0</c:v>
                </c:pt>
                <c:pt idx="190">
                  <c:v>191.0</c:v>
                </c:pt>
                <c:pt idx="191">
                  <c:v>192.0</c:v>
                </c:pt>
                <c:pt idx="192">
                  <c:v>193.0</c:v>
                </c:pt>
                <c:pt idx="193">
                  <c:v>194.0</c:v>
                </c:pt>
                <c:pt idx="194">
                  <c:v>195.0</c:v>
                </c:pt>
                <c:pt idx="195">
                  <c:v>196.0</c:v>
                </c:pt>
                <c:pt idx="196">
                  <c:v>197.0</c:v>
                </c:pt>
                <c:pt idx="197">
                  <c:v>198.0</c:v>
                </c:pt>
                <c:pt idx="198">
                  <c:v>199.0</c:v>
                </c:pt>
                <c:pt idx="199">
                  <c:v>200.0</c:v>
                </c:pt>
                <c:pt idx="200">
                  <c:v>201.0</c:v>
                </c:pt>
                <c:pt idx="201">
                  <c:v>202.0</c:v>
                </c:pt>
                <c:pt idx="202">
                  <c:v>203.0</c:v>
                </c:pt>
                <c:pt idx="203">
                  <c:v>204.0</c:v>
                </c:pt>
                <c:pt idx="204">
                  <c:v>205.0</c:v>
                </c:pt>
                <c:pt idx="205">
                  <c:v>206.0</c:v>
                </c:pt>
                <c:pt idx="206">
                  <c:v>207.0</c:v>
                </c:pt>
                <c:pt idx="207">
                  <c:v>208.0</c:v>
                </c:pt>
                <c:pt idx="208">
                  <c:v>209.0</c:v>
                </c:pt>
                <c:pt idx="209">
                  <c:v>210.0</c:v>
                </c:pt>
                <c:pt idx="210">
                  <c:v>211.0</c:v>
                </c:pt>
                <c:pt idx="211">
                  <c:v>212.0</c:v>
                </c:pt>
                <c:pt idx="212">
                  <c:v>213.0</c:v>
                </c:pt>
                <c:pt idx="213">
                  <c:v>214.0</c:v>
                </c:pt>
                <c:pt idx="214">
                  <c:v>215.0</c:v>
                </c:pt>
                <c:pt idx="215">
                  <c:v>216.0</c:v>
                </c:pt>
                <c:pt idx="216">
                  <c:v>217.0</c:v>
                </c:pt>
                <c:pt idx="217">
                  <c:v>218.0</c:v>
                </c:pt>
                <c:pt idx="218">
                  <c:v>219.0</c:v>
                </c:pt>
                <c:pt idx="219">
                  <c:v>220.0</c:v>
                </c:pt>
                <c:pt idx="220">
                  <c:v>221.0</c:v>
                </c:pt>
                <c:pt idx="221">
                  <c:v>222.0</c:v>
                </c:pt>
                <c:pt idx="222">
                  <c:v>223.0</c:v>
                </c:pt>
                <c:pt idx="223">
                  <c:v>224.0</c:v>
                </c:pt>
                <c:pt idx="224">
                  <c:v>225.0</c:v>
                </c:pt>
                <c:pt idx="225">
                  <c:v>226.0</c:v>
                </c:pt>
                <c:pt idx="226">
                  <c:v>227.0</c:v>
                </c:pt>
                <c:pt idx="227">
                  <c:v>228.0</c:v>
                </c:pt>
                <c:pt idx="228">
                  <c:v>229.0</c:v>
                </c:pt>
                <c:pt idx="229">
                  <c:v>230.0</c:v>
                </c:pt>
                <c:pt idx="230">
                  <c:v>231.0</c:v>
                </c:pt>
                <c:pt idx="231">
                  <c:v>232.0</c:v>
                </c:pt>
                <c:pt idx="232">
                  <c:v>233.0</c:v>
                </c:pt>
                <c:pt idx="233">
                  <c:v>234.0</c:v>
                </c:pt>
                <c:pt idx="234">
                  <c:v>235.0</c:v>
                </c:pt>
                <c:pt idx="235">
                  <c:v>236.0</c:v>
                </c:pt>
                <c:pt idx="236">
                  <c:v>237.0</c:v>
                </c:pt>
                <c:pt idx="237">
                  <c:v>238.0</c:v>
                </c:pt>
                <c:pt idx="238">
                  <c:v>239.0</c:v>
                </c:pt>
                <c:pt idx="239">
                  <c:v>240.0</c:v>
                </c:pt>
                <c:pt idx="240">
                  <c:v>241.0</c:v>
                </c:pt>
                <c:pt idx="241">
                  <c:v>242.0</c:v>
                </c:pt>
                <c:pt idx="242">
                  <c:v>243.0</c:v>
                </c:pt>
                <c:pt idx="243">
                  <c:v>244.0</c:v>
                </c:pt>
                <c:pt idx="244">
                  <c:v>245.0</c:v>
                </c:pt>
                <c:pt idx="245">
                  <c:v>246.0</c:v>
                </c:pt>
                <c:pt idx="246">
                  <c:v>247.0</c:v>
                </c:pt>
                <c:pt idx="247">
                  <c:v>248.0</c:v>
                </c:pt>
                <c:pt idx="248">
                  <c:v>249.0</c:v>
                </c:pt>
                <c:pt idx="249">
                  <c:v>250.0</c:v>
                </c:pt>
                <c:pt idx="250">
                  <c:v>251.0</c:v>
                </c:pt>
                <c:pt idx="251">
                  <c:v>252.0</c:v>
                </c:pt>
                <c:pt idx="252">
                  <c:v>253.0</c:v>
                </c:pt>
                <c:pt idx="253">
                  <c:v>254.0</c:v>
                </c:pt>
                <c:pt idx="254">
                  <c:v>255.0</c:v>
                </c:pt>
                <c:pt idx="255">
                  <c:v>256.0</c:v>
                </c:pt>
                <c:pt idx="256">
                  <c:v>257.0</c:v>
                </c:pt>
                <c:pt idx="257">
                  <c:v>258.0</c:v>
                </c:pt>
                <c:pt idx="258">
                  <c:v>259.0</c:v>
                </c:pt>
                <c:pt idx="259">
                  <c:v>260.0</c:v>
                </c:pt>
                <c:pt idx="260">
                  <c:v>261.0</c:v>
                </c:pt>
                <c:pt idx="261">
                  <c:v>262.0</c:v>
                </c:pt>
                <c:pt idx="262">
                  <c:v>263.0</c:v>
                </c:pt>
                <c:pt idx="263">
                  <c:v>264.0</c:v>
                </c:pt>
                <c:pt idx="264">
                  <c:v>265.0</c:v>
                </c:pt>
                <c:pt idx="265">
                  <c:v>266.0</c:v>
                </c:pt>
                <c:pt idx="266">
                  <c:v>267.0</c:v>
                </c:pt>
                <c:pt idx="267">
                  <c:v>268.0</c:v>
                </c:pt>
                <c:pt idx="268">
                  <c:v>269.0</c:v>
                </c:pt>
                <c:pt idx="269">
                  <c:v>270.0</c:v>
                </c:pt>
                <c:pt idx="270">
                  <c:v>271.0</c:v>
                </c:pt>
                <c:pt idx="271">
                  <c:v>272.0</c:v>
                </c:pt>
                <c:pt idx="272">
                  <c:v>273.0</c:v>
                </c:pt>
                <c:pt idx="273">
                  <c:v>274.0</c:v>
                </c:pt>
                <c:pt idx="274">
                  <c:v>275.0</c:v>
                </c:pt>
                <c:pt idx="275">
                  <c:v>276.0</c:v>
                </c:pt>
                <c:pt idx="276">
                  <c:v>277.0</c:v>
                </c:pt>
                <c:pt idx="277">
                  <c:v>278.0</c:v>
                </c:pt>
                <c:pt idx="278">
                  <c:v>279.0</c:v>
                </c:pt>
                <c:pt idx="279">
                  <c:v>280.0</c:v>
                </c:pt>
                <c:pt idx="280">
                  <c:v>281.0</c:v>
                </c:pt>
                <c:pt idx="281">
                  <c:v>282.0</c:v>
                </c:pt>
                <c:pt idx="282">
                  <c:v>283.0</c:v>
                </c:pt>
                <c:pt idx="283">
                  <c:v>284.0</c:v>
                </c:pt>
                <c:pt idx="284">
                  <c:v>285.0</c:v>
                </c:pt>
                <c:pt idx="285">
                  <c:v>286.0</c:v>
                </c:pt>
                <c:pt idx="286">
                  <c:v>287.0</c:v>
                </c:pt>
                <c:pt idx="287">
                  <c:v>288.0</c:v>
                </c:pt>
                <c:pt idx="288">
                  <c:v>289.0</c:v>
                </c:pt>
                <c:pt idx="289">
                  <c:v>290.0</c:v>
                </c:pt>
                <c:pt idx="290">
                  <c:v>291.0</c:v>
                </c:pt>
                <c:pt idx="291">
                  <c:v>292.0</c:v>
                </c:pt>
                <c:pt idx="292">
                  <c:v>293.0</c:v>
                </c:pt>
                <c:pt idx="293">
                  <c:v>294.0</c:v>
                </c:pt>
                <c:pt idx="294">
                  <c:v>295.0</c:v>
                </c:pt>
                <c:pt idx="295">
                  <c:v>296.0</c:v>
                </c:pt>
                <c:pt idx="296">
                  <c:v>297.0</c:v>
                </c:pt>
                <c:pt idx="297">
                  <c:v>298.0</c:v>
                </c:pt>
                <c:pt idx="298">
                  <c:v>299.0</c:v>
                </c:pt>
                <c:pt idx="299">
                  <c:v>300.0</c:v>
                </c:pt>
                <c:pt idx="300">
                  <c:v>301.0</c:v>
                </c:pt>
                <c:pt idx="301">
                  <c:v>302.0</c:v>
                </c:pt>
                <c:pt idx="302">
                  <c:v>303.0</c:v>
                </c:pt>
                <c:pt idx="303">
                  <c:v>304.0</c:v>
                </c:pt>
                <c:pt idx="304">
                  <c:v>305.0</c:v>
                </c:pt>
                <c:pt idx="305">
                  <c:v>306.0</c:v>
                </c:pt>
                <c:pt idx="306">
                  <c:v>307.0</c:v>
                </c:pt>
                <c:pt idx="307">
                  <c:v>308.0</c:v>
                </c:pt>
                <c:pt idx="308">
                  <c:v>309.0</c:v>
                </c:pt>
                <c:pt idx="309">
                  <c:v>310.0</c:v>
                </c:pt>
                <c:pt idx="310">
                  <c:v>311.0</c:v>
                </c:pt>
                <c:pt idx="311">
                  <c:v>312.0</c:v>
                </c:pt>
                <c:pt idx="312">
                  <c:v>313.0</c:v>
                </c:pt>
                <c:pt idx="313">
                  <c:v>314.0</c:v>
                </c:pt>
                <c:pt idx="314">
                  <c:v>315.0</c:v>
                </c:pt>
                <c:pt idx="315">
                  <c:v>316.0</c:v>
                </c:pt>
                <c:pt idx="316">
                  <c:v>317.0</c:v>
                </c:pt>
                <c:pt idx="317">
                  <c:v>318.0</c:v>
                </c:pt>
                <c:pt idx="318">
                  <c:v>319.0</c:v>
                </c:pt>
                <c:pt idx="319">
                  <c:v>320.0</c:v>
                </c:pt>
                <c:pt idx="320">
                  <c:v>321.0</c:v>
                </c:pt>
                <c:pt idx="321">
                  <c:v>322.0</c:v>
                </c:pt>
                <c:pt idx="322">
                  <c:v>323.0</c:v>
                </c:pt>
                <c:pt idx="323">
                  <c:v>324.0</c:v>
                </c:pt>
                <c:pt idx="324">
                  <c:v>325.0</c:v>
                </c:pt>
                <c:pt idx="325">
                  <c:v>326.0</c:v>
                </c:pt>
                <c:pt idx="326">
                  <c:v>327.0</c:v>
                </c:pt>
                <c:pt idx="327">
                  <c:v>328.0</c:v>
                </c:pt>
                <c:pt idx="328">
                  <c:v>329.0</c:v>
                </c:pt>
                <c:pt idx="329">
                  <c:v>330.0</c:v>
                </c:pt>
                <c:pt idx="330">
                  <c:v>331.0</c:v>
                </c:pt>
                <c:pt idx="331">
                  <c:v>332.0</c:v>
                </c:pt>
                <c:pt idx="332">
                  <c:v>333.0</c:v>
                </c:pt>
                <c:pt idx="333">
                  <c:v>334.0</c:v>
                </c:pt>
                <c:pt idx="334">
                  <c:v>335.0</c:v>
                </c:pt>
                <c:pt idx="335">
                  <c:v>336.0</c:v>
                </c:pt>
                <c:pt idx="336">
                  <c:v>337.0</c:v>
                </c:pt>
                <c:pt idx="337">
                  <c:v>338.0</c:v>
                </c:pt>
                <c:pt idx="338">
                  <c:v>339.0</c:v>
                </c:pt>
                <c:pt idx="339">
                  <c:v>340.0</c:v>
                </c:pt>
                <c:pt idx="340">
                  <c:v>341.0</c:v>
                </c:pt>
                <c:pt idx="341">
                  <c:v>342.0</c:v>
                </c:pt>
                <c:pt idx="342">
                  <c:v>343.0</c:v>
                </c:pt>
                <c:pt idx="343">
                  <c:v>344.0</c:v>
                </c:pt>
                <c:pt idx="344">
                  <c:v>345.0</c:v>
                </c:pt>
                <c:pt idx="345">
                  <c:v>346.0</c:v>
                </c:pt>
                <c:pt idx="346">
                  <c:v>347.0</c:v>
                </c:pt>
                <c:pt idx="347">
                  <c:v>348.0</c:v>
                </c:pt>
                <c:pt idx="348">
                  <c:v>349.0</c:v>
                </c:pt>
                <c:pt idx="349">
                  <c:v>350.0</c:v>
                </c:pt>
                <c:pt idx="350">
                  <c:v>351.0</c:v>
                </c:pt>
                <c:pt idx="351">
                  <c:v>352.0</c:v>
                </c:pt>
                <c:pt idx="352">
                  <c:v>353.0</c:v>
                </c:pt>
                <c:pt idx="353">
                  <c:v>354.0</c:v>
                </c:pt>
                <c:pt idx="354">
                  <c:v>355.0</c:v>
                </c:pt>
                <c:pt idx="355">
                  <c:v>356.0</c:v>
                </c:pt>
                <c:pt idx="356">
                  <c:v>357.0</c:v>
                </c:pt>
                <c:pt idx="357">
                  <c:v>358.0</c:v>
                </c:pt>
                <c:pt idx="358">
                  <c:v>359.0</c:v>
                </c:pt>
                <c:pt idx="359">
                  <c:v>360.0</c:v>
                </c:pt>
                <c:pt idx="360">
                  <c:v>361.0</c:v>
                </c:pt>
                <c:pt idx="361">
                  <c:v>362.0</c:v>
                </c:pt>
                <c:pt idx="362">
                  <c:v>363.0</c:v>
                </c:pt>
                <c:pt idx="363">
                  <c:v>364.0</c:v>
                </c:pt>
                <c:pt idx="364">
                  <c:v>365.0</c:v>
                </c:pt>
                <c:pt idx="365">
                  <c:v>366.0</c:v>
                </c:pt>
                <c:pt idx="366">
                  <c:v>367.0</c:v>
                </c:pt>
                <c:pt idx="367">
                  <c:v>368.0</c:v>
                </c:pt>
                <c:pt idx="368">
                  <c:v>369.0</c:v>
                </c:pt>
                <c:pt idx="369">
                  <c:v>370.0</c:v>
                </c:pt>
                <c:pt idx="370">
                  <c:v>371.0</c:v>
                </c:pt>
                <c:pt idx="371">
                  <c:v>372.0</c:v>
                </c:pt>
                <c:pt idx="372">
                  <c:v>373.0</c:v>
                </c:pt>
                <c:pt idx="373">
                  <c:v>374.0</c:v>
                </c:pt>
                <c:pt idx="374">
                  <c:v>375.0</c:v>
                </c:pt>
                <c:pt idx="375">
                  <c:v>376.0</c:v>
                </c:pt>
                <c:pt idx="376">
                  <c:v>377.0</c:v>
                </c:pt>
                <c:pt idx="377">
                  <c:v>378.0</c:v>
                </c:pt>
                <c:pt idx="378">
                  <c:v>379.0</c:v>
                </c:pt>
                <c:pt idx="379">
                  <c:v>380.0</c:v>
                </c:pt>
                <c:pt idx="380">
                  <c:v>381.0</c:v>
                </c:pt>
                <c:pt idx="381">
                  <c:v>382.0</c:v>
                </c:pt>
                <c:pt idx="382">
                  <c:v>383.0</c:v>
                </c:pt>
                <c:pt idx="383">
                  <c:v>384.0</c:v>
                </c:pt>
                <c:pt idx="384">
                  <c:v>385.0</c:v>
                </c:pt>
                <c:pt idx="385">
                  <c:v>386.0</c:v>
                </c:pt>
                <c:pt idx="386">
                  <c:v>387.0</c:v>
                </c:pt>
                <c:pt idx="387">
                  <c:v>388.0</c:v>
                </c:pt>
                <c:pt idx="388">
                  <c:v>389.0</c:v>
                </c:pt>
                <c:pt idx="389">
                  <c:v>390.0</c:v>
                </c:pt>
                <c:pt idx="390">
                  <c:v>391.0</c:v>
                </c:pt>
                <c:pt idx="391">
                  <c:v>392.0</c:v>
                </c:pt>
                <c:pt idx="392">
                  <c:v>393.0</c:v>
                </c:pt>
                <c:pt idx="393">
                  <c:v>394.0</c:v>
                </c:pt>
                <c:pt idx="394">
                  <c:v>395.0</c:v>
                </c:pt>
                <c:pt idx="395">
                  <c:v>396.0</c:v>
                </c:pt>
                <c:pt idx="396">
                  <c:v>397.0</c:v>
                </c:pt>
                <c:pt idx="397">
                  <c:v>398.0</c:v>
                </c:pt>
                <c:pt idx="398">
                  <c:v>399.0</c:v>
                </c:pt>
                <c:pt idx="399">
                  <c:v>400.0</c:v>
                </c:pt>
                <c:pt idx="400">
                  <c:v>401.0</c:v>
                </c:pt>
                <c:pt idx="401">
                  <c:v>402.0</c:v>
                </c:pt>
                <c:pt idx="402">
                  <c:v>403.0</c:v>
                </c:pt>
                <c:pt idx="403">
                  <c:v>404.0</c:v>
                </c:pt>
                <c:pt idx="404">
                  <c:v>405.0</c:v>
                </c:pt>
                <c:pt idx="405">
                  <c:v>406.0</c:v>
                </c:pt>
                <c:pt idx="406">
                  <c:v>407.0</c:v>
                </c:pt>
                <c:pt idx="407">
                  <c:v>408.0</c:v>
                </c:pt>
                <c:pt idx="408">
                  <c:v>409.0</c:v>
                </c:pt>
                <c:pt idx="409">
                  <c:v>410.0</c:v>
                </c:pt>
                <c:pt idx="410">
                  <c:v>411.0</c:v>
                </c:pt>
                <c:pt idx="411">
                  <c:v>412.0</c:v>
                </c:pt>
                <c:pt idx="412">
                  <c:v>413.0</c:v>
                </c:pt>
                <c:pt idx="413">
                  <c:v>414.0</c:v>
                </c:pt>
                <c:pt idx="414">
                  <c:v>415.0</c:v>
                </c:pt>
                <c:pt idx="415">
                  <c:v>416.0</c:v>
                </c:pt>
                <c:pt idx="416">
                  <c:v>417.0</c:v>
                </c:pt>
                <c:pt idx="417">
                  <c:v>418.0</c:v>
                </c:pt>
                <c:pt idx="418">
                  <c:v>419.0</c:v>
                </c:pt>
                <c:pt idx="419">
                  <c:v>420.0</c:v>
                </c:pt>
                <c:pt idx="420">
                  <c:v>421.0</c:v>
                </c:pt>
                <c:pt idx="421">
                  <c:v>422.0</c:v>
                </c:pt>
                <c:pt idx="422">
                  <c:v>423.0</c:v>
                </c:pt>
                <c:pt idx="423">
                  <c:v>424.0</c:v>
                </c:pt>
                <c:pt idx="424">
                  <c:v>425.0</c:v>
                </c:pt>
                <c:pt idx="425">
                  <c:v>426.0</c:v>
                </c:pt>
                <c:pt idx="426">
                  <c:v>427.0</c:v>
                </c:pt>
                <c:pt idx="427">
                  <c:v>428.0</c:v>
                </c:pt>
                <c:pt idx="428">
                  <c:v>429.0</c:v>
                </c:pt>
                <c:pt idx="429">
                  <c:v>430.0</c:v>
                </c:pt>
                <c:pt idx="430">
                  <c:v>431.0</c:v>
                </c:pt>
                <c:pt idx="431">
                  <c:v>432.0</c:v>
                </c:pt>
                <c:pt idx="432">
                  <c:v>433.0</c:v>
                </c:pt>
                <c:pt idx="433">
                  <c:v>434.0</c:v>
                </c:pt>
                <c:pt idx="434">
                  <c:v>435.0</c:v>
                </c:pt>
                <c:pt idx="435">
                  <c:v>436.0</c:v>
                </c:pt>
                <c:pt idx="436">
                  <c:v>437.0</c:v>
                </c:pt>
                <c:pt idx="437">
                  <c:v>438.0</c:v>
                </c:pt>
                <c:pt idx="438">
                  <c:v>439.0</c:v>
                </c:pt>
                <c:pt idx="439">
                  <c:v>440.0</c:v>
                </c:pt>
                <c:pt idx="440">
                  <c:v>441.0</c:v>
                </c:pt>
                <c:pt idx="441">
                  <c:v>442.0</c:v>
                </c:pt>
                <c:pt idx="442">
                  <c:v>443.0</c:v>
                </c:pt>
                <c:pt idx="443">
                  <c:v>444.0</c:v>
                </c:pt>
                <c:pt idx="444">
                  <c:v>445.0</c:v>
                </c:pt>
                <c:pt idx="445">
                  <c:v>446.0</c:v>
                </c:pt>
                <c:pt idx="446">
                  <c:v>447.0</c:v>
                </c:pt>
                <c:pt idx="447">
                  <c:v>448.0</c:v>
                </c:pt>
                <c:pt idx="448">
                  <c:v>449.0</c:v>
                </c:pt>
                <c:pt idx="449">
                  <c:v>450.0</c:v>
                </c:pt>
                <c:pt idx="450">
                  <c:v>451.0</c:v>
                </c:pt>
                <c:pt idx="451">
                  <c:v>452.0</c:v>
                </c:pt>
                <c:pt idx="452">
                  <c:v>453.0</c:v>
                </c:pt>
                <c:pt idx="453">
                  <c:v>454.0</c:v>
                </c:pt>
                <c:pt idx="454">
                  <c:v>455.0</c:v>
                </c:pt>
                <c:pt idx="455">
                  <c:v>456.0</c:v>
                </c:pt>
                <c:pt idx="456">
                  <c:v>457.0</c:v>
                </c:pt>
                <c:pt idx="457">
                  <c:v>458.0</c:v>
                </c:pt>
                <c:pt idx="458">
                  <c:v>459.0</c:v>
                </c:pt>
                <c:pt idx="459">
                  <c:v>460.0</c:v>
                </c:pt>
                <c:pt idx="460">
                  <c:v>461.0</c:v>
                </c:pt>
                <c:pt idx="461">
                  <c:v>462.0</c:v>
                </c:pt>
                <c:pt idx="462">
                  <c:v>463.0</c:v>
                </c:pt>
                <c:pt idx="463">
                  <c:v>464.0</c:v>
                </c:pt>
                <c:pt idx="464">
                  <c:v>465.0</c:v>
                </c:pt>
                <c:pt idx="465">
                  <c:v>466.0</c:v>
                </c:pt>
                <c:pt idx="466">
                  <c:v>467.0</c:v>
                </c:pt>
                <c:pt idx="467">
                  <c:v>468.0</c:v>
                </c:pt>
                <c:pt idx="468">
                  <c:v>469.0</c:v>
                </c:pt>
                <c:pt idx="469">
                  <c:v>470.0</c:v>
                </c:pt>
                <c:pt idx="470">
                  <c:v>471.0</c:v>
                </c:pt>
                <c:pt idx="471">
                  <c:v>472.0</c:v>
                </c:pt>
                <c:pt idx="472">
                  <c:v>473.0</c:v>
                </c:pt>
                <c:pt idx="473">
                  <c:v>474.0</c:v>
                </c:pt>
                <c:pt idx="474">
                  <c:v>475.0</c:v>
                </c:pt>
                <c:pt idx="475">
                  <c:v>476.0</c:v>
                </c:pt>
                <c:pt idx="476">
                  <c:v>477.0</c:v>
                </c:pt>
                <c:pt idx="477">
                  <c:v>478.0</c:v>
                </c:pt>
                <c:pt idx="478">
                  <c:v>479.0</c:v>
                </c:pt>
                <c:pt idx="479">
                  <c:v>480.0</c:v>
                </c:pt>
                <c:pt idx="480">
                  <c:v>481.0</c:v>
                </c:pt>
                <c:pt idx="481">
                  <c:v>482.0</c:v>
                </c:pt>
                <c:pt idx="482">
                  <c:v>483.0</c:v>
                </c:pt>
                <c:pt idx="483">
                  <c:v>484.0</c:v>
                </c:pt>
                <c:pt idx="484">
                  <c:v>485.0</c:v>
                </c:pt>
                <c:pt idx="485">
                  <c:v>486.0</c:v>
                </c:pt>
                <c:pt idx="486">
                  <c:v>487.0</c:v>
                </c:pt>
                <c:pt idx="487">
                  <c:v>488.0</c:v>
                </c:pt>
                <c:pt idx="488">
                  <c:v>489.0</c:v>
                </c:pt>
                <c:pt idx="489">
                  <c:v>490.0</c:v>
                </c:pt>
                <c:pt idx="490">
                  <c:v>491.0</c:v>
                </c:pt>
                <c:pt idx="491">
                  <c:v>492.0</c:v>
                </c:pt>
                <c:pt idx="492">
                  <c:v>493.0</c:v>
                </c:pt>
                <c:pt idx="493">
                  <c:v>494.0</c:v>
                </c:pt>
                <c:pt idx="494">
                  <c:v>495.0</c:v>
                </c:pt>
                <c:pt idx="495">
                  <c:v>496.0</c:v>
                </c:pt>
                <c:pt idx="496">
                  <c:v>497.0</c:v>
                </c:pt>
                <c:pt idx="497">
                  <c:v>498.0</c:v>
                </c:pt>
                <c:pt idx="498">
                  <c:v>499.0</c:v>
                </c:pt>
                <c:pt idx="499">
                  <c:v>500.0</c:v>
                </c:pt>
                <c:pt idx="500">
                  <c:v>501.0</c:v>
                </c:pt>
                <c:pt idx="501">
                  <c:v>502.0</c:v>
                </c:pt>
                <c:pt idx="502">
                  <c:v>503.0</c:v>
                </c:pt>
                <c:pt idx="503">
                  <c:v>504.0</c:v>
                </c:pt>
                <c:pt idx="504">
                  <c:v>505.0</c:v>
                </c:pt>
                <c:pt idx="505">
                  <c:v>506.0</c:v>
                </c:pt>
                <c:pt idx="506">
                  <c:v>507.0</c:v>
                </c:pt>
                <c:pt idx="507">
                  <c:v>508.0</c:v>
                </c:pt>
                <c:pt idx="508">
                  <c:v>509.0</c:v>
                </c:pt>
                <c:pt idx="509">
                  <c:v>510.0</c:v>
                </c:pt>
                <c:pt idx="510">
                  <c:v>511.0</c:v>
                </c:pt>
                <c:pt idx="511">
                  <c:v>512.0</c:v>
                </c:pt>
                <c:pt idx="512">
                  <c:v>513.0</c:v>
                </c:pt>
                <c:pt idx="513">
                  <c:v>514.0</c:v>
                </c:pt>
                <c:pt idx="514">
                  <c:v>515.0</c:v>
                </c:pt>
                <c:pt idx="515">
                  <c:v>516.0</c:v>
                </c:pt>
                <c:pt idx="516">
                  <c:v>517.0</c:v>
                </c:pt>
                <c:pt idx="517">
                  <c:v>518.0</c:v>
                </c:pt>
                <c:pt idx="518">
                  <c:v>519.0</c:v>
                </c:pt>
                <c:pt idx="519">
                  <c:v>520.0</c:v>
                </c:pt>
                <c:pt idx="520">
                  <c:v>521.0</c:v>
                </c:pt>
                <c:pt idx="521">
                  <c:v>522.0</c:v>
                </c:pt>
                <c:pt idx="522">
                  <c:v>523.0</c:v>
                </c:pt>
                <c:pt idx="523">
                  <c:v>524.0</c:v>
                </c:pt>
                <c:pt idx="524">
                  <c:v>525.0</c:v>
                </c:pt>
                <c:pt idx="525">
                  <c:v>526.0</c:v>
                </c:pt>
                <c:pt idx="526">
                  <c:v>527.0</c:v>
                </c:pt>
                <c:pt idx="527">
                  <c:v>528.0</c:v>
                </c:pt>
                <c:pt idx="528">
                  <c:v>529.0</c:v>
                </c:pt>
                <c:pt idx="529">
                  <c:v>530.0</c:v>
                </c:pt>
                <c:pt idx="530">
                  <c:v>531.0</c:v>
                </c:pt>
                <c:pt idx="531">
                  <c:v>532.0</c:v>
                </c:pt>
                <c:pt idx="532">
                  <c:v>533.0</c:v>
                </c:pt>
                <c:pt idx="533">
                  <c:v>534.0</c:v>
                </c:pt>
                <c:pt idx="534">
                  <c:v>535.0</c:v>
                </c:pt>
                <c:pt idx="535">
                  <c:v>536.0</c:v>
                </c:pt>
                <c:pt idx="536">
                  <c:v>537.0</c:v>
                </c:pt>
                <c:pt idx="537">
                  <c:v>538.0</c:v>
                </c:pt>
                <c:pt idx="538">
                  <c:v>539.0</c:v>
                </c:pt>
                <c:pt idx="539">
                  <c:v>540.0</c:v>
                </c:pt>
                <c:pt idx="540">
                  <c:v>541.0</c:v>
                </c:pt>
                <c:pt idx="541">
                  <c:v>542.0</c:v>
                </c:pt>
                <c:pt idx="542">
                  <c:v>543.0</c:v>
                </c:pt>
                <c:pt idx="543">
                  <c:v>544.0</c:v>
                </c:pt>
                <c:pt idx="544">
                  <c:v>545.0</c:v>
                </c:pt>
                <c:pt idx="545">
                  <c:v>546.0</c:v>
                </c:pt>
                <c:pt idx="546">
                  <c:v>547.0</c:v>
                </c:pt>
                <c:pt idx="547">
                  <c:v>548.0</c:v>
                </c:pt>
                <c:pt idx="548">
                  <c:v>549.0</c:v>
                </c:pt>
                <c:pt idx="549">
                  <c:v>550.0</c:v>
                </c:pt>
                <c:pt idx="550">
                  <c:v>551.0</c:v>
                </c:pt>
                <c:pt idx="551">
                  <c:v>552.0</c:v>
                </c:pt>
                <c:pt idx="552">
                  <c:v>553.0</c:v>
                </c:pt>
                <c:pt idx="553">
                  <c:v>554.0</c:v>
                </c:pt>
                <c:pt idx="554">
                  <c:v>555.0</c:v>
                </c:pt>
                <c:pt idx="555">
                  <c:v>556.0</c:v>
                </c:pt>
                <c:pt idx="556">
                  <c:v>557.0</c:v>
                </c:pt>
                <c:pt idx="557">
                  <c:v>558.0</c:v>
                </c:pt>
                <c:pt idx="558">
                  <c:v>559.0</c:v>
                </c:pt>
                <c:pt idx="559">
                  <c:v>560.0</c:v>
                </c:pt>
                <c:pt idx="560">
                  <c:v>561.0</c:v>
                </c:pt>
                <c:pt idx="561">
                  <c:v>562.0</c:v>
                </c:pt>
                <c:pt idx="562">
                  <c:v>563.0</c:v>
                </c:pt>
                <c:pt idx="563">
                  <c:v>564.0</c:v>
                </c:pt>
                <c:pt idx="564">
                  <c:v>565.0</c:v>
                </c:pt>
                <c:pt idx="565">
                  <c:v>566.0</c:v>
                </c:pt>
                <c:pt idx="566">
                  <c:v>567.0</c:v>
                </c:pt>
                <c:pt idx="567">
                  <c:v>568.0</c:v>
                </c:pt>
                <c:pt idx="568">
                  <c:v>569.0</c:v>
                </c:pt>
                <c:pt idx="569">
                  <c:v>570.0</c:v>
                </c:pt>
                <c:pt idx="570">
                  <c:v>571.0</c:v>
                </c:pt>
                <c:pt idx="571">
                  <c:v>572.0</c:v>
                </c:pt>
                <c:pt idx="572">
                  <c:v>573.0</c:v>
                </c:pt>
                <c:pt idx="573">
                  <c:v>574.0</c:v>
                </c:pt>
                <c:pt idx="574">
                  <c:v>575.0</c:v>
                </c:pt>
                <c:pt idx="575">
                  <c:v>576.0</c:v>
                </c:pt>
                <c:pt idx="576">
                  <c:v>577.0</c:v>
                </c:pt>
                <c:pt idx="577">
                  <c:v>578.0</c:v>
                </c:pt>
                <c:pt idx="578">
                  <c:v>579.0</c:v>
                </c:pt>
                <c:pt idx="579">
                  <c:v>580.0</c:v>
                </c:pt>
                <c:pt idx="580">
                  <c:v>581.0</c:v>
                </c:pt>
                <c:pt idx="581">
                  <c:v>582.0</c:v>
                </c:pt>
                <c:pt idx="582">
                  <c:v>583.0</c:v>
                </c:pt>
                <c:pt idx="583">
                  <c:v>584.0</c:v>
                </c:pt>
                <c:pt idx="584">
                  <c:v>585.0</c:v>
                </c:pt>
                <c:pt idx="585">
                  <c:v>586.0</c:v>
                </c:pt>
                <c:pt idx="586">
                  <c:v>587.0</c:v>
                </c:pt>
                <c:pt idx="587">
                  <c:v>588.0</c:v>
                </c:pt>
                <c:pt idx="588">
                  <c:v>589.0</c:v>
                </c:pt>
                <c:pt idx="589">
                  <c:v>590.0</c:v>
                </c:pt>
                <c:pt idx="590">
                  <c:v>591.0</c:v>
                </c:pt>
                <c:pt idx="591">
                  <c:v>592.0</c:v>
                </c:pt>
                <c:pt idx="592">
                  <c:v>593.0</c:v>
                </c:pt>
                <c:pt idx="593">
                  <c:v>594.0</c:v>
                </c:pt>
                <c:pt idx="594">
                  <c:v>595.0</c:v>
                </c:pt>
                <c:pt idx="595">
                  <c:v>596.0</c:v>
                </c:pt>
                <c:pt idx="596">
                  <c:v>597.0</c:v>
                </c:pt>
                <c:pt idx="597">
                  <c:v>598.0</c:v>
                </c:pt>
                <c:pt idx="598">
                  <c:v>599.0</c:v>
                </c:pt>
                <c:pt idx="599">
                  <c:v>600.0</c:v>
                </c:pt>
                <c:pt idx="600">
                  <c:v>601.0</c:v>
                </c:pt>
                <c:pt idx="601">
                  <c:v>602.0</c:v>
                </c:pt>
                <c:pt idx="602">
                  <c:v>603.0</c:v>
                </c:pt>
                <c:pt idx="603">
                  <c:v>604.0</c:v>
                </c:pt>
                <c:pt idx="604">
                  <c:v>605.0</c:v>
                </c:pt>
                <c:pt idx="605">
                  <c:v>606.0</c:v>
                </c:pt>
                <c:pt idx="606">
                  <c:v>607.0</c:v>
                </c:pt>
                <c:pt idx="607">
                  <c:v>608.0</c:v>
                </c:pt>
                <c:pt idx="608">
                  <c:v>609.0</c:v>
                </c:pt>
                <c:pt idx="609">
                  <c:v>610.0</c:v>
                </c:pt>
                <c:pt idx="610">
                  <c:v>611.0</c:v>
                </c:pt>
                <c:pt idx="611">
                  <c:v>612.0</c:v>
                </c:pt>
                <c:pt idx="612">
                  <c:v>613.0</c:v>
                </c:pt>
                <c:pt idx="613">
                  <c:v>614.0</c:v>
                </c:pt>
                <c:pt idx="614">
                  <c:v>615.0</c:v>
                </c:pt>
                <c:pt idx="615">
                  <c:v>616.0</c:v>
                </c:pt>
                <c:pt idx="616">
                  <c:v>617.0</c:v>
                </c:pt>
                <c:pt idx="617">
                  <c:v>618.0</c:v>
                </c:pt>
                <c:pt idx="618">
                  <c:v>619.0</c:v>
                </c:pt>
                <c:pt idx="619">
                  <c:v>620.0</c:v>
                </c:pt>
                <c:pt idx="620">
                  <c:v>621.0</c:v>
                </c:pt>
                <c:pt idx="621">
                  <c:v>622.0</c:v>
                </c:pt>
                <c:pt idx="622">
                  <c:v>623.0</c:v>
                </c:pt>
                <c:pt idx="623">
                  <c:v>624.0</c:v>
                </c:pt>
                <c:pt idx="624">
                  <c:v>625.0</c:v>
                </c:pt>
                <c:pt idx="625">
                  <c:v>626.0</c:v>
                </c:pt>
                <c:pt idx="626">
                  <c:v>627.0</c:v>
                </c:pt>
                <c:pt idx="627">
                  <c:v>628.0</c:v>
                </c:pt>
                <c:pt idx="628">
                  <c:v>629.0</c:v>
                </c:pt>
                <c:pt idx="629">
                  <c:v>630.0</c:v>
                </c:pt>
                <c:pt idx="630">
                  <c:v>631.0</c:v>
                </c:pt>
                <c:pt idx="631">
                  <c:v>632.0</c:v>
                </c:pt>
                <c:pt idx="632">
                  <c:v>633.0</c:v>
                </c:pt>
                <c:pt idx="633">
                  <c:v>634.0</c:v>
                </c:pt>
                <c:pt idx="634">
                  <c:v>635.0</c:v>
                </c:pt>
                <c:pt idx="635">
                  <c:v>636.0</c:v>
                </c:pt>
                <c:pt idx="636">
                  <c:v>637.0</c:v>
                </c:pt>
                <c:pt idx="637">
                  <c:v>638.0</c:v>
                </c:pt>
                <c:pt idx="638">
                  <c:v>639.0</c:v>
                </c:pt>
                <c:pt idx="639">
                  <c:v>640.0</c:v>
                </c:pt>
                <c:pt idx="640">
                  <c:v>641.0</c:v>
                </c:pt>
                <c:pt idx="641">
                  <c:v>642.0</c:v>
                </c:pt>
                <c:pt idx="642">
                  <c:v>643.0</c:v>
                </c:pt>
                <c:pt idx="643">
                  <c:v>644.0</c:v>
                </c:pt>
                <c:pt idx="644">
                  <c:v>645.0</c:v>
                </c:pt>
                <c:pt idx="645">
                  <c:v>646.0</c:v>
                </c:pt>
                <c:pt idx="646">
                  <c:v>647.0</c:v>
                </c:pt>
                <c:pt idx="647">
                  <c:v>648.0</c:v>
                </c:pt>
                <c:pt idx="648">
                  <c:v>649.0</c:v>
                </c:pt>
                <c:pt idx="649">
                  <c:v>650.0</c:v>
                </c:pt>
                <c:pt idx="650">
                  <c:v>651.0</c:v>
                </c:pt>
                <c:pt idx="651">
                  <c:v>652.0</c:v>
                </c:pt>
                <c:pt idx="652">
                  <c:v>653.0</c:v>
                </c:pt>
                <c:pt idx="653">
                  <c:v>654.0</c:v>
                </c:pt>
                <c:pt idx="654">
                  <c:v>655.0</c:v>
                </c:pt>
                <c:pt idx="655">
                  <c:v>656.0</c:v>
                </c:pt>
                <c:pt idx="656">
                  <c:v>657.0</c:v>
                </c:pt>
                <c:pt idx="657">
                  <c:v>658.0</c:v>
                </c:pt>
                <c:pt idx="658">
                  <c:v>659.0</c:v>
                </c:pt>
                <c:pt idx="659">
                  <c:v>660.0</c:v>
                </c:pt>
                <c:pt idx="660">
                  <c:v>661.0</c:v>
                </c:pt>
                <c:pt idx="661">
                  <c:v>662.0</c:v>
                </c:pt>
                <c:pt idx="662">
                  <c:v>663.0</c:v>
                </c:pt>
                <c:pt idx="663">
                  <c:v>664.0</c:v>
                </c:pt>
                <c:pt idx="664">
                  <c:v>665.0</c:v>
                </c:pt>
                <c:pt idx="665">
                  <c:v>666.0</c:v>
                </c:pt>
                <c:pt idx="666">
                  <c:v>667.0</c:v>
                </c:pt>
                <c:pt idx="667">
                  <c:v>668.0</c:v>
                </c:pt>
                <c:pt idx="668">
                  <c:v>669.0</c:v>
                </c:pt>
                <c:pt idx="669">
                  <c:v>670.0</c:v>
                </c:pt>
                <c:pt idx="670">
                  <c:v>671.0</c:v>
                </c:pt>
                <c:pt idx="671">
                  <c:v>672.0</c:v>
                </c:pt>
                <c:pt idx="672">
                  <c:v>673.0</c:v>
                </c:pt>
                <c:pt idx="673">
                  <c:v>674.0</c:v>
                </c:pt>
                <c:pt idx="674">
                  <c:v>675.0</c:v>
                </c:pt>
                <c:pt idx="675">
                  <c:v>676.0</c:v>
                </c:pt>
                <c:pt idx="676">
                  <c:v>677.0</c:v>
                </c:pt>
                <c:pt idx="677">
                  <c:v>678.0</c:v>
                </c:pt>
                <c:pt idx="678">
                  <c:v>679.0</c:v>
                </c:pt>
                <c:pt idx="679">
                  <c:v>680.0</c:v>
                </c:pt>
                <c:pt idx="680">
                  <c:v>681.0</c:v>
                </c:pt>
                <c:pt idx="681">
                  <c:v>682.0</c:v>
                </c:pt>
                <c:pt idx="682">
                  <c:v>683.0</c:v>
                </c:pt>
                <c:pt idx="683">
                  <c:v>684.0</c:v>
                </c:pt>
                <c:pt idx="684">
                  <c:v>685.0</c:v>
                </c:pt>
                <c:pt idx="685">
                  <c:v>686.0</c:v>
                </c:pt>
                <c:pt idx="686">
                  <c:v>687.0</c:v>
                </c:pt>
                <c:pt idx="687">
                  <c:v>688.0</c:v>
                </c:pt>
                <c:pt idx="688">
                  <c:v>689.0</c:v>
                </c:pt>
                <c:pt idx="689">
                  <c:v>690.0</c:v>
                </c:pt>
                <c:pt idx="690">
                  <c:v>691.0</c:v>
                </c:pt>
                <c:pt idx="691">
                  <c:v>692.0</c:v>
                </c:pt>
                <c:pt idx="692">
                  <c:v>693.0</c:v>
                </c:pt>
                <c:pt idx="693">
                  <c:v>694.0</c:v>
                </c:pt>
                <c:pt idx="694">
                  <c:v>695.0</c:v>
                </c:pt>
                <c:pt idx="695">
                  <c:v>696.0</c:v>
                </c:pt>
                <c:pt idx="696">
                  <c:v>697.0</c:v>
                </c:pt>
                <c:pt idx="697">
                  <c:v>698.0</c:v>
                </c:pt>
                <c:pt idx="698">
                  <c:v>699.0</c:v>
                </c:pt>
                <c:pt idx="699">
                  <c:v>700.0</c:v>
                </c:pt>
                <c:pt idx="700">
                  <c:v>701.0</c:v>
                </c:pt>
                <c:pt idx="701">
                  <c:v>702.0</c:v>
                </c:pt>
                <c:pt idx="702">
                  <c:v>703.0</c:v>
                </c:pt>
                <c:pt idx="703">
                  <c:v>704.0</c:v>
                </c:pt>
                <c:pt idx="704">
                  <c:v>705.0</c:v>
                </c:pt>
                <c:pt idx="705">
                  <c:v>706.0</c:v>
                </c:pt>
                <c:pt idx="706">
                  <c:v>707.0</c:v>
                </c:pt>
                <c:pt idx="707">
                  <c:v>708.0</c:v>
                </c:pt>
                <c:pt idx="708">
                  <c:v>709.0</c:v>
                </c:pt>
                <c:pt idx="709">
                  <c:v>710.0</c:v>
                </c:pt>
                <c:pt idx="710">
                  <c:v>711.0</c:v>
                </c:pt>
                <c:pt idx="711">
                  <c:v>712.0</c:v>
                </c:pt>
                <c:pt idx="712">
                  <c:v>713.0</c:v>
                </c:pt>
                <c:pt idx="713">
                  <c:v>714.0</c:v>
                </c:pt>
                <c:pt idx="714">
                  <c:v>715.0</c:v>
                </c:pt>
                <c:pt idx="715">
                  <c:v>716.0</c:v>
                </c:pt>
                <c:pt idx="716">
                  <c:v>717.0</c:v>
                </c:pt>
                <c:pt idx="717">
                  <c:v>718.0</c:v>
                </c:pt>
                <c:pt idx="718">
                  <c:v>719.0</c:v>
                </c:pt>
                <c:pt idx="719">
                  <c:v>720.0</c:v>
                </c:pt>
                <c:pt idx="720">
                  <c:v>721.0</c:v>
                </c:pt>
                <c:pt idx="721">
                  <c:v>722.0</c:v>
                </c:pt>
                <c:pt idx="722">
                  <c:v>723.0</c:v>
                </c:pt>
                <c:pt idx="723">
                  <c:v>724.0</c:v>
                </c:pt>
                <c:pt idx="724">
                  <c:v>725.0</c:v>
                </c:pt>
                <c:pt idx="725">
                  <c:v>726.0</c:v>
                </c:pt>
                <c:pt idx="726">
                  <c:v>727.0</c:v>
                </c:pt>
                <c:pt idx="727">
                  <c:v>728.0</c:v>
                </c:pt>
                <c:pt idx="728">
                  <c:v>729.0</c:v>
                </c:pt>
                <c:pt idx="729">
                  <c:v>730.0</c:v>
                </c:pt>
                <c:pt idx="730">
                  <c:v>731.0</c:v>
                </c:pt>
                <c:pt idx="731">
                  <c:v>732.0</c:v>
                </c:pt>
                <c:pt idx="732">
                  <c:v>733.0</c:v>
                </c:pt>
                <c:pt idx="733">
                  <c:v>734.0</c:v>
                </c:pt>
                <c:pt idx="734">
                  <c:v>735.0</c:v>
                </c:pt>
                <c:pt idx="735">
                  <c:v>736.0</c:v>
                </c:pt>
                <c:pt idx="736">
                  <c:v>737.0</c:v>
                </c:pt>
                <c:pt idx="737">
                  <c:v>738.0</c:v>
                </c:pt>
                <c:pt idx="738">
                  <c:v>739.0</c:v>
                </c:pt>
                <c:pt idx="739">
                  <c:v>740.0</c:v>
                </c:pt>
                <c:pt idx="740">
                  <c:v>741.0</c:v>
                </c:pt>
                <c:pt idx="741">
                  <c:v>742.0</c:v>
                </c:pt>
                <c:pt idx="742">
                  <c:v>743.0</c:v>
                </c:pt>
                <c:pt idx="743">
                  <c:v>744.0</c:v>
                </c:pt>
                <c:pt idx="744">
                  <c:v>745.0</c:v>
                </c:pt>
                <c:pt idx="745">
                  <c:v>746.0</c:v>
                </c:pt>
                <c:pt idx="746">
                  <c:v>747.0</c:v>
                </c:pt>
                <c:pt idx="747">
                  <c:v>748.0</c:v>
                </c:pt>
                <c:pt idx="748">
                  <c:v>749.0</c:v>
                </c:pt>
                <c:pt idx="749">
                  <c:v>750.0</c:v>
                </c:pt>
                <c:pt idx="750">
                  <c:v>751.0</c:v>
                </c:pt>
                <c:pt idx="751">
                  <c:v>752.0</c:v>
                </c:pt>
                <c:pt idx="752">
                  <c:v>753.0</c:v>
                </c:pt>
                <c:pt idx="753">
                  <c:v>754.0</c:v>
                </c:pt>
                <c:pt idx="754">
                  <c:v>755.0</c:v>
                </c:pt>
                <c:pt idx="755">
                  <c:v>756.0</c:v>
                </c:pt>
                <c:pt idx="756">
                  <c:v>757.0</c:v>
                </c:pt>
                <c:pt idx="757">
                  <c:v>758.0</c:v>
                </c:pt>
                <c:pt idx="758">
                  <c:v>759.0</c:v>
                </c:pt>
                <c:pt idx="759">
                  <c:v>760.0</c:v>
                </c:pt>
                <c:pt idx="760">
                  <c:v>761.0</c:v>
                </c:pt>
                <c:pt idx="761">
                  <c:v>762.0</c:v>
                </c:pt>
                <c:pt idx="762">
                  <c:v>763.0</c:v>
                </c:pt>
                <c:pt idx="763">
                  <c:v>764.0</c:v>
                </c:pt>
                <c:pt idx="764">
                  <c:v>765.0</c:v>
                </c:pt>
                <c:pt idx="765">
                  <c:v>766.0</c:v>
                </c:pt>
                <c:pt idx="766">
                  <c:v>767.0</c:v>
                </c:pt>
                <c:pt idx="767">
                  <c:v>768.0</c:v>
                </c:pt>
                <c:pt idx="768">
                  <c:v>769.0</c:v>
                </c:pt>
                <c:pt idx="769">
                  <c:v>770.0</c:v>
                </c:pt>
                <c:pt idx="770">
                  <c:v>771.0</c:v>
                </c:pt>
                <c:pt idx="771">
                  <c:v>772.0</c:v>
                </c:pt>
                <c:pt idx="772">
                  <c:v>773.0</c:v>
                </c:pt>
                <c:pt idx="773">
                  <c:v>774.0</c:v>
                </c:pt>
                <c:pt idx="774">
                  <c:v>775.0</c:v>
                </c:pt>
                <c:pt idx="775">
                  <c:v>776.0</c:v>
                </c:pt>
                <c:pt idx="776">
                  <c:v>777.0</c:v>
                </c:pt>
                <c:pt idx="777">
                  <c:v>778.0</c:v>
                </c:pt>
                <c:pt idx="778">
                  <c:v>779.0</c:v>
                </c:pt>
                <c:pt idx="779">
                  <c:v>780.0</c:v>
                </c:pt>
                <c:pt idx="780">
                  <c:v>781.0</c:v>
                </c:pt>
                <c:pt idx="781">
                  <c:v>782.0</c:v>
                </c:pt>
                <c:pt idx="782">
                  <c:v>783.0</c:v>
                </c:pt>
                <c:pt idx="783">
                  <c:v>784.0</c:v>
                </c:pt>
                <c:pt idx="784">
                  <c:v>785.0</c:v>
                </c:pt>
                <c:pt idx="785">
                  <c:v>786.0</c:v>
                </c:pt>
                <c:pt idx="786">
                  <c:v>787.0</c:v>
                </c:pt>
                <c:pt idx="787">
                  <c:v>788.0</c:v>
                </c:pt>
                <c:pt idx="788">
                  <c:v>789.0</c:v>
                </c:pt>
                <c:pt idx="789">
                  <c:v>790.0</c:v>
                </c:pt>
                <c:pt idx="790">
                  <c:v>791.0</c:v>
                </c:pt>
                <c:pt idx="791">
                  <c:v>792.0</c:v>
                </c:pt>
                <c:pt idx="792">
                  <c:v>793.0</c:v>
                </c:pt>
                <c:pt idx="793">
                  <c:v>794.0</c:v>
                </c:pt>
                <c:pt idx="794">
                  <c:v>795.0</c:v>
                </c:pt>
                <c:pt idx="795">
                  <c:v>796.0</c:v>
                </c:pt>
                <c:pt idx="796">
                  <c:v>797.0</c:v>
                </c:pt>
                <c:pt idx="797">
                  <c:v>798.0</c:v>
                </c:pt>
                <c:pt idx="798">
                  <c:v>799.0</c:v>
                </c:pt>
                <c:pt idx="799">
                  <c:v>800.0</c:v>
                </c:pt>
                <c:pt idx="800">
                  <c:v>801.0</c:v>
                </c:pt>
                <c:pt idx="801">
                  <c:v>802.0</c:v>
                </c:pt>
                <c:pt idx="802">
                  <c:v>803.0</c:v>
                </c:pt>
                <c:pt idx="803">
                  <c:v>804.0</c:v>
                </c:pt>
                <c:pt idx="804">
                  <c:v>805.0</c:v>
                </c:pt>
                <c:pt idx="805">
                  <c:v>806.0</c:v>
                </c:pt>
                <c:pt idx="806">
                  <c:v>807.0</c:v>
                </c:pt>
                <c:pt idx="807">
                  <c:v>808.0</c:v>
                </c:pt>
                <c:pt idx="808">
                  <c:v>809.0</c:v>
                </c:pt>
                <c:pt idx="809">
                  <c:v>810.0</c:v>
                </c:pt>
                <c:pt idx="810">
                  <c:v>811.0</c:v>
                </c:pt>
                <c:pt idx="811">
                  <c:v>812.0</c:v>
                </c:pt>
                <c:pt idx="812">
                  <c:v>813.0</c:v>
                </c:pt>
                <c:pt idx="813">
                  <c:v>814.0</c:v>
                </c:pt>
                <c:pt idx="814">
                  <c:v>815.0</c:v>
                </c:pt>
                <c:pt idx="815">
                  <c:v>816.0</c:v>
                </c:pt>
                <c:pt idx="816">
                  <c:v>817.0</c:v>
                </c:pt>
                <c:pt idx="817">
                  <c:v>818.0</c:v>
                </c:pt>
                <c:pt idx="818">
                  <c:v>819.0</c:v>
                </c:pt>
                <c:pt idx="819">
                  <c:v>820.0</c:v>
                </c:pt>
                <c:pt idx="820">
                  <c:v>821.0</c:v>
                </c:pt>
                <c:pt idx="821">
                  <c:v>822.0</c:v>
                </c:pt>
                <c:pt idx="822">
                  <c:v>823.0</c:v>
                </c:pt>
                <c:pt idx="823">
                  <c:v>824.0</c:v>
                </c:pt>
                <c:pt idx="824">
                  <c:v>825.0</c:v>
                </c:pt>
                <c:pt idx="825">
                  <c:v>826.0</c:v>
                </c:pt>
                <c:pt idx="826">
                  <c:v>827.0</c:v>
                </c:pt>
                <c:pt idx="827">
                  <c:v>828.0</c:v>
                </c:pt>
                <c:pt idx="828">
                  <c:v>829.0</c:v>
                </c:pt>
                <c:pt idx="829">
                  <c:v>830.0</c:v>
                </c:pt>
                <c:pt idx="830">
                  <c:v>831.0</c:v>
                </c:pt>
                <c:pt idx="831">
                  <c:v>832.0</c:v>
                </c:pt>
                <c:pt idx="832">
                  <c:v>833.0</c:v>
                </c:pt>
                <c:pt idx="833">
                  <c:v>834.0</c:v>
                </c:pt>
                <c:pt idx="834">
                  <c:v>835.0</c:v>
                </c:pt>
                <c:pt idx="835">
                  <c:v>836.0</c:v>
                </c:pt>
                <c:pt idx="836">
                  <c:v>837.0</c:v>
                </c:pt>
                <c:pt idx="837">
                  <c:v>838.0</c:v>
                </c:pt>
                <c:pt idx="838">
                  <c:v>839.0</c:v>
                </c:pt>
                <c:pt idx="839">
                  <c:v>840.0</c:v>
                </c:pt>
                <c:pt idx="840">
                  <c:v>841.0</c:v>
                </c:pt>
                <c:pt idx="841">
                  <c:v>842.0</c:v>
                </c:pt>
                <c:pt idx="842">
                  <c:v>843.0</c:v>
                </c:pt>
                <c:pt idx="843">
                  <c:v>844.0</c:v>
                </c:pt>
                <c:pt idx="844">
                  <c:v>845.0</c:v>
                </c:pt>
                <c:pt idx="845">
                  <c:v>846.0</c:v>
                </c:pt>
                <c:pt idx="846">
                  <c:v>847.0</c:v>
                </c:pt>
                <c:pt idx="847">
                  <c:v>848.0</c:v>
                </c:pt>
                <c:pt idx="848">
                  <c:v>849.0</c:v>
                </c:pt>
                <c:pt idx="849">
                  <c:v>850.0</c:v>
                </c:pt>
                <c:pt idx="850">
                  <c:v>851.0</c:v>
                </c:pt>
                <c:pt idx="851">
                  <c:v>852.0</c:v>
                </c:pt>
                <c:pt idx="852">
                  <c:v>853.0</c:v>
                </c:pt>
                <c:pt idx="853">
                  <c:v>854.0</c:v>
                </c:pt>
                <c:pt idx="854">
                  <c:v>855.0</c:v>
                </c:pt>
                <c:pt idx="855">
                  <c:v>856.0</c:v>
                </c:pt>
                <c:pt idx="856">
                  <c:v>857.0</c:v>
                </c:pt>
                <c:pt idx="857">
                  <c:v>858.0</c:v>
                </c:pt>
                <c:pt idx="858">
                  <c:v>859.0</c:v>
                </c:pt>
                <c:pt idx="859">
                  <c:v>860.0</c:v>
                </c:pt>
                <c:pt idx="860">
                  <c:v>861.0</c:v>
                </c:pt>
                <c:pt idx="861">
                  <c:v>862.0</c:v>
                </c:pt>
                <c:pt idx="862">
                  <c:v>863.0</c:v>
                </c:pt>
                <c:pt idx="863">
                  <c:v>864.0</c:v>
                </c:pt>
                <c:pt idx="864">
                  <c:v>865.0</c:v>
                </c:pt>
                <c:pt idx="865">
                  <c:v>866.0</c:v>
                </c:pt>
                <c:pt idx="866">
                  <c:v>867.0</c:v>
                </c:pt>
                <c:pt idx="867">
                  <c:v>868.0</c:v>
                </c:pt>
                <c:pt idx="868">
                  <c:v>869.0</c:v>
                </c:pt>
                <c:pt idx="869">
                  <c:v>870.0</c:v>
                </c:pt>
                <c:pt idx="870">
                  <c:v>871.0</c:v>
                </c:pt>
                <c:pt idx="871">
                  <c:v>872.0</c:v>
                </c:pt>
                <c:pt idx="872">
                  <c:v>873.0</c:v>
                </c:pt>
                <c:pt idx="873">
                  <c:v>874.0</c:v>
                </c:pt>
                <c:pt idx="874">
                  <c:v>875.0</c:v>
                </c:pt>
                <c:pt idx="875">
                  <c:v>876.0</c:v>
                </c:pt>
                <c:pt idx="876">
                  <c:v>877.0</c:v>
                </c:pt>
                <c:pt idx="877">
                  <c:v>878.0</c:v>
                </c:pt>
                <c:pt idx="878">
                  <c:v>879.0</c:v>
                </c:pt>
                <c:pt idx="879">
                  <c:v>880.0</c:v>
                </c:pt>
                <c:pt idx="880">
                  <c:v>881.0</c:v>
                </c:pt>
                <c:pt idx="881">
                  <c:v>882.0</c:v>
                </c:pt>
                <c:pt idx="882">
                  <c:v>883.0</c:v>
                </c:pt>
                <c:pt idx="883">
                  <c:v>884.0</c:v>
                </c:pt>
                <c:pt idx="884">
                  <c:v>885.0</c:v>
                </c:pt>
                <c:pt idx="885">
                  <c:v>886.0</c:v>
                </c:pt>
                <c:pt idx="886">
                  <c:v>887.0</c:v>
                </c:pt>
                <c:pt idx="887">
                  <c:v>888.0</c:v>
                </c:pt>
                <c:pt idx="888">
                  <c:v>889.0</c:v>
                </c:pt>
                <c:pt idx="889">
                  <c:v>890.0</c:v>
                </c:pt>
                <c:pt idx="890">
                  <c:v>891.0</c:v>
                </c:pt>
                <c:pt idx="891">
                  <c:v>892.0</c:v>
                </c:pt>
                <c:pt idx="892">
                  <c:v>893.0</c:v>
                </c:pt>
                <c:pt idx="893">
                  <c:v>894.0</c:v>
                </c:pt>
                <c:pt idx="894">
                  <c:v>895.0</c:v>
                </c:pt>
                <c:pt idx="895">
                  <c:v>896.0</c:v>
                </c:pt>
                <c:pt idx="896">
                  <c:v>897.0</c:v>
                </c:pt>
                <c:pt idx="897">
                  <c:v>898.0</c:v>
                </c:pt>
                <c:pt idx="898">
                  <c:v>899.0</c:v>
                </c:pt>
                <c:pt idx="899">
                  <c:v>900.0</c:v>
                </c:pt>
                <c:pt idx="900">
                  <c:v>901.0</c:v>
                </c:pt>
                <c:pt idx="901">
                  <c:v>902.0</c:v>
                </c:pt>
                <c:pt idx="902">
                  <c:v>903.0</c:v>
                </c:pt>
                <c:pt idx="903">
                  <c:v>904.0</c:v>
                </c:pt>
                <c:pt idx="904">
                  <c:v>905.0</c:v>
                </c:pt>
                <c:pt idx="905">
                  <c:v>906.0</c:v>
                </c:pt>
                <c:pt idx="906">
                  <c:v>907.0</c:v>
                </c:pt>
                <c:pt idx="907">
                  <c:v>908.0</c:v>
                </c:pt>
                <c:pt idx="908">
                  <c:v>909.0</c:v>
                </c:pt>
                <c:pt idx="909">
                  <c:v>910.0</c:v>
                </c:pt>
                <c:pt idx="910">
                  <c:v>911.0</c:v>
                </c:pt>
                <c:pt idx="911">
                  <c:v>912.0</c:v>
                </c:pt>
                <c:pt idx="912">
                  <c:v>913.0</c:v>
                </c:pt>
                <c:pt idx="913">
                  <c:v>914.0</c:v>
                </c:pt>
                <c:pt idx="914">
                  <c:v>915.0</c:v>
                </c:pt>
                <c:pt idx="915">
                  <c:v>916.0</c:v>
                </c:pt>
                <c:pt idx="916">
                  <c:v>917.0</c:v>
                </c:pt>
                <c:pt idx="917">
                  <c:v>918.0</c:v>
                </c:pt>
                <c:pt idx="918">
                  <c:v>919.0</c:v>
                </c:pt>
                <c:pt idx="919">
                  <c:v>920.0</c:v>
                </c:pt>
                <c:pt idx="920">
                  <c:v>921.0</c:v>
                </c:pt>
                <c:pt idx="921">
                  <c:v>922.0</c:v>
                </c:pt>
                <c:pt idx="922">
                  <c:v>923.0</c:v>
                </c:pt>
                <c:pt idx="923">
                  <c:v>924.0</c:v>
                </c:pt>
                <c:pt idx="924">
                  <c:v>925.0</c:v>
                </c:pt>
                <c:pt idx="925">
                  <c:v>926.0</c:v>
                </c:pt>
                <c:pt idx="926">
                  <c:v>927.0</c:v>
                </c:pt>
                <c:pt idx="927">
                  <c:v>928.0</c:v>
                </c:pt>
                <c:pt idx="928">
                  <c:v>929.0</c:v>
                </c:pt>
                <c:pt idx="929">
                  <c:v>930.0</c:v>
                </c:pt>
                <c:pt idx="930">
                  <c:v>931.0</c:v>
                </c:pt>
                <c:pt idx="931">
                  <c:v>932.0</c:v>
                </c:pt>
                <c:pt idx="932">
                  <c:v>933.0</c:v>
                </c:pt>
                <c:pt idx="933">
                  <c:v>934.0</c:v>
                </c:pt>
                <c:pt idx="934">
                  <c:v>935.0</c:v>
                </c:pt>
                <c:pt idx="935">
                  <c:v>936.0</c:v>
                </c:pt>
                <c:pt idx="936">
                  <c:v>937.0</c:v>
                </c:pt>
                <c:pt idx="937">
                  <c:v>938.0</c:v>
                </c:pt>
                <c:pt idx="938">
                  <c:v>939.0</c:v>
                </c:pt>
                <c:pt idx="939">
                  <c:v>940.0</c:v>
                </c:pt>
                <c:pt idx="940">
                  <c:v>941.0</c:v>
                </c:pt>
                <c:pt idx="941">
                  <c:v>942.0</c:v>
                </c:pt>
                <c:pt idx="942">
                  <c:v>943.0</c:v>
                </c:pt>
                <c:pt idx="943">
                  <c:v>944.0</c:v>
                </c:pt>
                <c:pt idx="944">
                  <c:v>945.0</c:v>
                </c:pt>
                <c:pt idx="945">
                  <c:v>946.0</c:v>
                </c:pt>
                <c:pt idx="946">
                  <c:v>947.0</c:v>
                </c:pt>
                <c:pt idx="947">
                  <c:v>948.0</c:v>
                </c:pt>
                <c:pt idx="948">
                  <c:v>949.0</c:v>
                </c:pt>
                <c:pt idx="949">
                  <c:v>950.0</c:v>
                </c:pt>
                <c:pt idx="950">
                  <c:v>951.0</c:v>
                </c:pt>
                <c:pt idx="951">
                  <c:v>952.0</c:v>
                </c:pt>
                <c:pt idx="952">
                  <c:v>953.0</c:v>
                </c:pt>
                <c:pt idx="953">
                  <c:v>954.0</c:v>
                </c:pt>
                <c:pt idx="954">
                  <c:v>955.0</c:v>
                </c:pt>
                <c:pt idx="955">
                  <c:v>956.0</c:v>
                </c:pt>
                <c:pt idx="956">
                  <c:v>957.0</c:v>
                </c:pt>
                <c:pt idx="957">
                  <c:v>958.0</c:v>
                </c:pt>
                <c:pt idx="958">
                  <c:v>959.0</c:v>
                </c:pt>
                <c:pt idx="959">
                  <c:v>960.0</c:v>
                </c:pt>
                <c:pt idx="960">
                  <c:v>961.0</c:v>
                </c:pt>
                <c:pt idx="961">
                  <c:v>962.0</c:v>
                </c:pt>
                <c:pt idx="962">
                  <c:v>963.0</c:v>
                </c:pt>
                <c:pt idx="963">
                  <c:v>964.0</c:v>
                </c:pt>
                <c:pt idx="964">
                  <c:v>965.0</c:v>
                </c:pt>
                <c:pt idx="965">
                  <c:v>966.0</c:v>
                </c:pt>
                <c:pt idx="966">
                  <c:v>967.0</c:v>
                </c:pt>
                <c:pt idx="967">
                  <c:v>968.0</c:v>
                </c:pt>
                <c:pt idx="968">
                  <c:v>969.0</c:v>
                </c:pt>
                <c:pt idx="969">
                  <c:v>970.0</c:v>
                </c:pt>
                <c:pt idx="970">
                  <c:v>971.0</c:v>
                </c:pt>
                <c:pt idx="971">
                  <c:v>972.0</c:v>
                </c:pt>
                <c:pt idx="972">
                  <c:v>973.0</c:v>
                </c:pt>
                <c:pt idx="973">
                  <c:v>974.0</c:v>
                </c:pt>
                <c:pt idx="974">
                  <c:v>975.0</c:v>
                </c:pt>
                <c:pt idx="975">
                  <c:v>976.0</c:v>
                </c:pt>
                <c:pt idx="976">
                  <c:v>977.0</c:v>
                </c:pt>
                <c:pt idx="977">
                  <c:v>978.0</c:v>
                </c:pt>
                <c:pt idx="978">
                  <c:v>979.0</c:v>
                </c:pt>
                <c:pt idx="979">
                  <c:v>980.0</c:v>
                </c:pt>
                <c:pt idx="980">
                  <c:v>981.0</c:v>
                </c:pt>
                <c:pt idx="981">
                  <c:v>982.0</c:v>
                </c:pt>
                <c:pt idx="982">
                  <c:v>983.0</c:v>
                </c:pt>
                <c:pt idx="983">
                  <c:v>984.0</c:v>
                </c:pt>
                <c:pt idx="984">
                  <c:v>985.0</c:v>
                </c:pt>
                <c:pt idx="985">
                  <c:v>986.0</c:v>
                </c:pt>
                <c:pt idx="986">
                  <c:v>987.0</c:v>
                </c:pt>
                <c:pt idx="987">
                  <c:v>988.0</c:v>
                </c:pt>
                <c:pt idx="988">
                  <c:v>989.0</c:v>
                </c:pt>
                <c:pt idx="989">
                  <c:v>990.0</c:v>
                </c:pt>
                <c:pt idx="990">
                  <c:v>991.0</c:v>
                </c:pt>
                <c:pt idx="991">
                  <c:v>992.0</c:v>
                </c:pt>
                <c:pt idx="992">
                  <c:v>993.0</c:v>
                </c:pt>
                <c:pt idx="993">
                  <c:v>994.0</c:v>
                </c:pt>
                <c:pt idx="994">
                  <c:v>995.0</c:v>
                </c:pt>
                <c:pt idx="995">
                  <c:v>996.0</c:v>
                </c:pt>
                <c:pt idx="996">
                  <c:v>997.0</c:v>
                </c:pt>
                <c:pt idx="997">
                  <c:v>998.0</c:v>
                </c:pt>
                <c:pt idx="998">
                  <c:v>999.0</c:v>
                </c:pt>
                <c:pt idx="999">
                  <c:v>1000.0</c:v>
                </c:pt>
                <c:pt idx="1000">
                  <c:v>1001.0</c:v>
                </c:pt>
                <c:pt idx="1001">
                  <c:v>1002.0</c:v>
                </c:pt>
                <c:pt idx="1002">
                  <c:v>1003.0</c:v>
                </c:pt>
                <c:pt idx="1003">
                  <c:v>1004.0</c:v>
                </c:pt>
                <c:pt idx="1004">
                  <c:v>1005.0</c:v>
                </c:pt>
                <c:pt idx="1005">
                  <c:v>1006.0</c:v>
                </c:pt>
                <c:pt idx="1006">
                  <c:v>1007.0</c:v>
                </c:pt>
                <c:pt idx="1007">
                  <c:v>1008.0</c:v>
                </c:pt>
                <c:pt idx="1008">
                  <c:v>1009.0</c:v>
                </c:pt>
                <c:pt idx="1009">
                  <c:v>1010.0</c:v>
                </c:pt>
                <c:pt idx="1010">
                  <c:v>1011.0</c:v>
                </c:pt>
                <c:pt idx="1011">
                  <c:v>1012.0</c:v>
                </c:pt>
                <c:pt idx="1012">
                  <c:v>1013.0</c:v>
                </c:pt>
                <c:pt idx="1013">
                  <c:v>1014.0</c:v>
                </c:pt>
                <c:pt idx="1014">
                  <c:v>1015.0</c:v>
                </c:pt>
                <c:pt idx="1015">
                  <c:v>1016.0</c:v>
                </c:pt>
                <c:pt idx="1016">
                  <c:v>1017.0</c:v>
                </c:pt>
                <c:pt idx="1017">
                  <c:v>1018.0</c:v>
                </c:pt>
                <c:pt idx="1018">
                  <c:v>1019.0</c:v>
                </c:pt>
                <c:pt idx="1019">
                  <c:v>1020.0</c:v>
                </c:pt>
                <c:pt idx="1020">
                  <c:v>1021.0</c:v>
                </c:pt>
                <c:pt idx="1021">
                  <c:v>1022.0</c:v>
                </c:pt>
                <c:pt idx="1022">
                  <c:v>1023.0</c:v>
                </c:pt>
                <c:pt idx="1023">
                  <c:v>1024.0</c:v>
                </c:pt>
                <c:pt idx="1024">
                  <c:v>1025.0</c:v>
                </c:pt>
                <c:pt idx="1025">
                  <c:v>1026.0</c:v>
                </c:pt>
                <c:pt idx="1026">
                  <c:v>1027.0</c:v>
                </c:pt>
                <c:pt idx="1027">
                  <c:v>1028.0</c:v>
                </c:pt>
                <c:pt idx="1028">
                  <c:v>1029.0</c:v>
                </c:pt>
                <c:pt idx="1029">
                  <c:v>1030.0</c:v>
                </c:pt>
                <c:pt idx="1030">
                  <c:v>1031.0</c:v>
                </c:pt>
                <c:pt idx="1031">
                  <c:v>1032.0</c:v>
                </c:pt>
                <c:pt idx="1032">
                  <c:v>1033.0</c:v>
                </c:pt>
                <c:pt idx="1033">
                  <c:v>1034.0</c:v>
                </c:pt>
                <c:pt idx="1034">
                  <c:v>1035.0</c:v>
                </c:pt>
                <c:pt idx="1035">
                  <c:v>1036.0</c:v>
                </c:pt>
                <c:pt idx="1036">
                  <c:v>1037.0</c:v>
                </c:pt>
                <c:pt idx="1037">
                  <c:v>1038.0</c:v>
                </c:pt>
                <c:pt idx="1038">
                  <c:v>1039.0</c:v>
                </c:pt>
                <c:pt idx="1039">
                  <c:v>1040.0</c:v>
                </c:pt>
                <c:pt idx="1040">
                  <c:v>1041.0</c:v>
                </c:pt>
                <c:pt idx="1041">
                  <c:v>1042.0</c:v>
                </c:pt>
                <c:pt idx="1042">
                  <c:v>1043.0</c:v>
                </c:pt>
                <c:pt idx="1043">
                  <c:v>1044.0</c:v>
                </c:pt>
                <c:pt idx="1044">
                  <c:v>1045.0</c:v>
                </c:pt>
                <c:pt idx="1045">
                  <c:v>1046.0</c:v>
                </c:pt>
                <c:pt idx="1046">
                  <c:v>1047.0</c:v>
                </c:pt>
                <c:pt idx="1047">
                  <c:v>1048.0</c:v>
                </c:pt>
                <c:pt idx="1048">
                  <c:v>1049.0</c:v>
                </c:pt>
                <c:pt idx="1049">
                  <c:v>1050.0</c:v>
                </c:pt>
                <c:pt idx="1050">
                  <c:v>1051.0</c:v>
                </c:pt>
                <c:pt idx="1051">
                  <c:v>1052.0</c:v>
                </c:pt>
                <c:pt idx="1052">
                  <c:v>1053.0</c:v>
                </c:pt>
                <c:pt idx="1053">
                  <c:v>1054.0</c:v>
                </c:pt>
                <c:pt idx="1054">
                  <c:v>1055.0</c:v>
                </c:pt>
                <c:pt idx="1055">
                  <c:v>1056.0</c:v>
                </c:pt>
                <c:pt idx="1056">
                  <c:v>1057.0</c:v>
                </c:pt>
                <c:pt idx="1057">
                  <c:v>1058.0</c:v>
                </c:pt>
                <c:pt idx="1058">
                  <c:v>1059.0</c:v>
                </c:pt>
                <c:pt idx="1059">
                  <c:v>1060.0</c:v>
                </c:pt>
                <c:pt idx="1060">
                  <c:v>1061.0</c:v>
                </c:pt>
                <c:pt idx="1061">
                  <c:v>1062.0</c:v>
                </c:pt>
                <c:pt idx="1062">
                  <c:v>1063.0</c:v>
                </c:pt>
                <c:pt idx="1063">
                  <c:v>1064.0</c:v>
                </c:pt>
                <c:pt idx="1064">
                  <c:v>1065.0</c:v>
                </c:pt>
                <c:pt idx="1065">
                  <c:v>1066.0</c:v>
                </c:pt>
                <c:pt idx="1066">
                  <c:v>1067.0</c:v>
                </c:pt>
                <c:pt idx="1067">
                  <c:v>1068.0</c:v>
                </c:pt>
                <c:pt idx="1068">
                  <c:v>1069.0</c:v>
                </c:pt>
                <c:pt idx="1069">
                  <c:v>1070.0</c:v>
                </c:pt>
                <c:pt idx="1070">
                  <c:v>1071.0</c:v>
                </c:pt>
                <c:pt idx="1071">
                  <c:v>1072.0</c:v>
                </c:pt>
                <c:pt idx="1072">
                  <c:v>1073.0</c:v>
                </c:pt>
                <c:pt idx="1073">
                  <c:v>1074.0</c:v>
                </c:pt>
                <c:pt idx="1074">
                  <c:v>1075.0</c:v>
                </c:pt>
                <c:pt idx="1075">
                  <c:v>1076.0</c:v>
                </c:pt>
                <c:pt idx="1076">
                  <c:v>1077.0</c:v>
                </c:pt>
                <c:pt idx="1077">
                  <c:v>1078.0</c:v>
                </c:pt>
                <c:pt idx="1078">
                  <c:v>1079.0</c:v>
                </c:pt>
                <c:pt idx="1079">
                  <c:v>1080.0</c:v>
                </c:pt>
                <c:pt idx="1080">
                  <c:v>1081.0</c:v>
                </c:pt>
                <c:pt idx="1081">
                  <c:v>1082.0</c:v>
                </c:pt>
                <c:pt idx="1082">
                  <c:v>1083.0</c:v>
                </c:pt>
                <c:pt idx="1083">
                  <c:v>1084.0</c:v>
                </c:pt>
                <c:pt idx="1084">
                  <c:v>1085.0</c:v>
                </c:pt>
                <c:pt idx="1085">
                  <c:v>1086.0</c:v>
                </c:pt>
                <c:pt idx="1086">
                  <c:v>1087.0</c:v>
                </c:pt>
                <c:pt idx="1087">
                  <c:v>1088.0</c:v>
                </c:pt>
                <c:pt idx="1088">
                  <c:v>1089.0</c:v>
                </c:pt>
                <c:pt idx="1089">
                  <c:v>1090.0</c:v>
                </c:pt>
                <c:pt idx="1090">
                  <c:v>1091.0</c:v>
                </c:pt>
                <c:pt idx="1091">
                  <c:v>1092.0</c:v>
                </c:pt>
                <c:pt idx="1092">
                  <c:v>1093.0</c:v>
                </c:pt>
                <c:pt idx="1093">
                  <c:v>1094.0</c:v>
                </c:pt>
                <c:pt idx="1094">
                  <c:v>1095.0</c:v>
                </c:pt>
                <c:pt idx="1095">
                  <c:v>1096.0</c:v>
                </c:pt>
                <c:pt idx="1096">
                  <c:v>1097.0</c:v>
                </c:pt>
                <c:pt idx="1097">
                  <c:v>1098.0</c:v>
                </c:pt>
                <c:pt idx="1098">
                  <c:v>1099.0</c:v>
                </c:pt>
                <c:pt idx="1099">
                  <c:v>1100.0</c:v>
                </c:pt>
                <c:pt idx="1100">
                  <c:v>1101.0</c:v>
                </c:pt>
                <c:pt idx="1101">
                  <c:v>1102.0</c:v>
                </c:pt>
                <c:pt idx="1102">
                  <c:v>1103.0</c:v>
                </c:pt>
                <c:pt idx="1103">
                  <c:v>1104.0</c:v>
                </c:pt>
                <c:pt idx="1104">
                  <c:v>1105.0</c:v>
                </c:pt>
                <c:pt idx="1105">
                  <c:v>1106.0</c:v>
                </c:pt>
                <c:pt idx="1106">
                  <c:v>1107.0</c:v>
                </c:pt>
                <c:pt idx="1107">
                  <c:v>1108.0</c:v>
                </c:pt>
                <c:pt idx="1108">
                  <c:v>1109.0</c:v>
                </c:pt>
                <c:pt idx="1109">
                  <c:v>1110.0</c:v>
                </c:pt>
                <c:pt idx="1110">
                  <c:v>1111.0</c:v>
                </c:pt>
                <c:pt idx="1111">
                  <c:v>1112.0</c:v>
                </c:pt>
                <c:pt idx="1112">
                  <c:v>1113.0</c:v>
                </c:pt>
                <c:pt idx="1113">
                  <c:v>1114.0</c:v>
                </c:pt>
                <c:pt idx="1114">
                  <c:v>1115.0</c:v>
                </c:pt>
                <c:pt idx="1115">
                  <c:v>1116.0</c:v>
                </c:pt>
                <c:pt idx="1116">
                  <c:v>1117.0</c:v>
                </c:pt>
                <c:pt idx="1117">
                  <c:v>1118.0</c:v>
                </c:pt>
                <c:pt idx="1118">
                  <c:v>1119.0</c:v>
                </c:pt>
                <c:pt idx="1119">
                  <c:v>1120.0</c:v>
                </c:pt>
                <c:pt idx="1120">
                  <c:v>1121.0</c:v>
                </c:pt>
                <c:pt idx="1121">
                  <c:v>1122.0</c:v>
                </c:pt>
                <c:pt idx="1122">
                  <c:v>1123.0</c:v>
                </c:pt>
                <c:pt idx="1123">
                  <c:v>1124.0</c:v>
                </c:pt>
                <c:pt idx="1124">
                  <c:v>1125.0</c:v>
                </c:pt>
                <c:pt idx="1125">
                  <c:v>1126.0</c:v>
                </c:pt>
                <c:pt idx="1126">
                  <c:v>1127.0</c:v>
                </c:pt>
                <c:pt idx="1127">
                  <c:v>1128.0</c:v>
                </c:pt>
                <c:pt idx="1128">
                  <c:v>1129.0</c:v>
                </c:pt>
                <c:pt idx="1129">
                  <c:v>1130.0</c:v>
                </c:pt>
                <c:pt idx="1130">
                  <c:v>1131.0</c:v>
                </c:pt>
                <c:pt idx="1131">
                  <c:v>1132.0</c:v>
                </c:pt>
                <c:pt idx="1132">
                  <c:v>1133.0</c:v>
                </c:pt>
                <c:pt idx="1133">
                  <c:v>1134.0</c:v>
                </c:pt>
                <c:pt idx="1134">
                  <c:v>1135.0</c:v>
                </c:pt>
                <c:pt idx="1135">
                  <c:v>1136.0</c:v>
                </c:pt>
                <c:pt idx="1136">
                  <c:v>1137.0</c:v>
                </c:pt>
                <c:pt idx="1137">
                  <c:v>1138.0</c:v>
                </c:pt>
                <c:pt idx="1138">
                  <c:v>1139.0</c:v>
                </c:pt>
                <c:pt idx="1139">
                  <c:v>1140.0</c:v>
                </c:pt>
                <c:pt idx="1140">
                  <c:v>1141.0</c:v>
                </c:pt>
                <c:pt idx="1141">
                  <c:v>1142.0</c:v>
                </c:pt>
                <c:pt idx="1142">
                  <c:v>1143.0</c:v>
                </c:pt>
                <c:pt idx="1143">
                  <c:v>1144.0</c:v>
                </c:pt>
                <c:pt idx="1144">
                  <c:v>1145.0</c:v>
                </c:pt>
                <c:pt idx="1145">
                  <c:v>1146.0</c:v>
                </c:pt>
                <c:pt idx="1146">
                  <c:v>1147.0</c:v>
                </c:pt>
                <c:pt idx="1147">
                  <c:v>1148.0</c:v>
                </c:pt>
                <c:pt idx="1148">
                  <c:v>1149.0</c:v>
                </c:pt>
                <c:pt idx="1149">
                  <c:v>1150.0</c:v>
                </c:pt>
                <c:pt idx="1150">
                  <c:v>1151.0</c:v>
                </c:pt>
                <c:pt idx="1151">
                  <c:v>1152.0</c:v>
                </c:pt>
                <c:pt idx="1152">
                  <c:v>1153.0</c:v>
                </c:pt>
                <c:pt idx="1153">
                  <c:v>1154.0</c:v>
                </c:pt>
                <c:pt idx="1154">
                  <c:v>1155.0</c:v>
                </c:pt>
                <c:pt idx="1155">
                  <c:v>1156.0</c:v>
                </c:pt>
                <c:pt idx="1156">
                  <c:v>1157.0</c:v>
                </c:pt>
                <c:pt idx="1157">
                  <c:v>1158.0</c:v>
                </c:pt>
                <c:pt idx="1158">
                  <c:v>1159.0</c:v>
                </c:pt>
                <c:pt idx="1159">
                  <c:v>1160.0</c:v>
                </c:pt>
                <c:pt idx="1160">
                  <c:v>1161.0</c:v>
                </c:pt>
                <c:pt idx="1161">
                  <c:v>1162.0</c:v>
                </c:pt>
                <c:pt idx="1162">
                  <c:v>1163.0</c:v>
                </c:pt>
                <c:pt idx="1163">
                  <c:v>1164.0</c:v>
                </c:pt>
                <c:pt idx="1164">
                  <c:v>1165.0</c:v>
                </c:pt>
                <c:pt idx="1165">
                  <c:v>1166.0</c:v>
                </c:pt>
                <c:pt idx="1166">
                  <c:v>1167.0</c:v>
                </c:pt>
                <c:pt idx="1167">
                  <c:v>1168.0</c:v>
                </c:pt>
                <c:pt idx="1168">
                  <c:v>1169.0</c:v>
                </c:pt>
                <c:pt idx="1169">
                  <c:v>1170.0</c:v>
                </c:pt>
                <c:pt idx="1170">
                  <c:v>1171.0</c:v>
                </c:pt>
                <c:pt idx="1171">
                  <c:v>1172.0</c:v>
                </c:pt>
                <c:pt idx="1172">
                  <c:v>1173.0</c:v>
                </c:pt>
                <c:pt idx="1173">
                  <c:v>1174.0</c:v>
                </c:pt>
                <c:pt idx="1174">
                  <c:v>1175.0</c:v>
                </c:pt>
                <c:pt idx="1175">
                  <c:v>1176.0</c:v>
                </c:pt>
                <c:pt idx="1176">
                  <c:v>1177.0</c:v>
                </c:pt>
                <c:pt idx="1177">
                  <c:v>1178.0</c:v>
                </c:pt>
                <c:pt idx="1178">
                  <c:v>1179.0</c:v>
                </c:pt>
                <c:pt idx="1179">
                  <c:v>1180.0</c:v>
                </c:pt>
                <c:pt idx="1180">
                  <c:v>1181.0</c:v>
                </c:pt>
                <c:pt idx="1181">
                  <c:v>1182.0</c:v>
                </c:pt>
                <c:pt idx="1182">
                  <c:v>1183.0</c:v>
                </c:pt>
                <c:pt idx="1183">
                  <c:v>1184.0</c:v>
                </c:pt>
                <c:pt idx="1184">
                  <c:v>1185.0</c:v>
                </c:pt>
                <c:pt idx="1185">
                  <c:v>1186.0</c:v>
                </c:pt>
                <c:pt idx="1186">
                  <c:v>1187.0</c:v>
                </c:pt>
                <c:pt idx="1187">
                  <c:v>1188.0</c:v>
                </c:pt>
                <c:pt idx="1188">
                  <c:v>1189.0</c:v>
                </c:pt>
                <c:pt idx="1189">
                  <c:v>1190.0</c:v>
                </c:pt>
                <c:pt idx="1190">
                  <c:v>1191.0</c:v>
                </c:pt>
                <c:pt idx="1191">
                  <c:v>1192.0</c:v>
                </c:pt>
                <c:pt idx="1192">
                  <c:v>1193.0</c:v>
                </c:pt>
                <c:pt idx="1193">
                  <c:v>1194.0</c:v>
                </c:pt>
                <c:pt idx="1194">
                  <c:v>1195.0</c:v>
                </c:pt>
                <c:pt idx="1195">
                  <c:v>1196.0</c:v>
                </c:pt>
                <c:pt idx="1196">
                  <c:v>1197.0</c:v>
                </c:pt>
                <c:pt idx="1197">
                  <c:v>1198.0</c:v>
                </c:pt>
                <c:pt idx="1198">
                  <c:v>1199.0</c:v>
                </c:pt>
                <c:pt idx="1199">
                  <c:v>1200.0</c:v>
                </c:pt>
                <c:pt idx="1200">
                  <c:v>1201.0</c:v>
                </c:pt>
                <c:pt idx="1201">
                  <c:v>1202.0</c:v>
                </c:pt>
                <c:pt idx="1202">
                  <c:v>1203.0</c:v>
                </c:pt>
                <c:pt idx="1203">
                  <c:v>1204.0</c:v>
                </c:pt>
                <c:pt idx="1204">
                  <c:v>1205.0</c:v>
                </c:pt>
                <c:pt idx="1205">
                  <c:v>1206.0</c:v>
                </c:pt>
                <c:pt idx="1206">
                  <c:v>1207.0</c:v>
                </c:pt>
                <c:pt idx="1207">
                  <c:v>1208.0</c:v>
                </c:pt>
                <c:pt idx="1208">
                  <c:v>1209.0</c:v>
                </c:pt>
                <c:pt idx="1209">
                  <c:v>1210.0</c:v>
                </c:pt>
                <c:pt idx="1210">
                  <c:v>1211.0</c:v>
                </c:pt>
                <c:pt idx="1211">
                  <c:v>1212.0</c:v>
                </c:pt>
                <c:pt idx="1212">
                  <c:v>1213.0</c:v>
                </c:pt>
                <c:pt idx="1213">
                  <c:v>1214.0</c:v>
                </c:pt>
                <c:pt idx="1214">
                  <c:v>1215.0</c:v>
                </c:pt>
                <c:pt idx="1215">
                  <c:v>1216.0</c:v>
                </c:pt>
                <c:pt idx="1216">
                  <c:v>1217.0</c:v>
                </c:pt>
                <c:pt idx="1217">
                  <c:v>1218.0</c:v>
                </c:pt>
                <c:pt idx="1218">
                  <c:v>1219.0</c:v>
                </c:pt>
                <c:pt idx="1219">
                  <c:v>1220.0</c:v>
                </c:pt>
                <c:pt idx="1220">
                  <c:v>1221.0</c:v>
                </c:pt>
                <c:pt idx="1221">
                  <c:v>1222.0</c:v>
                </c:pt>
                <c:pt idx="1222">
                  <c:v>1223.0</c:v>
                </c:pt>
                <c:pt idx="1223">
                  <c:v>1224.0</c:v>
                </c:pt>
                <c:pt idx="1224">
                  <c:v>1225.0</c:v>
                </c:pt>
                <c:pt idx="1225">
                  <c:v>1226.0</c:v>
                </c:pt>
                <c:pt idx="1226">
                  <c:v>1227.0</c:v>
                </c:pt>
                <c:pt idx="1227">
                  <c:v>1228.0</c:v>
                </c:pt>
                <c:pt idx="1228">
                  <c:v>1229.0</c:v>
                </c:pt>
                <c:pt idx="1229">
                  <c:v>1230.0</c:v>
                </c:pt>
                <c:pt idx="1230">
                  <c:v>1231.0</c:v>
                </c:pt>
                <c:pt idx="1231">
                  <c:v>1232.0</c:v>
                </c:pt>
                <c:pt idx="1232">
                  <c:v>1233.0</c:v>
                </c:pt>
                <c:pt idx="1233">
                  <c:v>1234.0</c:v>
                </c:pt>
                <c:pt idx="1234">
                  <c:v>1235.0</c:v>
                </c:pt>
                <c:pt idx="1235">
                  <c:v>1236.0</c:v>
                </c:pt>
                <c:pt idx="1236">
                  <c:v>1237.0</c:v>
                </c:pt>
                <c:pt idx="1237">
                  <c:v>1238.0</c:v>
                </c:pt>
                <c:pt idx="1238">
                  <c:v>1239.0</c:v>
                </c:pt>
                <c:pt idx="1239">
                  <c:v>1240.0</c:v>
                </c:pt>
                <c:pt idx="1240">
                  <c:v>1241.0</c:v>
                </c:pt>
                <c:pt idx="1241">
                  <c:v>1242.0</c:v>
                </c:pt>
                <c:pt idx="1242">
                  <c:v>1243.0</c:v>
                </c:pt>
                <c:pt idx="1243">
                  <c:v>1244.0</c:v>
                </c:pt>
                <c:pt idx="1244">
                  <c:v>1245.0</c:v>
                </c:pt>
                <c:pt idx="1245">
                  <c:v>1246.0</c:v>
                </c:pt>
                <c:pt idx="1246">
                  <c:v>1247.0</c:v>
                </c:pt>
                <c:pt idx="1247">
                  <c:v>1248.0</c:v>
                </c:pt>
                <c:pt idx="1248">
                  <c:v>1249.0</c:v>
                </c:pt>
                <c:pt idx="1249">
                  <c:v>1250.0</c:v>
                </c:pt>
                <c:pt idx="1250">
                  <c:v>1251.0</c:v>
                </c:pt>
                <c:pt idx="1251">
                  <c:v>1252.0</c:v>
                </c:pt>
                <c:pt idx="1252">
                  <c:v>1253.0</c:v>
                </c:pt>
                <c:pt idx="1253">
                  <c:v>1254.0</c:v>
                </c:pt>
                <c:pt idx="1254">
                  <c:v>1255.0</c:v>
                </c:pt>
                <c:pt idx="1255">
                  <c:v>1256.0</c:v>
                </c:pt>
                <c:pt idx="1256">
                  <c:v>1257.0</c:v>
                </c:pt>
                <c:pt idx="1257">
                  <c:v>1258.0</c:v>
                </c:pt>
                <c:pt idx="1258">
                  <c:v>1259.0</c:v>
                </c:pt>
                <c:pt idx="1259">
                  <c:v>1260.0</c:v>
                </c:pt>
                <c:pt idx="1260">
                  <c:v>1261.0</c:v>
                </c:pt>
                <c:pt idx="1261">
                  <c:v>1262.0</c:v>
                </c:pt>
                <c:pt idx="1262">
                  <c:v>1263.0</c:v>
                </c:pt>
                <c:pt idx="1263">
                  <c:v>1264.0</c:v>
                </c:pt>
                <c:pt idx="1264">
                  <c:v>1265.0</c:v>
                </c:pt>
                <c:pt idx="1265">
                  <c:v>1266.0</c:v>
                </c:pt>
                <c:pt idx="1266">
                  <c:v>1267.0</c:v>
                </c:pt>
                <c:pt idx="1267">
                  <c:v>1268.0</c:v>
                </c:pt>
                <c:pt idx="1268">
                  <c:v>1269.0</c:v>
                </c:pt>
                <c:pt idx="1269">
                  <c:v>1270.0</c:v>
                </c:pt>
                <c:pt idx="1270">
                  <c:v>1271.0</c:v>
                </c:pt>
                <c:pt idx="1271">
                  <c:v>1272.0</c:v>
                </c:pt>
                <c:pt idx="1272">
                  <c:v>1273.0</c:v>
                </c:pt>
                <c:pt idx="1273">
                  <c:v>1274.0</c:v>
                </c:pt>
                <c:pt idx="1274">
                  <c:v>1275.0</c:v>
                </c:pt>
                <c:pt idx="1275">
                  <c:v>1276.0</c:v>
                </c:pt>
                <c:pt idx="1276">
                  <c:v>1277.0</c:v>
                </c:pt>
                <c:pt idx="1277">
                  <c:v>1278.0</c:v>
                </c:pt>
                <c:pt idx="1278">
                  <c:v>1279.0</c:v>
                </c:pt>
                <c:pt idx="1279">
                  <c:v>1280.0</c:v>
                </c:pt>
                <c:pt idx="1280">
                  <c:v>1281.0</c:v>
                </c:pt>
                <c:pt idx="1281">
                  <c:v>1282.0</c:v>
                </c:pt>
                <c:pt idx="1282">
                  <c:v>1283.0</c:v>
                </c:pt>
                <c:pt idx="1283">
                  <c:v>1284.0</c:v>
                </c:pt>
                <c:pt idx="1284">
                  <c:v>1285.0</c:v>
                </c:pt>
                <c:pt idx="1285">
                  <c:v>1286.0</c:v>
                </c:pt>
                <c:pt idx="1286">
                  <c:v>1287.0</c:v>
                </c:pt>
                <c:pt idx="1287">
                  <c:v>1288.0</c:v>
                </c:pt>
                <c:pt idx="1288">
                  <c:v>1289.0</c:v>
                </c:pt>
                <c:pt idx="1289">
                  <c:v>1290.0</c:v>
                </c:pt>
                <c:pt idx="1290">
                  <c:v>1291.0</c:v>
                </c:pt>
                <c:pt idx="1291">
                  <c:v>1292.0</c:v>
                </c:pt>
                <c:pt idx="1292">
                  <c:v>1293.0</c:v>
                </c:pt>
                <c:pt idx="1293">
                  <c:v>1294.0</c:v>
                </c:pt>
                <c:pt idx="1294">
                  <c:v>1295.0</c:v>
                </c:pt>
                <c:pt idx="1295">
                  <c:v>1296.0</c:v>
                </c:pt>
                <c:pt idx="1296">
                  <c:v>1297.0</c:v>
                </c:pt>
                <c:pt idx="1297">
                  <c:v>1298.0</c:v>
                </c:pt>
                <c:pt idx="1298">
                  <c:v>1299.0</c:v>
                </c:pt>
                <c:pt idx="1299">
                  <c:v>1300.0</c:v>
                </c:pt>
                <c:pt idx="1300">
                  <c:v>1301.0</c:v>
                </c:pt>
                <c:pt idx="1301">
                  <c:v>1302.0</c:v>
                </c:pt>
                <c:pt idx="1302">
                  <c:v>1303.0</c:v>
                </c:pt>
                <c:pt idx="1303">
                  <c:v>1304.0</c:v>
                </c:pt>
                <c:pt idx="1304">
                  <c:v>1305.0</c:v>
                </c:pt>
                <c:pt idx="1305">
                  <c:v>1306.0</c:v>
                </c:pt>
                <c:pt idx="1306">
                  <c:v>1307.0</c:v>
                </c:pt>
                <c:pt idx="1307">
                  <c:v>1308.0</c:v>
                </c:pt>
                <c:pt idx="1308">
                  <c:v>1309.0</c:v>
                </c:pt>
                <c:pt idx="1309">
                  <c:v>1310.0</c:v>
                </c:pt>
                <c:pt idx="1310">
                  <c:v>1311.0</c:v>
                </c:pt>
                <c:pt idx="1311">
                  <c:v>1312.0</c:v>
                </c:pt>
                <c:pt idx="1312">
                  <c:v>1313.0</c:v>
                </c:pt>
                <c:pt idx="1313">
                  <c:v>1314.0</c:v>
                </c:pt>
                <c:pt idx="1314">
                  <c:v>1315.0</c:v>
                </c:pt>
                <c:pt idx="1315">
                  <c:v>1316.0</c:v>
                </c:pt>
                <c:pt idx="1316">
                  <c:v>1317.0</c:v>
                </c:pt>
                <c:pt idx="1317">
                  <c:v>1318.0</c:v>
                </c:pt>
                <c:pt idx="1318">
                  <c:v>1319.0</c:v>
                </c:pt>
                <c:pt idx="1319">
                  <c:v>1320.0</c:v>
                </c:pt>
                <c:pt idx="1320">
                  <c:v>1321.0</c:v>
                </c:pt>
                <c:pt idx="1321">
                  <c:v>1322.0</c:v>
                </c:pt>
                <c:pt idx="1322">
                  <c:v>1323.0</c:v>
                </c:pt>
                <c:pt idx="1323">
                  <c:v>1324.0</c:v>
                </c:pt>
                <c:pt idx="1324">
                  <c:v>1325.0</c:v>
                </c:pt>
                <c:pt idx="1325">
                  <c:v>1326.0</c:v>
                </c:pt>
                <c:pt idx="1326">
                  <c:v>1327.0</c:v>
                </c:pt>
                <c:pt idx="1327">
                  <c:v>1328.0</c:v>
                </c:pt>
                <c:pt idx="1328">
                  <c:v>1329.0</c:v>
                </c:pt>
                <c:pt idx="1329">
                  <c:v>1330.0</c:v>
                </c:pt>
                <c:pt idx="1330">
                  <c:v>1331.0</c:v>
                </c:pt>
                <c:pt idx="1331">
                  <c:v>1332.0</c:v>
                </c:pt>
                <c:pt idx="1332">
                  <c:v>1333.0</c:v>
                </c:pt>
                <c:pt idx="1333">
                  <c:v>1334.0</c:v>
                </c:pt>
                <c:pt idx="1334">
                  <c:v>1335.0</c:v>
                </c:pt>
                <c:pt idx="1335">
                  <c:v>1336.0</c:v>
                </c:pt>
                <c:pt idx="1336">
                  <c:v>1337.0</c:v>
                </c:pt>
                <c:pt idx="1337">
                  <c:v>1338.0</c:v>
                </c:pt>
                <c:pt idx="1338">
                  <c:v>1339.0</c:v>
                </c:pt>
                <c:pt idx="1339">
                  <c:v>1340.0</c:v>
                </c:pt>
                <c:pt idx="1340">
                  <c:v>1341.0</c:v>
                </c:pt>
                <c:pt idx="1341">
                  <c:v>1342.0</c:v>
                </c:pt>
                <c:pt idx="1342">
                  <c:v>1343.0</c:v>
                </c:pt>
                <c:pt idx="1343">
                  <c:v>1344.0</c:v>
                </c:pt>
                <c:pt idx="1344">
                  <c:v>1345.0</c:v>
                </c:pt>
                <c:pt idx="1345">
                  <c:v>1346.0</c:v>
                </c:pt>
                <c:pt idx="1346">
                  <c:v>1347.0</c:v>
                </c:pt>
                <c:pt idx="1347">
                  <c:v>1348.0</c:v>
                </c:pt>
                <c:pt idx="1348">
                  <c:v>1349.0</c:v>
                </c:pt>
                <c:pt idx="1349">
                  <c:v>1350.0</c:v>
                </c:pt>
                <c:pt idx="1350">
                  <c:v>1351.0</c:v>
                </c:pt>
                <c:pt idx="1351">
                  <c:v>1352.0</c:v>
                </c:pt>
                <c:pt idx="1352">
                  <c:v>1353.0</c:v>
                </c:pt>
                <c:pt idx="1353">
                  <c:v>1354.0</c:v>
                </c:pt>
                <c:pt idx="1354">
                  <c:v>1355.0</c:v>
                </c:pt>
                <c:pt idx="1355">
                  <c:v>1356.0</c:v>
                </c:pt>
                <c:pt idx="1356">
                  <c:v>1357.0</c:v>
                </c:pt>
                <c:pt idx="1357">
                  <c:v>1358.0</c:v>
                </c:pt>
                <c:pt idx="1358">
                  <c:v>1359.0</c:v>
                </c:pt>
                <c:pt idx="1359">
                  <c:v>1360.0</c:v>
                </c:pt>
                <c:pt idx="1360">
                  <c:v>1361.0</c:v>
                </c:pt>
                <c:pt idx="1361">
                  <c:v>1362.0</c:v>
                </c:pt>
                <c:pt idx="1362">
                  <c:v>1363.0</c:v>
                </c:pt>
                <c:pt idx="1363">
                  <c:v>1364.0</c:v>
                </c:pt>
                <c:pt idx="1364">
                  <c:v>1365.0</c:v>
                </c:pt>
                <c:pt idx="1365">
                  <c:v>1366.0</c:v>
                </c:pt>
                <c:pt idx="1366">
                  <c:v>1367.0</c:v>
                </c:pt>
                <c:pt idx="1367">
                  <c:v>1368.0</c:v>
                </c:pt>
                <c:pt idx="1368">
                  <c:v>1369.0</c:v>
                </c:pt>
                <c:pt idx="1369">
                  <c:v>1370.0</c:v>
                </c:pt>
                <c:pt idx="1370">
                  <c:v>1371.0</c:v>
                </c:pt>
                <c:pt idx="1371">
                  <c:v>1372.0</c:v>
                </c:pt>
                <c:pt idx="1372">
                  <c:v>1373.0</c:v>
                </c:pt>
                <c:pt idx="1373">
                  <c:v>1374.0</c:v>
                </c:pt>
                <c:pt idx="1374">
                  <c:v>1375.0</c:v>
                </c:pt>
                <c:pt idx="1375">
                  <c:v>1376.0</c:v>
                </c:pt>
                <c:pt idx="1376">
                  <c:v>1377.0</c:v>
                </c:pt>
                <c:pt idx="1377">
                  <c:v>1378.0</c:v>
                </c:pt>
                <c:pt idx="1378">
                  <c:v>1379.0</c:v>
                </c:pt>
                <c:pt idx="1379">
                  <c:v>1380.0</c:v>
                </c:pt>
                <c:pt idx="1380">
                  <c:v>1381.0</c:v>
                </c:pt>
                <c:pt idx="1381">
                  <c:v>1382.0</c:v>
                </c:pt>
                <c:pt idx="1382">
                  <c:v>1383.0</c:v>
                </c:pt>
                <c:pt idx="1383">
                  <c:v>1384.0</c:v>
                </c:pt>
                <c:pt idx="1384">
                  <c:v>1385.0</c:v>
                </c:pt>
                <c:pt idx="1385">
                  <c:v>1386.0</c:v>
                </c:pt>
                <c:pt idx="1386">
                  <c:v>1387.0</c:v>
                </c:pt>
                <c:pt idx="1387">
                  <c:v>1388.0</c:v>
                </c:pt>
                <c:pt idx="1388">
                  <c:v>1389.0</c:v>
                </c:pt>
                <c:pt idx="1389">
                  <c:v>1390.0</c:v>
                </c:pt>
                <c:pt idx="1390">
                  <c:v>1391.0</c:v>
                </c:pt>
                <c:pt idx="1391">
                  <c:v>1392.0</c:v>
                </c:pt>
                <c:pt idx="1392">
                  <c:v>1393.0</c:v>
                </c:pt>
                <c:pt idx="1393">
                  <c:v>1394.0</c:v>
                </c:pt>
                <c:pt idx="1394">
                  <c:v>1395.0</c:v>
                </c:pt>
                <c:pt idx="1395">
                  <c:v>1396.0</c:v>
                </c:pt>
                <c:pt idx="1396">
                  <c:v>1397.0</c:v>
                </c:pt>
                <c:pt idx="1397">
                  <c:v>1398.0</c:v>
                </c:pt>
                <c:pt idx="1398">
                  <c:v>1399.0</c:v>
                </c:pt>
                <c:pt idx="1399">
                  <c:v>1400.0</c:v>
                </c:pt>
                <c:pt idx="1400">
                  <c:v>1401.0</c:v>
                </c:pt>
                <c:pt idx="1401">
                  <c:v>1402.0</c:v>
                </c:pt>
                <c:pt idx="1402">
                  <c:v>1403.0</c:v>
                </c:pt>
                <c:pt idx="1403">
                  <c:v>1404.0</c:v>
                </c:pt>
                <c:pt idx="1404">
                  <c:v>1405.0</c:v>
                </c:pt>
                <c:pt idx="1405">
                  <c:v>1406.0</c:v>
                </c:pt>
                <c:pt idx="1406">
                  <c:v>1407.0</c:v>
                </c:pt>
                <c:pt idx="1407">
                  <c:v>1408.0</c:v>
                </c:pt>
                <c:pt idx="1408">
                  <c:v>1409.0</c:v>
                </c:pt>
                <c:pt idx="1409">
                  <c:v>1410.0</c:v>
                </c:pt>
                <c:pt idx="1410">
                  <c:v>1411.0</c:v>
                </c:pt>
                <c:pt idx="1411">
                  <c:v>1412.0</c:v>
                </c:pt>
                <c:pt idx="1412">
                  <c:v>1413.0</c:v>
                </c:pt>
                <c:pt idx="1413">
                  <c:v>1414.0</c:v>
                </c:pt>
                <c:pt idx="1414">
                  <c:v>1415.0</c:v>
                </c:pt>
                <c:pt idx="1415">
                  <c:v>1416.0</c:v>
                </c:pt>
                <c:pt idx="1416">
                  <c:v>1417.0</c:v>
                </c:pt>
                <c:pt idx="1417">
                  <c:v>1418.0</c:v>
                </c:pt>
                <c:pt idx="1418">
                  <c:v>1419.0</c:v>
                </c:pt>
                <c:pt idx="1419">
                  <c:v>1420.0</c:v>
                </c:pt>
                <c:pt idx="1420">
                  <c:v>1421.0</c:v>
                </c:pt>
                <c:pt idx="1421">
                  <c:v>1422.0</c:v>
                </c:pt>
                <c:pt idx="1422">
                  <c:v>1423.0</c:v>
                </c:pt>
                <c:pt idx="1423">
                  <c:v>1424.0</c:v>
                </c:pt>
                <c:pt idx="1424">
                  <c:v>1425.0</c:v>
                </c:pt>
                <c:pt idx="1425">
                  <c:v>1426.0</c:v>
                </c:pt>
                <c:pt idx="1426">
                  <c:v>1427.0</c:v>
                </c:pt>
                <c:pt idx="1427">
                  <c:v>1428.0</c:v>
                </c:pt>
                <c:pt idx="1428">
                  <c:v>1429.0</c:v>
                </c:pt>
                <c:pt idx="1429">
                  <c:v>1430.0</c:v>
                </c:pt>
                <c:pt idx="1430">
                  <c:v>1431.0</c:v>
                </c:pt>
                <c:pt idx="1431">
                  <c:v>1432.0</c:v>
                </c:pt>
                <c:pt idx="1432">
                  <c:v>1433.0</c:v>
                </c:pt>
                <c:pt idx="1433">
                  <c:v>1434.0</c:v>
                </c:pt>
                <c:pt idx="1434">
                  <c:v>1435.0</c:v>
                </c:pt>
                <c:pt idx="1435">
                  <c:v>1436.0</c:v>
                </c:pt>
                <c:pt idx="1436">
                  <c:v>1437.0</c:v>
                </c:pt>
                <c:pt idx="1437">
                  <c:v>1438.0</c:v>
                </c:pt>
                <c:pt idx="1438">
                  <c:v>1439.0</c:v>
                </c:pt>
                <c:pt idx="1439">
                  <c:v>1440.0</c:v>
                </c:pt>
                <c:pt idx="1440">
                  <c:v>1441.0</c:v>
                </c:pt>
                <c:pt idx="1441">
                  <c:v>1442.0</c:v>
                </c:pt>
                <c:pt idx="1442">
                  <c:v>1443.0</c:v>
                </c:pt>
                <c:pt idx="1443">
                  <c:v>1444.0</c:v>
                </c:pt>
                <c:pt idx="1444">
                  <c:v>1445.0</c:v>
                </c:pt>
                <c:pt idx="1445">
                  <c:v>1446.0</c:v>
                </c:pt>
                <c:pt idx="1446">
                  <c:v>1447.0</c:v>
                </c:pt>
                <c:pt idx="1447">
                  <c:v>1448.0</c:v>
                </c:pt>
                <c:pt idx="1448">
                  <c:v>1449.0</c:v>
                </c:pt>
                <c:pt idx="1449">
                  <c:v>1450.0</c:v>
                </c:pt>
                <c:pt idx="1450">
                  <c:v>1451.0</c:v>
                </c:pt>
                <c:pt idx="1451">
                  <c:v>1452.0</c:v>
                </c:pt>
                <c:pt idx="1452">
                  <c:v>1453.0</c:v>
                </c:pt>
                <c:pt idx="1453">
                  <c:v>1454.0</c:v>
                </c:pt>
                <c:pt idx="1454">
                  <c:v>1455.0</c:v>
                </c:pt>
                <c:pt idx="1455">
                  <c:v>1456.0</c:v>
                </c:pt>
                <c:pt idx="1456">
                  <c:v>1457.0</c:v>
                </c:pt>
                <c:pt idx="1457">
                  <c:v>1458.0</c:v>
                </c:pt>
                <c:pt idx="1458">
                  <c:v>1459.0</c:v>
                </c:pt>
                <c:pt idx="1459">
                  <c:v>1460.0</c:v>
                </c:pt>
                <c:pt idx="1460">
                  <c:v>1461.0</c:v>
                </c:pt>
                <c:pt idx="1461">
                  <c:v>1462.0</c:v>
                </c:pt>
                <c:pt idx="1462">
                  <c:v>1463.0</c:v>
                </c:pt>
                <c:pt idx="1463">
                  <c:v>1464.0</c:v>
                </c:pt>
                <c:pt idx="1464">
                  <c:v>1465.0</c:v>
                </c:pt>
                <c:pt idx="1465">
                  <c:v>1466.0</c:v>
                </c:pt>
                <c:pt idx="1466">
                  <c:v>1467.0</c:v>
                </c:pt>
                <c:pt idx="1467">
                  <c:v>1468.0</c:v>
                </c:pt>
                <c:pt idx="1468">
                  <c:v>1469.0</c:v>
                </c:pt>
                <c:pt idx="1469">
                  <c:v>1470.0</c:v>
                </c:pt>
                <c:pt idx="1470">
                  <c:v>1471.0</c:v>
                </c:pt>
                <c:pt idx="1471">
                  <c:v>1472.0</c:v>
                </c:pt>
                <c:pt idx="1472">
                  <c:v>1473.0</c:v>
                </c:pt>
                <c:pt idx="1473">
                  <c:v>1474.0</c:v>
                </c:pt>
                <c:pt idx="1474">
                  <c:v>1475.0</c:v>
                </c:pt>
                <c:pt idx="1475">
                  <c:v>1476.0</c:v>
                </c:pt>
                <c:pt idx="1476">
                  <c:v>1477.0</c:v>
                </c:pt>
                <c:pt idx="1477">
                  <c:v>1478.0</c:v>
                </c:pt>
                <c:pt idx="1478">
                  <c:v>1479.0</c:v>
                </c:pt>
                <c:pt idx="1479">
                  <c:v>1480.0</c:v>
                </c:pt>
                <c:pt idx="1480">
                  <c:v>1481.0</c:v>
                </c:pt>
                <c:pt idx="1481">
                  <c:v>1482.0</c:v>
                </c:pt>
                <c:pt idx="1482">
                  <c:v>1483.0</c:v>
                </c:pt>
                <c:pt idx="1483">
                  <c:v>1484.0</c:v>
                </c:pt>
                <c:pt idx="1484">
                  <c:v>1485.0</c:v>
                </c:pt>
                <c:pt idx="1485">
                  <c:v>1486.0</c:v>
                </c:pt>
                <c:pt idx="1486">
                  <c:v>1487.0</c:v>
                </c:pt>
                <c:pt idx="1487">
                  <c:v>1488.0</c:v>
                </c:pt>
                <c:pt idx="1488">
                  <c:v>1489.0</c:v>
                </c:pt>
                <c:pt idx="1489">
                  <c:v>1490.0</c:v>
                </c:pt>
                <c:pt idx="1490">
                  <c:v>1491.0</c:v>
                </c:pt>
                <c:pt idx="1491">
                  <c:v>1492.0</c:v>
                </c:pt>
                <c:pt idx="1492">
                  <c:v>1493.0</c:v>
                </c:pt>
                <c:pt idx="1493">
                  <c:v>1494.0</c:v>
                </c:pt>
                <c:pt idx="1494">
                  <c:v>1495.0</c:v>
                </c:pt>
                <c:pt idx="1495">
                  <c:v>1496.0</c:v>
                </c:pt>
                <c:pt idx="1496">
                  <c:v>1497.0</c:v>
                </c:pt>
                <c:pt idx="1497">
                  <c:v>1498.0</c:v>
                </c:pt>
                <c:pt idx="1498">
                  <c:v>1499.0</c:v>
                </c:pt>
                <c:pt idx="1499">
                  <c:v>1500.0</c:v>
                </c:pt>
                <c:pt idx="1500">
                  <c:v>1501.0</c:v>
                </c:pt>
                <c:pt idx="1501">
                  <c:v>1502.0</c:v>
                </c:pt>
                <c:pt idx="1502">
                  <c:v>1503.0</c:v>
                </c:pt>
                <c:pt idx="1503">
                  <c:v>1504.0</c:v>
                </c:pt>
                <c:pt idx="1504">
                  <c:v>1505.0</c:v>
                </c:pt>
                <c:pt idx="1505">
                  <c:v>1506.0</c:v>
                </c:pt>
                <c:pt idx="1506">
                  <c:v>1507.0</c:v>
                </c:pt>
                <c:pt idx="1507">
                  <c:v>1508.0</c:v>
                </c:pt>
                <c:pt idx="1508">
                  <c:v>1509.0</c:v>
                </c:pt>
                <c:pt idx="1509">
                  <c:v>1510.0</c:v>
                </c:pt>
                <c:pt idx="1510">
                  <c:v>1511.0</c:v>
                </c:pt>
                <c:pt idx="1511">
                  <c:v>1512.0</c:v>
                </c:pt>
                <c:pt idx="1512">
                  <c:v>1513.0</c:v>
                </c:pt>
                <c:pt idx="1513">
                  <c:v>1514.0</c:v>
                </c:pt>
                <c:pt idx="1514">
                  <c:v>1515.0</c:v>
                </c:pt>
                <c:pt idx="1515">
                  <c:v>1516.0</c:v>
                </c:pt>
                <c:pt idx="1516">
                  <c:v>1517.0</c:v>
                </c:pt>
                <c:pt idx="1517">
                  <c:v>1518.0</c:v>
                </c:pt>
                <c:pt idx="1518">
                  <c:v>1519.0</c:v>
                </c:pt>
                <c:pt idx="1519">
                  <c:v>1520.0</c:v>
                </c:pt>
                <c:pt idx="1520">
                  <c:v>1521.0</c:v>
                </c:pt>
                <c:pt idx="1521">
                  <c:v>1522.0</c:v>
                </c:pt>
                <c:pt idx="1522">
                  <c:v>1523.0</c:v>
                </c:pt>
                <c:pt idx="1523">
                  <c:v>1524.0</c:v>
                </c:pt>
                <c:pt idx="1524">
                  <c:v>1525.0</c:v>
                </c:pt>
                <c:pt idx="1525">
                  <c:v>1526.0</c:v>
                </c:pt>
                <c:pt idx="1526">
                  <c:v>1527.0</c:v>
                </c:pt>
                <c:pt idx="1527">
                  <c:v>1528.0</c:v>
                </c:pt>
                <c:pt idx="1528">
                  <c:v>1529.0</c:v>
                </c:pt>
                <c:pt idx="1529">
                  <c:v>1530.0</c:v>
                </c:pt>
                <c:pt idx="1530">
                  <c:v>1531.0</c:v>
                </c:pt>
                <c:pt idx="1531">
                  <c:v>1532.0</c:v>
                </c:pt>
                <c:pt idx="1532">
                  <c:v>1533.0</c:v>
                </c:pt>
                <c:pt idx="1533">
                  <c:v>1534.0</c:v>
                </c:pt>
                <c:pt idx="1534">
                  <c:v>1535.0</c:v>
                </c:pt>
                <c:pt idx="1535">
                  <c:v>1536.0</c:v>
                </c:pt>
                <c:pt idx="1536">
                  <c:v>1537.0</c:v>
                </c:pt>
                <c:pt idx="1537">
                  <c:v>1538.0</c:v>
                </c:pt>
                <c:pt idx="1538">
                  <c:v>1539.0</c:v>
                </c:pt>
                <c:pt idx="1539">
                  <c:v>1540.0</c:v>
                </c:pt>
                <c:pt idx="1540">
                  <c:v>1541.0</c:v>
                </c:pt>
                <c:pt idx="1541">
                  <c:v>1542.0</c:v>
                </c:pt>
                <c:pt idx="1542">
                  <c:v>1543.0</c:v>
                </c:pt>
                <c:pt idx="1543">
                  <c:v>1544.0</c:v>
                </c:pt>
                <c:pt idx="1544">
                  <c:v>1545.0</c:v>
                </c:pt>
                <c:pt idx="1545">
                  <c:v>1546.0</c:v>
                </c:pt>
                <c:pt idx="1546">
                  <c:v>1547.0</c:v>
                </c:pt>
                <c:pt idx="1547">
                  <c:v>1548.0</c:v>
                </c:pt>
                <c:pt idx="1548">
                  <c:v>1549.0</c:v>
                </c:pt>
                <c:pt idx="1549">
                  <c:v>1550.0</c:v>
                </c:pt>
                <c:pt idx="1550">
                  <c:v>1551.0</c:v>
                </c:pt>
                <c:pt idx="1551">
                  <c:v>1552.0</c:v>
                </c:pt>
                <c:pt idx="1552">
                  <c:v>1553.0</c:v>
                </c:pt>
                <c:pt idx="1553">
                  <c:v>1554.0</c:v>
                </c:pt>
                <c:pt idx="1554">
                  <c:v>1555.0</c:v>
                </c:pt>
                <c:pt idx="1555">
                  <c:v>1556.0</c:v>
                </c:pt>
                <c:pt idx="1556">
                  <c:v>1557.0</c:v>
                </c:pt>
                <c:pt idx="1557">
                  <c:v>1558.0</c:v>
                </c:pt>
                <c:pt idx="1558">
                  <c:v>1559.0</c:v>
                </c:pt>
                <c:pt idx="1559">
                  <c:v>1560.0</c:v>
                </c:pt>
                <c:pt idx="1560">
                  <c:v>1561.0</c:v>
                </c:pt>
                <c:pt idx="1561">
                  <c:v>1562.0</c:v>
                </c:pt>
                <c:pt idx="1562">
                  <c:v>1563.0</c:v>
                </c:pt>
                <c:pt idx="1563">
                  <c:v>1564.0</c:v>
                </c:pt>
                <c:pt idx="1564">
                  <c:v>1565.0</c:v>
                </c:pt>
                <c:pt idx="1565">
                  <c:v>1566.0</c:v>
                </c:pt>
                <c:pt idx="1566">
                  <c:v>1567.0</c:v>
                </c:pt>
                <c:pt idx="1567">
                  <c:v>1568.0</c:v>
                </c:pt>
                <c:pt idx="1568">
                  <c:v>1569.0</c:v>
                </c:pt>
                <c:pt idx="1569">
                  <c:v>1570.0</c:v>
                </c:pt>
                <c:pt idx="1570">
                  <c:v>1571.0</c:v>
                </c:pt>
                <c:pt idx="1571">
                  <c:v>1572.0</c:v>
                </c:pt>
                <c:pt idx="1572">
                  <c:v>1573.0</c:v>
                </c:pt>
                <c:pt idx="1573">
                  <c:v>1574.0</c:v>
                </c:pt>
                <c:pt idx="1574">
                  <c:v>1575.0</c:v>
                </c:pt>
                <c:pt idx="1575">
                  <c:v>1576.0</c:v>
                </c:pt>
                <c:pt idx="1576">
                  <c:v>1577.0</c:v>
                </c:pt>
                <c:pt idx="1577">
                  <c:v>1578.0</c:v>
                </c:pt>
                <c:pt idx="1578">
                  <c:v>1579.0</c:v>
                </c:pt>
                <c:pt idx="1579">
                  <c:v>1580.0</c:v>
                </c:pt>
                <c:pt idx="1580">
                  <c:v>1581.0</c:v>
                </c:pt>
                <c:pt idx="1581">
                  <c:v>1582.0</c:v>
                </c:pt>
                <c:pt idx="1582">
                  <c:v>1583.0</c:v>
                </c:pt>
                <c:pt idx="1583">
                  <c:v>1584.0</c:v>
                </c:pt>
                <c:pt idx="1584">
                  <c:v>1585.0</c:v>
                </c:pt>
                <c:pt idx="1585">
                  <c:v>1586.0</c:v>
                </c:pt>
                <c:pt idx="1586">
                  <c:v>1587.0</c:v>
                </c:pt>
                <c:pt idx="1587">
                  <c:v>1588.0</c:v>
                </c:pt>
                <c:pt idx="1588">
                  <c:v>1589.0</c:v>
                </c:pt>
                <c:pt idx="1589">
                  <c:v>1590.0</c:v>
                </c:pt>
                <c:pt idx="1590">
                  <c:v>1591.0</c:v>
                </c:pt>
                <c:pt idx="1591">
                  <c:v>1592.0</c:v>
                </c:pt>
                <c:pt idx="1592">
                  <c:v>1593.0</c:v>
                </c:pt>
                <c:pt idx="1593">
                  <c:v>1594.0</c:v>
                </c:pt>
                <c:pt idx="1594">
                  <c:v>1595.0</c:v>
                </c:pt>
                <c:pt idx="1595">
                  <c:v>1596.0</c:v>
                </c:pt>
                <c:pt idx="1596">
                  <c:v>1597.0</c:v>
                </c:pt>
                <c:pt idx="1597">
                  <c:v>1598.0</c:v>
                </c:pt>
                <c:pt idx="1598">
                  <c:v>1599.0</c:v>
                </c:pt>
                <c:pt idx="1599">
                  <c:v>1600.0</c:v>
                </c:pt>
                <c:pt idx="1600">
                  <c:v>1601.0</c:v>
                </c:pt>
                <c:pt idx="1601">
                  <c:v>1602.0</c:v>
                </c:pt>
                <c:pt idx="1602">
                  <c:v>1603.0</c:v>
                </c:pt>
                <c:pt idx="1603">
                  <c:v>1604.0</c:v>
                </c:pt>
                <c:pt idx="1604">
                  <c:v>1605.0</c:v>
                </c:pt>
                <c:pt idx="1605">
                  <c:v>1606.0</c:v>
                </c:pt>
                <c:pt idx="1606">
                  <c:v>1607.0</c:v>
                </c:pt>
                <c:pt idx="1607">
                  <c:v>1608.0</c:v>
                </c:pt>
                <c:pt idx="1608">
                  <c:v>1609.0</c:v>
                </c:pt>
                <c:pt idx="1609">
                  <c:v>1610.0</c:v>
                </c:pt>
                <c:pt idx="1610">
                  <c:v>1611.0</c:v>
                </c:pt>
                <c:pt idx="1611">
                  <c:v>1612.0</c:v>
                </c:pt>
                <c:pt idx="1612">
                  <c:v>1613.0</c:v>
                </c:pt>
                <c:pt idx="1613">
                  <c:v>1614.0</c:v>
                </c:pt>
                <c:pt idx="1614">
                  <c:v>1615.0</c:v>
                </c:pt>
                <c:pt idx="1615">
                  <c:v>1616.0</c:v>
                </c:pt>
                <c:pt idx="1616">
                  <c:v>1617.0</c:v>
                </c:pt>
                <c:pt idx="1617">
                  <c:v>1618.0</c:v>
                </c:pt>
                <c:pt idx="1618">
                  <c:v>1619.0</c:v>
                </c:pt>
                <c:pt idx="1619">
                  <c:v>1620.0</c:v>
                </c:pt>
                <c:pt idx="1620">
                  <c:v>1621.0</c:v>
                </c:pt>
                <c:pt idx="1621">
                  <c:v>1622.0</c:v>
                </c:pt>
                <c:pt idx="1622">
                  <c:v>1623.0</c:v>
                </c:pt>
                <c:pt idx="1623">
                  <c:v>1624.0</c:v>
                </c:pt>
                <c:pt idx="1624">
                  <c:v>1625.0</c:v>
                </c:pt>
                <c:pt idx="1625">
                  <c:v>1626.0</c:v>
                </c:pt>
                <c:pt idx="1626">
                  <c:v>1627.0</c:v>
                </c:pt>
                <c:pt idx="1627">
                  <c:v>1628.0</c:v>
                </c:pt>
                <c:pt idx="1628">
                  <c:v>1629.0</c:v>
                </c:pt>
                <c:pt idx="1629">
                  <c:v>1630.0</c:v>
                </c:pt>
                <c:pt idx="1630">
                  <c:v>1631.0</c:v>
                </c:pt>
                <c:pt idx="1631">
                  <c:v>1632.0</c:v>
                </c:pt>
                <c:pt idx="1632">
                  <c:v>1633.0</c:v>
                </c:pt>
                <c:pt idx="1633">
                  <c:v>1634.0</c:v>
                </c:pt>
                <c:pt idx="1634">
                  <c:v>1635.0</c:v>
                </c:pt>
                <c:pt idx="1635">
                  <c:v>1636.0</c:v>
                </c:pt>
                <c:pt idx="1636">
                  <c:v>1637.0</c:v>
                </c:pt>
                <c:pt idx="1637">
                  <c:v>1638.0</c:v>
                </c:pt>
                <c:pt idx="1638">
                  <c:v>1639.0</c:v>
                </c:pt>
                <c:pt idx="1639">
                  <c:v>1640.0</c:v>
                </c:pt>
                <c:pt idx="1640">
                  <c:v>1641.0</c:v>
                </c:pt>
                <c:pt idx="1641">
                  <c:v>1642.0</c:v>
                </c:pt>
                <c:pt idx="1642">
                  <c:v>1643.0</c:v>
                </c:pt>
                <c:pt idx="1643">
                  <c:v>1644.0</c:v>
                </c:pt>
                <c:pt idx="1644">
                  <c:v>1645.0</c:v>
                </c:pt>
                <c:pt idx="1645">
                  <c:v>1646.0</c:v>
                </c:pt>
                <c:pt idx="1646">
                  <c:v>1647.0</c:v>
                </c:pt>
                <c:pt idx="1647">
                  <c:v>1648.0</c:v>
                </c:pt>
                <c:pt idx="1648">
                  <c:v>1649.0</c:v>
                </c:pt>
                <c:pt idx="1649">
                  <c:v>1650.0</c:v>
                </c:pt>
                <c:pt idx="1650">
                  <c:v>1651.0</c:v>
                </c:pt>
                <c:pt idx="1651">
                  <c:v>1652.0</c:v>
                </c:pt>
                <c:pt idx="1652">
                  <c:v>1653.0</c:v>
                </c:pt>
                <c:pt idx="1653">
                  <c:v>1654.0</c:v>
                </c:pt>
                <c:pt idx="1654">
                  <c:v>1655.0</c:v>
                </c:pt>
                <c:pt idx="1655">
                  <c:v>1656.0</c:v>
                </c:pt>
                <c:pt idx="1656">
                  <c:v>1657.0</c:v>
                </c:pt>
                <c:pt idx="1657">
                  <c:v>1658.0</c:v>
                </c:pt>
                <c:pt idx="1658">
                  <c:v>1659.0</c:v>
                </c:pt>
                <c:pt idx="1659">
                  <c:v>1660.0</c:v>
                </c:pt>
                <c:pt idx="1660">
                  <c:v>1661.0</c:v>
                </c:pt>
                <c:pt idx="1661">
                  <c:v>1662.0</c:v>
                </c:pt>
                <c:pt idx="1662">
                  <c:v>1663.0</c:v>
                </c:pt>
                <c:pt idx="1663">
                  <c:v>1664.0</c:v>
                </c:pt>
                <c:pt idx="1664">
                  <c:v>1665.0</c:v>
                </c:pt>
                <c:pt idx="1665">
                  <c:v>1666.0</c:v>
                </c:pt>
                <c:pt idx="1666">
                  <c:v>1667.0</c:v>
                </c:pt>
                <c:pt idx="1667">
                  <c:v>1668.0</c:v>
                </c:pt>
                <c:pt idx="1668">
                  <c:v>1669.0</c:v>
                </c:pt>
                <c:pt idx="1669">
                  <c:v>1670.0</c:v>
                </c:pt>
                <c:pt idx="1670">
                  <c:v>1671.0</c:v>
                </c:pt>
                <c:pt idx="1671">
                  <c:v>1672.0</c:v>
                </c:pt>
                <c:pt idx="1672">
                  <c:v>1673.0</c:v>
                </c:pt>
                <c:pt idx="1673">
                  <c:v>1674.0</c:v>
                </c:pt>
                <c:pt idx="1674">
                  <c:v>1675.0</c:v>
                </c:pt>
                <c:pt idx="1675">
                  <c:v>1676.0</c:v>
                </c:pt>
                <c:pt idx="1676">
                  <c:v>1677.0</c:v>
                </c:pt>
                <c:pt idx="1677">
                  <c:v>1678.0</c:v>
                </c:pt>
                <c:pt idx="1678">
                  <c:v>1679.0</c:v>
                </c:pt>
                <c:pt idx="1679">
                  <c:v>1680.0</c:v>
                </c:pt>
                <c:pt idx="1680">
                  <c:v>1681.0</c:v>
                </c:pt>
                <c:pt idx="1681">
                  <c:v>1682.0</c:v>
                </c:pt>
                <c:pt idx="1682">
                  <c:v>1683.0</c:v>
                </c:pt>
                <c:pt idx="1683">
                  <c:v>1684.0</c:v>
                </c:pt>
                <c:pt idx="1684">
                  <c:v>1685.0</c:v>
                </c:pt>
                <c:pt idx="1685">
                  <c:v>1686.0</c:v>
                </c:pt>
                <c:pt idx="1686">
                  <c:v>1687.0</c:v>
                </c:pt>
                <c:pt idx="1687">
                  <c:v>1688.0</c:v>
                </c:pt>
                <c:pt idx="1688">
                  <c:v>1689.0</c:v>
                </c:pt>
                <c:pt idx="1689">
                  <c:v>1690.0</c:v>
                </c:pt>
                <c:pt idx="1690">
                  <c:v>1691.0</c:v>
                </c:pt>
                <c:pt idx="1691">
                  <c:v>1692.0</c:v>
                </c:pt>
                <c:pt idx="1692">
                  <c:v>1693.0</c:v>
                </c:pt>
                <c:pt idx="1693">
                  <c:v>1694.0</c:v>
                </c:pt>
                <c:pt idx="1694">
                  <c:v>1695.0</c:v>
                </c:pt>
                <c:pt idx="1695">
                  <c:v>1696.0</c:v>
                </c:pt>
                <c:pt idx="1696">
                  <c:v>1697.0</c:v>
                </c:pt>
                <c:pt idx="1697">
                  <c:v>1698.0</c:v>
                </c:pt>
                <c:pt idx="1698">
                  <c:v>1699.0</c:v>
                </c:pt>
                <c:pt idx="1699">
                  <c:v>1700.0</c:v>
                </c:pt>
                <c:pt idx="1700">
                  <c:v>1701.0</c:v>
                </c:pt>
                <c:pt idx="1701">
                  <c:v>1702.0</c:v>
                </c:pt>
                <c:pt idx="1702">
                  <c:v>1703.0</c:v>
                </c:pt>
                <c:pt idx="1703">
                  <c:v>1704.0</c:v>
                </c:pt>
                <c:pt idx="1704">
                  <c:v>1705.0</c:v>
                </c:pt>
                <c:pt idx="1705">
                  <c:v>1706.0</c:v>
                </c:pt>
                <c:pt idx="1706">
                  <c:v>1707.0</c:v>
                </c:pt>
                <c:pt idx="1707">
                  <c:v>1708.0</c:v>
                </c:pt>
                <c:pt idx="1708">
                  <c:v>1709.0</c:v>
                </c:pt>
                <c:pt idx="1709">
                  <c:v>1710.0</c:v>
                </c:pt>
                <c:pt idx="1710">
                  <c:v>1711.0</c:v>
                </c:pt>
                <c:pt idx="1711">
                  <c:v>1712.0</c:v>
                </c:pt>
                <c:pt idx="1712">
                  <c:v>1713.0</c:v>
                </c:pt>
                <c:pt idx="1713">
                  <c:v>1714.0</c:v>
                </c:pt>
                <c:pt idx="1714">
                  <c:v>1715.0</c:v>
                </c:pt>
                <c:pt idx="1715">
                  <c:v>1716.0</c:v>
                </c:pt>
                <c:pt idx="1716">
                  <c:v>1717.0</c:v>
                </c:pt>
                <c:pt idx="1717">
                  <c:v>1718.0</c:v>
                </c:pt>
                <c:pt idx="1718">
                  <c:v>1719.0</c:v>
                </c:pt>
                <c:pt idx="1719">
                  <c:v>1720.0</c:v>
                </c:pt>
                <c:pt idx="1720">
                  <c:v>1721.0</c:v>
                </c:pt>
                <c:pt idx="1721">
                  <c:v>1722.0</c:v>
                </c:pt>
                <c:pt idx="1722">
                  <c:v>1723.0</c:v>
                </c:pt>
                <c:pt idx="1723">
                  <c:v>1724.0</c:v>
                </c:pt>
                <c:pt idx="1724">
                  <c:v>1725.0</c:v>
                </c:pt>
                <c:pt idx="1725">
                  <c:v>1726.0</c:v>
                </c:pt>
                <c:pt idx="1726">
                  <c:v>1727.0</c:v>
                </c:pt>
                <c:pt idx="1727">
                  <c:v>1728.0</c:v>
                </c:pt>
                <c:pt idx="1728">
                  <c:v>1729.0</c:v>
                </c:pt>
                <c:pt idx="1729">
                  <c:v>1730.0</c:v>
                </c:pt>
                <c:pt idx="1730">
                  <c:v>1731.0</c:v>
                </c:pt>
                <c:pt idx="1731">
                  <c:v>1732.0</c:v>
                </c:pt>
                <c:pt idx="1732">
                  <c:v>1733.0</c:v>
                </c:pt>
                <c:pt idx="1733">
                  <c:v>1734.0</c:v>
                </c:pt>
                <c:pt idx="1734">
                  <c:v>1735.0</c:v>
                </c:pt>
                <c:pt idx="1735">
                  <c:v>1736.0</c:v>
                </c:pt>
                <c:pt idx="1736">
                  <c:v>1737.0</c:v>
                </c:pt>
                <c:pt idx="1737">
                  <c:v>1738.0</c:v>
                </c:pt>
                <c:pt idx="1738">
                  <c:v>1739.0</c:v>
                </c:pt>
                <c:pt idx="1739">
                  <c:v>1740.0</c:v>
                </c:pt>
                <c:pt idx="1740">
                  <c:v>1741.0</c:v>
                </c:pt>
                <c:pt idx="1741">
                  <c:v>1742.0</c:v>
                </c:pt>
                <c:pt idx="1742">
                  <c:v>1743.0</c:v>
                </c:pt>
                <c:pt idx="1743">
                  <c:v>1744.0</c:v>
                </c:pt>
                <c:pt idx="1744">
                  <c:v>1745.0</c:v>
                </c:pt>
                <c:pt idx="1745">
                  <c:v>1746.0</c:v>
                </c:pt>
                <c:pt idx="1746">
                  <c:v>1747.0</c:v>
                </c:pt>
                <c:pt idx="1747">
                  <c:v>1748.0</c:v>
                </c:pt>
                <c:pt idx="1748">
                  <c:v>1749.0</c:v>
                </c:pt>
                <c:pt idx="1749">
                  <c:v>1750.0</c:v>
                </c:pt>
                <c:pt idx="1750">
                  <c:v>1751.0</c:v>
                </c:pt>
                <c:pt idx="1751">
                  <c:v>1752.0</c:v>
                </c:pt>
                <c:pt idx="1752">
                  <c:v>1753.0</c:v>
                </c:pt>
                <c:pt idx="1753">
                  <c:v>1754.0</c:v>
                </c:pt>
                <c:pt idx="1754">
                  <c:v>1755.0</c:v>
                </c:pt>
                <c:pt idx="1755">
                  <c:v>1756.0</c:v>
                </c:pt>
                <c:pt idx="1756">
                  <c:v>1757.0</c:v>
                </c:pt>
                <c:pt idx="1757">
                  <c:v>1758.0</c:v>
                </c:pt>
                <c:pt idx="1758">
                  <c:v>1759.0</c:v>
                </c:pt>
                <c:pt idx="1759">
                  <c:v>1760.0</c:v>
                </c:pt>
                <c:pt idx="1760">
                  <c:v>1761.0</c:v>
                </c:pt>
                <c:pt idx="1761">
                  <c:v>1762.0</c:v>
                </c:pt>
                <c:pt idx="1762">
                  <c:v>1763.0</c:v>
                </c:pt>
                <c:pt idx="1763">
                  <c:v>1764.0</c:v>
                </c:pt>
                <c:pt idx="1764">
                  <c:v>1765.0</c:v>
                </c:pt>
                <c:pt idx="1765">
                  <c:v>1766.0</c:v>
                </c:pt>
                <c:pt idx="1766">
                  <c:v>1767.0</c:v>
                </c:pt>
                <c:pt idx="1767">
                  <c:v>1768.0</c:v>
                </c:pt>
                <c:pt idx="1768">
                  <c:v>1769.0</c:v>
                </c:pt>
                <c:pt idx="1769">
                  <c:v>1770.0</c:v>
                </c:pt>
                <c:pt idx="1770">
                  <c:v>1771.0</c:v>
                </c:pt>
                <c:pt idx="1771">
                  <c:v>1772.0</c:v>
                </c:pt>
                <c:pt idx="1772">
                  <c:v>1773.0</c:v>
                </c:pt>
                <c:pt idx="1773">
                  <c:v>1774.0</c:v>
                </c:pt>
                <c:pt idx="1774">
                  <c:v>1775.0</c:v>
                </c:pt>
                <c:pt idx="1775">
                  <c:v>1776.0</c:v>
                </c:pt>
                <c:pt idx="1776">
                  <c:v>1777.0</c:v>
                </c:pt>
                <c:pt idx="1777">
                  <c:v>1778.0</c:v>
                </c:pt>
                <c:pt idx="1778">
                  <c:v>1779.0</c:v>
                </c:pt>
                <c:pt idx="1779">
                  <c:v>1780.0</c:v>
                </c:pt>
                <c:pt idx="1780">
                  <c:v>1781.0</c:v>
                </c:pt>
                <c:pt idx="1781">
                  <c:v>1782.0</c:v>
                </c:pt>
                <c:pt idx="1782">
                  <c:v>1783.0</c:v>
                </c:pt>
                <c:pt idx="1783">
                  <c:v>1784.0</c:v>
                </c:pt>
                <c:pt idx="1784">
                  <c:v>1785.0</c:v>
                </c:pt>
                <c:pt idx="1785">
                  <c:v>1786.0</c:v>
                </c:pt>
                <c:pt idx="1786">
                  <c:v>1787.0</c:v>
                </c:pt>
                <c:pt idx="1787">
                  <c:v>1788.0</c:v>
                </c:pt>
                <c:pt idx="1788">
                  <c:v>1789.0</c:v>
                </c:pt>
                <c:pt idx="1789">
                  <c:v>1790.0</c:v>
                </c:pt>
                <c:pt idx="1790">
                  <c:v>1791.0</c:v>
                </c:pt>
                <c:pt idx="1791">
                  <c:v>1792.0</c:v>
                </c:pt>
                <c:pt idx="1792">
                  <c:v>1793.0</c:v>
                </c:pt>
                <c:pt idx="1793">
                  <c:v>1794.0</c:v>
                </c:pt>
                <c:pt idx="1794">
                  <c:v>1795.0</c:v>
                </c:pt>
                <c:pt idx="1795">
                  <c:v>1796.0</c:v>
                </c:pt>
                <c:pt idx="1796">
                  <c:v>1797.0</c:v>
                </c:pt>
                <c:pt idx="1797">
                  <c:v>1798.0</c:v>
                </c:pt>
                <c:pt idx="1798">
                  <c:v>1799.0</c:v>
                </c:pt>
                <c:pt idx="1799">
                  <c:v>1800.0</c:v>
                </c:pt>
                <c:pt idx="1800">
                  <c:v>1801.0</c:v>
                </c:pt>
                <c:pt idx="1801">
                  <c:v>1802.0</c:v>
                </c:pt>
                <c:pt idx="1802">
                  <c:v>1803.0</c:v>
                </c:pt>
                <c:pt idx="1803">
                  <c:v>1804.0</c:v>
                </c:pt>
                <c:pt idx="1804">
                  <c:v>1805.0</c:v>
                </c:pt>
                <c:pt idx="1805">
                  <c:v>1806.0</c:v>
                </c:pt>
                <c:pt idx="1806">
                  <c:v>1807.0</c:v>
                </c:pt>
                <c:pt idx="1807">
                  <c:v>1808.0</c:v>
                </c:pt>
                <c:pt idx="1808">
                  <c:v>1809.0</c:v>
                </c:pt>
                <c:pt idx="1809">
                  <c:v>1810.0</c:v>
                </c:pt>
                <c:pt idx="1810">
                  <c:v>1811.0</c:v>
                </c:pt>
                <c:pt idx="1811">
                  <c:v>1812.0</c:v>
                </c:pt>
                <c:pt idx="1812">
                  <c:v>1813.0</c:v>
                </c:pt>
                <c:pt idx="1813">
                  <c:v>1814.0</c:v>
                </c:pt>
                <c:pt idx="1814">
                  <c:v>1815.0</c:v>
                </c:pt>
                <c:pt idx="1815">
                  <c:v>1816.0</c:v>
                </c:pt>
                <c:pt idx="1816">
                  <c:v>1817.0</c:v>
                </c:pt>
                <c:pt idx="1817">
                  <c:v>1818.0</c:v>
                </c:pt>
                <c:pt idx="1818">
                  <c:v>1819.0</c:v>
                </c:pt>
                <c:pt idx="1819">
                  <c:v>1820.0</c:v>
                </c:pt>
                <c:pt idx="1820">
                  <c:v>1821.0</c:v>
                </c:pt>
                <c:pt idx="1821">
                  <c:v>1822.0</c:v>
                </c:pt>
                <c:pt idx="1822">
                  <c:v>1823.0</c:v>
                </c:pt>
                <c:pt idx="1823">
                  <c:v>1824.0</c:v>
                </c:pt>
                <c:pt idx="1824">
                  <c:v>1825.0</c:v>
                </c:pt>
                <c:pt idx="1825">
                  <c:v>1826.0</c:v>
                </c:pt>
                <c:pt idx="1826">
                  <c:v>1827.0</c:v>
                </c:pt>
                <c:pt idx="1827">
                  <c:v>1828.0</c:v>
                </c:pt>
                <c:pt idx="1828">
                  <c:v>1829.0</c:v>
                </c:pt>
                <c:pt idx="1829">
                  <c:v>1830.0</c:v>
                </c:pt>
                <c:pt idx="1830">
                  <c:v>1831.0</c:v>
                </c:pt>
                <c:pt idx="1831">
                  <c:v>1832.0</c:v>
                </c:pt>
                <c:pt idx="1832">
                  <c:v>1833.0</c:v>
                </c:pt>
                <c:pt idx="1833">
                  <c:v>1834.0</c:v>
                </c:pt>
                <c:pt idx="1834">
                  <c:v>1835.0</c:v>
                </c:pt>
                <c:pt idx="1835">
                  <c:v>1836.0</c:v>
                </c:pt>
                <c:pt idx="1836">
                  <c:v>1837.0</c:v>
                </c:pt>
                <c:pt idx="1837">
                  <c:v>1838.0</c:v>
                </c:pt>
                <c:pt idx="1838">
                  <c:v>1839.0</c:v>
                </c:pt>
                <c:pt idx="1839">
                  <c:v>1840.0</c:v>
                </c:pt>
                <c:pt idx="1840">
                  <c:v>1841.0</c:v>
                </c:pt>
                <c:pt idx="1841">
                  <c:v>1842.0</c:v>
                </c:pt>
                <c:pt idx="1842">
                  <c:v>1843.0</c:v>
                </c:pt>
                <c:pt idx="1843">
                  <c:v>1844.0</c:v>
                </c:pt>
                <c:pt idx="1844">
                  <c:v>1845.0</c:v>
                </c:pt>
                <c:pt idx="1845">
                  <c:v>1846.0</c:v>
                </c:pt>
                <c:pt idx="1846">
                  <c:v>1847.0</c:v>
                </c:pt>
                <c:pt idx="1847">
                  <c:v>1848.0</c:v>
                </c:pt>
                <c:pt idx="1848">
                  <c:v>1849.0</c:v>
                </c:pt>
                <c:pt idx="1849">
                  <c:v>1850.0</c:v>
                </c:pt>
                <c:pt idx="1850">
                  <c:v>1851.0</c:v>
                </c:pt>
                <c:pt idx="1851">
                  <c:v>1852.0</c:v>
                </c:pt>
                <c:pt idx="1852">
                  <c:v>1853.0</c:v>
                </c:pt>
                <c:pt idx="1853">
                  <c:v>1854.0</c:v>
                </c:pt>
                <c:pt idx="1854">
                  <c:v>1855.0</c:v>
                </c:pt>
                <c:pt idx="1855">
                  <c:v>1856.0</c:v>
                </c:pt>
                <c:pt idx="1856">
                  <c:v>1857.0</c:v>
                </c:pt>
                <c:pt idx="1857">
                  <c:v>1858.0</c:v>
                </c:pt>
                <c:pt idx="1858">
                  <c:v>1859.0</c:v>
                </c:pt>
                <c:pt idx="1859">
                  <c:v>1860.0</c:v>
                </c:pt>
                <c:pt idx="1860">
                  <c:v>1861.0</c:v>
                </c:pt>
                <c:pt idx="1861">
                  <c:v>1862.0</c:v>
                </c:pt>
                <c:pt idx="1862">
                  <c:v>1863.0</c:v>
                </c:pt>
                <c:pt idx="1863">
                  <c:v>1864.0</c:v>
                </c:pt>
                <c:pt idx="1864">
                  <c:v>1865.0</c:v>
                </c:pt>
                <c:pt idx="1865">
                  <c:v>1866.0</c:v>
                </c:pt>
                <c:pt idx="1866">
                  <c:v>1867.0</c:v>
                </c:pt>
                <c:pt idx="1867">
                  <c:v>1868.0</c:v>
                </c:pt>
                <c:pt idx="1868">
                  <c:v>1869.0</c:v>
                </c:pt>
                <c:pt idx="1869">
                  <c:v>1870.0</c:v>
                </c:pt>
                <c:pt idx="1870">
                  <c:v>1871.0</c:v>
                </c:pt>
                <c:pt idx="1871">
                  <c:v>1872.0</c:v>
                </c:pt>
                <c:pt idx="1872">
                  <c:v>1873.0</c:v>
                </c:pt>
                <c:pt idx="1873">
                  <c:v>1874.0</c:v>
                </c:pt>
                <c:pt idx="1874">
                  <c:v>1875.0</c:v>
                </c:pt>
                <c:pt idx="1875">
                  <c:v>1876.0</c:v>
                </c:pt>
                <c:pt idx="1876">
                  <c:v>1877.0</c:v>
                </c:pt>
                <c:pt idx="1877">
                  <c:v>1878.0</c:v>
                </c:pt>
                <c:pt idx="1878">
                  <c:v>1879.0</c:v>
                </c:pt>
                <c:pt idx="1879">
                  <c:v>1880.0</c:v>
                </c:pt>
                <c:pt idx="1880">
                  <c:v>1881.0</c:v>
                </c:pt>
                <c:pt idx="1881">
                  <c:v>1882.0</c:v>
                </c:pt>
                <c:pt idx="1882">
                  <c:v>1883.0</c:v>
                </c:pt>
                <c:pt idx="1883">
                  <c:v>1884.0</c:v>
                </c:pt>
                <c:pt idx="1884">
                  <c:v>1885.0</c:v>
                </c:pt>
                <c:pt idx="1885">
                  <c:v>1886.0</c:v>
                </c:pt>
                <c:pt idx="1886">
                  <c:v>1887.0</c:v>
                </c:pt>
                <c:pt idx="1887">
                  <c:v>1888.0</c:v>
                </c:pt>
                <c:pt idx="1888">
                  <c:v>1889.0</c:v>
                </c:pt>
                <c:pt idx="1889">
                  <c:v>1890.0</c:v>
                </c:pt>
                <c:pt idx="1890">
                  <c:v>1891.0</c:v>
                </c:pt>
                <c:pt idx="1891">
                  <c:v>1892.0</c:v>
                </c:pt>
                <c:pt idx="1892">
                  <c:v>1893.0</c:v>
                </c:pt>
                <c:pt idx="1893">
                  <c:v>1894.0</c:v>
                </c:pt>
                <c:pt idx="1894">
                  <c:v>1895.0</c:v>
                </c:pt>
                <c:pt idx="1895">
                  <c:v>1896.0</c:v>
                </c:pt>
                <c:pt idx="1896">
                  <c:v>1897.0</c:v>
                </c:pt>
                <c:pt idx="1897">
                  <c:v>1898.0</c:v>
                </c:pt>
                <c:pt idx="1898">
                  <c:v>1899.0</c:v>
                </c:pt>
                <c:pt idx="1899">
                  <c:v>1900.0</c:v>
                </c:pt>
                <c:pt idx="1900">
                  <c:v>1901.0</c:v>
                </c:pt>
                <c:pt idx="1901">
                  <c:v>1902.0</c:v>
                </c:pt>
                <c:pt idx="1902">
                  <c:v>1903.0</c:v>
                </c:pt>
                <c:pt idx="1903">
                  <c:v>1904.0</c:v>
                </c:pt>
                <c:pt idx="1904">
                  <c:v>1905.0</c:v>
                </c:pt>
                <c:pt idx="1905">
                  <c:v>1906.0</c:v>
                </c:pt>
                <c:pt idx="1906">
                  <c:v>1907.0</c:v>
                </c:pt>
                <c:pt idx="1907">
                  <c:v>1908.0</c:v>
                </c:pt>
                <c:pt idx="1908">
                  <c:v>1909.0</c:v>
                </c:pt>
                <c:pt idx="1909">
                  <c:v>1910.0</c:v>
                </c:pt>
                <c:pt idx="1910">
                  <c:v>1911.0</c:v>
                </c:pt>
                <c:pt idx="1911">
                  <c:v>1912.0</c:v>
                </c:pt>
                <c:pt idx="1912">
                  <c:v>1913.0</c:v>
                </c:pt>
                <c:pt idx="1913">
                  <c:v>1914.0</c:v>
                </c:pt>
                <c:pt idx="1914">
                  <c:v>1915.0</c:v>
                </c:pt>
                <c:pt idx="1915">
                  <c:v>1916.0</c:v>
                </c:pt>
                <c:pt idx="1916">
                  <c:v>1917.0</c:v>
                </c:pt>
                <c:pt idx="1917">
                  <c:v>1918.0</c:v>
                </c:pt>
                <c:pt idx="1918">
                  <c:v>1919.0</c:v>
                </c:pt>
                <c:pt idx="1919">
                  <c:v>1920.0</c:v>
                </c:pt>
                <c:pt idx="1920">
                  <c:v>1921.0</c:v>
                </c:pt>
                <c:pt idx="1921">
                  <c:v>1922.0</c:v>
                </c:pt>
                <c:pt idx="1922">
                  <c:v>1923.0</c:v>
                </c:pt>
                <c:pt idx="1923">
                  <c:v>1924.0</c:v>
                </c:pt>
                <c:pt idx="1924">
                  <c:v>1925.0</c:v>
                </c:pt>
                <c:pt idx="1925">
                  <c:v>1926.0</c:v>
                </c:pt>
                <c:pt idx="1926">
                  <c:v>1927.0</c:v>
                </c:pt>
                <c:pt idx="1927">
                  <c:v>1928.0</c:v>
                </c:pt>
                <c:pt idx="1928">
                  <c:v>1929.0</c:v>
                </c:pt>
                <c:pt idx="1929">
                  <c:v>1930.0</c:v>
                </c:pt>
                <c:pt idx="1930">
                  <c:v>1931.0</c:v>
                </c:pt>
                <c:pt idx="1931">
                  <c:v>1932.0</c:v>
                </c:pt>
                <c:pt idx="1932">
                  <c:v>1933.0</c:v>
                </c:pt>
                <c:pt idx="1933">
                  <c:v>1934.0</c:v>
                </c:pt>
                <c:pt idx="1934">
                  <c:v>1935.0</c:v>
                </c:pt>
                <c:pt idx="1935">
                  <c:v>1936.0</c:v>
                </c:pt>
                <c:pt idx="1936">
                  <c:v>1937.0</c:v>
                </c:pt>
                <c:pt idx="1937">
                  <c:v>1938.0</c:v>
                </c:pt>
                <c:pt idx="1938">
                  <c:v>1939.0</c:v>
                </c:pt>
                <c:pt idx="1939">
                  <c:v>1940.0</c:v>
                </c:pt>
                <c:pt idx="1940">
                  <c:v>1941.0</c:v>
                </c:pt>
                <c:pt idx="1941">
                  <c:v>1942.0</c:v>
                </c:pt>
                <c:pt idx="1942">
                  <c:v>1943.0</c:v>
                </c:pt>
                <c:pt idx="1943">
                  <c:v>1944.0</c:v>
                </c:pt>
                <c:pt idx="1944">
                  <c:v>1945.0</c:v>
                </c:pt>
                <c:pt idx="1945">
                  <c:v>1946.0</c:v>
                </c:pt>
                <c:pt idx="1946">
                  <c:v>1947.0</c:v>
                </c:pt>
                <c:pt idx="1947">
                  <c:v>1948.0</c:v>
                </c:pt>
                <c:pt idx="1948">
                  <c:v>1949.0</c:v>
                </c:pt>
                <c:pt idx="1949">
                  <c:v>1950.0</c:v>
                </c:pt>
                <c:pt idx="1950">
                  <c:v>1951.0</c:v>
                </c:pt>
                <c:pt idx="1951">
                  <c:v>1952.0</c:v>
                </c:pt>
                <c:pt idx="1952">
                  <c:v>1953.0</c:v>
                </c:pt>
                <c:pt idx="1953">
                  <c:v>1954.0</c:v>
                </c:pt>
                <c:pt idx="1954">
                  <c:v>1955.0</c:v>
                </c:pt>
                <c:pt idx="1955">
                  <c:v>1956.0</c:v>
                </c:pt>
                <c:pt idx="1956">
                  <c:v>1957.0</c:v>
                </c:pt>
                <c:pt idx="1957">
                  <c:v>1958.0</c:v>
                </c:pt>
                <c:pt idx="1958">
                  <c:v>1959.0</c:v>
                </c:pt>
                <c:pt idx="1959">
                  <c:v>1960.0</c:v>
                </c:pt>
                <c:pt idx="1960">
                  <c:v>1961.0</c:v>
                </c:pt>
                <c:pt idx="1961">
                  <c:v>1962.0</c:v>
                </c:pt>
                <c:pt idx="1962">
                  <c:v>1963.0</c:v>
                </c:pt>
                <c:pt idx="1963">
                  <c:v>1964.0</c:v>
                </c:pt>
                <c:pt idx="1964">
                  <c:v>1965.0</c:v>
                </c:pt>
                <c:pt idx="1965">
                  <c:v>1966.0</c:v>
                </c:pt>
                <c:pt idx="1966">
                  <c:v>1967.0</c:v>
                </c:pt>
                <c:pt idx="1967">
                  <c:v>1968.0</c:v>
                </c:pt>
                <c:pt idx="1968">
                  <c:v>1969.0</c:v>
                </c:pt>
                <c:pt idx="1969">
                  <c:v>1970.0</c:v>
                </c:pt>
                <c:pt idx="1970">
                  <c:v>1971.0</c:v>
                </c:pt>
                <c:pt idx="1971">
                  <c:v>1972.0</c:v>
                </c:pt>
                <c:pt idx="1972">
                  <c:v>1973.0</c:v>
                </c:pt>
                <c:pt idx="1973">
                  <c:v>1974.0</c:v>
                </c:pt>
                <c:pt idx="1974">
                  <c:v>1975.0</c:v>
                </c:pt>
                <c:pt idx="1975">
                  <c:v>1976.0</c:v>
                </c:pt>
                <c:pt idx="1976">
                  <c:v>1977.0</c:v>
                </c:pt>
                <c:pt idx="1977">
                  <c:v>1978.0</c:v>
                </c:pt>
                <c:pt idx="1978">
                  <c:v>1979.0</c:v>
                </c:pt>
                <c:pt idx="1979">
                  <c:v>1980.0</c:v>
                </c:pt>
                <c:pt idx="1980">
                  <c:v>1981.0</c:v>
                </c:pt>
                <c:pt idx="1981">
                  <c:v>1982.0</c:v>
                </c:pt>
                <c:pt idx="1982">
                  <c:v>1983.0</c:v>
                </c:pt>
                <c:pt idx="1983">
                  <c:v>1984.0</c:v>
                </c:pt>
                <c:pt idx="1984">
                  <c:v>1985.0</c:v>
                </c:pt>
                <c:pt idx="1985">
                  <c:v>1986.0</c:v>
                </c:pt>
                <c:pt idx="1986">
                  <c:v>1987.0</c:v>
                </c:pt>
                <c:pt idx="1987">
                  <c:v>1988.0</c:v>
                </c:pt>
                <c:pt idx="1988">
                  <c:v>1989.0</c:v>
                </c:pt>
                <c:pt idx="1989">
                  <c:v>1990.0</c:v>
                </c:pt>
                <c:pt idx="1990">
                  <c:v>1991.0</c:v>
                </c:pt>
                <c:pt idx="1991">
                  <c:v>1992.0</c:v>
                </c:pt>
                <c:pt idx="1992">
                  <c:v>1993.0</c:v>
                </c:pt>
                <c:pt idx="1993">
                  <c:v>1994.0</c:v>
                </c:pt>
                <c:pt idx="1994">
                  <c:v>1995.0</c:v>
                </c:pt>
                <c:pt idx="1995">
                  <c:v>1996.0</c:v>
                </c:pt>
                <c:pt idx="1996">
                  <c:v>1997.0</c:v>
                </c:pt>
                <c:pt idx="1997">
                  <c:v>1998.0</c:v>
                </c:pt>
                <c:pt idx="1998">
                  <c:v>1999.0</c:v>
                </c:pt>
                <c:pt idx="1999">
                  <c:v>2000.0</c:v>
                </c:pt>
                <c:pt idx="2000">
                  <c:v>2001.0</c:v>
                </c:pt>
                <c:pt idx="2001">
                  <c:v>2002.0</c:v>
                </c:pt>
                <c:pt idx="2002">
                  <c:v>2003.0</c:v>
                </c:pt>
                <c:pt idx="2003">
                  <c:v>2004.0</c:v>
                </c:pt>
                <c:pt idx="2004">
                  <c:v>2005.0</c:v>
                </c:pt>
                <c:pt idx="2005">
                  <c:v>2006.0</c:v>
                </c:pt>
                <c:pt idx="2006">
                  <c:v>2007.0</c:v>
                </c:pt>
                <c:pt idx="2007">
                  <c:v>2008.0</c:v>
                </c:pt>
                <c:pt idx="2008">
                  <c:v>2009.0</c:v>
                </c:pt>
                <c:pt idx="2009">
                  <c:v>2010.0</c:v>
                </c:pt>
                <c:pt idx="2010">
                  <c:v>2011.0</c:v>
                </c:pt>
                <c:pt idx="2011">
                  <c:v>2012.0</c:v>
                </c:pt>
                <c:pt idx="2012">
                  <c:v>2013.0</c:v>
                </c:pt>
                <c:pt idx="2013">
                  <c:v>2014.0</c:v>
                </c:pt>
                <c:pt idx="2014">
                  <c:v>2015.0</c:v>
                </c:pt>
                <c:pt idx="2015">
                  <c:v>2016.0</c:v>
                </c:pt>
                <c:pt idx="2016">
                  <c:v>2017.0</c:v>
                </c:pt>
                <c:pt idx="2017">
                  <c:v>2018.0</c:v>
                </c:pt>
                <c:pt idx="2018">
                  <c:v>2019.0</c:v>
                </c:pt>
                <c:pt idx="2019">
                  <c:v>2020.0</c:v>
                </c:pt>
                <c:pt idx="2020">
                  <c:v>2021.0</c:v>
                </c:pt>
                <c:pt idx="2021">
                  <c:v>2022.0</c:v>
                </c:pt>
                <c:pt idx="2022">
                  <c:v>2023.0</c:v>
                </c:pt>
                <c:pt idx="2023">
                  <c:v>2024.0</c:v>
                </c:pt>
                <c:pt idx="2024">
                  <c:v>2025.0</c:v>
                </c:pt>
                <c:pt idx="2025">
                  <c:v>2026.0</c:v>
                </c:pt>
                <c:pt idx="2026">
                  <c:v>2027.0</c:v>
                </c:pt>
                <c:pt idx="2027">
                  <c:v>2028.0</c:v>
                </c:pt>
                <c:pt idx="2028">
                  <c:v>2029.0</c:v>
                </c:pt>
                <c:pt idx="2029">
                  <c:v>2030.0</c:v>
                </c:pt>
                <c:pt idx="2030">
                  <c:v>2031.0</c:v>
                </c:pt>
                <c:pt idx="2031">
                  <c:v>2032.0</c:v>
                </c:pt>
                <c:pt idx="2032">
                  <c:v>2033.0</c:v>
                </c:pt>
                <c:pt idx="2033">
                  <c:v>2034.0</c:v>
                </c:pt>
                <c:pt idx="2034">
                  <c:v>2035.0</c:v>
                </c:pt>
                <c:pt idx="2035">
                  <c:v>2036.0</c:v>
                </c:pt>
                <c:pt idx="2036">
                  <c:v>2037.0</c:v>
                </c:pt>
                <c:pt idx="2037">
                  <c:v>2038.0</c:v>
                </c:pt>
                <c:pt idx="2038">
                  <c:v>2039.0</c:v>
                </c:pt>
                <c:pt idx="2039">
                  <c:v>2040.0</c:v>
                </c:pt>
                <c:pt idx="2040">
                  <c:v>2041.0</c:v>
                </c:pt>
                <c:pt idx="2041">
                  <c:v>2042.0</c:v>
                </c:pt>
                <c:pt idx="2042">
                  <c:v>2043.0</c:v>
                </c:pt>
                <c:pt idx="2043">
                  <c:v>2044.0</c:v>
                </c:pt>
                <c:pt idx="2044">
                  <c:v>2045.0</c:v>
                </c:pt>
                <c:pt idx="2045">
                  <c:v>2046.0</c:v>
                </c:pt>
                <c:pt idx="2046">
                  <c:v>2047.0</c:v>
                </c:pt>
                <c:pt idx="2047">
                  <c:v>2048.0</c:v>
                </c:pt>
                <c:pt idx="2048">
                  <c:v>2049.0</c:v>
                </c:pt>
                <c:pt idx="2049">
                  <c:v>2050.0</c:v>
                </c:pt>
                <c:pt idx="2050">
                  <c:v>2051.0</c:v>
                </c:pt>
                <c:pt idx="2051">
                  <c:v>2052.0</c:v>
                </c:pt>
                <c:pt idx="2052">
                  <c:v>2053.0</c:v>
                </c:pt>
                <c:pt idx="2053">
                  <c:v>2054.0</c:v>
                </c:pt>
                <c:pt idx="2054">
                  <c:v>2055.0</c:v>
                </c:pt>
                <c:pt idx="2055">
                  <c:v>2056.0</c:v>
                </c:pt>
                <c:pt idx="2056">
                  <c:v>2057.0</c:v>
                </c:pt>
                <c:pt idx="2057">
                  <c:v>2058.0</c:v>
                </c:pt>
                <c:pt idx="2058">
                  <c:v>2059.0</c:v>
                </c:pt>
                <c:pt idx="2059">
                  <c:v>2060.0</c:v>
                </c:pt>
                <c:pt idx="2060">
                  <c:v>2061.0</c:v>
                </c:pt>
                <c:pt idx="2061">
                  <c:v>2062.0</c:v>
                </c:pt>
                <c:pt idx="2062">
                  <c:v>2063.0</c:v>
                </c:pt>
                <c:pt idx="2063">
                  <c:v>2064.0</c:v>
                </c:pt>
                <c:pt idx="2064">
                  <c:v>2065.0</c:v>
                </c:pt>
                <c:pt idx="2065">
                  <c:v>2066.0</c:v>
                </c:pt>
                <c:pt idx="2066">
                  <c:v>2067.0</c:v>
                </c:pt>
                <c:pt idx="2067">
                  <c:v>2068.0</c:v>
                </c:pt>
                <c:pt idx="2068">
                  <c:v>2069.0</c:v>
                </c:pt>
                <c:pt idx="2069">
                  <c:v>2070.0</c:v>
                </c:pt>
                <c:pt idx="2070">
                  <c:v>2071.0</c:v>
                </c:pt>
                <c:pt idx="2071">
                  <c:v>2072.0</c:v>
                </c:pt>
                <c:pt idx="2072">
                  <c:v>2073.0</c:v>
                </c:pt>
                <c:pt idx="2073">
                  <c:v>2074.0</c:v>
                </c:pt>
                <c:pt idx="2074">
                  <c:v>2075.0</c:v>
                </c:pt>
                <c:pt idx="2075">
                  <c:v>2076.0</c:v>
                </c:pt>
                <c:pt idx="2076">
                  <c:v>2077.0</c:v>
                </c:pt>
                <c:pt idx="2077">
                  <c:v>2078.0</c:v>
                </c:pt>
                <c:pt idx="2078">
                  <c:v>2079.0</c:v>
                </c:pt>
                <c:pt idx="2079">
                  <c:v>2080.0</c:v>
                </c:pt>
                <c:pt idx="2080">
                  <c:v>2081.0</c:v>
                </c:pt>
                <c:pt idx="2081">
                  <c:v>2082.0</c:v>
                </c:pt>
                <c:pt idx="2082">
                  <c:v>2083.0</c:v>
                </c:pt>
                <c:pt idx="2083">
                  <c:v>2084.0</c:v>
                </c:pt>
                <c:pt idx="2084">
                  <c:v>2085.0</c:v>
                </c:pt>
                <c:pt idx="2085">
                  <c:v>2086.0</c:v>
                </c:pt>
                <c:pt idx="2086">
                  <c:v>2087.0</c:v>
                </c:pt>
                <c:pt idx="2087">
                  <c:v>2088.0</c:v>
                </c:pt>
                <c:pt idx="2088">
                  <c:v>2089.0</c:v>
                </c:pt>
                <c:pt idx="2089">
                  <c:v>2090.0</c:v>
                </c:pt>
                <c:pt idx="2090">
                  <c:v>2091.0</c:v>
                </c:pt>
                <c:pt idx="2091">
                  <c:v>2092.0</c:v>
                </c:pt>
                <c:pt idx="2092">
                  <c:v>2093.0</c:v>
                </c:pt>
                <c:pt idx="2093">
                  <c:v>2094.0</c:v>
                </c:pt>
                <c:pt idx="2094">
                  <c:v>2095.0</c:v>
                </c:pt>
                <c:pt idx="2095">
                  <c:v>2096.0</c:v>
                </c:pt>
                <c:pt idx="2096">
                  <c:v>2097.0</c:v>
                </c:pt>
                <c:pt idx="2097">
                  <c:v>2098.0</c:v>
                </c:pt>
                <c:pt idx="2098">
                  <c:v>2099.0</c:v>
                </c:pt>
                <c:pt idx="2099">
                  <c:v>2100.0</c:v>
                </c:pt>
                <c:pt idx="2100">
                  <c:v>2101.0</c:v>
                </c:pt>
                <c:pt idx="2101">
                  <c:v>2102.0</c:v>
                </c:pt>
                <c:pt idx="2102">
                  <c:v>2103.0</c:v>
                </c:pt>
                <c:pt idx="2103">
                  <c:v>2104.0</c:v>
                </c:pt>
                <c:pt idx="2104">
                  <c:v>2105.0</c:v>
                </c:pt>
                <c:pt idx="2105">
                  <c:v>2106.0</c:v>
                </c:pt>
                <c:pt idx="2106">
                  <c:v>2107.0</c:v>
                </c:pt>
                <c:pt idx="2107">
                  <c:v>2108.0</c:v>
                </c:pt>
                <c:pt idx="2108">
                  <c:v>2109.0</c:v>
                </c:pt>
                <c:pt idx="2109">
                  <c:v>2110.0</c:v>
                </c:pt>
                <c:pt idx="2110">
                  <c:v>2111.0</c:v>
                </c:pt>
                <c:pt idx="2111">
                  <c:v>2112.0</c:v>
                </c:pt>
                <c:pt idx="2112">
                  <c:v>2113.0</c:v>
                </c:pt>
                <c:pt idx="2113">
                  <c:v>2114.0</c:v>
                </c:pt>
                <c:pt idx="2114">
                  <c:v>2115.0</c:v>
                </c:pt>
                <c:pt idx="2115">
                  <c:v>2116.0</c:v>
                </c:pt>
                <c:pt idx="2116">
                  <c:v>2117.0</c:v>
                </c:pt>
                <c:pt idx="2117">
                  <c:v>2118.0</c:v>
                </c:pt>
                <c:pt idx="2118">
                  <c:v>2119.0</c:v>
                </c:pt>
                <c:pt idx="2119">
                  <c:v>2120.0</c:v>
                </c:pt>
                <c:pt idx="2120">
                  <c:v>2121.0</c:v>
                </c:pt>
                <c:pt idx="2121">
                  <c:v>2122.0</c:v>
                </c:pt>
                <c:pt idx="2122">
                  <c:v>2123.0</c:v>
                </c:pt>
                <c:pt idx="2123">
                  <c:v>2124.0</c:v>
                </c:pt>
                <c:pt idx="2124">
                  <c:v>2125.0</c:v>
                </c:pt>
                <c:pt idx="2125">
                  <c:v>2126.0</c:v>
                </c:pt>
                <c:pt idx="2126">
                  <c:v>2127.0</c:v>
                </c:pt>
                <c:pt idx="2127">
                  <c:v>2128.0</c:v>
                </c:pt>
                <c:pt idx="2128">
                  <c:v>2129.0</c:v>
                </c:pt>
                <c:pt idx="2129">
                  <c:v>2130.0</c:v>
                </c:pt>
                <c:pt idx="2130">
                  <c:v>2131.0</c:v>
                </c:pt>
                <c:pt idx="2131">
                  <c:v>2132.0</c:v>
                </c:pt>
                <c:pt idx="2132">
                  <c:v>2133.0</c:v>
                </c:pt>
                <c:pt idx="2133">
                  <c:v>2134.0</c:v>
                </c:pt>
                <c:pt idx="2134">
                  <c:v>2135.0</c:v>
                </c:pt>
                <c:pt idx="2135">
                  <c:v>2136.0</c:v>
                </c:pt>
                <c:pt idx="2136">
                  <c:v>2137.0</c:v>
                </c:pt>
                <c:pt idx="2137">
                  <c:v>2138.0</c:v>
                </c:pt>
                <c:pt idx="2138">
                  <c:v>2139.0</c:v>
                </c:pt>
                <c:pt idx="2139">
                  <c:v>2140.0</c:v>
                </c:pt>
                <c:pt idx="2140">
                  <c:v>2141.0</c:v>
                </c:pt>
                <c:pt idx="2141">
                  <c:v>2142.0</c:v>
                </c:pt>
                <c:pt idx="2142">
                  <c:v>2143.0</c:v>
                </c:pt>
                <c:pt idx="2143">
                  <c:v>2144.0</c:v>
                </c:pt>
                <c:pt idx="2144">
                  <c:v>2145.0</c:v>
                </c:pt>
                <c:pt idx="2145">
                  <c:v>2146.0</c:v>
                </c:pt>
                <c:pt idx="2146">
                  <c:v>2147.0</c:v>
                </c:pt>
                <c:pt idx="2147">
                  <c:v>2148.0</c:v>
                </c:pt>
                <c:pt idx="2148">
                  <c:v>2149.0</c:v>
                </c:pt>
                <c:pt idx="2149">
                  <c:v>2150.0</c:v>
                </c:pt>
                <c:pt idx="2150">
                  <c:v>2151.0</c:v>
                </c:pt>
                <c:pt idx="2151">
                  <c:v>2152.0</c:v>
                </c:pt>
                <c:pt idx="2152">
                  <c:v>2153.0</c:v>
                </c:pt>
                <c:pt idx="2153">
                  <c:v>2154.0</c:v>
                </c:pt>
                <c:pt idx="2154">
                  <c:v>2155.0</c:v>
                </c:pt>
                <c:pt idx="2155">
                  <c:v>2156.0</c:v>
                </c:pt>
                <c:pt idx="2156">
                  <c:v>2157.0</c:v>
                </c:pt>
                <c:pt idx="2157">
                  <c:v>2158.0</c:v>
                </c:pt>
                <c:pt idx="2158">
                  <c:v>2159.0</c:v>
                </c:pt>
                <c:pt idx="2159">
                  <c:v>2160.0</c:v>
                </c:pt>
                <c:pt idx="2160">
                  <c:v>2161.0</c:v>
                </c:pt>
                <c:pt idx="2161">
                  <c:v>2162.0</c:v>
                </c:pt>
                <c:pt idx="2162">
                  <c:v>2163.0</c:v>
                </c:pt>
                <c:pt idx="2163">
                  <c:v>2164.0</c:v>
                </c:pt>
                <c:pt idx="2164">
                  <c:v>2165.0</c:v>
                </c:pt>
                <c:pt idx="2165">
                  <c:v>2166.0</c:v>
                </c:pt>
                <c:pt idx="2166">
                  <c:v>2167.0</c:v>
                </c:pt>
                <c:pt idx="2167">
                  <c:v>2168.0</c:v>
                </c:pt>
                <c:pt idx="2168">
                  <c:v>2169.0</c:v>
                </c:pt>
                <c:pt idx="2169">
                  <c:v>2170.0</c:v>
                </c:pt>
                <c:pt idx="2170">
                  <c:v>2171.0</c:v>
                </c:pt>
                <c:pt idx="2171">
                  <c:v>2172.0</c:v>
                </c:pt>
                <c:pt idx="2172">
                  <c:v>2173.0</c:v>
                </c:pt>
                <c:pt idx="2173">
                  <c:v>2174.0</c:v>
                </c:pt>
                <c:pt idx="2174">
                  <c:v>2175.0</c:v>
                </c:pt>
                <c:pt idx="2175">
                  <c:v>2176.0</c:v>
                </c:pt>
                <c:pt idx="2176">
                  <c:v>2177.0</c:v>
                </c:pt>
                <c:pt idx="2177">
                  <c:v>2178.0</c:v>
                </c:pt>
                <c:pt idx="2178">
                  <c:v>2179.0</c:v>
                </c:pt>
                <c:pt idx="2179">
                  <c:v>2180.0</c:v>
                </c:pt>
                <c:pt idx="2180">
                  <c:v>2181.0</c:v>
                </c:pt>
                <c:pt idx="2181">
                  <c:v>2182.0</c:v>
                </c:pt>
                <c:pt idx="2182">
                  <c:v>2183.0</c:v>
                </c:pt>
                <c:pt idx="2183">
                  <c:v>2184.0</c:v>
                </c:pt>
                <c:pt idx="2184">
                  <c:v>2185.0</c:v>
                </c:pt>
                <c:pt idx="2185">
                  <c:v>2186.0</c:v>
                </c:pt>
                <c:pt idx="2186">
                  <c:v>2187.0</c:v>
                </c:pt>
                <c:pt idx="2187">
                  <c:v>2188.0</c:v>
                </c:pt>
                <c:pt idx="2188">
                  <c:v>2189.0</c:v>
                </c:pt>
                <c:pt idx="2189">
                  <c:v>2190.0</c:v>
                </c:pt>
                <c:pt idx="2190">
                  <c:v>2191.0</c:v>
                </c:pt>
                <c:pt idx="2191">
                  <c:v>2192.0</c:v>
                </c:pt>
                <c:pt idx="2192">
                  <c:v>2193.0</c:v>
                </c:pt>
                <c:pt idx="2193">
                  <c:v>2194.0</c:v>
                </c:pt>
                <c:pt idx="2194">
                  <c:v>2195.0</c:v>
                </c:pt>
                <c:pt idx="2195">
                  <c:v>2196.0</c:v>
                </c:pt>
                <c:pt idx="2196">
                  <c:v>2197.0</c:v>
                </c:pt>
                <c:pt idx="2197">
                  <c:v>2198.0</c:v>
                </c:pt>
                <c:pt idx="2198">
                  <c:v>2199.0</c:v>
                </c:pt>
                <c:pt idx="2199">
                  <c:v>2200.0</c:v>
                </c:pt>
                <c:pt idx="2200">
                  <c:v>2201.0</c:v>
                </c:pt>
                <c:pt idx="2201">
                  <c:v>2202.0</c:v>
                </c:pt>
                <c:pt idx="2202">
                  <c:v>2203.0</c:v>
                </c:pt>
                <c:pt idx="2203">
                  <c:v>2204.0</c:v>
                </c:pt>
                <c:pt idx="2204">
                  <c:v>2205.0</c:v>
                </c:pt>
                <c:pt idx="2205">
                  <c:v>2206.0</c:v>
                </c:pt>
                <c:pt idx="2206">
                  <c:v>2207.0</c:v>
                </c:pt>
                <c:pt idx="2207">
                  <c:v>2208.0</c:v>
                </c:pt>
                <c:pt idx="2208">
                  <c:v>2209.0</c:v>
                </c:pt>
                <c:pt idx="2209">
                  <c:v>2210.0</c:v>
                </c:pt>
                <c:pt idx="2210">
                  <c:v>2211.0</c:v>
                </c:pt>
                <c:pt idx="2211">
                  <c:v>2212.0</c:v>
                </c:pt>
                <c:pt idx="2212">
                  <c:v>2213.0</c:v>
                </c:pt>
                <c:pt idx="2213">
                  <c:v>2214.0</c:v>
                </c:pt>
                <c:pt idx="2214">
                  <c:v>2215.0</c:v>
                </c:pt>
                <c:pt idx="2215">
                  <c:v>2216.0</c:v>
                </c:pt>
                <c:pt idx="2216">
                  <c:v>2217.0</c:v>
                </c:pt>
                <c:pt idx="2217">
                  <c:v>2218.0</c:v>
                </c:pt>
                <c:pt idx="2218">
                  <c:v>2219.0</c:v>
                </c:pt>
                <c:pt idx="2219">
                  <c:v>2220.0</c:v>
                </c:pt>
                <c:pt idx="2220">
                  <c:v>2221.0</c:v>
                </c:pt>
                <c:pt idx="2221">
                  <c:v>2222.0</c:v>
                </c:pt>
                <c:pt idx="2222">
                  <c:v>2223.0</c:v>
                </c:pt>
                <c:pt idx="2223">
                  <c:v>2224.0</c:v>
                </c:pt>
                <c:pt idx="2224">
                  <c:v>2225.0</c:v>
                </c:pt>
                <c:pt idx="2225">
                  <c:v>2226.0</c:v>
                </c:pt>
                <c:pt idx="2226">
                  <c:v>2227.0</c:v>
                </c:pt>
                <c:pt idx="2227">
                  <c:v>2228.0</c:v>
                </c:pt>
                <c:pt idx="2228">
                  <c:v>2229.0</c:v>
                </c:pt>
                <c:pt idx="2229">
                  <c:v>2230.0</c:v>
                </c:pt>
                <c:pt idx="2230">
                  <c:v>2231.0</c:v>
                </c:pt>
                <c:pt idx="2231">
                  <c:v>2232.0</c:v>
                </c:pt>
                <c:pt idx="2232">
                  <c:v>2233.0</c:v>
                </c:pt>
                <c:pt idx="2233">
                  <c:v>2234.0</c:v>
                </c:pt>
                <c:pt idx="2234">
                  <c:v>2235.0</c:v>
                </c:pt>
                <c:pt idx="2235">
                  <c:v>2236.0</c:v>
                </c:pt>
                <c:pt idx="2236">
                  <c:v>2237.0</c:v>
                </c:pt>
                <c:pt idx="2237">
                  <c:v>2238.0</c:v>
                </c:pt>
                <c:pt idx="2238">
                  <c:v>2239.0</c:v>
                </c:pt>
                <c:pt idx="2239">
                  <c:v>2240.0</c:v>
                </c:pt>
                <c:pt idx="2240">
                  <c:v>2241.0</c:v>
                </c:pt>
                <c:pt idx="2241">
                  <c:v>2242.0</c:v>
                </c:pt>
                <c:pt idx="2242">
                  <c:v>2243.0</c:v>
                </c:pt>
                <c:pt idx="2243">
                  <c:v>2244.0</c:v>
                </c:pt>
                <c:pt idx="2244">
                  <c:v>2245.0</c:v>
                </c:pt>
                <c:pt idx="2245">
                  <c:v>2246.0</c:v>
                </c:pt>
                <c:pt idx="2246">
                  <c:v>2247.0</c:v>
                </c:pt>
                <c:pt idx="2247">
                  <c:v>2248.0</c:v>
                </c:pt>
                <c:pt idx="2248">
                  <c:v>2249.0</c:v>
                </c:pt>
                <c:pt idx="2249">
                  <c:v>2250.0</c:v>
                </c:pt>
                <c:pt idx="2250">
                  <c:v>2251.0</c:v>
                </c:pt>
                <c:pt idx="2251">
                  <c:v>2252.0</c:v>
                </c:pt>
                <c:pt idx="2252">
                  <c:v>2253.0</c:v>
                </c:pt>
                <c:pt idx="2253">
                  <c:v>2254.0</c:v>
                </c:pt>
                <c:pt idx="2254">
                  <c:v>2255.0</c:v>
                </c:pt>
                <c:pt idx="2255">
                  <c:v>2256.0</c:v>
                </c:pt>
                <c:pt idx="2256">
                  <c:v>2257.0</c:v>
                </c:pt>
                <c:pt idx="2257">
                  <c:v>2258.0</c:v>
                </c:pt>
                <c:pt idx="2258">
                  <c:v>2259.0</c:v>
                </c:pt>
                <c:pt idx="2259">
                  <c:v>2260.0</c:v>
                </c:pt>
                <c:pt idx="2260">
                  <c:v>2261.0</c:v>
                </c:pt>
                <c:pt idx="2261">
                  <c:v>2262.0</c:v>
                </c:pt>
                <c:pt idx="2262">
                  <c:v>2263.0</c:v>
                </c:pt>
                <c:pt idx="2263">
                  <c:v>2264.0</c:v>
                </c:pt>
                <c:pt idx="2264">
                  <c:v>2265.0</c:v>
                </c:pt>
                <c:pt idx="2265">
                  <c:v>2266.0</c:v>
                </c:pt>
                <c:pt idx="2266">
                  <c:v>2267.0</c:v>
                </c:pt>
                <c:pt idx="2267">
                  <c:v>2268.0</c:v>
                </c:pt>
                <c:pt idx="2268">
                  <c:v>2269.0</c:v>
                </c:pt>
                <c:pt idx="2269">
                  <c:v>2270.0</c:v>
                </c:pt>
                <c:pt idx="2270">
                  <c:v>2271.0</c:v>
                </c:pt>
                <c:pt idx="2271">
                  <c:v>2272.0</c:v>
                </c:pt>
                <c:pt idx="2272">
                  <c:v>2273.0</c:v>
                </c:pt>
                <c:pt idx="2273">
                  <c:v>2274.0</c:v>
                </c:pt>
                <c:pt idx="2274">
                  <c:v>2275.0</c:v>
                </c:pt>
                <c:pt idx="2275">
                  <c:v>2276.0</c:v>
                </c:pt>
                <c:pt idx="2276">
                  <c:v>2277.0</c:v>
                </c:pt>
                <c:pt idx="2277">
                  <c:v>2278.0</c:v>
                </c:pt>
                <c:pt idx="2278">
                  <c:v>2279.0</c:v>
                </c:pt>
                <c:pt idx="2279">
                  <c:v>2280.0</c:v>
                </c:pt>
                <c:pt idx="2280">
                  <c:v>2281.0</c:v>
                </c:pt>
                <c:pt idx="2281">
                  <c:v>2282.0</c:v>
                </c:pt>
                <c:pt idx="2282">
                  <c:v>2283.0</c:v>
                </c:pt>
                <c:pt idx="2283">
                  <c:v>2284.0</c:v>
                </c:pt>
                <c:pt idx="2284">
                  <c:v>2285.0</c:v>
                </c:pt>
                <c:pt idx="2285">
                  <c:v>2286.0</c:v>
                </c:pt>
                <c:pt idx="2286">
                  <c:v>2287.0</c:v>
                </c:pt>
                <c:pt idx="2287">
                  <c:v>2288.0</c:v>
                </c:pt>
                <c:pt idx="2288">
                  <c:v>2289.0</c:v>
                </c:pt>
                <c:pt idx="2289">
                  <c:v>2290.0</c:v>
                </c:pt>
                <c:pt idx="2290">
                  <c:v>2291.0</c:v>
                </c:pt>
                <c:pt idx="2291">
                  <c:v>2292.0</c:v>
                </c:pt>
                <c:pt idx="2292">
                  <c:v>2293.0</c:v>
                </c:pt>
                <c:pt idx="2293">
                  <c:v>2294.0</c:v>
                </c:pt>
                <c:pt idx="2294">
                  <c:v>2295.0</c:v>
                </c:pt>
                <c:pt idx="2295">
                  <c:v>2296.0</c:v>
                </c:pt>
                <c:pt idx="2296">
                  <c:v>2297.0</c:v>
                </c:pt>
                <c:pt idx="2297">
                  <c:v>2298.0</c:v>
                </c:pt>
                <c:pt idx="2298">
                  <c:v>2299.0</c:v>
                </c:pt>
                <c:pt idx="2299">
                  <c:v>2300.0</c:v>
                </c:pt>
                <c:pt idx="2300">
                  <c:v>2301.0</c:v>
                </c:pt>
                <c:pt idx="2301">
                  <c:v>2302.0</c:v>
                </c:pt>
                <c:pt idx="2302">
                  <c:v>2303.0</c:v>
                </c:pt>
                <c:pt idx="2303">
                  <c:v>2304.0</c:v>
                </c:pt>
                <c:pt idx="2304">
                  <c:v>2305.0</c:v>
                </c:pt>
                <c:pt idx="2305">
                  <c:v>2306.0</c:v>
                </c:pt>
                <c:pt idx="2306">
                  <c:v>2307.0</c:v>
                </c:pt>
                <c:pt idx="2307">
                  <c:v>2308.0</c:v>
                </c:pt>
                <c:pt idx="2308">
                  <c:v>2309.0</c:v>
                </c:pt>
                <c:pt idx="2309">
                  <c:v>2310.0</c:v>
                </c:pt>
                <c:pt idx="2310">
                  <c:v>2311.0</c:v>
                </c:pt>
                <c:pt idx="2311">
                  <c:v>2312.0</c:v>
                </c:pt>
                <c:pt idx="2312">
                  <c:v>2313.0</c:v>
                </c:pt>
                <c:pt idx="2313">
                  <c:v>2314.0</c:v>
                </c:pt>
                <c:pt idx="2314">
                  <c:v>2315.0</c:v>
                </c:pt>
                <c:pt idx="2315">
                  <c:v>2316.0</c:v>
                </c:pt>
                <c:pt idx="2316">
                  <c:v>2317.0</c:v>
                </c:pt>
                <c:pt idx="2317">
                  <c:v>2318.0</c:v>
                </c:pt>
                <c:pt idx="2318">
                  <c:v>2319.0</c:v>
                </c:pt>
                <c:pt idx="2319">
                  <c:v>2320.0</c:v>
                </c:pt>
                <c:pt idx="2320">
                  <c:v>2321.0</c:v>
                </c:pt>
                <c:pt idx="2321">
                  <c:v>2322.0</c:v>
                </c:pt>
                <c:pt idx="2322">
                  <c:v>2323.0</c:v>
                </c:pt>
                <c:pt idx="2323">
                  <c:v>2324.0</c:v>
                </c:pt>
                <c:pt idx="2324">
                  <c:v>2325.0</c:v>
                </c:pt>
                <c:pt idx="2325">
                  <c:v>2326.0</c:v>
                </c:pt>
                <c:pt idx="2326">
                  <c:v>2327.0</c:v>
                </c:pt>
                <c:pt idx="2327">
                  <c:v>2328.0</c:v>
                </c:pt>
                <c:pt idx="2328">
                  <c:v>2329.0</c:v>
                </c:pt>
                <c:pt idx="2329">
                  <c:v>2330.0</c:v>
                </c:pt>
                <c:pt idx="2330">
                  <c:v>2331.0</c:v>
                </c:pt>
                <c:pt idx="2331">
                  <c:v>2332.0</c:v>
                </c:pt>
                <c:pt idx="2332">
                  <c:v>2333.0</c:v>
                </c:pt>
                <c:pt idx="2333">
                  <c:v>2334.0</c:v>
                </c:pt>
                <c:pt idx="2334">
                  <c:v>2335.0</c:v>
                </c:pt>
                <c:pt idx="2335">
                  <c:v>2336.0</c:v>
                </c:pt>
                <c:pt idx="2336">
                  <c:v>2337.0</c:v>
                </c:pt>
                <c:pt idx="2337">
                  <c:v>2338.0</c:v>
                </c:pt>
                <c:pt idx="2338">
                  <c:v>2339.0</c:v>
                </c:pt>
                <c:pt idx="2339">
                  <c:v>2340.0</c:v>
                </c:pt>
                <c:pt idx="2340">
                  <c:v>2341.0</c:v>
                </c:pt>
                <c:pt idx="2341">
                  <c:v>2342.0</c:v>
                </c:pt>
                <c:pt idx="2342">
                  <c:v>2343.0</c:v>
                </c:pt>
                <c:pt idx="2343">
                  <c:v>2344.0</c:v>
                </c:pt>
                <c:pt idx="2344">
                  <c:v>2345.0</c:v>
                </c:pt>
                <c:pt idx="2345">
                  <c:v>2346.0</c:v>
                </c:pt>
                <c:pt idx="2346">
                  <c:v>2347.0</c:v>
                </c:pt>
                <c:pt idx="2347">
                  <c:v>2348.0</c:v>
                </c:pt>
                <c:pt idx="2348">
                  <c:v>2349.0</c:v>
                </c:pt>
                <c:pt idx="2349">
                  <c:v>2350.0</c:v>
                </c:pt>
                <c:pt idx="2350">
                  <c:v>2351.0</c:v>
                </c:pt>
                <c:pt idx="2351">
                  <c:v>2352.0</c:v>
                </c:pt>
                <c:pt idx="2352">
                  <c:v>2353.0</c:v>
                </c:pt>
                <c:pt idx="2353">
                  <c:v>2354.0</c:v>
                </c:pt>
                <c:pt idx="2354">
                  <c:v>2355.0</c:v>
                </c:pt>
                <c:pt idx="2355">
                  <c:v>2356.0</c:v>
                </c:pt>
                <c:pt idx="2356">
                  <c:v>2357.0</c:v>
                </c:pt>
                <c:pt idx="2357">
                  <c:v>2358.0</c:v>
                </c:pt>
                <c:pt idx="2358">
                  <c:v>2359.0</c:v>
                </c:pt>
                <c:pt idx="2359">
                  <c:v>2360.0</c:v>
                </c:pt>
                <c:pt idx="2360">
                  <c:v>2361.0</c:v>
                </c:pt>
                <c:pt idx="2361">
                  <c:v>2362.0</c:v>
                </c:pt>
                <c:pt idx="2362">
                  <c:v>2363.0</c:v>
                </c:pt>
                <c:pt idx="2363">
                  <c:v>2364.0</c:v>
                </c:pt>
                <c:pt idx="2364">
                  <c:v>2365.0</c:v>
                </c:pt>
                <c:pt idx="2365">
                  <c:v>2366.0</c:v>
                </c:pt>
                <c:pt idx="2366">
                  <c:v>2367.0</c:v>
                </c:pt>
                <c:pt idx="2367">
                  <c:v>2368.0</c:v>
                </c:pt>
                <c:pt idx="2368">
                  <c:v>2369.0</c:v>
                </c:pt>
                <c:pt idx="2369">
                  <c:v>2370.0</c:v>
                </c:pt>
                <c:pt idx="2370">
                  <c:v>2371.0</c:v>
                </c:pt>
                <c:pt idx="2371">
                  <c:v>2372.0</c:v>
                </c:pt>
                <c:pt idx="2372">
                  <c:v>2373.0</c:v>
                </c:pt>
                <c:pt idx="2373">
                  <c:v>2374.0</c:v>
                </c:pt>
                <c:pt idx="2374">
                  <c:v>2375.0</c:v>
                </c:pt>
                <c:pt idx="2375">
                  <c:v>2376.0</c:v>
                </c:pt>
                <c:pt idx="2376">
                  <c:v>2377.0</c:v>
                </c:pt>
                <c:pt idx="2377">
                  <c:v>2378.0</c:v>
                </c:pt>
                <c:pt idx="2378">
                  <c:v>2379.0</c:v>
                </c:pt>
                <c:pt idx="2379">
                  <c:v>2380.0</c:v>
                </c:pt>
                <c:pt idx="2380">
                  <c:v>2381.0</c:v>
                </c:pt>
                <c:pt idx="2381">
                  <c:v>2382.0</c:v>
                </c:pt>
                <c:pt idx="2382">
                  <c:v>2383.0</c:v>
                </c:pt>
                <c:pt idx="2383">
                  <c:v>2384.0</c:v>
                </c:pt>
                <c:pt idx="2384">
                  <c:v>2385.0</c:v>
                </c:pt>
                <c:pt idx="2385">
                  <c:v>2386.0</c:v>
                </c:pt>
                <c:pt idx="2386">
                  <c:v>2387.0</c:v>
                </c:pt>
                <c:pt idx="2387">
                  <c:v>2388.0</c:v>
                </c:pt>
                <c:pt idx="2388">
                  <c:v>2389.0</c:v>
                </c:pt>
                <c:pt idx="2389">
                  <c:v>2390.0</c:v>
                </c:pt>
                <c:pt idx="2390">
                  <c:v>2391.0</c:v>
                </c:pt>
                <c:pt idx="2391">
                  <c:v>2392.0</c:v>
                </c:pt>
                <c:pt idx="2392">
                  <c:v>2393.0</c:v>
                </c:pt>
                <c:pt idx="2393">
                  <c:v>2394.0</c:v>
                </c:pt>
                <c:pt idx="2394">
                  <c:v>2395.0</c:v>
                </c:pt>
                <c:pt idx="2395">
                  <c:v>2396.0</c:v>
                </c:pt>
                <c:pt idx="2396">
                  <c:v>2397.0</c:v>
                </c:pt>
                <c:pt idx="2397">
                  <c:v>2398.0</c:v>
                </c:pt>
                <c:pt idx="2398">
                  <c:v>2399.0</c:v>
                </c:pt>
                <c:pt idx="2399">
                  <c:v>2400.0</c:v>
                </c:pt>
                <c:pt idx="2400">
                  <c:v>2401.0</c:v>
                </c:pt>
                <c:pt idx="2401">
                  <c:v>2402.0</c:v>
                </c:pt>
                <c:pt idx="2402">
                  <c:v>2403.0</c:v>
                </c:pt>
                <c:pt idx="2403">
                  <c:v>2404.0</c:v>
                </c:pt>
                <c:pt idx="2404">
                  <c:v>2405.0</c:v>
                </c:pt>
                <c:pt idx="2405">
                  <c:v>2406.0</c:v>
                </c:pt>
                <c:pt idx="2406">
                  <c:v>2407.0</c:v>
                </c:pt>
                <c:pt idx="2407">
                  <c:v>2408.0</c:v>
                </c:pt>
                <c:pt idx="2408">
                  <c:v>2409.0</c:v>
                </c:pt>
                <c:pt idx="2409">
                  <c:v>2410.0</c:v>
                </c:pt>
                <c:pt idx="2410">
                  <c:v>2411.0</c:v>
                </c:pt>
                <c:pt idx="2411">
                  <c:v>2412.0</c:v>
                </c:pt>
                <c:pt idx="2412">
                  <c:v>2413.0</c:v>
                </c:pt>
                <c:pt idx="2413">
                  <c:v>2414.0</c:v>
                </c:pt>
                <c:pt idx="2414">
                  <c:v>2415.0</c:v>
                </c:pt>
                <c:pt idx="2415">
                  <c:v>2416.0</c:v>
                </c:pt>
                <c:pt idx="2416">
                  <c:v>2417.0</c:v>
                </c:pt>
                <c:pt idx="2417">
                  <c:v>2418.0</c:v>
                </c:pt>
                <c:pt idx="2418">
                  <c:v>2419.0</c:v>
                </c:pt>
                <c:pt idx="2419">
                  <c:v>2420.0</c:v>
                </c:pt>
                <c:pt idx="2420">
                  <c:v>2421.0</c:v>
                </c:pt>
                <c:pt idx="2421">
                  <c:v>2422.0</c:v>
                </c:pt>
                <c:pt idx="2422">
                  <c:v>2423.0</c:v>
                </c:pt>
                <c:pt idx="2423">
                  <c:v>2424.0</c:v>
                </c:pt>
                <c:pt idx="2424">
                  <c:v>2425.0</c:v>
                </c:pt>
                <c:pt idx="2425">
                  <c:v>2426.0</c:v>
                </c:pt>
                <c:pt idx="2426">
                  <c:v>2427.0</c:v>
                </c:pt>
                <c:pt idx="2427">
                  <c:v>2428.0</c:v>
                </c:pt>
                <c:pt idx="2428">
                  <c:v>2429.0</c:v>
                </c:pt>
                <c:pt idx="2429">
                  <c:v>2430.0</c:v>
                </c:pt>
                <c:pt idx="2430">
                  <c:v>2431.0</c:v>
                </c:pt>
                <c:pt idx="2431">
                  <c:v>2432.0</c:v>
                </c:pt>
                <c:pt idx="2432">
                  <c:v>2433.0</c:v>
                </c:pt>
                <c:pt idx="2433">
                  <c:v>2434.0</c:v>
                </c:pt>
                <c:pt idx="2434">
                  <c:v>2435.0</c:v>
                </c:pt>
                <c:pt idx="2435">
                  <c:v>2436.0</c:v>
                </c:pt>
                <c:pt idx="2436">
                  <c:v>2437.0</c:v>
                </c:pt>
                <c:pt idx="2437">
                  <c:v>2438.0</c:v>
                </c:pt>
                <c:pt idx="2438">
                  <c:v>2439.0</c:v>
                </c:pt>
                <c:pt idx="2439">
                  <c:v>2440.0</c:v>
                </c:pt>
                <c:pt idx="2440">
                  <c:v>2441.0</c:v>
                </c:pt>
                <c:pt idx="2441">
                  <c:v>2442.0</c:v>
                </c:pt>
                <c:pt idx="2442">
                  <c:v>2443.0</c:v>
                </c:pt>
                <c:pt idx="2443">
                  <c:v>2444.0</c:v>
                </c:pt>
                <c:pt idx="2444">
                  <c:v>2445.0</c:v>
                </c:pt>
                <c:pt idx="2445">
                  <c:v>2446.0</c:v>
                </c:pt>
                <c:pt idx="2446">
                  <c:v>2447.0</c:v>
                </c:pt>
                <c:pt idx="2447">
                  <c:v>2448.0</c:v>
                </c:pt>
                <c:pt idx="2448">
                  <c:v>2449.0</c:v>
                </c:pt>
                <c:pt idx="2449">
                  <c:v>2450.0</c:v>
                </c:pt>
                <c:pt idx="2450">
                  <c:v>2451.0</c:v>
                </c:pt>
                <c:pt idx="2451">
                  <c:v>2452.0</c:v>
                </c:pt>
                <c:pt idx="2452">
                  <c:v>2453.0</c:v>
                </c:pt>
                <c:pt idx="2453">
                  <c:v>2454.0</c:v>
                </c:pt>
                <c:pt idx="2454">
                  <c:v>2455.0</c:v>
                </c:pt>
                <c:pt idx="2455">
                  <c:v>2456.0</c:v>
                </c:pt>
                <c:pt idx="2456">
                  <c:v>2457.0</c:v>
                </c:pt>
                <c:pt idx="2457">
                  <c:v>2458.0</c:v>
                </c:pt>
                <c:pt idx="2458">
                  <c:v>2459.0</c:v>
                </c:pt>
                <c:pt idx="2459">
                  <c:v>2460.0</c:v>
                </c:pt>
                <c:pt idx="2460">
                  <c:v>2461.0</c:v>
                </c:pt>
                <c:pt idx="2461">
                  <c:v>2462.0</c:v>
                </c:pt>
                <c:pt idx="2462">
                  <c:v>2463.0</c:v>
                </c:pt>
                <c:pt idx="2463">
                  <c:v>2464.0</c:v>
                </c:pt>
                <c:pt idx="2464">
                  <c:v>2465.0</c:v>
                </c:pt>
                <c:pt idx="2465">
                  <c:v>2466.0</c:v>
                </c:pt>
                <c:pt idx="2466">
                  <c:v>2467.0</c:v>
                </c:pt>
                <c:pt idx="2467">
                  <c:v>2468.0</c:v>
                </c:pt>
                <c:pt idx="2468">
                  <c:v>2469.0</c:v>
                </c:pt>
                <c:pt idx="2469">
                  <c:v>2470.0</c:v>
                </c:pt>
                <c:pt idx="2470">
                  <c:v>2471.0</c:v>
                </c:pt>
                <c:pt idx="2471">
                  <c:v>2472.0</c:v>
                </c:pt>
                <c:pt idx="2472">
                  <c:v>2473.0</c:v>
                </c:pt>
                <c:pt idx="2473">
                  <c:v>2474.0</c:v>
                </c:pt>
                <c:pt idx="2474">
                  <c:v>2475.0</c:v>
                </c:pt>
                <c:pt idx="2475">
                  <c:v>2476.0</c:v>
                </c:pt>
                <c:pt idx="2476">
                  <c:v>2477.0</c:v>
                </c:pt>
                <c:pt idx="2477">
                  <c:v>2478.0</c:v>
                </c:pt>
                <c:pt idx="2478">
                  <c:v>2479.0</c:v>
                </c:pt>
                <c:pt idx="2479">
                  <c:v>2480.0</c:v>
                </c:pt>
                <c:pt idx="2480">
                  <c:v>2481.0</c:v>
                </c:pt>
                <c:pt idx="2481">
                  <c:v>2482.0</c:v>
                </c:pt>
                <c:pt idx="2482">
                  <c:v>2483.0</c:v>
                </c:pt>
                <c:pt idx="2483">
                  <c:v>2484.0</c:v>
                </c:pt>
                <c:pt idx="2484">
                  <c:v>2485.0</c:v>
                </c:pt>
                <c:pt idx="2485">
                  <c:v>2486.0</c:v>
                </c:pt>
                <c:pt idx="2486">
                  <c:v>2487.0</c:v>
                </c:pt>
                <c:pt idx="2487">
                  <c:v>2488.0</c:v>
                </c:pt>
                <c:pt idx="2488">
                  <c:v>2489.0</c:v>
                </c:pt>
                <c:pt idx="2489">
                  <c:v>2490.0</c:v>
                </c:pt>
                <c:pt idx="2490">
                  <c:v>2491.0</c:v>
                </c:pt>
                <c:pt idx="2491">
                  <c:v>2492.0</c:v>
                </c:pt>
                <c:pt idx="2492">
                  <c:v>2493.0</c:v>
                </c:pt>
                <c:pt idx="2493">
                  <c:v>2494.0</c:v>
                </c:pt>
                <c:pt idx="2494">
                  <c:v>2495.0</c:v>
                </c:pt>
                <c:pt idx="2495">
                  <c:v>2496.0</c:v>
                </c:pt>
                <c:pt idx="2496">
                  <c:v>2497.0</c:v>
                </c:pt>
                <c:pt idx="2497">
                  <c:v>2498.0</c:v>
                </c:pt>
                <c:pt idx="2498">
                  <c:v>2499.0</c:v>
                </c:pt>
                <c:pt idx="2499">
                  <c:v>2500.0</c:v>
                </c:pt>
                <c:pt idx="2500">
                  <c:v>2501.0</c:v>
                </c:pt>
                <c:pt idx="2501">
                  <c:v>2502.0</c:v>
                </c:pt>
                <c:pt idx="2502">
                  <c:v>2503.0</c:v>
                </c:pt>
                <c:pt idx="2503">
                  <c:v>2504.0</c:v>
                </c:pt>
                <c:pt idx="2504">
                  <c:v>2505.0</c:v>
                </c:pt>
                <c:pt idx="2505">
                  <c:v>2506.0</c:v>
                </c:pt>
                <c:pt idx="2506">
                  <c:v>2507.0</c:v>
                </c:pt>
                <c:pt idx="2507">
                  <c:v>2508.0</c:v>
                </c:pt>
                <c:pt idx="2508">
                  <c:v>2509.0</c:v>
                </c:pt>
                <c:pt idx="2509">
                  <c:v>2510.0</c:v>
                </c:pt>
                <c:pt idx="2510">
                  <c:v>2511.0</c:v>
                </c:pt>
                <c:pt idx="2511">
                  <c:v>2512.0</c:v>
                </c:pt>
                <c:pt idx="2512">
                  <c:v>2513.0</c:v>
                </c:pt>
                <c:pt idx="2513">
                  <c:v>2514.0</c:v>
                </c:pt>
                <c:pt idx="2514">
                  <c:v>2515.0</c:v>
                </c:pt>
                <c:pt idx="2515">
                  <c:v>2516.0</c:v>
                </c:pt>
                <c:pt idx="2516">
                  <c:v>2517.0</c:v>
                </c:pt>
                <c:pt idx="2517">
                  <c:v>2518.0</c:v>
                </c:pt>
                <c:pt idx="2518">
                  <c:v>2519.0</c:v>
                </c:pt>
                <c:pt idx="2519">
                  <c:v>2520.0</c:v>
                </c:pt>
                <c:pt idx="2520">
                  <c:v>2521.0</c:v>
                </c:pt>
                <c:pt idx="2521">
                  <c:v>2522.0</c:v>
                </c:pt>
                <c:pt idx="2522">
                  <c:v>2523.0</c:v>
                </c:pt>
                <c:pt idx="2523">
                  <c:v>2524.0</c:v>
                </c:pt>
                <c:pt idx="2524">
                  <c:v>2525.0</c:v>
                </c:pt>
                <c:pt idx="2525">
                  <c:v>2526.0</c:v>
                </c:pt>
                <c:pt idx="2526">
                  <c:v>2527.0</c:v>
                </c:pt>
                <c:pt idx="2527">
                  <c:v>2528.0</c:v>
                </c:pt>
                <c:pt idx="2528">
                  <c:v>2529.0</c:v>
                </c:pt>
                <c:pt idx="2529">
                  <c:v>2530.0</c:v>
                </c:pt>
                <c:pt idx="2530">
                  <c:v>2531.0</c:v>
                </c:pt>
                <c:pt idx="2531">
                  <c:v>2532.0</c:v>
                </c:pt>
                <c:pt idx="2532">
                  <c:v>2533.0</c:v>
                </c:pt>
                <c:pt idx="2533">
                  <c:v>2534.0</c:v>
                </c:pt>
                <c:pt idx="2534">
                  <c:v>2535.0</c:v>
                </c:pt>
                <c:pt idx="2535">
                  <c:v>2536.0</c:v>
                </c:pt>
                <c:pt idx="2536">
                  <c:v>2537.0</c:v>
                </c:pt>
                <c:pt idx="2537">
                  <c:v>2538.0</c:v>
                </c:pt>
                <c:pt idx="2538">
                  <c:v>2539.0</c:v>
                </c:pt>
                <c:pt idx="2539">
                  <c:v>2540.0</c:v>
                </c:pt>
                <c:pt idx="2540">
                  <c:v>2541.0</c:v>
                </c:pt>
                <c:pt idx="2541">
                  <c:v>2542.0</c:v>
                </c:pt>
                <c:pt idx="2542">
                  <c:v>2543.0</c:v>
                </c:pt>
                <c:pt idx="2543">
                  <c:v>2544.0</c:v>
                </c:pt>
                <c:pt idx="2544">
                  <c:v>2545.0</c:v>
                </c:pt>
                <c:pt idx="2545">
                  <c:v>2546.0</c:v>
                </c:pt>
                <c:pt idx="2546">
                  <c:v>2547.0</c:v>
                </c:pt>
                <c:pt idx="2547">
                  <c:v>2548.0</c:v>
                </c:pt>
                <c:pt idx="2548">
                  <c:v>2549.0</c:v>
                </c:pt>
                <c:pt idx="2549">
                  <c:v>2550.0</c:v>
                </c:pt>
                <c:pt idx="2550">
                  <c:v>2551.0</c:v>
                </c:pt>
                <c:pt idx="2551">
                  <c:v>2552.0</c:v>
                </c:pt>
                <c:pt idx="2552">
                  <c:v>2553.0</c:v>
                </c:pt>
                <c:pt idx="2553">
                  <c:v>2554.0</c:v>
                </c:pt>
                <c:pt idx="2554">
                  <c:v>2555.0</c:v>
                </c:pt>
                <c:pt idx="2555">
                  <c:v>2556.0</c:v>
                </c:pt>
                <c:pt idx="2556">
                  <c:v>2557.0</c:v>
                </c:pt>
                <c:pt idx="2557">
                  <c:v>2558.0</c:v>
                </c:pt>
                <c:pt idx="2558">
                  <c:v>2559.0</c:v>
                </c:pt>
                <c:pt idx="2559">
                  <c:v>2560.0</c:v>
                </c:pt>
                <c:pt idx="2560">
                  <c:v>2561.0</c:v>
                </c:pt>
                <c:pt idx="2561">
                  <c:v>2562.0</c:v>
                </c:pt>
                <c:pt idx="2562">
                  <c:v>2563.0</c:v>
                </c:pt>
                <c:pt idx="2563">
                  <c:v>2564.0</c:v>
                </c:pt>
                <c:pt idx="2564">
                  <c:v>2565.0</c:v>
                </c:pt>
                <c:pt idx="2565">
                  <c:v>2566.0</c:v>
                </c:pt>
                <c:pt idx="2566">
                  <c:v>2567.0</c:v>
                </c:pt>
                <c:pt idx="2567">
                  <c:v>2568.0</c:v>
                </c:pt>
                <c:pt idx="2568">
                  <c:v>2569.0</c:v>
                </c:pt>
                <c:pt idx="2569">
                  <c:v>2570.0</c:v>
                </c:pt>
                <c:pt idx="2570">
                  <c:v>2571.0</c:v>
                </c:pt>
                <c:pt idx="2571">
                  <c:v>2572.0</c:v>
                </c:pt>
                <c:pt idx="2572">
                  <c:v>2573.0</c:v>
                </c:pt>
                <c:pt idx="2573">
                  <c:v>2574.0</c:v>
                </c:pt>
                <c:pt idx="2574">
                  <c:v>2575.0</c:v>
                </c:pt>
                <c:pt idx="2575">
                  <c:v>2576.0</c:v>
                </c:pt>
                <c:pt idx="2576">
                  <c:v>2577.0</c:v>
                </c:pt>
                <c:pt idx="2577">
                  <c:v>2578.0</c:v>
                </c:pt>
                <c:pt idx="2578">
                  <c:v>2579.0</c:v>
                </c:pt>
                <c:pt idx="2579">
                  <c:v>2580.0</c:v>
                </c:pt>
                <c:pt idx="2580">
                  <c:v>2581.0</c:v>
                </c:pt>
                <c:pt idx="2581">
                  <c:v>2582.0</c:v>
                </c:pt>
                <c:pt idx="2582">
                  <c:v>2583.0</c:v>
                </c:pt>
                <c:pt idx="2583">
                  <c:v>2584.0</c:v>
                </c:pt>
                <c:pt idx="2584">
                  <c:v>2585.0</c:v>
                </c:pt>
                <c:pt idx="2585">
                  <c:v>2586.0</c:v>
                </c:pt>
                <c:pt idx="2586">
                  <c:v>2587.0</c:v>
                </c:pt>
                <c:pt idx="2587">
                  <c:v>2588.0</c:v>
                </c:pt>
                <c:pt idx="2588">
                  <c:v>2589.0</c:v>
                </c:pt>
                <c:pt idx="2589">
                  <c:v>2590.0</c:v>
                </c:pt>
                <c:pt idx="2590">
                  <c:v>2591.0</c:v>
                </c:pt>
                <c:pt idx="2591">
                  <c:v>2592.0</c:v>
                </c:pt>
                <c:pt idx="2592">
                  <c:v>2593.0</c:v>
                </c:pt>
                <c:pt idx="2593">
                  <c:v>2594.0</c:v>
                </c:pt>
                <c:pt idx="2594">
                  <c:v>2595.0</c:v>
                </c:pt>
                <c:pt idx="2595">
                  <c:v>2596.0</c:v>
                </c:pt>
                <c:pt idx="2596">
                  <c:v>2597.0</c:v>
                </c:pt>
                <c:pt idx="2597">
                  <c:v>2598.0</c:v>
                </c:pt>
                <c:pt idx="2598">
                  <c:v>2599.0</c:v>
                </c:pt>
                <c:pt idx="2599">
                  <c:v>2600.0</c:v>
                </c:pt>
                <c:pt idx="2600">
                  <c:v>2601.0</c:v>
                </c:pt>
                <c:pt idx="2601">
                  <c:v>2602.0</c:v>
                </c:pt>
                <c:pt idx="2602">
                  <c:v>2603.0</c:v>
                </c:pt>
                <c:pt idx="2603">
                  <c:v>2604.0</c:v>
                </c:pt>
                <c:pt idx="2604">
                  <c:v>2605.0</c:v>
                </c:pt>
                <c:pt idx="2605">
                  <c:v>2606.0</c:v>
                </c:pt>
                <c:pt idx="2606">
                  <c:v>2607.0</c:v>
                </c:pt>
                <c:pt idx="2607">
                  <c:v>2608.0</c:v>
                </c:pt>
                <c:pt idx="2608">
                  <c:v>2609.0</c:v>
                </c:pt>
                <c:pt idx="2609">
                  <c:v>2610.0</c:v>
                </c:pt>
                <c:pt idx="2610">
                  <c:v>2611.0</c:v>
                </c:pt>
                <c:pt idx="2611">
                  <c:v>2612.0</c:v>
                </c:pt>
                <c:pt idx="2612">
                  <c:v>2613.0</c:v>
                </c:pt>
                <c:pt idx="2613">
                  <c:v>2614.0</c:v>
                </c:pt>
                <c:pt idx="2614">
                  <c:v>2615.0</c:v>
                </c:pt>
                <c:pt idx="2615">
                  <c:v>2616.0</c:v>
                </c:pt>
                <c:pt idx="2616">
                  <c:v>2617.0</c:v>
                </c:pt>
                <c:pt idx="2617">
                  <c:v>2618.0</c:v>
                </c:pt>
                <c:pt idx="2618">
                  <c:v>2619.0</c:v>
                </c:pt>
                <c:pt idx="2619">
                  <c:v>2620.0</c:v>
                </c:pt>
                <c:pt idx="2620">
                  <c:v>2621.0</c:v>
                </c:pt>
                <c:pt idx="2621">
                  <c:v>2622.0</c:v>
                </c:pt>
                <c:pt idx="2622">
                  <c:v>2623.0</c:v>
                </c:pt>
                <c:pt idx="2623">
                  <c:v>2624.0</c:v>
                </c:pt>
                <c:pt idx="2624">
                  <c:v>2625.0</c:v>
                </c:pt>
                <c:pt idx="2625">
                  <c:v>2626.0</c:v>
                </c:pt>
                <c:pt idx="2626">
                  <c:v>2627.0</c:v>
                </c:pt>
                <c:pt idx="2627">
                  <c:v>2628.0</c:v>
                </c:pt>
                <c:pt idx="2628">
                  <c:v>2629.0</c:v>
                </c:pt>
                <c:pt idx="2629">
                  <c:v>2630.0</c:v>
                </c:pt>
                <c:pt idx="2630">
                  <c:v>2631.0</c:v>
                </c:pt>
                <c:pt idx="2631">
                  <c:v>2632.0</c:v>
                </c:pt>
                <c:pt idx="2632">
                  <c:v>2633.0</c:v>
                </c:pt>
                <c:pt idx="2633">
                  <c:v>2634.0</c:v>
                </c:pt>
                <c:pt idx="2634">
                  <c:v>2635.0</c:v>
                </c:pt>
                <c:pt idx="2635">
                  <c:v>2636.0</c:v>
                </c:pt>
                <c:pt idx="2636">
                  <c:v>2637.0</c:v>
                </c:pt>
                <c:pt idx="2637">
                  <c:v>2638.0</c:v>
                </c:pt>
                <c:pt idx="2638">
                  <c:v>2639.0</c:v>
                </c:pt>
                <c:pt idx="2639">
                  <c:v>2640.0</c:v>
                </c:pt>
                <c:pt idx="2640">
                  <c:v>2641.0</c:v>
                </c:pt>
                <c:pt idx="2641">
                  <c:v>2642.0</c:v>
                </c:pt>
                <c:pt idx="2642">
                  <c:v>2643.0</c:v>
                </c:pt>
                <c:pt idx="2643">
                  <c:v>2644.0</c:v>
                </c:pt>
                <c:pt idx="2644">
                  <c:v>2645.0</c:v>
                </c:pt>
                <c:pt idx="2645">
                  <c:v>2646.0</c:v>
                </c:pt>
                <c:pt idx="2646">
                  <c:v>2647.0</c:v>
                </c:pt>
                <c:pt idx="2647">
                  <c:v>2648.0</c:v>
                </c:pt>
                <c:pt idx="2648">
                  <c:v>2649.0</c:v>
                </c:pt>
                <c:pt idx="2649">
                  <c:v>2650.0</c:v>
                </c:pt>
                <c:pt idx="2650">
                  <c:v>2651.0</c:v>
                </c:pt>
                <c:pt idx="2651">
                  <c:v>2652.0</c:v>
                </c:pt>
                <c:pt idx="2652">
                  <c:v>2653.0</c:v>
                </c:pt>
                <c:pt idx="2653">
                  <c:v>2654.0</c:v>
                </c:pt>
                <c:pt idx="2654">
                  <c:v>2655.0</c:v>
                </c:pt>
                <c:pt idx="2655">
                  <c:v>2656.0</c:v>
                </c:pt>
                <c:pt idx="2656">
                  <c:v>2657.0</c:v>
                </c:pt>
                <c:pt idx="2657">
                  <c:v>2658.0</c:v>
                </c:pt>
                <c:pt idx="2658">
                  <c:v>2659.0</c:v>
                </c:pt>
                <c:pt idx="2659">
                  <c:v>2660.0</c:v>
                </c:pt>
                <c:pt idx="2660">
                  <c:v>2661.0</c:v>
                </c:pt>
                <c:pt idx="2661">
                  <c:v>2662.0</c:v>
                </c:pt>
                <c:pt idx="2662">
                  <c:v>2663.0</c:v>
                </c:pt>
                <c:pt idx="2663">
                  <c:v>2664.0</c:v>
                </c:pt>
                <c:pt idx="2664">
                  <c:v>2665.0</c:v>
                </c:pt>
                <c:pt idx="2665">
                  <c:v>2666.0</c:v>
                </c:pt>
                <c:pt idx="2666">
                  <c:v>2667.0</c:v>
                </c:pt>
                <c:pt idx="2667">
                  <c:v>2668.0</c:v>
                </c:pt>
                <c:pt idx="2668">
                  <c:v>2669.0</c:v>
                </c:pt>
                <c:pt idx="2669">
                  <c:v>2670.0</c:v>
                </c:pt>
                <c:pt idx="2670">
                  <c:v>2671.0</c:v>
                </c:pt>
                <c:pt idx="2671">
                  <c:v>2672.0</c:v>
                </c:pt>
                <c:pt idx="2672">
                  <c:v>2673.0</c:v>
                </c:pt>
                <c:pt idx="2673">
                  <c:v>2674.0</c:v>
                </c:pt>
                <c:pt idx="2674">
                  <c:v>2675.0</c:v>
                </c:pt>
                <c:pt idx="2675">
                  <c:v>2676.0</c:v>
                </c:pt>
                <c:pt idx="2676">
                  <c:v>2677.0</c:v>
                </c:pt>
                <c:pt idx="2677">
                  <c:v>2678.0</c:v>
                </c:pt>
                <c:pt idx="2678">
                  <c:v>2679.0</c:v>
                </c:pt>
                <c:pt idx="2679">
                  <c:v>2680.0</c:v>
                </c:pt>
                <c:pt idx="2680">
                  <c:v>2681.0</c:v>
                </c:pt>
                <c:pt idx="2681">
                  <c:v>2682.0</c:v>
                </c:pt>
                <c:pt idx="2682">
                  <c:v>2683.0</c:v>
                </c:pt>
                <c:pt idx="2683">
                  <c:v>2684.0</c:v>
                </c:pt>
                <c:pt idx="2684">
                  <c:v>2685.0</c:v>
                </c:pt>
                <c:pt idx="2685">
                  <c:v>2686.0</c:v>
                </c:pt>
                <c:pt idx="2686">
                  <c:v>2687.0</c:v>
                </c:pt>
                <c:pt idx="2687">
                  <c:v>2688.0</c:v>
                </c:pt>
                <c:pt idx="2688">
                  <c:v>2689.0</c:v>
                </c:pt>
                <c:pt idx="2689">
                  <c:v>2690.0</c:v>
                </c:pt>
                <c:pt idx="2690">
                  <c:v>2691.0</c:v>
                </c:pt>
                <c:pt idx="2691">
                  <c:v>2692.0</c:v>
                </c:pt>
                <c:pt idx="2692">
                  <c:v>2693.0</c:v>
                </c:pt>
                <c:pt idx="2693">
                  <c:v>2694.0</c:v>
                </c:pt>
                <c:pt idx="2694">
                  <c:v>2695.0</c:v>
                </c:pt>
                <c:pt idx="2695">
                  <c:v>2696.0</c:v>
                </c:pt>
                <c:pt idx="2696">
                  <c:v>2697.0</c:v>
                </c:pt>
                <c:pt idx="2697">
                  <c:v>2698.0</c:v>
                </c:pt>
                <c:pt idx="2698">
                  <c:v>2699.0</c:v>
                </c:pt>
                <c:pt idx="2699">
                  <c:v>2700.0</c:v>
                </c:pt>
                <c:pt idx="2700">
                  <c:v>2701.0</c:v>
                </c:pt>
                <c:pt idx="2701">
                  <c:v>2702.0</c:v>
                </c:pt>
                <c:pt idx="2702">
                  <c:v>2703.0</c:v>
                </c:pt>
                <c:pt idx="2703">
                  <c:v>2704.0</c:v>
                </c:pt>
                <c:pt idx="2704">
                  <c:v>2705.0</c:v>
                </c:pt>
                <c:pt idx="2705">
                  <c:v>2706.0</c:v>
                </c:pt>
                <c:pt idx="2706">
                  <c:v>2707.0</c:v>
                </c:pt>
                <c:pt idx="2707">
                  <c:v>2708.0</c:v>
                </c:pt>
                <c:pt idx="2708">
                  <c:v>2709.0</c:v>
                </c:pt>
                <c:pt idx="2709">
                  <c:v>2710.0</c:v>
                </c:pt>
                <c:pt idx="2710">
                  <c:v>2711.0</c:v>
                </c:pt>
                <c:pt idx="2711">
                  <c:v>2712.0</c:v>
                </c:pt>
                <c:pt idx="2712">
                  <c:v>2713.0</c:v>
                </c:pt>
                <c:pt idx="2713">
                  <c:v>2714.0</c:v>
                </c:pt>
                <c:pt idx="2714">
                  <c:v>2715.0</c:v>
                </c:pt>
                <c:pt idx="2715">
                  <c:v>2716.0</c:v>
                </c:pt>
                <c:pt idx="2716">
                  <c:v>2717.0</c:v>
                </c:pt>
                <c:pt idx="2717">
                  <c:v>2718.0</c:v>
                </c:pt>
                <c:pt idx="2718">
                  <c:v>2719.0</c:v>
                </c:pt>
                <c:pt idx="2719">
                  <c:v>2720.0</c:v>
                </c:pt>
                <c:pt idx="2720">
                  <c:v>2721.0</c:v>
                </c:pt>
                <c:pt idx="2721">
                  <c:v>2722.0</c:v>
                </c:pt>
                <c:pt idx="2722">
                  <c:v>2723.0</c:v>
                </c:pt>
                <c:pt idx="2723">
                  <c:v>2724.0</c:v>
                </c:pt>
                <c:pt idx="2724">
                  <c:v>2725.0</c:v>
                </c:pt>
                <c:pt idx="2725">
                  <c:v>2726.0</c:v>
                </c:pt>
                <c:pt idx="2726">
                  <c:v>2727.0</c:v>
                </c:pt>
                <c:pt idx="2727">
                  <c:v>2728.0</c:v>
                </c:pt>
                <c:pt idx="2728">
                  <c:v>2729.0</c:v>
                </c:pt>
                <c:pt idx="2729">
                  <c:v>2730.0</c:v>
                </c:pt>
                <c:pt idx="2730">
                  <c:v>2731.0</c:v>
                </c:pt>
                <c:pt idx="2731">
                  <c:v>2732.0</c:v>
                </c:pt>
                <c:pt idx="2732">
                  <c:v>2733.0</c:v>
                </c:pt>
                <c:pt idx="2733">
                  <c:v>2734.0</c:v>
                </c:pt>
                <c:pt idx="2734">
                  <c:v>2735.0</c:v>
                </c:pt>
                <c:pt idx="2735">
                  <c:v>2736.0</c:v>
                </c:pt>
                <c:pt idx="2736">
                  <c:v>2737.0</c:v>
                </c:pt>
                <c:pt idx="2737">
                  <c:v>2738.0</c:v>
                </c:pt>
                <c:pt idx="2738">
                  <c:v>2739.0</c:v>
                </c:pt>
                <c:pt idx="2739">
                  <c:v>2740.0</c:v>
                </c:pt>
                <c:pt idx="2740">
                  <c:v>2741.0</c:v>
                </c:pt>
                <c:pt idx="2741">
                  <c:v>2742.0</c:v>
                </c:pt>
                <c:pt idx="2742">
                  <c:v>2743.0</c:v>
                </c:pt>
                <c:pt idx="2743">
                  <c:v>2744.0</c:v>
                </c:pt>
                <c:pt idx="2744">
                  <c:v>2745.0</c:v>
                </c:pt>
                <c:pt idx="2745">
                  <c:v>2746.0</c:v>
                </c:pt>
                <c:pt idx="2746">
                  <c:v>2747.0</c:v>
                </c:pt>
                <c:pt idx="2747">
                  <c:v>2748.0</c:v>
                </c:pt>
                <c:pt idx="2748">
                  <c:v>2749.0</c:v>
                </c:pt>
                <c:pt idx="2749">
                  <c:v>2750.0</c:v>
                </c:pt>
                <c:pt idx="2750">
                  <c:v>2751.0</c:v>
                </c:pt>
                <c:pt idx="2751">
                  <c:v>2752.0</c:v>
                </c:pt>
                <c:pt idx="2752">
                  <c:v>2753.0</c:v>
                </c:pt>
                <c:pt idx="2753">
                  <c:v>2754.0</c:v>
                </c:pt>
                <c:pt idx="2754">
                  <c:v>2755.0</c:v>
                </c:pt>
                <c:pt idx="2755">
                  <c:v>2756.0</c:v>
                </c:pt>
                <c:pt idx="2756">
                  <c:v>2757.0</c:v>
                </c:pt>
                <c:pt idx="2757">
                  <c:v>2758.0</c:v>
                </c:pt>
                <c:pt idx="2758">
                  <c:v>2759.0</c:v>
                </c:pt>
                <c:pt idx="2759">
                  <c:v>2760.0</c:v>
                </c:pt>
                <c:pt idx="2760">
                  <c:v>2761.0</c:v>
                </c:pt>
                <c:pt idx="2761">
                  <c:v>2762.0</c:v>
                </c:pt>
                <c:pt idx="2762">
                  <c:v>2763.0</c:v>
                </c:pt>
                <c:pt idx="2763">
                  <c:v>2764.0</c:v>
                </c:pt>
                <c:pt idx="2764">
                  <c:v>2765.0</c:v>
                </c:pt>
                <c:pt idx="2765">
                  <c:v>2766.0</c:v>
                </c:pt>
                <c:pt idx="2766">
                  <c:v>2767.0</c:v>
                </c:pt>
                <c:pt idx="2767">
                  <c:v>2768.0</c:v>
                </c:pt>
                <c:pt idx="2768">
                  <c:v>2769.0</c:v>
                </c:pt>
                <c:pt idx="2769">
                  <c:v>2770.0</c:v>
                </c:pt>
                <c:pt idx="2770">
                  <c:v>2771.0</c:v>
                </c:pt>
                <c:pt idx="2771">
                  <c:v>2772.0</c:v>
                </c:pt>
                <c:pt idx="2772">
                  <c:v>2773.0</c:v>
                </c:pt>
                <c:pt idx="2773">
                  <c:v>2774.0</c:v>
                </c:pt>
                <c:pt idx="2774">
                  <c:v>2775.0</c:v>
                </c:pt>
                <c:pt idx="2775">
                  <c:v>2776.0</c:v>
                </c:pt>
                <c:pt idx="2776">
                  <c:v>2777.0</c:v>
                </c:pt>
                <c:pt idx="2777">
                  <c:v>2778.0</c:v>
                </c:pt>
                <c:pt idx="2778">
                  <c:v>2779.0</c:v>
                </c:pt>
                <c:pt idx="2779">
                  <c:v>2780.0</c:v>
                </c:pt>
                <c:pt idx="2780">
                  <c:v>2781.0</c:v>
                </c:pt>
                <c:pt idx="2781">
                  <c:v>2782.0</c:v>
                </c:pt>
                <c:pt idx="2782">
                  <c:v>2783.0</c:v>
                </c:pt>
                <c:pt idx="2783">
                  <c:v>2784.0</c:v>
                </c:pt>
                <c:pt idx="2784">
                  <c:v>2785.0</c:v>
                </c:pt>
                <c:pt idx="2785">
                  <c:v>2786.0</c:v>
                </c:pt>
                <c:pt idx="2786">
                  <c:v>2787.0</c:v>
                </c:pt>
                <c:pt idx="2787">
                  <c:v>2788.0</c:v>
                </c:pt>
                <c:pt idx="2788">
                  <c:v>2789.0</c:v>
                </c:pt>
                <c:pt idx="2789">
                  <c:v>2790.0</c:v>
                </c:pt>
                <c:pt idx="2790">
                  <c:v>2791.0</c:v>
                </c:pt>
                <c:pt idx="2791">
                  <c:v>2792.0</c:v>
                </c:pt>
                <c:pt idx="2792">
                  <c:v>2793.0</c:v>
                </c:pt>
                <c:pt idx="2793">
                  <c:v>2794.0</c:v>
                </c:pt>
                <c:pt idx="2794">
                  <c:v>2795.0</c:v>
                </c:pt>
                <c:pt idx="2795">
                  <c:v>2796.0</c:v>
                </c:pt>
                <c:pt idx="2796">
                  <c:v>2797.0</c:v>
                </c:pt>
                <c:pt idx="2797">
                  <c:v>2798.0</c:v>
                </c:pt>
                <c:pt idx="2798">
                  <c:v>2799.0</c:v>
                </c:pt>
                <c:pt idx="2799">
                  <c:v>2800.0</c:v>
                </c:pt>
                <c:pt idx="2800">
                  <c:v>2801.0</c:v>
                </c:pt>
                <c:pt idx="2801">
                  <c:v>2802.0</c:v>
                </c:pt>
                <c:pt idx="2802">
                  <c:v>2803.0</c:v>
                </c:pt>
                <c:pt idx="2803">
                  <c:v>2804.0</c:v>
                </c:pt>
                <c:pt idx="2804">
                  <c:v>2805.0</c:v>
                </c:pt>
                <c:pt idx="2805">
                  <c:v>2806.0</c:v>
                </c:pt>
                <c:pt idx="2806">
                  <c:v>2807.0</c:v>
                </c:pt>
                <c:pt idx="2807">
                  <c:v>2808.0</c:v>
                </c:pt>
                <c:pt idx="2808">
                  <c:v>2809.0</c:v>
                </c:pt>
                <c:pt idx="2809">
                  <c:v>2810.0</c:v>
                </c:pt>
                <c:pt idx="2810">
                  <c:v>2811.0</c:v>
                </c:pt>
                <c:pt idx="2811">
                  <c:v>2812.0</c:v>
                </c:pt>
                <c:pt idx="2812">
                  <c:v>2813.0</c:v>
                </c:pt>
                <c:pt idx="2813">
                  <c:v>2814.0</c:v>
                </c:pt>
                <c:pt idx="2814">
                  <c:v>2815.0</c:v>
                </c:pt>
                <c:pt idx="2815">
                  <c:v>2816.0</c:v>
                </c:pt>
                <c:pt idx="2816">
                  <c:v>2817.0</c:v>
                </c:pt>
                <c:pt idx="2817">
                  <c:v>2818.0</c:v>
                </c:pt>
                <c:pt idx="2818">
                  <c:v>2819.0</c:v>
                </c:pt>
                <c:pt idx="2819">
                  <c:v>2820.0</c:v>
                </c:pt>
                <c:pt idx="2820">
                  <c:v>2821.0</c:v>
                </c:pt>
                <c:pt idx="2821">
                  <c:v>2822.0</c:v>
                </c:pt>
                <c:pt idx="2822">
                  <c:v>2823.0</c:v>
                </c:pt>
                <c:pt idx="2823">
                  <c:v>2824.0</c:v>
                </c:pt>
                <c:pt idx="2824">
                  <c:v>2825.0</c:v>
                </c:pt>
                <c:pt idx="2825">
                  <c:v>2826.0</c:v>
                </c:pt>
                <c:pt idx="2826">
                  <c:v>2827.0</c:v>
                </c:pt>
                <c:pt idx="2827">
                  <c:v>2828.0</c:v>
                </c:pt>
                <c:pt idx="2828">
                  <c:v>2829.0</c:v>
                </c:pt>
                <c:pt idx="2829">
                  <c:v>2830.0</c:v>
                </c:pt>
                <c:pt idx="2830">
                  <c:v>2831.0</c:v>
                </c:pt>
                <c:pt idx="2831">
                  <c:v>2832.0</c:v>
                </c:pt>
                <c:pt idx="2832">
                  <c:v>2833.0</c:v>
                </c:pt>
                <c:pt idx="2833">
                  <c:v>2834.0</c:v>
                </c:pt>
                <c:pt idx="2834">
                  <c:v>2835.0</c:v>
                </c:pt>
                <c:pt idx="2835">
                  <c:v>2836.0</c:v>
                </c:pt>
                <c:pt idx="2836">
                  <c:v>2837.0</c:v>
                </c:pt>
                <c:pt idx="2837">
                  <c:v>2838.0</c:v>
                </c:pt>
                <c:pt idx="2838">
                  <c:v>2839.0</c:v>
                </c:pt>
                <c:pt idx="2839">
                  <c:v>2840.0</c:v>
                </c:pt>
                <c:pt idx="2840">
                  <c:v>2841.0</c:v>
                </c:pt>
                <c:pt idx="2841">
                  <c:v>2842.0</c:v>
                </c:pt>
                <c:pt idx="2842">
                  <c:v>2843.0</c:v>
                </c:pt>
                <c:pt idx="2843">
                  <c:v>2844.0</c:v>
                </c:pt>
                <c:pt idx="2844">
                  <c:v>2845.0</c:v>
                </c:pt>
                <c:pt idx="2845">
                  <c:v>2846.0</c:v>
                </c:pt>
                <c:pt idx="2846">
                  <c:v>2847.0</c:v>
                </c:pt>
                <c:pt idx="2847">
                  <c:v>2848.0</c:v>
                </c:pt>
                <c:pt idx="2848">
                  <c:v>2849.0</c:v>
                </c:pt>
                <c:pt idx="2849">
                  <c:v>2850.0</c:v>
                </c:pt>
                <c:pt idx="2850">
                  <c:v>2851.0</c:v>
                </c:pt>
                <c:pt idx="2851">
                  <c:v>2852.0</c:v>
                </c:pt>
                <c:pt idx="2852">
                  <c:v>2853.0</c:v>
                </c:pt>
                <c:pt idx="2853">
                  <c:v>2854.0</c:v>
                </c:pt>
                <c:pt idx="2854">
                  <c:v>2855.0</c:v>
                </c:pt>
                <c:pt idx="2855">
                  <c:v>2856.0</c:v>
                </c:pt>
                <c:pt idx="2856">
                  <c:v>2857.0</c:v>
                </c:pt>
                <c:pt idx="2857">
                  <c:v>2858.0</c:v>
                </c:pt>
                <c:pt idx="2858">
                  <c:v>2859.0</c:v>
                </c:pt>
                <c:pt idx="2859">
                  <c:v>2860.0</c:v>
                </c:pt>
                <c:pt idx="2860">
                  <c:v>2861.0</c:v>
                </c:pt>
                <c:pt idx="2861">
                  <c:v>2862.0</c:v>
                </c:pt>
                <c:pt idx="2862">
                  <c:v>2863.0</c:v>
                </c:pt>
                <c:pt idx="2863">
                  <c:v>2864.0</c:v>
                </c:pt>
                <c:pt idx="2864">
                  <c:v>2865.0</c:v>
                </c:pt>
                <c:pt idx="2865">
                  <c:v>2866.0</c:v>
                </c:pt>
                <c:pt idx="2866">
                  <c:v>2867.0</c:v>
                </c:pt>
                <c:pt idx="2867">
                  <c:v>2868.0</c:v>
                </c:pt>
                <c:pt idx="2868">
                  <c:v>2869.0</c:v>
                </c:pt>
                <c:pt idx="2869">
                  <c:v>2870.0</c:v>
                </c:pt>
                <c:pt idx="2870">
                  <c:v>2871.0</c:v>
                </c:pt>
                <c:pt idx="2871">
                  <c:v>2872.0</c:v>
                </c:pt>
                <c:pt idx="2872">
                  <c:v>2873.0</c:v>
                </c:pt>
                <c:pt idx="2873">
                  <c:v>2874.0</c:v>
                </c:pt>
                <c:pt idx="2874">
                  <c:v>2875.0</c:v>
                </c:pt>
                <c:pt idx="2875">
                  <c:v>2876.0</c:v>
                </c:pt>
                <c:pt idx="2876">
                  <c:v>2877.0</c:v>
                </c:pt>
                <c:pt idx="2877">
                  <c:v>2878.0</c:v>
                </c:pt>
                <c:pt idx="2878">
                  <c:v>2879.0</c:v>
                </c:pt>
                <c:pt idx="2879">
                  <c:v>2880.0</c:v>
                </c:pt>
                <c:pt idx="2880">
                  <c:v>2881.0</c:v>
                </c:pt>
                <c:pt idx="2881">
                  <c:v>2882.0</c:v>
                </c:pt>
                <c:pt idx="2882">
                  <c:v>2883.0</c:v>
                </c:pt>
                <c:pt idx="2883">
                  <c:v>2884.0</c:v>
                </c:pt>
                <c:pt idx="2884">
                  <c:v>2885.0</c:v>
                </c:pt>
                <c:pt idx="2885">
                  <c:v>2886.0</c:v>
                </c:pt>
                <c:pt idx="2886">
                  <c:v>2887.0</c:v>
                </c:pt>
                <c:pt idx="2887">
                  <c:v>2888.0</c:v>
                </c:pt>
                <c:pt idx="2888">
                  <c:v>2889.0</c:v>
                </c:pt>
                <c:pt idx="2889">
                  <c:v>2890.0</c:v>
                </c:pt>
                <c:pt idx="2890">
                  <c:v>2891.0</c:v>
                </c:pt>
                <c:pt idx="2891">
                  <c:v>2892.0</c:v>
                </c:pt>
                <c:pt idx="2892">
                  <c:v>2893.0</c:v>
                </c:pt>
                <c:pt idx="2893">
                  <c:v>2894.0</c:v>
                </c:pt>
                <c:pt idx="2894">
                  <c:v>2895.0</c:v>
                </c:pt>
                <c:pt idx="2895">
                  <c:v>2896.0</c:v>
                </c:pt>
                <c:pt idx="2896">
                  <c:v>2897.0</c:v>
                </c:pt>
                <c:pt idx="2897">
                  <c:v>2898.0</c:v>
                </c:pt>
                <c:pt idx="2898">
                  <c:v>2899.0</c:v>
                </c:pt>
                <c:pt idx="2899">
                  <c:v>2900.0</c:v>
                </c:pt>
                <c:pt idx="2900">
                  <c:v>2901.0</c:v>
                </c:pt>
                <c:pt idx="2901">
                  <c:v>2902.0</c:v>
                </c:pt>
                <c:pt idx="2902">
                  <c:v>2903.0</c:v>
                </c:pt>
                <c:pt idx="2903">
                  <c:v>2904.0</c:v>
                </c:pt>
                <c:pt idx="2904">
                  <c:v>2905.0</c:v>
                </c:pt>
                <c:pt idx="2905">
                  <c:v>2906.0</c:v>
                </c:pt>
                <c:pt idx="2906">
                  <c:v>2907.0</c:v>
                </c:pt>
                <c:pt idx="2907">
                  <c:v>2908.0</c:v>
                </c:pt>
                <c:pt idx="2908">
                  <c:v>2909.0</c:v>
                </c:pt>
                <c:pt idx="2909">
                  <c:v>2910.0</c:v>
                </c:pt>
                <c:pt idx="2910">
                  <c:v>2911.0</c:v>
                </c:pt>
                <c:pt idx="2911">
                  <c:v>2912.0</c:v>
                </c:pt>
                <c:pt idx="2912">
                  <c:v>2913.0</c:v>
                </c:pt>
                <c:pt idx="2913">
                  <c:v>2914.0</c:v>
                </c:pt>
                <c:pt idx="2914">
                  <c:v>2915.0</c:v>
                </c:pt>
                <c:pt idx="2915">
                  <c:v>2916.0</c:v>
                </c:pt>
                <c:pt idx="2916">
                  <c:v>2917.0</c:v>
                </c:pt>
                <c:pt idx="2917">
                  <c:v>2918.0</c:v>
                </c:pt>
                <c:pt idx="2918">
                  <c:v>2919.0</c:v>
                </c:pt>
                <c:pt idx="2919">
                  <c:v>2920.0</c:v>
                </c:pt>
                <c:pt idx="2920">
                  <c:v>2921.0</c:v>
                </c:pt>
                <c:pt idx="2921">
                  <c:v>2922.0</c:v>
                </c:pt>
                <c:pt idx="2922">
                  <c:v>2923.0</c:v>
                </c:pt>
                <c:pt idx="2923">
                  <c:v>2924.0</c:v>
                </c:pt>
                <c:pt idx="2924">
                  <c:v>2925.0</c:v>
                </c:pt>
                <c:pt idx="2925">
                  <c:v>2926.0</c:v>
                </c:pt>
                <c:pt idx="2926">
                  <c:v>2927.0</c:v>
                </c:pt>
                <c:pt idx="2927">
                  <c:v>2928.0</c:v>
                </c:pt>
                <c:pt idx="2928">
                  <c:v>2929.0</c:v>
                </c:pt>
                <c:pt idx="2929">
                  <c:v>2930.0</c:v>
                </c:pt>
                <c:pt idx="2930">
                  <c:v>2931.0</c:v>
                </c:pt>
                <c:pt idx="2931">
                  <c:v>2932.0</c:v>
                </c:pt>
                <c:pt idx="2932">
                  <c:v>2933.0</c:v>
                </c:pt>
                <c:pt idx="2933">
                  <c:v>2934.0</c:v>
                </c:pt>
                <c:pt idx="2934">
                  <c:v>2935.0</c:v>
                </c:pt>
                <c:pt idx="2935">
                  <c:v>2936.0</c:v>
                </c:pt>
                <c:pt idx="2936">
                  <c:v>2937.0</c:v>
                </c:pt>
                <c:pt idx="2937">
                  <c:v>2938.0</c:v>
                </c:pt>
                <c:pt idx="2938">
                  <c:v>2939.0</c:v>
                </c:pt>
                <c:pt idx="2939">
                  <c:v>2940.0</c:v>
                </c:pt>
                <c:pt idx="2940">
                  <c:v>2941.0</c:v>
                </c:pt>
                <c:pt idx="2941">
                  <c:v>2942.0</c:v>
                </c:pt>
                <c:pt idx="2942">
                  <c:v>2943.0</c:v>
                </c:pt>
                <c:pt idx="2943">
                  <c:v>2944.0</c:v>
                </c:pt>
                <c:pt idx="2944">
                  <c:v>2945.0</c:v>
                </c:pt>
                <c:pt idx="2945">
                  <c:v>2946.0</c:v>
                </c:pt>
                <c:pt idx="2946">
                  <c:v>2947.0</c:v>
                </c:pt>
                <c:pt idx="2947">
                  <c:v>2948.0</c:v>
                </c:pt>
                <c:pt idx="2948">
                  <c:v>2949.0</c:v>
                </c:pt>
                <c:pt idx="2949">
                  <c:v>2950.0</c:v>
                </c:pt>
                <c:pt idx="2950">
                  <c:v>2951.0</c:v>
                </c:pt>
                <c:pt idx="2951">
                  <c:v>2952.0</c:v>
                </c:pt>
                <c:pt idx="2952">
                  <c:v>2953.0</c:v>
                </c:pt>
                <c:pt idx="2953">
                  <c:v>2954.0</c:v>
                </c:pt>
                <c:pt idx="2954">
                  <c:v>2955.0</c:v>
                </c:pt>
                <c:pt idx="2955">
                  <c:v>2956.0</c:v>
                </c:pt>
                <c:pt idx="2956">
                  <c:v>2957.0</c:v>
                </c:pt>
                <c:pt idx="2957">
                  <c:v>2958.0</c:v>
                </c:pt>
                <c:pt idx="2958">
                  <c:v>2959.0</c:v>
                </c:pt>
                <c:pt idx="2959">
                  <c:v>2960.0</c:v>
                </c:pt>
                <c:pt idx="2960">
                  <c:v>2961.0</c:v>
                </c:pt>
                <c:pt idx="2961">
                  <c:v>2962.0</c:v>
                </c:pt>
                <c:pt idx="2962">
                  <c:v>2963.0</c:v>
                </c:pt>
                <c:pt idx="2963">
                  <c:v>2964.0</c:v>
                </c:pt>
                <c:pt idx="2964">
                  <c:v>2965.0</c:v>
                </c:pt>
                <c:pt idx="2965">
                  <c:v>2966.0</c:v>
                </c:pt>
                <c:pt idx="2966">
                  <c:v>2967.0</c:v>
                </c:pt>
                <c:pt idx="2967">
                  <c:v>2968.0</c:v>
                </c:pt>
                <c:pt idx="2968">
                  <c:v>2969.0</c:v>
                </c:pt>
                <c:pt idx="2969">
                  <c:v>2970.0</c:v>
                </c:pt>
                <c:pt idx="2970">
                  <c:v>2971.0</c:v>
                </c:pt>
                <c:pt idx="2971">
                  <c:v>2972.0</c:v>
                </c:pt>
                <c:pt idx="2972">
                  <c:v>2973.0</c:v>
                </c:pt>
                <c:pt idx="2973">
                  <c:v>2974.0</c:v>
                </c:pt>
                <c:pt idx="2974">
                  <c:v>2975.0</c:v>
                </c:pt>
                <c:pt idx="2975">
                  <c:v>2976.0</c:v>
                </c:pt>
                <c:pt idx="2976">
                  <c:v>2977.0</c:v>
                </c:pt>
                <c:pt idx="2977">
                  <c:v>2978.0</c:v>
                </c:pt>
                <c:pt idx="2978">
                  <c:v>2979.0</c:v>
                </c:pt>
                <c:pt idx="2979">
                  <c:v>2980.0</c:v>
                </c:pt>
                <c:pt idx="2980">
                  <c:v>2981.0</c:v>
                </c:pt>
                <c:pt idx="2981">
                  <c:v>2982.0</c:v>
                </c:pt>
                <c:pt idx="2982">
                  <c:v>2983.0</c:v>
                </c:pt>
                <c:pt idx="2983">
                  <c:v>2984.0</c:v>
                </c:pt>
                <c:pt idx="2984">
                  <c:v>2985.0</c:v>
                </c:pt>
                <c:pt idx="2985">
                  <c:v>2986.0</c:v>
                </c:pt>
                <c:pt idx="2986">
                  <c:v>2987.0</c:v>
                </c:pt>
                <c:pt idx="2987">
                  <c:v>2988.0</c:v>
                </c:pt>
                <c:pt idx="2988">
                  <c:v>2989.0</c:v>
                </c:pt>
                <c:pt idx="2989">
                  <c:v>2990.0</c:v>
                </c:pt>
                <c:pt idx="2990">
                  <c:v>2991.0</c:v>
                </c:pt>
                <c:pt idx="2991">
                  <c:v>2992.0</c:v>
                </c:pt>
                <c:pt idx="2992">
                  <c:v>2993.0</c:v>
                </c:pt>
                <c:pt idx="2993">
                  <c:v>2994.0</c:v>
                </c:pt>
                <c:pt idx="2994">
                  <c:v>2995.0</c:v>
                </c:pt>
                <c:pt idx="2995">
                  <c:v>2996.0</c:v>
                </c:pt>
                <c:pt idx="2996">
                  <c:v>2997.0</c:v>
                </c:pt>
                <c:pt idx="2997">
                  <c:v>2998.0</c:v>
                </c:pt>
                <c:pt idx="2998">
                  <c:v>2999.0</c:v>
                </c:pt>
                <c:pt idx="2999">
                  <c:v>3000.0</c:v>
                </c:pt>
                <c:pt idx="3000">
                  <c:v>3001.0</c:v>
                </c:pt>
                <c:pt idx="3001">
                  <c:v>3002.0</c:v>
                </c:pt>
                <c:pt idx="3002">
                  <c:v>3003.0</c:v>
                </c:pt>
                <c:pt idx="3003">
                  <c:v>3004.0</c:v>
                </c:pt>
                <c:pt idx="3004">
                  <c:v>3005.0</c:v>
                </c:pt>
                <c:pt idx="3005">
                  <c:v>3006.0</c:v>
                </c:pt>
                <c:pt idx="3006">
                  <c:v>3007.0</c:v>
                </c:pt>
                <c:pt idx="3007">
                  <c:v>3008.0</c:v>
                </c:pt>
                <c:pt idx="3008">
                  <c:v>3009.0</c:v>
                </c:pt>
                <c:pt idx="3009">
                  <c:v>3010.0</c:v>
                </c:pt>
                <c:pt idx="3010">
                  <c:v>3011.0</c:v>
                </c:pt>
                <c:pt idx="3011">
                  <c:v>3012.0</c:v>
                </c:pt>
                <c:pt idx="3012">
                  <c:v>3013.0</c:v>
                </c:pt>
                <c:pt idx="3013">
                  <c:v>3014.0</c:v>
                </c:pt>
                <c:pt idx="3014">
                  <c:v>3015.0</c:v>
                </c:pt>
                <c:pt idx="3015">
                  <c:v>3016.0</c:v>
                </c:pt>
                <c:pt idx="3016">
                  <c:v>3017.0</c:v>
                </c:pt>
                <c:pt idx="3017">
                  <c:v>3018.0</c:v>
                </c:pt>
                <c:pt idx="3018">
                  <c:v>3019.0</c:v>
                </c:pt>
                <c:pt idx="3019">
                  <c:v>3020.0</c:v>
                </c:pt>
                <c:pt idx="3020">
                  <c:v>3021.0</c:v>
                </c:pt>
                <c:pt idx="3021">
                  <c:v>3022.0</c:v>
                </c:pt>
                <c:pt idx="3022">
                  <c:v>3023.0</c:v>
                </c:pt>
                <c:pt idx="3023">
                  <c:v>3024.0</c:v>
                </c:pt>
                <c:pt idx="3024">
                  <c:v>3025.0</c:v>
                </c:pt>
                <c:pt idx="3025">
                  <c:v>3026.0</c:v>
                </c:pt>
                <c:pt idx="3026">
                  <c:v>3027.0</c:v>
                </c:pt>
                <c:pt idx="3027">
                  <c:v>3028.0</c:v>
                </c:pt>
                <c:pt idx="3028">
                  <c:v>3029.0</c:v>
                </c:pt>
                <c:pt idx="3029">
                  <c:v>3030.0</c:v>
                </c:pt>
                <c:pt idx="3030">
                  <c:v>3031.0</c:v>
                </c:pt>
                <c:pt idx="3031">
                  <c:v>3032.0</c:v>
                </c:pt>
                <c:pt idx="3032">
                  <c:v>3033.0</c:v>
                </c:pt>
                <c:pt idx="3033">
                  <c:v>3034.0</c:v>
                </c:pt>
                <c:pt idx="3034">
                  <c:v>3035.0</c:v>
                </c:pt>
                <c:pt idx="3035">
                  <c:v>3036.0</c:v>
                </c:pt>
                <c:pt idx="3036">
                  <c:v>3037.0</c:v>
                </c:pt>
                <c:pt idx="3037">
                  <c:v>3038.0</c:v>
                </c:pt>
                <c:pt idx="3038">
                  <c:v>3039.0</c:v>
                </c:pt>
                <c:pt idx="3039">
                  <c:v>3040.0</c:v>
                </c:pt>
                <c:pt idx="3040">
                  <c:v>3041.0</c:v>
                </c:pt>
                <c:pt idx="3041">
                  <c:v>3042.0</c:v>
                </c:pt>
                <c:pt idx="3042">
                  <c:v>3043.0</c:v>
                </c:pt>
                <c:pt idx="3043">
                  <c:v>3044.0</c:v>
                </c:pt>
                <c:pt idx="3044">
                  <c:v>3045.0</c:v>
                </c:pt>
                <c:pt idx="3045">
                  <c:v>3046.0</c:v>
                </c:pt>
                <c:pt idx="3046">
                  <c:v>3047.0</c:v>
                </c:pt>
                <c:pt idx="3047">
                  <c:v>3048.0</c:v>
                </c:pt>
                <c:pt idx="3048">
                  <c:v>3049.0</c:v>
                </c:pt>
                <c:pt idx="3049">
                  <c:v>3050.0</c:v>
                </c:pt>
                <c:pt idx="3050">
                  <c:v>3051.0</c:v>
                </c:pt>
                <c:pt idx="3051">
                  <c:v>3052.0</c:v>
                </c:pt>
                <c:pt idx="3052">
                  <c:v>3053.0</c:v>
                </c:pt>
                <c:pt idx="3053">
                  <c:v>3054.0</c:v>
                </c:pt>
                <c:pt idx="3054">
                  <c:v>3055.0</c:v>
                </c:pt>
                <c:pt idx="3055">
                  <c:v>3056.0</c:v>
                </c:pt>
                <c:pt idx="3056">
                  <c:v>3057.0</c:v>
                </c:pt>
                <c:pt idx="3057">
                  <c:v>3058.0</c:v>
                </c:pt>
                <c:pt idx="3058">
                  <c:v>3059.0</c:v>
                </c:pt>
                <c:pt idx="3059">
                  <c:v>3060.0</c:v>
                </c:pt>
                <c:pt idx="3060">
                  <c:v>3061.0</c:v>
                </c:pt>
                <c:pt idx="3061">
                  <c:v>3062.0</c:v>
                </c:pt>
                <c:pt idx="3062">
                  <c:v>3063.0</c:v>
                </c:pt>
                <c:pt idx="3063">
                  <c:v>3064.0</c:v>
                </c:pt>
                <c:pt idx="3064">
                  <c:v>3065.0</c:v>
                </c:pt>
                <c:pt idx="3065">
                  <c:v>3066.0</c:v>
                </c:pt>
                <c:pt idx="3066">
                  <c:v>3067.0</c:v>
                </c:pt>
                <c:pt idx="3067">
                  <c:v>3068.0</c:v>
                </c:pt>
                <c:pt idx="3068">
                  <c:v>3069.0</c:v>
                </c:pt>
                <c:pt idx="3069">
                  <c:v>3070.0</c:v>
                </c:pt>
                <c:pt idx="3070">
                  <c:v>3071.0</c:v>
                </c:pt>
                <c:pt idx="3071">
                  <c:v>3072.0</c:v>
                </c:pt>
                <c:pt idx="3072">
                  <c:v>3073.0</c:v>
                </c:pt>
                <c:pt idx="3073">
                  <c:v>3074.0</c:v>
                </c:pt>
                <c:pt idx="3074">
                  <c:v>3075.0</c:v>
                </c:pt>
                <c:pt idx="3075">
                  <c:v>3076.0</c:v>
                </c:pt>
                <c:pt idx="3076">
                  <c:v>3077.0</c:v>
                </c:pt>
                <c:pt idx="3077">
                  <c:v>3078.0</c:v>
                </c:pt>
                <c:pt idx="3078">
                  <c:v>3079.0</c:v>
                </c:pt>
                <c:pt idx="3079">
                  <c:v>3080.0</c:v>
                </c:pt>
                <c:pt idx="3080">
                  <c:v>3081.0</c:v>
                </c:pt>
                <c:pt idx="3081">
                  <c:v>3082.0</c:v>
                </c:pt>
                <c:pt idx="3082">
                  <c:v>3083.0</c:v>
                </c:pt>
                <c:pt idx="3083">
                  <c:v>3084.0</c:v>
                </c:pt>
                <c:pt idx="3084">
                  <c:v>3085.0</c:v>
                </c:pt>
                <c:pt idx="3085">
                  <c:v>3086.0</c:v>
                </c:pt>
                <c:pt idx="3086">
                  <c:v>3087.0</c:v>
                </c:pt>
                <c:pt idx="3087">
                  <c:v>3088.0</c:v>
                </c:pt>
                <c:pt idx="3088">
                  <c:v>3089.0</c:v>
                </c:pt>
                <c:pt idx="3089">
                  <c:v>3090.0</c:v>
                </c:pt>
                <c:pt idx="3090">
                  <c:v>3091.0</c:v>
                </c:pt>
                <c:pt idx="3091">
                  <c:v>3092.0</c:v>
                </c:pt>
                <c:pt idx="3092">
                  <c:v>3093.0</c:v>
                </c:pt>
                <c:pt idx="3093">
                  <c:v>3094.0</c:v>
                </c:pt>
                <c:pt idx="3094">
                  <c:v>3095.0</c:v>
                </c:pt>
                <c:pt idx="3095">
                  <c:v>3096.0</c:v>
                </c:pt>
                <c:pt idx="3096">
                  <c:v>3097.0</c:v>
                </c:pt>
                <c:pt idx="3097">
                  <c:v>3098.0</c:v>
                </c:pt>
                <c:pt idx="3098">
                  <c:v>3099.0</c:v>
                </c:pt>
                <c:pt idx="3099">
                  <c:v>3100.0</c:v>
                </c:pt>
                <c:pt idx="3100">
                  <c:v>3101.0</c:v>
                </c:pt>
                <c:pt idx="3101">
                  <c:v>3102.0</c:v>
                </c:pt>
                <c:pt idx="3102">
                  <c:v>3103.0</c:v>
                </c:pt>
                <c:pt idx="3103">
                  <c:v>3104.0</c:v>
                </c:pt>
                <c:pt idx="3104">
                  <c:v>3105.0</c:v>
                </c:pt>
                <c:pt idx="3105">
                  <c:v>3106.0</c:v>
                </c:pt>
                <c:pt idx="3106">
                  <c:v>3107.0</c:v>
                </c:pt>
                <c:pt idx="3107">
                  <c:v>3108.0</c:v>
                </c:pt>
                <c:pt idx="3108">
                  <c:v>3109.0</c:v>
                </c:pt>
                <c:pt idx="3109">
                  <c:v>3110.0</c:v>
                </c:pt>
                <c:pt idx="3110">
                  <c:v>3111.0</c:v>
                </c:pt>
                <c:pt idx="3111">
                  <c:v>3112.0</c:v>
                </c:pt>
                <c:pt idx="3112">
                  <c:v>3113.0</c:v>
                </c:pt>
                <c:pt idx="3113">
                  <c:v>3114.0</c:v>
                </c:pt>
                <c:pt idx="3114">
                  <c:v>3115.0</c:v>
                </c:pt>
                <c:pt idx="3115">
                  <c:v>3116.0</c:v>
                </c:pt>
                <c:pt idx="3116">
                  <c:v>3117.0</c:v>
                </c:pt>
                <c:pt idx="3117">
                  <c:v>3118.0</c:v>
                </c:pt>
                <c:pt idx="3118">
                  <c:v>3119.0</c:v>
                </c:pt>
                <c:pt idx="3119">
                  <c:v>3120.0</c:v>
                </c:pt>
                <c:pt idx="3120">
                  <c:v>3121.0</c:v>
                </c:pt>
                <c:pt idx="3121">
                  <c:v>3122.0</c:v>
                </c:pt>
                <c:pt idx="3122">
                  <c:v>3123.0</c:v>
                </c:pt>
                <c:pt idx="3123">
                  <c:v>3124.0</c:v>
                </c:pt>
                <c:pt idx="3124">
                  <c:v>3125.0</c:v>
                </c:pt>
                <c:pt idx="3125">
                  <c:v>3126.0</c:v>
                </c:pt>
                <c:pt idx="3126">
                  <c:v>3127.0</c:v>
                </c:pt>
                <c:pt idx="3127">
                  <c:v>3128.0</c:v>
                </c:pt>
                <c:pt idx="3128">
                  <c:v>3129.0</c:v>
                </c:pt>
                <c:pt idx="3129">
                  <c:v>3130.0</c:v>
                </c:pt>
                <c:pt idx="3130">
                  <c:v>3131.0</c:v>
                </c:pt>
                <c:pt idx="3131">
                  <c:v>3132.0</c:v>
                </c:pt>
                <c:pt idx="3132">
                  <c:v>3133.0</c:v>
                </c:pt>
                <c:pt idx="3133">
                  <c:v>3134.0</c:v>
                </c:pt>
                <c:pt idx="3134">
                  <c:v>3135.0</c:v>
                </c:pt>
                <c:pt idx="3135">
                  <c:v>3136.0</c:v>
                </c:pt>
                <c:pt idx="3136">
                  <c:v>3137.0</c:v>
                </c:pt>
                <c:pt idx="3137">
                  <c:v>3138.0</c:v>
                </c:pt>
                <c:pt idx="3138">
                  <c:v>3139.0</c:v>
                </c:pt>
                <c:pt idx="3139">
                  <c:v>3140.0</c:v>
                </c:pt>
                <c:pt idx="3140">
                  <c:v>3141.0</c:v>
                </c:pt>
                <c:pt idx="3141">
                  <c:v>3142.0</c:v>
                </c:pt>
                <c:pt idx="3142">
                  <c:v>3143.0</c:v>
                </c:pt>
                <c:pt idx="3143">
                  <c:v>3144.0</c:v>
                </c:pt>
                <c:pt idx="3144">
                  <c:v>3145.0</c:v>
                </c:pt>
                <c:pt idx="3145">
                  <c:v>3146.0</c:v>
                </c:pt>
                <c:pt idx="3146">
                  <c:v>3147.0</c:v>
                </c:pt>
                <c:pt idx="3147">
                  <c:v>3148.0</c:v>
                </c:pt>
                <c:pt idx="3148">
                  <c:v>3149.0</c:v>
                </c:pt>
                <c:pt idx="3149">
                  <c:v>3150.0</c:v>
                </c:pt>
                <c:pt idx="3150">
                  <c:v>3151.0</c:v>
                </c:pt>
                <c:pt idx="3151">
                  <c:v>3152.0</c:v>
                </c:pt>
                <c:pt idx="3152">
                  <c:v>3153.0</c:v>
                </c:pt>
                <c:pt idx="3153">
                  <c:v>3154.0</c:v>
                </c:pt>
                <c:pt idx="3154">
                  <c:v>3155.0</c:v>
                </c:pt>
                <c:pt idx="3155">
                  <c:v>3156.0</c:v>
                </c:pt>
                <c:pt idx="3156">
                  <c:v>3157.0</c:v>
                </c:pt>
                <c:pt idx="3157">
                  <c:v>3158.0</c:v>
                </c:pt>
                <c:pt idx="3158">
                  <c:v>3159.0</c:v>
                </c:pt>
                <c:pt idx="3159">
                  <c:v>3160.0</c:v>
                </c:pt>
                <c:pt idx="3160">
                  <c:v>3161.0</c:v>
                </c:pt>
                <c:pt idx="3161">
                  <c:v>3162.0</c:v>
                </c:pt>
                <c:pt idx="3162">
                  <c:v>3163.0</c:v>
                </c:pt>
                <c:pt idx="3163">
                  <c:v>3164.0</c:v>
                </c:pt>
                <c:pt idx="3164">
                  <c:v>3165.0</c:v>
                </c:pt>
                <c:pt idx="3165">
                  <c:v>3166.0</c:v>
                </c:pt>
                <c:pt idx="3166">
                  <c:v>3167.0</c:v>
                </c:pt>
                <c:pt idx="3167">
                  <c:v>3168.0</c:v>
                </c:pt>
                <c:pt idx="3168">
                  <c:v>3169.0</c:v>
                </c:pt>
                <c:pt idx="3169">
                  <c:v>3170.0</c:v>
                </c:pt>
                <c:pt idx="3170">
                  <c:v>3171.0</c:v>
                </c:pt>
                <c:pt idx="3171">
                  <c:v>3172.0</c:v>
                </c:pt>
                <c:pt idx="3172">
                  <c:v>3173.0</c:v>
                </c:pt>
                <c:pt idx="3173">
                  <c:v>3174.0</c:v>
                </c:pt>
                <c:pt idx="3174">
                  <c:v>3175.0</c:v>
                </c:pt>
                <c:pt idx="3175">
                  <c:v>3176.0</c:v>
                </c:pt>
                <c:pt idx="3176">
                  <c:v>3177.0</c:v>
                </c:pt>
                <c:pt idx="3177">
                  <c:v>3178.0</c:v>
                </c:pt>
                <c:pt idx="3178">
                  <c:v>3179.0</c:v>
                </c:pt>
                <c:pt idx="3179">
                  <c:v>3180.0</c:v>
                </c:pt>
                <c:pt idx="3180">
                  <c:v>3181.0</c:v>
                </c:pt>
                <c:pt idx="3181">
                  <c:v>3182.0</c:v>
                </c:pt>
                <c:pt idx="3182">
                  <c:v>3183.0</c:v>
                </c:pt>
                <c:pt idx="3183">
                  <c:v>3184.0</c:v>
                </c:pt>
                <c:pt idx="3184">
                  <c:v>3185.0</c:v>
                </c:pt>
                <c:pt idx="3185">
                  <c:v>3186.0</c:v>
                </c:pt>
                <c:pt idx="3186">
                  <c:v>3187.0</c:v>
                </c:pt>
                <c:pt idx="3187">
                  <c:v>3188.0</c:v>
                </c:pt>
                <c:pt idx="3188">
                  <c:v>3189.0</c:v>
                </c:pt>
                <c:pt idx="3189">
                  <c:v>3190.0</c:v>
                </c:pt>
                <c:pt idx="3190">
                  <c:v>3191.0</c:v>
                </c:pt>
                <c:pt idx="3191">
                  <c:v>3192.0</c:v>
                </c:pt>
                <c:pt idx="3192">
                  <c:v>3193.0</c:v>
                </c:pt>
                <c:pt idx="3193">
                  <c:v>3194.0</c:v>
                </c:pt>
                <c:pt idx="3194">
                  <c:v>3195.0</c:v>
                </c:pt>
                <c:pt idx="3195">
                  <c:v>3196.0</c:v>
                </c:pt>
                <c:pt idx="3196">
                  <c:v>3197.0</c:v>
                </c:pt>
                <c:pt idx="3197">
                  <c:v>3198.0</c:v>
                </c:pt>
                <c:pt idx="3198">
                  <c:v>3199.0</c:v>
                </c:pt>
                <c:pt idx="3199">
                  <c:v>3200.0</c:v>
                </c:pt>
                <c:pt idx="3200">
                  <c:v>3201.0</c:v>
                </c:pt>
                <c:pt idx="3201">
                  <c:v>3202.0</c:v>
                </c:pt>
                <c:pt idx="3202">
                  <c:v>3203.0</c:v>
                </c:pt>
                <c:pt idx="3203">
                  <c:v>3204.0</c:v>
                </c:pt>
                <c:pt idx="3204">
                  <c:v>3205.0</c:v>
                </c:pt>
                <c:pt idx="3205">
                  <c:v>3206.0</c:v>
                </c:pt>
                <c:pt idx="3206">
                  <c:v>3207.0</c:v>
                </c:pt>
                <c:pt idx="3207">
                  <c:v>3208.0</c:v>
                </c:pt>
                <c:pt idx="3208">
                  <c:v>3209.0</c:v>
                </c:pt>
                <c:pt idx="3209">
                  <c:v>3210.0</c:v>
                </c:pt>
                <c:pt idx="3210">
                  <c:v>3211.0</c:v>
                </c:pt>
                <c:pt idx="3211">
                  <c:v>3212.0</c:v>
                </c:pt>
                <c:pt idx="3212">
                  <c:v>3213.0</c:v>
                </c:pt>
                <c:pt idx="3213">
                  <c:v>3214.0</c:v>
                </c:pt>
                <c:pt idx="3214">
                  <c:v>3215.0</c:v>
                </c:pt>
                <c:pt idx="3215">
                  <c:v>3216.0</c:v>
                </c:pt>
                <c:pt idx="3216">
                  <c:v>3217.0</c:v>
                </c:pt>
                <c:pt idx="3217">
                  <c:v>3218.0</c:v>
                </c:pt>
                <c:pt idx="3218">
                  <c:v>3219.0</c:v>
                </c:pt>
                <c:pt idx="3219">
                  <c:v>3220.0</c:v>
                </c:pt>
                <c:pt idx="3220">
                  <c:v>3221.0</c:v>
                </c:pt>
                <c:pt idx="3221">
                  <c:v>3222.0</c:v>
                </c:pt>
                <c:pt idx="3222">
                  <c:v>3223.0</c:v>
                </c:pt>
                <c:pt idx="3223">
                  <c:v>3224.0</c:v>
                </c:pt>
                <c:pt idx="3224">
                  <c:v>3225.0</c:v>
                </c:pt>
                <c:pt idx="3225">
                  <c:v>3226.0</c:v>
                </c:pt>
                <c:pt idx="3226">
                  <c:v>3227.0</c:v>
                </c:pt>
                <c:pt idx="3227">
                  <c:v>3228.0</c:v>
                </c:pt>
                <c:pt idx="3228">
                  <c:v>3229.0</c:v>
                </c:pt>
                <c:pt idx="3229">
                  <c:v>3230.0</c:v>
                </c:pt>
                <c:pt idx="3230">
                  <c:v>3231.0</c:v>
                </c:pt>
                <c:pt idx="3231">
                  <c:v>3232.0</c:v>
                </c:pt>
                <c:pt idx="3232">
                  <c:v>3233.0</c:v>
                </c:pt>
                <c:pt idx="3233">
                  <c:v>3234.0</c:v>
                </c:pt>
                <c:pt idx="3234">
                  <c:v>3235.0</c:v>
                </c:pt>
                <c:pt idx="3235">
                  <c:v>3236.0</c:v>
                </c:pt>
                <c:pt idx="3236">
                  <c:v>3237.0</c:v>
                </c:pt>
                <c:pt idx="3237">
                  <c:v>3238.0</c:v>
                </c:pt>
                <c:pt idx="3238">
                  <c:v>3239.0</c:v>
                </c:pt>
                <c:pt idx="3239">
                  <c:v>3240.0</c:v>
                </c:pt>
                <c:pt idx="3240">
                  <c:v>3241.0</c:v>
                </c:pt>
                <c:pt idx="3241">
                  <c:v>3242.0</c:v>
                </c:pt>
                <c:pt idx="3242">
                  <c:v>3243.0</c:v>
                </c:pt>
                <c:pt idx="3243">
                  <c:v>3244.0</c:v>
                </c:pt>
                <c:pt idx="3244">
                  <c:v>3245.0</c:v>
                </c:pt>
                <c:pt idx="3245">
                  <c:v>3246.0</c:v>
                </c:pt>
                <c:pt idx="3246">
                  <c:v>3247.0</c:v>
                </c:pt>
                <c:pt idx="3247">
                  <c:v>3248.0</c:v>
                </c:pt>
                <c:pt idx="3248">
                  <c:v>3249.0</c:v>
                </c:pt>
                <c:pt idx="3249">
                  <c:v>3250.0</c:v>
                </c:pt>
                <c:pt idx="3250">
                  <c:v>3251.0</c:v>
                </c:pt>
                <c:pt idx="3251">
                  <c:v>3252.0</c:v>
                </c:pt>
                <c:pt idx="3252">
                  <c:v>3253.0</c:v>
                </c:pt>
                <c:pt idx="3253">
                  <c:v>3254.0</c:v>
                </c:pt>
                <c:pt idx="3254">
                  <c:v>3255.0</c:v>
                </c:pt>
                <c:pt idx="3255">
                  <c:v>3256.0</c:v>
                </c:pt>
                <c:pt idx="3256">
                  <c:v>3257.0</c:v>
                </c:pt>
                <c:pt idx="3257">
                  <c:v>3258.0</c:v>
                </c:pt>
                <c:pt idx="3258">
                  <c:v>3259.0</c:v>
                </c:pt>
                <c:pt idx="3259">
                  <c:v>3260.0</c:v>
                </c:pt>
                <c:pt idx="3260">
                  <c:v>3261.0</c:v>
                </c:pt>
                <c:pt idx="3261">
                  <c:v>3262.0</c:v>
                </c:pt>
                <c:pt idx="3262">
                  <c:v>3263.0</c:v>
                </c:pt>
                <c:pt idx="3263">
                  <c:v>3264.0</c:v>
                </c:pt>
                <c:pt idx="3264">
                  <c:v>3265.0</c:v>
                </c:pt>
                <c:pt idx="3265">
                  <c:v>3266.0</c:v>
                </c:pt>
                <c:pt idx="3266">
                  <c:v>3267.0</c:v>
                </c:pt>
                <c:pt idx="3267">
                  <c:v>3268.0</c:v>
                </c:pt>
                <c:pt idx="3268">
                  <c:v>3269.0</c:v>
                </c:pt>
                <c:pt idx="3269">
                  <c:v>3270.0</c:v>
                </c:pt>
                <c:pt idx="3270">
                  <c:v>3271.0</c:v>
                </c:pt>
                <c:pt idx="3271">
                  <c:v>3272.0</c:v>
                </c:pt>
                <c:pt idx="3272">
                  <c:v>3273.0</c:v>
                </c:pt>
                <c:pt idx="3273">
                  <c:v>3274.0</c:v>
                </c:pt>
                <c:pt idx="3274">
                  <c:v>3275.0</c:v>
                </c:pt>
                <c:pt idx="3275">
                  <c:v>3276.0</c:v>
                </c:pt>
                <c:pt idx="3276">
                  <c:v>3277.0</c:v>
                </c:pt>
                <c:pt idx="3277">
                  <c:v>3278.0</c:v>
                </c:pt>
                <c:pt idx="3278">
                  <c:v>3279.0</c:v>
                </c:pt>
                <c:pt idx="3279">
                  <c:v>3280.0</c:v>
                </c:pt>
                <c:pt idx="3280">
                  <c:v>3281.0</c:v>
                </c:pt>
                <c:pt idx="3281">
                  <c:v>3282.0</c:v>
                </c:pt>
                <c:pt idx="3282">
                  <c:v>3283.0</c:v>
                </c:pt>
                <c:pt idx="3283">
                  <c:v>3284.0</c:v>
                </c:pt>
                <c:pt idx="3284">
                  <c:v>3285.0</c:v>
                </c:pt>
                <c:pt idx="3285">
                  <c:v>3286.0</c:v>
                </c:pt>
                <c:pt idx="3286">
                  <c:v>3287.0</c:v>
                </c:pt>
                <c:pt idx="3287">
                  <c:v>3288.0</c:v>
                </c:pt>
                <c:pt idx="3288">
                  <c:v>3289.0</c:v>
                </c:pt>
                <c:pt idx="3289">
                  <c:v>3290.0</c:v>
                </c:pt>
                <c:pt idx="3290">
                  <c:v>3291.0</c:v>
                </c:pt>
                <c:pt idx="3291">
                  <c:v>3292.0</c:v>
                </c:pt>
                <c:pt idx="3292">
                  <c:v>3293.0</c:v>
                </c:pt>
                <c:pt idx="3293">
                  <c:v>3294.0</c:v>
                </c:pt>
                <c:pt idx="3294">
                  <c:v>3295.0</c:v>
                </c:pt>
                <c:pt idx="3295">
                  <c:v>3296.0</c:v>
                </c:pt>
                <c:pt idx="3296">
                  <c:v>3297.0</c:v>
                </c:pt>
                <c:pt idx="3297">
                  <c:v>3298.0</c:v>
                </c:pt>
                <c:pt idx="3298">
                  <c:v>3299.0</c:v>
                </c:pt>
                <c:pt idx="3299">
                  <c:v>3300.0</c:v>
                </c:pt>
                <c:pt idx="3300">
                  <c:v>3301.0</c:v>
                </c:pt>
                <c:pt idx="3301">
                  <c:v>3302.0</c:v>
                </c:pt>
                <c:pt idx="3302">
                  <c:v>3303.0</c:v>
                </c:pt>
                <c:pt idx="3303">
                  <c:v>3304.0</c:v>
                </c:pt>
                <c:pt idx="3304">
                  <c:v>3305.0</c:v>
                </c:pt>
                <c:pt idx="3305">
                  <c:v>3306.0</c:v>
                </c:pt>
                <c:pt idx="3306">
                  <c:v>3307.0</c:v>
                </c:pt>
                <c:pt idx="3307">
                  <c:v>3308.0</c:v>
                </c:pt>
                <c:pt idx="3308">
                  <c:v>3309.0</c:v>
                </c:pt>
                <c:pt idx="3309">
                  <c:v>3310.0</c:v>
                </c:pt>
                <c:pt idx="3310">
                  <c:v>3311.0</c:v>
                </c:pt>
                <c:pt idx="3311">
                  <c:v>3312.0</c:v>
                </c:pt>
                <c:pt idx="3312">
                  <c:v>3313.0</c:v>
                </c:pt>
                <c:pt idx="3313">
                  <c:v>3314.0</c:v>
                </c:pt>
                <c:pt idx="3314">
                  <c:v>3315.0</c:v>
                </c:pt>
                <c:pt idx="3315">
                  <c:v>3316.0</c:v>
                </c:pt>
                <c:pt idx="3316">
                  <c:v>3317.0</c:v>
                </c:pt>
                <c:pt idx="3317">
                  <c:v>3318.0</c:v>
                </c:pt>
                <c:pt idx="3318">
                  <c:v>3319.0</c:v>
                </c:pt>
                <c:pt idx="3319">
                  <c:v>3320.0</c:v>
                </c:pt>
                <c:pt idx="3320">
                  <c:v>3321.0</c:v>
                </c:pt>
                <c:pt idx="3321">
                  <c:v>3322.0</c:v>
                </c:pt>
                <c:pt idx="3322">
                  <c:v>3323.0</c:v>
                </c:pt>
                <c:pt idx="3323">
                  <c:v>3324.0</c:v>
                </c:pt>
                <c:pt idx="3324">
                  <c:v>3325.0</c:v>
                </c:pt>
                <c:pt idx="3325">
                  <c:v>3326.0</c:v>
                </c:pt>
                <c:pt idx="3326">
                  <c:v>3327.0</c:v>
                </c:pt>
                <c:pt idx="3327">
                  <c:v>3328.0</c:v>
                </c:pt>
                <c:pt idx="3328">
                  <c:v>3329.0</c:v>
                </c:pt>
                <c:pt idx="3329">
                  <c:v>3330.0</c:v>
                </c:pt>
                <c:pt idx="3330">
                  <c:v>3331.0</c:v>
                </c:pt>
                <c:pt idx="3331">
                  <c:v>3332.0</c:v>
                </c:pt>
                <c:pt idx="3332">
                  <c:v>3333.0</c:v>
                </c:pt>
                <c:pt idx="3333">
                  <c:v>3334.0</c:v>
                </c:pt>
                <c:pt idx="3334">
                  <c:v>3335.0</c:v>
                </c:pt>
                <c:pt idx="3335">
                  <c:v>3336.0</c:v>
                </c:pt>
                <c:pt idx="3336">
                  <c:v>3337.0</c:v>
                </c:pt>
                <c:pt idx="3337">
                  <c:v>3338.0</c:v>
                </c:pt>
                <c:pt idx="3338">
                  <c:v>3339.0</c:v>
                </c:pt>
                <c:pt idx="3339">
                  <c:v>3340.0</c:v>
                </c:pt>
                <c:pt idx="3340">
                  <c:v>3341.0</c:v>
                </c:pt>
                <c:pt idx="3341">
                  <c:v>3342.0</c:v>
                </c:pt>
                <c:pt idx="3342">
                  <c:v>3343.0</c:v>
                </c:pt>
                <c:pt idx="3343">
                  <c:v>3344.0</c:v>
                </c:pt>
                <c:pt idx="3344">
                  <c:v>3345.0</c:v>
                </c:pt>
                <c:pt idx="3345">
                  <c:v>3346.0</c:v>
                </c:pt>
                <c:pt idx="3346">
                  <c:v>3347.0</c:v>
                </c:pt>
                <c:pt idx="3347">
                  <c:v>3348.0</c:v>
                </c:pt>
                <c:pt idx="3348">
                  <c:v>3349.0</c:v>
                </c:pt>
                <c:pt idx="3349">
                  <c:v>3350.0</c:v>
                </c:pt>
                <c:pt idx="3350">
                  <c:v>3351.0</c:v>
                </c:pt>
                <c:pt idx="3351">
                  <c:v>3352.0</c:v>
                </c:pt>
                <c:pt idx="3352">
                  <c:v>3353.0</c:v>
                </c:pt>
                <c:pt idx="3353">
                  <c:v>3354.0</c:v>
                </c:pt>
                <c:pt idx="3354">
                  <c:v>3355.0</c:v>
                </c:pt>
                <c:pt idx="3355">
                  <c:v>3356.0</c:v>
                </c:pt>
                <c:pt idx="3356">
                  <c:v>3357.0</c:v>
                </c:pt>
                <c:pt idx="3357">
                  <c:v>3358.0</c:v>
                </c:pt>
                <c:pt idx="3358">
                  <c:v>3359.0</c:v>
                </c:pt>
                <c:pt idx="3359">
                  <c:v>3360.0</c:v>
                </c:pt>
                <c:pt idx="3360">
                  <c:v>3361.0</c:v>
                </c:pt>
                <c:pt idx="3361">
                  <c:v>3362.0</c:v>
                </c:pt>
                <c:pt idx="3362">
                  <c:v>3363.0</c:v>
                </c:pt>
                <c:pt idx="3363">
                  <c:v>3364.0</c:v>
                </c:pt>
                <c:pt idx="3364">
                  <c:v>3365.0</c:v>
                </c:pt>
                <c:pt idx="3365">
                  <c:v>3366.0</c:v>
                </c:pt>
                <c:pt idx="3366">
                  <c:v>3367.0</c:v>
                </c:pt>
                <c:pt idx="3367">
                  <c:v>3368.0</c:v>
                </c:pt>
                <c:pt idx="3368">
                  <c:v>3369.0</c:v>
                </c:pt>
                <c:pt idx="3369">
                  <c:v>3370.0</c:v>
                </c:pt>
                <c:pt idx="3370">
                  <c:v>3371.0</c:v>
                </c:pt>
                <c:pt idx="3371">
                  <c:v>3372.0</c:v>
                </c:pt>
                <c:pt idx="3372">
                  <c:v>3373.0</c:v>
                </c:pt>
                <c:pt idx="3373">
                  <c:v>3374.0</c:v>
                </c:pt>
                <c:pt idx="3374">
                  <c:v>3375.0</c:v>
                </c:pt>
                <c:pt idx="3375">
                  <c:v>3376.0</c:v>
                </c:pt>
                <c:pt idx="3376">
                  <c:v>3377.0</c:v>
                </c:pt>
                <c:pt idx="3377">
                  <c:v>3378.0</c:v>
                </c:pt>
                <c:pt idx="3378">
                  <c:v>3379.0</c:v>
                </c:pt>
                <c:pt idx="3379">
                  <c:v>3380.0</c:v>
                </c:pt>
                <c:pt idx="3380">
                  <c:v>3381.0</c:v>
                </c:pt>
                <c:pt idx="3381">
                  <c:v>3382.0</c:v>
                </c:pt>
                <c:pt idx="3382">
                  <c:v>3383.0</c:v>
                </c:pt>
                <c:pt idx="3383">
                  <c:v>3384.0</c:v>
                </c:pt>
                <c:pt idx="3384">
                  <c:v>3385.0</c:v>
                </c:pt>
                <c:pt idx="3385">
                  <c:v>3386.0</c:v>
                </c:pt>
                <c:pt idx="3386">
                  <c:v>3387.0</c:v>
                </c:pt>
                <c:pt idx="3387">
                  <c:v>3388.0</c:v>
                </c:pt>
                <c:pt idx="3388">
                  <c:v>3389.0</c:v>
                </c:pt>
                <c:pt idx="3389">
                  <c:v>3390.0</c:v>
                </c:pt>
                <c:pt idx="3390">
                  <c:v>3391.0</c:v>
                </c:pt>
                <c:pt idx="3391">
                  <c:v>3392.0</c:v>
                </c:pt>
                <c:pt idx="3392">
                  <c:v>3393.0</c:v>
                </c:pt>
                <c:pt idx="3393">
                  <c:v>3394.0</c:v>
                </c:pt>
                <c:pt idx="3394">
                  <c:v>3395.0</c:v>
                </c:pt>
                <c:pt idx="3395">
                  <c:v>3396.0</c:v>
                </c:pt>
                <c:pt idx="3396">
                  <c:v>3397.0</c:v>
                </c:pt>
                <c:pt idx="3397">
                  <c:v>3398.0</c:v>
                </c:pt>
                <c:pt idx="3398">
                  <c:v>3399.0</c:v>
                </c:pt>
                <c:pt idx="3399">
                  <c:v>3400.0</c:v>
                </c:pt>
                <c:pt idx="3400">
                  <c:v>3401.0</c:v>
                </c:pt>
                <c:pt idx="3401">
                  <c:v>3402.0</c:v>
                </c:pt>
                <c:pt idx="3402">
                  <c:v>3403.0</c:v>
                </c:pt>
                <c:pt idx="3403">
                  <c:v>3404.0</c:v>
                </c:pt>
                <c:pt idx="3404">
                  <c:v>3405.0</c:v>
                </c:pt>
                <c:pt idx="3405">
                  <c:v>3406.0</c:v>
                </c:pt>
                <c:pt idx="3406">
                  <c:v>3407.0</c:v>
                </c:pt>
                <c:pt idx="3407">
                  <c:v>3408.0</c:v>
                </c:pt>
                <c:pt idx="3408">
                  <c:v>3409.0</c:v>
                </c:pt>
                <c:pt idx="3409">
                  <c:v>3410.0</c:v>
                </c:pt>
                <c:pt idx="3410">
                  <c:v>3411.0</c:v>
                </c:pt>
                <c:pt idx="3411">
                  <c:v>3412.0</c:v>
                </c:pt>
                <c:pt idx="3412">
                  <c:v>3413.0</c:v>
                </c:pt>
                <c:pt idx="3413">
                  <c:v>3414.0</c:v>
                </c:pt>
                <c:pt idx="3414">
                  <c:v>3415.0</c:v>
                </c:pt>
                <c:pt idx="3415">
                  <c:v>3416.0</c:v>
                </c:pt>
                <c:pt idx="3416">
                  <c:v>3417.0</c:v>
                </c:pt>
                <c:pt idx="3417">
                  <c:v>3418.0</c:v>
                </c:pt>
                <c:pt idx="3418">
                  <c:v>3419.0</c:v>
                </c:pt>
                <c:pt idx="3419">
                  <c:v>3420.0</c:v>
                </c:pt>
                <c:pt idx="3420">
                  <c:v>3421.0</c:v>
                </c:pt>
                <c:pt idx="3421">
                  <c:v>3422.0</c:v>
                </c:pt>
                <c:pt idx="3422">
                  <c:v>3423.0</c:v>
                </c:pt>
                <c:pt idx="3423">
                  <c:v>3424.0</c:v>
                </c:pt>
                <c:pt idx="3424">
                  <c:v>3425.0</c:v>
                </c:pt>
                <c:pt idx="3425">
                  <c:v>3426.0</c:v>
                </c:pt>
                <c:pt idx="3426">
                  <c:v>3427.0</c:v>
                </c:pt>
                <c:pt idx="3427">
                  <c:v>3428.0</c:v>
                </c:pt>
                <c:pt idx="3428">
                  <c:v>3429.0</c:v>
                </c:pt>
                <c:pt idx="3429">
                  <c:v>3430.0</c:v>
                </c:pt>
                <c:pt idx="3430">
                  <c:v>3431.0</c:v>
                </c:pt>
                <c:pt idx="3431">
                  <c:v>3432.0</c:v>
                </c:pt>
                <c:pt idx="3432">
                  <c:v>3433.0</c:v>
                </c:pt>
                <c:pt idx="3433">
                  <c:v>3434.0</c:v>
                </c:pt>
                <c:pt idx="3434">
                  <c:v>3435.0</c:v>
                </c:pt>
                <c:pt idx="3435">
                  <c:v>3436.0</c:v>
                </c:pt>
                <c:pt idx="3436">
                  <c:v>3437.0</c:v>
                </c:pt>
                <c:pt idx="3437">
                  <c:v>3438.0</c:v>
                </c:pt>
                <c:pt idx="3438">
                  <c:v>3439.0</c:v>
                </c:pt>
                <c:pt idx="3439">
                  <c:v>3440.0</c:v>
                </c:pt>
                <c:pt idx="3440">
                  <c:v>3441.0</c:v>
                </c:pt>
                <c:pt idx="3441">
                  <c:v>3442.0</c:v>
                </c:pt>
                <c:pt idx="3442">
                  <c:v>3443.0</c:v>
                </c:pt>
                <c:pt idx="3443">
                  <c:v>3444.0</c:v>
                </c:pt>
                <c:pt idx="3444">
                  <c:v>3445.0</c:v>
                </c:pt>
                <c:pt idx="3445">
                  <c:v>3446.0</c:v>
                </c:pt>
                <c:pt idx="3446">
                  <c:v>3447.0</c:v>
                </c:pt>
                <c:pt idx="3447">
                  <c:v>3448.0</c:v>
                </c:pt>
                <c:pt idx="3448">
                  <c:v>3449.0</c:v>
                </c:pt>
                <c:pt idx="3449">
                  <c:v>3450.0</c:v>
                </c:pt>
                <c:pt idx="3450">
                  <c:v>3451.0</c:v>
                </c:pt>
                <c:pt idx="3451">
                  <c:v>3452.0</c:v>
                </c:pt>
                <c:pt idx="3452">
                  <c:v>3453.0</c:v>
                </c:pt>
                <c:pt idx="3453">
                  <c:v>3454.0</c:v>
                </c:pt>
                <c:pt idx="3454">
                  <c:v>3455.0</c:v>
                </c:pt>
                <c:pt idx="3455">
                  <c:v>3456.0</c:v>
                </c:pt>
                <c:pt idx="3456">
                  <c:v>3457.0</c:v>
                </c:pt>
                <c:pt idx="3457">
                  <c:v>3458.0</c:v>
                </c:pt>
                <c:pt idx="3458">
                  <c:v>3459.0</c:v>
                </c:pt>
                <c:pt idx="3459">
                  <c:v>3460.0</c:v>
                </c:pt>
                <c:pt idx="3460">
                  <c:v>3461.0</c:v>
                </c:pt>
                <c:pt idx="3461">
                  <c:v>3462.0</c:v>
                </c:pt>
                <c:pt idx="3462">
                  <c:v>3463.0</c:v>
                </c:pt>
                <c:pt idx="3463">
                  <c:v>3464.0</c:v>
                </c:pt>
                <c:pt idx="3464">
                  <c:v>3465.0</c:v>
                </c:pt>
                <c:pt idx="3465">
                  <c:v>3466.0</c:v>
                </c:pt>
                <c:pt idx="3466">
                  <c:v>3467.0</c:v>
                </c:pt>
                <c:pt idx="3467">
                  <c:v>3468.0</c:v>
                </c:pt>
                <c:pt idx="3468">
                  <c:v>3469.0</c:v>
                </c:pt>
                <c:pt idx="3469">
                  <c:v>3470.0</c:v>
                </c:pt>
                <c:pt idx="3470">
                  <c:v>3471.0</c:v>
                </c:pt>
                <c:pt idx="3471">
                  <c:v>3472.0</c:v>
                </c:pt>
                <c:pt idx="3472">
                  <c:v>3473.0</c:v>
                </c:pt>
                <c:pt idx="3473">
                  <c:v>3474.0</c:v>
                </c:pt>
                <c:pt idx="3474">
                  <c:v>3475.0</c:v>
                </c:pt>
                <c:pt idx="3475">
                  <c:v>3476.0</c:v>
                </c:pt>
                <c:pt idx="3476">
                  <c:v>3477.0</c:v>
                </c:pt>
                <c:pt idx="3477">
                  <c:v>3478.0</c:v>
                </c:pt>
                <c:pt idx="3478">
                  <c:v>3479.0</c:v>
                </c:pt>
                <c:pt idx="3479">
                  <c:v>3480.0</c:v>
                </c:pt>
                <c:pt idx="3480">
                  <c:v>3481.0</c:v>
                </c:pt>
                <c:pt idx="3481">
                  <c:v>3482.0</c:v>
                </c:pt>
                <c:pt idx="3482">
                  <c:v>3483.0</c:v>
                </c:pt>
                <c:pt idx="3483">
                  <c:v>3484.0</c:v>
                </c:pt>
                <c:pt idx="3484">
                  <c:v>3485.0</c:v>
                </c:pt>
                <c:pt idx="3485">
                  <c:v>3486.0</c:v>
                </c:pt>
                <c:pt idx="3486">
                  <c:v>3487.0</c:v>
                </c:pt>
                <c:pt idx="3487">
                  <c:v>3488.0</c:v>
                </c:pt>
                <c:pt idx="3488">
                  <c:v>3489.0</c:v>
                </c:pt>
                <c:pt idx="3489">
                  <c:v>3490.0</c:v>
                </c:pt>
                <c:pt idx="3490">
                  <c:v>3491.0</c:v>
                </c:pt>
                <c:pt idx="3491">
                  <c:v>3492.0</c:v>
                </c:pt>
                <c:pt idx="3492">
                  <c:v>3493.0</c:v>
                </c:pt>
                <c:pt idx="3493">
                  <c:v>3494.0</c:v>
                </c:pt>
                <c:pt idx="3494">
                  <c:v>3495.0</c:v>
                </c:pt>
                <c:pt idx="3495">
                  <c:v>3496.0</c:v>
                </c:pt>
                <c:pt idx="3496">
                  <c:v>3497.0</c:v>
                </c:pt>
                <c:pt idx="3497">
                  <c:v>3498.0</c:v>
                </c:pt>
                <c:pt idx="3498">
                  <c:v>3499.0</c:v>
                </c:pt>
                <c:pt idx="3499">
                  <c:v>3500.0</c:v>
                </c:pt>
                <c:pt idx="3500">
                  <c:v>3501.0</c:v>
                </c:pt>
                <c:pt idx="3501">
                  <c:v>3502.0</c:v>
                </c:pt>
                <c:pt idx="3502">
                  <c:v>3503.0</c:v>
                </c:pt>
                <c:pt idx="3503">
                  <c:v>3504.0</c:v>
                </c:pt>
                <c:pt idx="3504">
                  <c:v>3505.0</c:v>
                </c:pt>
                <c:pt idx="3505">
                  <c:v>3506.0</c:v>
                </c:pt>
                <c:pt idx="3506">
                  <c:v>3507.0</c:v>
                </c:pt>
                <c:pt idx="3507">
                  <c:v>3508.0</c:v>
                </c:pt>
                <c:pt idx="3508">
                  <c:v>3509.0</c:v>
                </c:pt>
                <c:pt idx="3509">
                  <c:v>3510.0</c:v>
                </c:pt>
                <c:pt idx="3510">
                  <c:v>3511.0</c:v>
                </c:pt>
                <c:pt idx="3511">
                  <c:v>3512.0</c:v>
                </c:pt>
                <c:pt idx="3512">
                  <c:v>3513.0</c:v>
                </c:pt>
                <c:pt idx="3513">
                  <c:v>3514.0</c:v>
                </c:pt>
                <c:pt idx="3514">
                  <c:v>3515.0</c:v>
                </c:pt>
                <c:pt idx="3515">
                  <c:v>3516.0</c:v>
                </c:pt>
                <c:pt idx="3516">
                  <c:v>3517.0</c:v>
                </c:pt>
                <c:pt idx="3517">
                  <c:v>3518.0</c:v>
                </c:pt>
                <c:pt idx="3518">
                  <c:v>3519.0</c:v>
                </c:pt>
                <c:pt idx="3519">
                  <c:v>3520.0</c:v>
                </c:pt>
                <c:pt idx="3520">
                  <c:v>3521.0</c:v>
                </c:pt>
                <c:pt idx="3521">
                  <c:v>3522.0</c:v>
                </c:pt>
                <c:pt idx="3522">
                  <c:v>3523.0</c:v>
                </c:pt>
                <c:pt idx="3523">
                  <c:v>3524.0</c:v>
                </c:pt>
                <c:pt idx="3524">
                  <c:v>3525.0</c:v>
                </c:pt>
                <c:pt idx="3525">
                  <c:v>3526.0</c:v>
                </c:pt>
                <c:pt idx="3526">
                  <c:v>3527.0</c:v>
                </c:pt>
                <c:pt idx="3527">
                  <c:v>3528.0</c:v>
                </c:pt>
                <c:pt idx="3528">
                  <c:v>3529.0</c:v>
                </c:pt>
                <c:pt idx="3529">
                  <c:v>3530.0</c:v>
                </c:pt>
                <c:pt idx="3530">
                  <c:v>3531.0</c:v>
                </c:pt>
                <c:pt idx="3531">
                  <c:v>3532.0</c:v>
                </c:pt>
                <c:pt idx="3532">
                  <c:v>3533.0</c:v>
                </c:pt>
                <c:pt idx="3533">
                  <c:v>3534.0</c:v>
                </c:pt>
                <c:pt idx="3534">
                  <c:v>3535.0</c:v>
                </c:pt>
                <c:pt idx="3535">
                  <c:v>3536.0</c:v>
                </c:pt>
                <c:pt idx="3536">
                  <c:v>3537.0</c:v>
                </c:pt>
                <c:pt idx="3537">
                  <c:v>3538.0</c:v>
                </c:pt>
                <c:pt idx="3538">
                  <c:v>3539.0</c:v>
                </c:pt>
                <c:pt idx="3539">
                  <c:v>3540.0</c:v>
                </c:pt>
                <c:pt idx="3540">
                  <c:v>3541.0</c:v>
                </c:pt>
                <c:pt idx="3541">
                  <c:v>3542.0</c:v>
                </c:pt>
                <c:pt idx="3542">
                  <c:v>3543.0</c:v>
                </c:pt>
                <c:pt idx="3543">
                  <c:v>3544.0</c:v>
                </c:pt>
                <c:pt idx="3544">
                  <c:v>3545.0</c:v>
                </c:pt>
                <c:pt idx="3545">
                  <c:v>3546.0</c:v>
                </c:pt>
                <c:pt idx="3546">
                  <c:v>3547.0</c:v>
                </c:pt>
                <c:pt idx="3547">
                  <c:v>3548.0</c:v>
                </c:pt>
                <c:pt idx="3548">
                  <c:v>3549.0</c:v>
                </c:pt>
                <c:pt idx="3549">
                  <c:v>3550.0</c:v>
                </c:pt>
                <c:pt idx="3550">
                  <c:v>3551.0</c:v>
                </c:pt>
                <c:pt idx="3551">
                  <c:v>3552.0</c:v>
                </c:pt>
                <c:pt idx="3552">
                  <c:v>3553.0</c:v>
                </c:pt>
                <c:pt idx="3553">
                  <c:v>3554.0</c:v>
                </c:pt>
                <c:pt idx="3554">
                  <c:v>3555.0</c:v>
                </c:pt>
                <c:pt idx="3555">
                  <c:v>3556.0</c:v>
                </c:pt>
                <c:pt idx="3556">
                  <c:v>3557.0</c:v>
                </c:pt>
                <c:pt idx="3557">
                  <c:v>3558.0</c:v>
                </c:pt>
                <c:pt idx="3558">
                  <c:v>3559.0</c:v>
                </c:pt>
                <c:pt idx="3559">
                  <c:v>3560.0</c:v>
                </c:pt>
                <c:pt idx="3560">
                  <c:v>3561.0</c:v>
                </c:pt>
                <c:pt idx="3561">
                  <c:v>3562.0</c:v>
                </c:pt>
                <c:pt idx="3562">
                  <c:v>3563.0</c:v>
                </c:pt>
                <c:pt idx="3563">
                  <c:v>3564.0</c:v>
                </c:pt>
                <c:pt idx="3564">
                  <c:v>3565.0</c:v>
                </c:pt>
                <c:pt idx="3565">
                  <c:v>3566.0</c:v>
                </c:pt>
                <c:pt idx="3566">
                  <c:v>3567.0</c:v>
                </c:pt>
                <c:pt idx="3567">
                  <c:v>3568.0</c:v>
                </c:pt>
                <c:pt idx="3568">
                  <c:v>3569.0</c:v>
                </c:pt>
                <c:pt idx="3569">
                  <c:v>3570.0</c:v>
                </c:pt>
                <c:pt idx="3570">
                  <c:v>3571.0</c:v>
                </c:pt>
                <c:pt idx="3571">
                  <c:v>3572.0</c:v>
                </c:pt>
                <c:pt idx="3572">
                  <c:v>3573.0</c:v>
                </c:pt>
                <c:pt idx="3573">
                  <c:v>3574.0</c:v>
                </c:pt>
                <c:pt idx="3574">
                  <c:v>3575.0</c:v>
                </c:pt>
                <c:pt idx="3575">
                  <c:v>3576.0</c:v>
                </c:pt>
                <c:pt idx="3576">
                  <c:v>3577.0</c:v>
                </c:pt>
                <c:pt idx="3577">
                  <c:v>3578.0</c:v>
                </c:pt>
                <c:pt idx="3578">
                  <c:v>3579.0</c:v>
                </c:pt>
                <c:pt idx="3579">
                  <c:v>3580.0</c:v>
                </c:pt>
                <c:pt idx="3580">
                  <c:v>3581.0</c:v>
                </c:pt>
                <c:pt idx="3581">
                  <c:v>3582.0</c:v>
                </c:pt>
                <c:pt idx="3582">
                  <c:v>3583.0</c:v>
                </c:pt>
                <c:pt idx="3583">
                  <c:v>3584.0</c:v>
                </c:pt>
                <c:pt idx="3584">
                  <c:v>3585.0</c:v>
                </c:pt>
                <c:pt idx="3585">
                  <c:v>3586.0</c:v>
                </c:pt>
                <c:pt idx="3586">
                  <c:v>3587.0</c:v>
                </c:pt>
                <c:pt idx="3587">
                  <c:v>3588.0</c:v>
                </c:pt>
                <c:pt idx="3588">
                  <c:v>3589.0</c:v>
                </c:pt>
                <c:pt idx="3589">
                  <c:v>3590.0</c:v>
                </c:pt>
                <c:pt idx="3590">
                  <c:v>3591.0</c:v>
                </c:pt>
                <c:pt idx="3591">
                  <c:v>3592.0</c:v>
                </c:pt>
                <c:pt idx="3592">
                  <c:v>3593.0</c:v>
                </c:pt>
                <c:pt idx="3593">
                  <c:v>3594.0</c:v>
                </c:pt>
                <c:pt idx="3594">
                  <c:v>3595.0</c:v>
                </c:pt>
                <c:pt idx="3595">
                  <c:v>3596.0</c:v>
                </c:pt>
                <c:pt idx="3596">
                  <c:v>3597.0</c:v>
                </c:pt>
                <c:pt idx="3597">
                  <c:v>3598.0</c:v>
                </c:pt>
                <c:pt idx="3598">
                  <c:v>3599.0</c:v>
                </c:pt>
                <c:pt idx="3599">
                  <c:v>3600.0</c:v>
                </c:pt>
                <c:pt idx="3600">
                  <c:v>3601.0</c:v>
                </c:pt>
                <c:pt idx="3601">
                  <c:v>3602.0</c:v>
                </c:pt>
                <c:pt idx="3602">
                  <c:v>3603.0</c:v>
                </c:pt>
                <c:pt idx="3603">
                  <c:v>3604.0</c:v>
                </c:pt>
                <c:pt idx="3604">
                  <c:v>3605.0</c:v>
                </c:pt>
                <c:pt idx="3605">
                  <c:v>3606.0</c:v>
                </c:pt>
                <c:pt idx="3606">
                  <c:v>3607.0</c:v>
                </c:pt>
                <c:pt idx="3607">
                  <c:v>3608.0</c:v>
                </c:pt>
                <c:pt idx="3608">
                  <c:v>3609.0</c:v>
                </c:pt>
                <c:pt idx="3609">
                  <c:v>3610.0</c:v>
                </c:pt>
                <c:pt idx="3610">
                  <c:v>3611.0</c:v>
                </c:pt>
                <c:pt idx="3611">
                  <c:v>3612.0</c:v>
                </c:pt>
                <c:pt idx="3612">
                  <c:v>3613.0</c:v>
                </c:pt>
                <c:pt idx="3613">
                  <c:v>3614.0</c:v>
                </c:pt>
                <c:pt idx="3614">
                  <c:v>3615.0</c:v>
                </c:pt>
                <c:pt idx="3615">
                  <c:v>3616.0</c:v>
                </c:pt>
                <c:pt idx="3616">
                  <c:v>3617.0</c:v>
                </c:pt>
                <c:pt idx="3617">
                  <c:v>3618.0</c:v>
                </c:pt>
                <c:pt idx="3618">
                  <c:v>3619.0</c:v>
                </c:pt>
                <c:pt idx="3619">
                  <c:v>3620.0</c:v>
                </c:pt>
                <c:pt idx="3620">
                  <c:v>3621.0</c:v>
                </c:pt>
                <c:pt idx="3621">
                  <c:v>3622.0</c:v>
                </c:pt>
                <c:pt idx="3622">
                  <c:v>3623.0</c:v>
                </c:pt>
                <c:pt idx="3623">
                  <c:v>3624.0</c:v>
                </c:pt>
                <c:pt idx="3624">
                  <c:v>3625.0</c:v>
                </c:pt>
                <c:pt idx="3625">
                  <c:v>3626.0</c:v>
                </c:pt>
                <c:pt idx="3626">
                  <c:v>3627.0</c:v>
                </c:pt>
                <c:pt idx="3627">
                  <c:v>3628.0</c:v>
                </c:pt>
                <c:pt idx="3628">
                  <c:v>3629.0</c:v>
                </c:pt>
                <c:pt idx="3629">
                  <c:v>3630.0</c:v>
                </c:pt>
                <c:pt idx="3630">
                  <c:v>3631.0</c:v>
                </c:pt>
                <c:pt idx="3631">
                  <c:v>3632.0</c:v>
                </c:pt>
                <c:pt idx="3632">
                  <c:v>3633.0</c:v>
                </c:pt>
                <c:pt idx="3633">
                  <c:v>3634.0</c:v>
                </c:pt>
                <c:pt idx="3634">
                  <c:v>3635.0</c:v>
                </c:pt>
                <c:pt idx="3635">
                  <c:v>3636.0</c:v>
                </c:pt>
                <c:pt idx="3636">
                  <c:v>3637.0</c:v>
                </c:pt>
                <c:pt idx="3637">
                  <c:v>3638.0</c:v>
                </c:pt>
                <c:pt idx="3638">
                  <c:v>3639.0</c:v>
                </c:pt>
                <c:pt idx="3639">
                  <c:v>3640.0</c:v>
                </c:pt>
                <c:pt idx="3640">
                  <c:v>3641.0</c:v>
                </c:pt>
                <c:pt idx="3641">
                  <c:v>3642.0</c:v>
                </c:pt>
                <c:pt idx="3642">
                  <c:v>3643.0</c:v>
                </c:pt>
                <c:pt idx="3643">
                  <c:v>3644.0</c:v>
                </c:pt>
                <c:pt idx="3644">
                  <c:v>3645.0</c:v>
                </c:pt>
                <c:pt idx="3645">
                  <c:v>3646.0</c:v>
                </c:pt>
                <c:pt idx="3646">
                  <c:v>3647.0</c:v>
                </c:pt>
                <c:pt idx="3647">
                  <c:v>3648.0</c:v>
                </c:pt>
                <c:pt idx="3648">
                  <c:v>3649.0</c:v>
                </c:pt>
                <c:pt idx="3649">
                  <c:v>3650.0</c:v>
                </c:pt>
                <c:pt idx="3650">
                  <c:v>3651.0</c:v>
                </c:pt>
                <c:pt idx="3651">
                  <c:v>3652.0</c:v>
                </c:pt>
                <c:pt idx="3652">
                  <c:v>3653.0</c:v>
                </c:pt>
                <c:pt idx="3653">
                  <c:v>3654.0</c:v>
                </c:pt>
                <c:pt idx="3654">
                  <c:v>3655.0</c:v>
                </c:pt>
                <c:pt idx="3655">
                  <c:v>3656.0</c:v>
                </c:pt>
                <c:pt idx="3656">
                  <c:v>3657.0</c:v>
                </c:pt>
                <c:pt idx="3657">
                  <c:v>3658.0</c:v>
                </c:pt>
                <c:pt idx="3658">
                  <c:v>3659.0</c:v>
                </c:pt>
                <c:pt idx="3659">
                  <c:v>3660.0</c:v>
                </c:pt>
                <c:pt idx="3660">
                  <c:v>3661.0</c:v>
                </c:pt>
                <c:pt idx="3661">
                  <c:v>3662.0</c:v>
                </c:pt>
                <c:pt idx="3662">
                  <c:v>3663.0</c:v>
                </c:pt>
                <c:pt idx="3663">
                  <c:v>3664.0</c:v>
                </c:pt>
                <c:pt idx="3664">
                  <c:v>3665.0</c:v>
                </c:pt>
                <c:pt idx="3665">
                  <c:v>3666.0</c:v>
                </c:pt>
                <c:pt idx="3666">
                  <c:v>3667.0</c:v>
                </c:pt>
                <c:pt idx="3667">
                  <c:v>3668.0</c:v>
                </c:pt>
                <c:pt idx="3668">
                  <c:v>3669.0</c:v>
                </c:pt>
                <c:pt idx="3669">
                  <c:v>3670.0</c:v>
                </c:pt>
                <c:pt idx="3670">
                  <c:v>3671.0</c:v>
                </c:pt>
                <c:pt idx="3671">
                  <c:v>3672.0</c:v>
                </c:pt>
                <c:pt idx="3672">
                  <c:v>3673.0</c:v>
                </c:pt>
                <c:pt idx="3673">
                  <c:v>3674.0</c:v>
                </c:pt>
                <c:pt idx="3674">
                  <c:v>3675.0</c:v>
                </c:pt>
                <c:pt idx="3675">
                  <c:v>3676.0</c:v>
                </c:pt>
                <c:pt idx="3676">
                  <c:v>3677.0</c:v>
                </c:pt>
                <c:pt idx="3677">
                  <c:v>3678.0</c:v>
                </c:pt>
                <c:pt idx="3678">
                  <c:v>3679.0</c:v>
                </c:pt>
                <c:pt idx="3679">
                  <c:v>3680.0</c:v>
                </c:pt>
                <c:pt idx="3680">
                  <c:v>3681.0</c:v>
                </c:pt>
                <c:pt idx="3681">
                  <c:v>3682.0</c:v>
                </c:pt>
                <c:pt idx="3682">
                  <c:v>3683.0</c:v>
                </c:pt>
                <c:pt idx="3683">
                  <c:v>3684.0</c:v>
                </c:pt>
                <c:pt idx="3684">
                  <c:v>3685.0</c:v>
                </c:pt>
                <c:pt idx="3685">
                  <c:v>3686.0</c:v>
                </c:pt>
                <c:pt idx="3686">
                  <c:v>3687.0</c:v>
                </c:pt>
                <c:pt idx="3687">
                  <c:v>3688.0</c:v>
                </c:pt>
                <c:pt idx="3688">
                  <c:v>3689.0</c:v>
                </c:pt>
                <c:pt idx="3689">
                  <c:v>3690.0</c:v>
                </c:pt>
                <c:pt idx="3690">
                  <c:v>3691.0</c:v>
                </c:pt>
                <c:pt idx="3691">
                  <c:v>3692.0</c:v>
                </c:pt>
                <c:pt idx="3692">
                  <c:v>3693.0</c:v>
                </c:pt>
                <c:pt idx="3693">
                  <c:v>3694.0</c:v>
                </c:pt>
                <c:pt idx="3694">
                  <c:v>3695.0</c:v>
                </c:pt>
                <c:pt idx="3695">
                  <c:v>3696.0</c:v>
                </c:pt>
                <c:pt idx="3696">
                  <c:v>3697.0</c:v>
                </c:pt>
                <c:pt idx="3697">
                  <c:v>3698.0</c:v>
                </c:pt>
                <c:pt idx="3698">
                  <c:v>3699.0</c:v>
                </c:pt>
                <c:pt idx="3699">
                  <c:v>3700.0</c:v>
                </c:pt>
                <c:pt idx="3700">
                  <c:v>3701.0</c:v>
                </c:pt>
                <c:pt idx="3701">
                  <c:v>3702.0</c:v>
                </c:pt>
                <c:pt idx="3702">
                  <c:v>3703.0</c:v>
                </c:pt>
                <c:pt idx="3703">
                  <c:v>3704.0</c:v>
                </c:pt>
                <c:pt idx="3704">
                  <c:v>3705.0</c:v>
                </c:pt>
                <c:pt idx="3705">
                  <c:v>3706.0</c:v>
                </c:pt>
                <c:pt idx="3706">
                  <c:v>3707.0</c:v>
                </c:pt>
                <c:pt idx="3707">
                  <c:v>3708.0</c:v>
                </c:pt>
                <c:pt idx="3708">
                  <c:v>3709.0</c:v>
                </c:pt>
                <c:pt idx="3709">
                  <c:v>3710.0</c:v>
                </c:pt>
                <c:pt idx="3710">
                  <c:v>3711.0</c:v>
                </c:pt>
                <c:pt idx="3711">
                  <c:v>3712.0</c:v>
                </c:pt>
                <c:pt idx="3712">
                  <c:v>3713.0</c:v>
                </c:pt>
                <c:pt idx="3713">
                  <c:v>3714.0</c:v>
                </c:pt>
                <c:pt idx="3714">
                  <c:v>3715.0</c:v>
                </c:pt>
                <c:pt idx="3715">
                  <c:v>3716.0</c:v>
                </c:pt>
                <c:pt idx="3716">
                  <c:v>3717.0</c:v>
                </c:pt>
                <c:pt idx="3717">
                  <c:v>3718.0</c:v>
                </c:pt>
                <c:pt idx="3718">
                  <c:v>3719.0</c:v>
                </c:pt>
                <c:pt idx="3719">
                  <c:v>3720.0</c:v>
                </c:pt>
                <c:pt idx="3720">
                  <c:v>3721.0</c:v>
                </c:pt>
                <c:pt idx="3721">
                  <c:v>3722.0</c:v>
                </c:pt>
                <c:pt idx="3722">
                  <c:v>3723.0</c:v>
                </c:pt>
                <c:pt idx="3723">
                  <c:v>3724.0</c:v>
                </c:pt>
                <c:pt idx="3724">
                  <c:v>3725.0</c:v>
                </c:pt>
                <c:pt idx="3725">
                  <c:v>3726.0</c:v>
                </c:pt>
                <c:pt idx="3726">
                  <c:v>3727.0</c:v>
                </c:pt>
                <c:pt idx="3727">
                  <c:v>3728.0</c:v>
                </c:pt>
                <c:pt idx="3728">
                  <c:v>3729.0</c:v>
                </c:pt>
                <c:pt idx="3729">
                  <c:v>3730.0</c:v>
                </c:pt>
                <c:pt idx="3730">
                  <c:v>3731.0</c:v>
                </c:pt>
                <c:pt idx="3731">
                  <c:v>3732.0</c:v>
                </c:pt>
                <c:pt idx="3732">
                  <c:v>3733.0</c:v>
                </c:pt>
                <c:pt idx="3733">
                  <c:v>3734.0</c:v>
                </c:pt>
                <c:pt idx="3734">
                  <c:v>3735.0</c:v>
                </c:pt>
                <c:pt idx="3735">
                  <c:v>3736.0</c:v>
                </c:pt>
                <c:pt idx="3736">
                  <c:v>3737.0</c:v>
                </c:pt>
                <c:pt idx="3737">
                  <c:v>3738.0</c:v>
                </c:pt>
                <c:pt idx="3738">
                  <c:v>3739.0</c:v>
                </c:pt>
                <c:pt idx="3739">
                  <c:v>3740.0</c:v>
                </c:pt>
                <c:pt idx="3740">
                  <c:v>3741.0</c:v>
                </c:pt>
                <c:pt idx="3741">
                  <c:v>3742.0</c:v>
                </c:pt>
                <c:pt idx="3742">
                  <c:v>3743.0</c:v>
                </c:pt>
                <c:pt idx="3743">
                  <c:v>3744.0</c:v>
                </c:pt>
                <c:pt idx="3744">
                  <c:v>3745.0</c:v>
                </c:pt>
                <c:pt idx="3745">
                  <c:v>3746.0</c:v>
                </c:pt>
                <c:pt idx="3746">
                  <c:v>3747.0</c:v>
                </c:pt>
                <c:pt idx="3747">
                  <c:v>3748.0</c:v>
                </c:pt>
                <c:pt idx="3748">
                  <c:v>3749.0</c:v>
                </c:pt>
                <c:pt idx="3749">
                  <c:v>3750.0</c:v>
                </c:pt>
                <c:pt idx="3750">
                  <c:v>3751.0</c:v>
                </c:pt>
                <c:pt idx="3751">
                  <c:v>3752.0</c:v>
                </c:pt>
                <c:pt idx="3752">
                  <c:v>3753.0</c:v>
                </c:pt>
                <c:pt idx="3753">
                  <c:v>3754.0</c:v>
                </c:pt>
                <c:pt idx="3754">
                  <c:v>3755.0</c:v>
                </c:pt>
                <c:pt idx="3755">
                  <c:v>3756.0</c:v>
                </c:pt>
                <c:pt idx="3756">
                  <c:v>3757.0</c:v>
                </c:pt>
                <c:pt idx="3757">
                  <c:v>3758.0</c:v>
                </c:pt>
                <c:pt idx="3758">
                  <c:v>3759.0</c:v>
                </c:pt>
                <c:pt idx="3759">
                  <c:v>3760.0</c:v>
                </c:pt>
                <c:pt idx="3760">
                  <c:v>3761.0</c:v>
                </c:pt>
                <c:pt idx="3761">
                  <c:v>3762.0</c:v>
                </c:pt>
                <c:pt idx="3762">
                  <c:v>3763.0</c:v>
                </c:pt>
                <c:pt idx="3763">
                  <c:v>3764.0</c:v>
                </c:pt>
                <c:pt idx="3764">
                  <c:v>3765.0</c:v>
                </c:pt>
                <c:pt idx="3765">
                  <c:v>3766.0</c:v>
                </c:pt>
                <c:pt idx="3766">
                  <c:v>3767.0</c:v>
                </c:pt>
                <c:pt idx="3767">
                  <c:v>3768.0</c:v>
                </c:pt>
                <c:pt idx="3768">
                  <c:v>3769.0</c:v>
                </c:pt>
                <c:pt idx="3769">
                  <c:v>3770.0</c:v>
                </c:pt>
                <c:pt idx="3770">
                  <c:v>3771.0</c:v>
                </c:pt>
                <c:pt idx="3771">
                  <c:v>3772.0</c:v>
                </c:pt>
                <c:pt idx="3772">
                  <c:v>3773.0</c:v>
                </c:pt>
                <c:pt idx="3773">
                  <c:v>3774.0</c:v>
                </c:pt>
                <c:pt idx="3774">
                  <c:v>3775.0</c:v>
                </c:pt>
                <c:pt idx="3775">
                  <c:v>3776.0</c:v>
                </c:pt>
                <c:pt idx="3776">
                  <c:v>3777.0</c:v>
                </c:pt>
                <c:pt idx="3777">
                  <c:v>3778.0</c:v>
                </c:pt>
                <c:pt idx="3778">
                  <c:v>3779.0</c:v>
                </c:pt>
                <c:pt idx="3779">
                  <c:v>3780.0</c:v>
                </c:pt>
                <c:pt idx="3780">
                  <c:v>3781.0</c:v>
                </c:pt>
                <c:pt idx="3781">
                  <c:v>3782.0</c:v>
                </c:pt>
                <c:pt idx="3782">
                  <c:v>3783.0</c:v>
                </c:pt>
                <c:pt idx="3783">
                  <c:v>3784.0</c:v>
                </c:pt>
                <c:pt idx="3784">
                  <c:v>3785.0</c:v>
                </c:pt>
                <c:pt idx="3785">
                  <c:v>3786.0</c:v>
                </c:pt>
                <c:pt idx="3786">
                  <c:v>3787.0</c:v>
                </c:pt>
                <c:pt idx="3787">
                  <c:v>3788.0</c:v>
                </c:pt>
                <c:pt idx="3788">
                  <c:v>3789.0</c:v>
                </c:pt>
                <c:pt idx="3789">
                  <c:v>3790.0</c:v>
                </c:pt>
                <c:pt idx="3790">
                  <c:v>3791.0</c:v>
                </c:pt>
                <c:pt idx="3791">
                  <c:v>3792.0</c:v>
                </c:pt>
                <c:pt idx="3792">
                  <c:v>3793.0</c:v>
                </c:pt>
                <c:pt idx="3793">
                  <c:v>3794.0</c:v>
                </c:pt>
                <c:pt idx="3794">
                  <c:v>3795.0</c:v>
                </c:pt>
                <c:pt idx="3795">
                  <c:v>3796.0</c:v>
                </c:pt>
                <c:pt idx="3796">
                  <c:v>3797.0</c:v>
                </c:pt>
                <c:pt idx="3797">
                  <c:v>3798.0</c:v>
                </c:pt>
                <c:pt idx="3798">
                  <c:v>3799.0</c:v>
                </c:pt>
                <c:pt idx="3799">
                  <c:v>3800.0</c:v>
                </c:pt>
                <c:pt idx="3800">
                  <c:v>3801.0</c:v>
                </c:pt>
                <c:pt idx="3801">
                  <c:v>3802.0</c:v>
                </c:pt>
                <c:pt idx="3802">
                  <c:v>3803.0</c:v>
                </c:pt>
                <c:pt idx="3803">
                  <c:v>3804.0</c:v>
                </c:pt>
                <c:pt idx="3804">
                  <c:v>3805.0</c:v>
                </c:pt>
                <c:pt idx="3805">
                  <c:v>3806.0</c:v>
                </c:pt>
                <c:pt idx="3806">
                  <c:v>3807.0</c:v>
                </c:pt>
                <c:pt idx="3807">
                  <c:v>3808.0</c:v>
                </c:pt>
                <c:pt idx="3808">
                  <c:v>3809.0</c:v>
                </c:pt>
                <c:pt idx="3809">
                  <c:v>3810.0</c:v>
                </c:pt>
                <c:pt idx="3810">
                  <c:v>3811.0</c:v>
                </c:pt>
                <c:pt idx="3811">
                  <c:v>3812.0</c:v>
                </c:pt>
                <c:pt idx="3812">
                  <c:v>3813.0</c:v>
                </c:pt>
                <c:pt idx="3813">
                  <c:v>3814.0</c:v>
                </c:pt>
                <c:pt idx="3814">
                  <c:v>3815.0</c:v>
                </c:pt>
                <c:pt idx="3815">
                  <c:v>3816.0</c:v>
                </c:pt>
                <c:pt idx="3816">
                  <c:v>3817.0</c:v>
                </c:pt>
                <c:pt idx="3817">
                  <c:v>3818.0</c:v>
                </c:pt>
                <c:pt idx="3818">
                  <c:v>3819.0</c:v>
                </c:pt>
                <c:pt idx="3819">
                  <c:v>3820.0</c:v>
                </c:pt>
                <c:pt idx="3820">
                  <c:v>3821.0</c:v>
                </c:pt>
                <c:pt idx="3821">
                  <c:v>3822.0</c:v>
                </c:pt>
                <c:pt idx="3822">
                  <c:v>3823.0</c:v>
                </c:pt>
                <c:pt idx="3823">
                  <c:v>3824.0</c:v>
                </c:pt>
                <c:pt idx="3824">
                  <c:v>3825.0</c:v>
                </c:pt>
                <c:pt idx="3825">
                  <c:v>3826.0</c:v>
                </c:pt>
                <c:pt idx="3826">
                  <c:v>3827.0</c:v>
                </c:pt>
                <c:pt idx="3827">
                  <c:v>3828.0</c:v>
                </c:pt>
                <c:pt idx="3828">
                  <c:v>3829.0</c:v>
                </c:pt>
                <c:pt idx="3829">
                  <c:v>3830.0</c:v>
                </c:pt>
                <c:pt idx="3830">
                  <c:v>3831.0</c:v>
                </c:pt>
                <c:pt idx="3831">
                  <c:v>3832.0</c:v>
                </c:pt>
                <c:pt idx="3832">
                  <c:v>3833.0</c:v>
                </c:pt>
                <c:pt idx="3833">
                  <c:v>3834.0</c:v>
                </c:pt>
                <c:pt idx="3834">
                  <c:v>3835.0</c:v>
                </c:pt>
                <c:pt idx="3835">
                  <c:v>3836.0</c:v>
                </c:pt>
                <c:pt idx="3836">
                  <c:v>3837.0</c:v>
                </c:pt>
                <c:pt idx="3837">
                  <c:v>3838.0</c:v>
                </c:pt>
                <c:pt idx="3838">
                  <c:v>3839.0</c:v>
                </c:pt>
                <c:pt idx="3839">
                  <c:v>3840.0</c:v>
                </c:pt>
                <c:pt idx="3840">
                  <c:v>3841.0</c:v>
                </c:pt>
                <c:pt idx="3841">
                  <c:v>3842.0</c:v>
                </c:pt>
                <c:pt idx="3842">
                  <c:v>3843.0</c:v>
                </c:pt>
                <c:pt idx="3843">
                  <c:v>3844.0</c:v>
                </c:pt>
                <c:pt idx="3844">
                  <c:v>3845.0</c:v>
                </c:pt>
                <c:pt idx="3845">
                  <c:v>3846.0</c:v>
                </c:pt>
                <c:pt idx="3846">
                  <c:v>3847.0</c:v>
                </c:pt>
                <c:pt idx="3847">
                  <c:v>3848.0</c:v>
                </c:pt>
                <c:pt idx="3848">
                  <c:v>3849.0</c:v>
                </c:pt>
                <c:pt idx="3849">
                  <c:v>3850.0</c:v>
                </c:pt>
                <c:pt idx="3850">
                  <c:v>3851.0</c:v>
                </c:pt>
                <c:pt idx="3851">
                  <c:v>3852.0</c:v>
                </c:pt>
                <c:pt idx="3852">
                  <c:v>3853.0</c:v>
                </c:pt>
                <c:pt idx="3853">
                  <c:v>3854.0</c:v>
                </c:pt>
                <c:pt idx="3854">
                  <c:v>3855.0</c:v>
                </c:pt>
                <c:pt idx="3855">
                  <c:v>3856.0</c:v>
                </c:pt>
                <c:pt idx="3856">
                  <c:v>3857.0</c:v>
                </c:pt>
                <c:pt idx="3857">
                  <c:v>3858.0</c:v>
                </c:pt>
                <c:pt idx="3858">
                  <c:v>3859.0</c:v>
                </c:pt>
                <c:pt idx="3859">
                  <c:v>3860.0</c:v>
                </c:pt>
                <c:pt idx="3860">
                  <c:v>3861.0</c:v>
                </c:pt>
                <c:pt idx="3861">
                  <c:v>3862.0</c:v>
                </c:pt>
                <c:pt idx="3862">
                  <c:v>3863.0</c:v>
                </c:pt>
                <c:pt idx="3863">
                  <c:v>3864.0</c:v>
                </c:pt>
                <c:pt idx="3864">
                  <c:v>3865.0</c:v>
                </c:pt>
                <c:pt idx="3865">
                  <c:v>3866.0</c:v>
                </c:pt>
                <c:pt idx="3866">
                  <c:v>3867.0</c:v>
                </c:pt>
                <c:pt idx="3867">
                  <c:v>3868.0</c:v>
                </c:pt>
                <c:pt idx="3868">
                  <c:v>3869.0</c:v>
                </c:pt>
                <c:pt idx="3869">
                  <c:v>3870.0</c:v>
                </c:pt>
                <c:pt idx="3870">
                  <c:v>3871.0</c:v>
                </c:pt>
                <c:pt idx="3871">
                  <c:v>3872.0</c:v>
                </c:pt>
                <c:pt idx="3872">
                  <c:v>3873.0</c:v>
                </c:pt>
                <c:pt idx="3873">
                  <c:v>3874.0</c:v>
                </c:pt>
                <c:pt idx="3874">
                  <c:v>3875.0</c:v>
                </c:pt>
                <c:pt idx="3875">
                  <c:v>3876.0</c:v>
                </c:pt>
                <c:pt idx="3876">
                  <c:v>3877.0</c:v>
                </c:pt>
                <c:pt idx="3877">
                  <c:v>3878.0</c:v>
                </c:pt>
                <c:pt idx="3878">
                  <c:v>3879.0</c:v>
                </c:pt>
                <c:pt idx="3879">
                  <c:v>3880.0</c:v>
                </c:pt>
                <c:pt idx="3880">
                  <c:v>3881.0</c:v>
                </c:pt>
                <c:pt idx="3881">
                  <c:v>3882.0</c:v>
                </c:pt>
                <c:pt idx="3882">
                  <c:v>3883.0</c:v>
                </c:pt>
                <c:pt idx="3883">
                  <c:v>3884.0</c:v>
                </c:pt>
                <c:pt idx="3884">
                  <c:v>3885.0</c:v>
                </c:pt>
                <c:pt idx="3885">
                  <c:v>3886.0</c:v>
                </c:pt>
                <c:pt idx="3886">
                  <c:v>3887.0</c:v>
                </c:pt>
                <c:pt idx="3887">
                  <c:v>3888.0</c:v>
                </c:pt>
                <c:pt idx="3888">
                  <c:v>3889.0</c:v>
                </c:pt>
                <c:pt idx="3889">
                  <c:v>3890.0</c:v>
                </c:pt>
                <c:pt idx="3890">
                  <c:v>3891.0</c:v>
                </c:pt>
                <c:pt idx="3891">
                  <c:v>3892.0</c:v>
                </c:pt>
                <c:pt idx="3892">
                  <c:v>3893.0</c:v>
                </c:pt>
                <c:pt idx="3893">
                  <c:v>3894.0</c:v>
                </c:pt>
                <c:pt idx="3894">
                  <c:v>3895.0</c:v>
                </c:pt>
                <c:pt idx="3895">
                  <c:v>3896.0</c:v>
                </c:pt>
                <c:pt idx="3896">
                  <c:v>3897.0</c:v>
                </c:pt>
                <c:pt idx="3897">
                  <c:v>3898.0</c:v>
                </c:pt>
                <c:pt idx="3898">
                  <c:v>3899.0</c:v>
                </c:pt>
                <c:pt idx="3899">
                  <c:v>3900.0</c:v>
                </c:pt>
                <c:pt idx="3900">
                  <c:v>3901.0</c:v>
                </c:pt>
                <c:pt idx="3901">
                  <c:v>3902.0</c:v>
                </c:pt>
                <c:pt idx="3902">
                  <c:v>3903.0</c:v>
                </c:pt>
                <c:pt idx="3903">
                  <c:v>3904.0</c:v>
                </c:pt>
                <c:pt idx="3904">
                  <c:v>3905.0</c:v>
                </c:pt>
                <c:pt idx="3905">
                  <c:v>3906.0</c:v>
                </c:pt>
                <c:pt idx="3906">
                  <c:v>3907.0</c:v>
                </c:pt>
                <c:pt idx="3907">
                  <c:v>3908.0</c:v>
                </c:pt>
                <c:pt idx="3908">
                  <c:v>3909.0</c:v>
                </c:pt>
                <c:pt idx="3909">
                  <c:v>3910.0</c:v>
                </c:pt>
                <c:pt idx="3910">
                  <c:v>3911.0</c:v>
                </c:pt>
                <c:pt idx="3911">
                  <c:v>3912.0</c:v>
                </c:pt>
                <c:pt idx="3912">
                  <c:v>3913.0</c:v>
                </c:pt>
                <c:pt idx="3913">
                  <c:v>3914.0</c:v>
                </c:pt>
                <c:pt idx="3914">
                  <c:v>3915.0</c:v>
                </c:pt>
                <c:pt idx="3915">
                  <c:v>3916.0</c:v>
                </c:pt>
                <c:pt idx="3916">
                  <c:v>3917.0</c:v>
                </c:pt>
                <c:pt idx="3917">
                  <c:v>3918.0</c:v>
                </c:pt>
                <c:pt idx="3918">
                  <c:v>3919.0</c:v>
                </c:pt>
                <c:pt idx="3919">
                  <c:v>3920.0</c:v>
                </c:pt>
                <c:pt idx="3920">
                  <c:v>3921.0</c:v>
                </c:pt>
                <c:pt idx="3921">
                  <c:v>3922.0</c:v>
                </c:pt>
                <c:pt idx="3922">
                  <c:v>3923.0</c:v>
                </c:pt>
                <c:pt idx="3923">
                  <c:v>3924.0</c:v>
                </c:pt>
                <c:pt idx="3924">
                  <c:v>3925.0</c:v>
                </c:pt>
                <c:pt idx="3925">
                  <c:v>3926.0</c:v>
                </c:pt>
                <c:pt idx="3926">
                  <c:v>3927.0</c:v>
                </c:pt>
                <c:pt idx="3927">
                  <c:v>3928.0</c:v>
                </c:pt>
                <c:pt idx="3928">
                  <c:v>3929.0</c:v>
                </c:pt>
                <c:pt idx="3929">
                  <c:v>3930.0</c:v>
                </c:pt>
                <c:pt idx="3930">
                  <c:v>3931.0</c:v>
                </c:pt>
                <c:pt idx="3931">
                  <c:v>3932.0</c:v>
                </c:pt>
                <c:pt idx="3932">
                  <c:v>3933.0</c:v>
                </c:pt>
                <c:pt idx="3933">
                  <c:v>3934.0</c:v>
                </c:pt>
                <c:pt idx="3934">
                  <c:v>3935.0</c:v>
                </c:pt>
                <c:pt idx="3935">
                  <c:v>3936.0</c:v>
                </c:pt>
                <c:pt idx="3936">
                  <c:v>3937.0</c:v>
                </c:pt>
                <c:pt idx="3937">
                  <c:v>3938.0</c:v>
                </c:pt>
                <c:pt idx="3938">
                  <c:v>3939.0</c:v>
                </c:pt>
                <c:pt idx="3939">
                  <c:v>3940.0</c:v>
                </c:pt>
                <c:pt idx="3940">
                  <c:v>3941.0</c:v>
                </c:pt>
                <c:pt idx="3941">
                  <c:v>3942.0</c:v>
                </c:pt>
                <c:pt idx="3942">
                  <c:v>3943.0</c:v>
                </c:pt>
                <c:pt idx="3943">
                  <c:v>3944.0</c:v>
                </c:pt>
                <c:pt idx="3944">
                  <c:v>3945.0</c:v>
                </c:pt>
                <c:pt idx="3945">
                  <c:v>3946.0</c:v>
                </c:pt>
                <c:pt idx="3946">
                  <c:v>3947.0</c:v>
                </c:pt>
                <c:pt idx="3947">
                  <c:v>3948.0</c:v>
                </c:pt>
                <c:pt idx="3948">
                  <c:v>3949.0</c:v>
                </c:pt>
                <c:pt idx="3949">
                  <c:v>3950.0</c:v>
                </c:pt>
                <c:pt idx="3950">
                  <c:v>3951.0</c:v>
                </c:pt>
                <c:pt idx="3951">
                  <c:v>3952.0</c:v>
                </c:pt>
                <c:pt idx="3952">
                  <c:v>3953.0</c:v>
                </c:pt>
                <c:pt idx="3953">
                  <c:v>3954.0</c:v>
                </c:pt>
                <c:pt idx="3954">
                  <c:v>3955.0</c:v>
                </c:pt>
                <c:pt idx="3955">
                  <c:v>3956.0</c:v>
                </c:pt>
                <c:pt idx="3956">
                  <c:v>3957.0</c:v>
                </c:pt>
                <c:pt idx="3957">
                  <c:v>3958.0</c:v>
                </c:pt>
                <c:pt idx="3958">
                  <c:v>3959.0</c:v>
                </c:pt>
                <c:pt idx="3959">
                  <c:v>3960.0</c:v>
                </c:pt>
                <c:pt idx="3960">
                  <c:v>3961.0</c:v>
                </c:pt>
                <c:pt idx="3961">
                  <c:v>3962.0</c:v>
                </c:pt>
                <c:pt idx="3962">
                  <c:v>3963.0</c:v>
                </c:pt>
                <c:pt idx="3963">
                  <c:v>3964.0</c:v>
                </c:pt>
                <c:pt idx="3964">
                  <c:v>3965.0</c:v>
                </c:pt>
                <c:pt idx="3965">
                  <c:v>3966.0</c:v>
                </c:pt>
                <c:pt idx="3966">
                  <c:v>3967.0</c:v>
                </c:pt>
                <c:pt idx="3967">
                  <c:v>3968.0</c:v>
                </c:pt>
                <c:pt idx="3968">
                  <c:v>3969.0</c:v>
                </c:pt>
                <c:pt idx="3969">
                  <c:v>3970.0</c:v>
                </c:pt>
                <c:pt idx="3970">
                  <c:v>3971.0</c:v>
                </c:pt>
                <c:pt idx="3971">
                  <c:v>3972.0</c:v>
                </c:pt>
                <c:pt idx="3972">
                  <c:v>3973.0</c:v>
                </c:pt>
                <c:pt idx="3973">
                  <c:v>3974.0</c:v>
                </c:pt>
                <c:pt idx="3974">
                  <c:v>3975.0</c:v>
                </c:pt>
                <c:pt idx="3975">
                  <c:v>3976.0</c:v>
                </c:pt>
                <c:pt idx="3976">
                  <c:v>3977.0</c:v>
                </c:pt>
                <c:pt idx="3977">
                  <c:v>3978.0</c:v>
                </c:pt>
                <c:pt idx="3978">
                  <c:v>3979.0</c:v>
                </c:pt>
                <c:pt idx="3979">
                  <c:v>3980.0</c:v>
                </c:pt>
                <c:pt idx="3980">
                  <c:v>3981.0</c:v>
                </c:pt>
                <c:pt idx="3981">
                  <c:v>3982.0</c:v>
                </c:pt>
                <c:pt idx="3982">
                  <c:v>3983.0</c:v>
                </c:pt>
                <c:pt idx="3983">
                  <c:v>3984.0</c:v>
                </c:pt>
                <c:pt idx="3984">
                  <c:v>3985.0</c:v>
                </c:pt>
                <c:pt idx="3985">
                  <c:v>3986.0</c:v>
                </c:pt>
                <c:pt idx="3986">
                  <c:v>3987.0</c:v>
                </c:pt>
                <c:pt idx="3987">
                  <c:v>3988.0</c:v>
                </c:pt>
                <c:pt idx="3988">
                  <c:v>3989.0</c:v>
                </c:pt>
                <c:pt idx="3989">
                  <c:v>3990.0</c:v>
                </c:pt>
                <c:pt idx="3990">
                  <c:v>3991.0</c:v>
                </c:pt>
                <c:pt idx="3991">
                  <c:v>3992.0</c:v>
                </c:pt>
                <c:pt idx="3992">
                  <c:v>3993.0</c:v>
                </c:pt>
                <c:pt idx="3993">
                  <c:v>3994.0</c:v>
                </c:pt>
                <c:pt idx="3994">
                  <c:v>3995.0</c:v>
                </c:pt>
                <c:pt idx="3995">
                  <c:v>3996.0</c:v>
                </c:pt>
                <c:pt idx="3996">
                  <c:v>3997.0</c:v>
                </c:pt>
                <c:pt idx="3997">
                  <c:v>3998.0</c:v>
                </c:pt>
                <c:pt idx="3998">
                  <c:v>3999.0</c:v>
                </c:pt>
                <c:pt idx="3999">
                  <c:v>4000.0</c:v>
                </c:pt>
                <c:pt idx="4000">
                  <c:v>4001.0</c:v>
                </c:pt>
                <c:pt idx="4001">
                  <c:v>4002.0</c:v>
                </c:pt>
                <c:pt idx="4002">
                  <c:v>4003.0</c:v>
                </c:pt>
                <c:pt idx="4003">
                  <c:v>4004.0</c:v>
                </c:pt>
                <c:pt idx="4004">
                  <c:v>4005.0</c:v>
                </c:pt>
                <c:pt idx="4005">
                  <c:v>4006.0</c:v>
                </c:pt>
                <c:pt idx="4006">
                  <c:v>4007.0</c:v>
                </c:pt>
                <c:pt idx="4007">
                  <c:v>4008.0</c:v>
                </c:pt>
                <c:pt idx="4008">
                  <c:v>4009.0</c:v>
                </c:pt>
                <c:pt idx="4009">
                  <c:v>4010.0</c:v>
                </c:pt>
                <c:pt idx="4010">
                  <c:v>4011.0</c:v>
                </c:pt>
                <c:pt idx="4011">
                  <c:v>4012.0</c:v>
                </c:pt>
                <c:pt idx="4012">
                  <c:v>4013.0</c:v>
                </c:pt>
                <c:pt idx="4013">
                  <c:v>4014.0</c:v>
                </c:pt>
                <c:pt idx="4014">
                  <c:v>4015.0</c:v>
                </c:pt>
                <c:pt idx="4015">
                  <c:v>4016.0</c:v>
                </c:pt>
                <c:pt idx="4016">
                  <c:v>4017.0</c:v>
                </c:pt>
                <c:pt idx="4017">
                  <c:v>4018.0</c:v>
                </c:pt>
                <c:pt idx="4018">
                  <c:v>4019.0</c:v>
                </c:pt>
                <c:pt idx="4019">
                  <c:v>4020.0</c:v>
                </c:pt>
                <c:pt idx="4020">
                  <c:v>4021.0</c:v>
                </c:pt>
                <c:pt idx="4021">
                  <c:v>4022.0</c:v>
                </c:pt>
                <c:pt idx="4022">
                  <c:v>4023.0</c:v>
                </c:pt>
                <c:pt idx="4023">
                  <c:v>4024.0</c:v>
                </c:pt>
                <c:pt idx="4024">
                  <c:v>4025.0</c:v>
                </c:pt>
                <c:pt idx="4025">
                  <c:v>4026.0</c:v>
                </c:pt>
                <c:pt idx="4026">
                  <c:v>4027.0</c:v>
                </c:pt>
                <c:pt idx="4027">
                  <c:v>4028.0</c:v>
                </c:pt>
                <c:pt idx="4028">
                  <c:v>4029.0</c:v>
                </c:pt>
                <c:pt idx="4029">
                  <c:v>4030.0</c:v>
                </c:pt>
                <c:pt idx="4030">
                  <c:v>4031.0</c:v>
                </c:pt>
                <c:pt idx="4031">
                  <c:v>4032.0</c:v>
                </c:pt>
                <c:pt idx="4032">
                  <c:v>4033.0</c:v>
                </c:pt>
                <c:pt idx="4033">
                  <c:v>4034.0</c:v>
                </c:pt>
                <c:pt idx="4034">
                  <c:v>4035.0</c:v>
                </c:pt>
                <c:pt idx="4035">
                  <c:v>4036.0</c:v>
                </c:pt>
                <c:pt idx="4036">
                  <c:v>4037.0</c:v>
                </c:pt>
                <c:pt idx="4037">
                  <c:v>4038.0</c:v>
                </c:pt>
                <c:pt idx="4038">
                  <c:v>4039.0</c:v>
                </c:pt>
                <c:pt idx="4039">
                  <c:v>4040.0</c:v>
                </c:pt>
                <c:pt idx="4040">
                  <c:v>4041.0</c:v>
                </c:pt>
                <c:pt idx="4041">
                  <c:v>4042.0</c:v>
                </c:pt>
                <c:pt idx="4042">
                  <c:v>4043.0</c:v>
                </c:pt>
                <c:pt idx="4043">
                  <c:v>4044.0</c:v>
                </c:pt>
                <c:pt idx="4044">
                  <c:v>4045.0</c:v>
                </c:pt>
                <c:pt idx="4045">
                  <c:v>4046.0</c:v>
                </c:pt>
                <c:pt idx="4046">
                  <c:v>4047.0</c:v>
                </c:pt>
                <c:pt idx="4047">
                  <c:v>4048.0</c:v>
                </c:pt>
                <c:pt idx="4048">
                  <c:v>4049.0</c:v>
                </c:pt>
                <c:pt idx="4049">
                  <c:v>4050.0</c:v>
                </c:pt>
                <c:pt idx="4050">
                  <c:v>4051.0</c:v>
                </c:pt>
                <c:pt idx="4051">
                  <c:v>4052.0</c:v>
                </c:pt>
                <c:pt idx="4052">
                  <c:v>4053.0</c:v>
                </c:pt>
                <c:pt idx="4053">
                  <c:v>4054.0</c:v>
                </c:pt>
                <c:pt idx="4054">
                  <c:v>4055.0</c:v>
                </c:pt>
                <c:pt idx="4055">
                  <c:v>4056.0</c:v>
                </c:pt>
                <c:pt idx="4056">
                  <c:v>4057.0</c:v>
                </c:pt>
                <c:pt idx="4057">
                  <c:v>4058.0</c:v>
                </c:pt>
                <c:pt idx="4058">
                  <c:v>4059.0</c:v>
                </c:pt>
                <c:pt idx="4059">
                  <c:v>4060.0</c:v>
                </c:pt>
                <c:pt idx="4060">
                  <c:v>4061.0</c:v>
                </c:pt>
                <c:pt idx="4061">
                  <c:v>4062.0</c:v>
                </c:pt>
                <c:pt idx="4062">
                  <c:v>4063.0</c:v>
                </c:pt>
                <c:pt idx="4063">
                  <c:v>4064.0</c:v>
                </c:pt>
                <c:pt idx="4064">
                  <c:v>4065.0</c:v>
                </c:pt>
                <c:pt idx="4065">
                  <c:v>4066.0</c:v>
                </c:pt>
                <c:pt idx="4066">
                  <c:v>4067.0</c:v>
                </c:pt>
                <c:pt idx="4067">
                  <c:v>4068.0</c:v>
                </c:pt>
                <c:pt idx="4068">
                  <c:v>4069.0</c:v>
                </c:pt>
                <c:pt idx="4069">
                  <c:v>4070.0</c:v>
                </c:pt>
                <c:pt idx="4070">
                  <c:v>4071.0</c:v>
                </c:pt>
                <c:pt idx="4071">
                  <c:v>4072.0</c:v>
                </c:pt>
                <c:pt idx="4072">
                  <c:v>4073.0</c:v>
                </c:pt>
                <c:pt idx="4073">
                  <c:v>4074.0</c:v>
                </c:pt>
                <c:pt idx="4074">
                  <c:v>4075.0</c:v>
                </c:pt>
                <c:pt idx="4075">
                  <c:v>4076.0</c:v>
                </c:pt>
                <c:pt idx="4076">
                  <c:v>4077.0</c:v>
                </c:pt>
                <c:pt idx="4077">
                  <c:v>4078.0</c:v>
                </c:pt>
                <c:pt idx="4078">
                  <c:v>4079.0</c:v>
                </c:pt>
                <c:pt idx="4079">
                  <c:v>4080.0</c:v>
                </c:pt>
                <c:pt idx="4080">
                  <c:v>4081.0</c:v>
                </c:pt>
                <c:pt idx="4081">
                  <c:v>4082.0</c:v>
                </c:pt>
                <c:pt idx="4082">
                  <c:v>4083.0</c:v>
                </c:pt>
                <c:pt idx="4083">
                  <c:v>4084.0</c:v>
                </c:pt>
                <c:pt idx="4084">
                  <c:v>4085.0</c:v>
                </c:pt>
                <c:pt idx="4085">
                  <c:v>4086.0</c:v>
                </c:pt>
                <c:pt idx="4086">
                  <c:v>4087.0</c:v>
                </c:pt>
                <c:pt idx="4087">
                  <c:v>4088.0</c:v>
                </c:pt>
                <c:pt idx="4088">
                  <c:v>4089.0</c:v>
                </c:pt>
                <c:pt idx="4089">
                  <c:v>4090.0</c:v>
                </c:pt>
                <c:pt idx="4090">
                  <c:v>4091.0</c:v>
                </c:pt>
                <c:pt idx="4091">
                  <c:v>4092.0</c:v>
                </c:pt>
                <c:pt idx="4092">
                  <c:v>4093.0</c:v>
                </c:pt>
                <c:pt idx="4093">
                  <c:v>4094.0</c:v>
                </c:pt>
                <c:pt idx="4094">
                  <c:v>4095.0</c:v>
                </c:pt>
                <c:pt idx="4095">
                  <c:v>4096.0</c:v>
                </c:pt>
                <c:pt idx="4096">
                  <c:v>4097.0</c:v>
                </c:pt>
                <c:pt idx="4097">
                  <c:v>4098.0</c:v>
                </c:pt>
                <c:pt idx="4098">
                  <c:v>4099.0</c:v>
                </c:pt>
                <c:pt idx="4099">
                  <c:v>4100.0</c:v>
                </c:pt>
                <c:pt idx="4100">
                  <c:v>4101.0</c:v>
                </c:pt>
                <c:pt idx="4101">
                  <c:v>4102.0</c:v>
                </c:pt>
                <c:pt idx="4102">
                  <c:v>4103.0</c:v>
                </c:pt>
                <c:pt idx="4103">
                  <c:v>4104.0</c:v>
                </c:pt>
                <c:pt idx="4104">
                  <c:v>4105.0</c:v>
                </c:pt>
                <c:pt idx="4105">
                  <c:v>4106.0</c:v>
                </c:pt>
                <c:pt idx="4106">
                  <c:v>4107.0</c:v>
                </c:pt>
                <c:pt idx="4107">
                  <c:v>4108.0</c:v>
                </c:pt>
                <c:pt idx="4108">
                  <c:v>4109.0</c:v>
                </c:pt>
                <c:pt idx="4109">
                  <c:v>4110.0</c:v>
                </c:pt>
                <c:pt idx="4110">
                  <c:v>4111.0</c:v>
                </c:pt>
                <c:pt idx="4111">
                  <c:v>4112.0</c:v>
                </c:pt>
                <c:pt idx="4112">
                  <c:v>4113.0</c:v>
                </c:pt>
                <c:pt idx="4113">
                  <c:v>4114.0</c:v>
                </c:pt>
                <c:pt idx="4114">
                  <c:v>4115.0</c:v>
                </c:pt>
                <c:pt idx="4115">
                  <c:v>4116.0</c:v>
                </c:pt>
                <c:pt idx="4116">
                  <c:v>4117.0</c:v>
                </c:pt>
                <c:pt idx="4117">
                  <c:v>4118.0</c:v>
                </c:pt>
                <c:pt idx="4118">
                  <c:v>4119.0</c:v>
                </c:pt>
                <c:pt idx="4119">
                  <c:v>4120.0</c:v>
                </c:pt>
                <c:pt idx="4120">
                  <c:v>4121.0</c:v>
                </c:pt>
                <c:pt idx="4121">
                  <c:v>4122.0</c:v>
                </c:pt>
                <c:pt idx="4122">
                  <c:v>4123.0</c:v>
                </c:pt>
                <c:pt idx="4123">
                  <c:v>4124.0</c:v>
                </c:pt>
                <c:pt idx="4124">
                  <c:v>4125.0</c:v>
                </c:pt>
                <c:pt idx="4125">
                  <c:v>4126.0</c:v>
                </c:pt>
                <c:pt idx="4126">
                  <c:v>4127.0</c:v>
                </c:pt>
                <c:pt idx="4127">
                  <c:v>4128.0</c:v>
                </c:pt>
                <c:pt idx="4128">
                  <c:v>4129.0</c:v>
                </c:pt>
                <c:pt idx="4129">
                  <c:v>4130.0</c:v>
                </c:pt>
                <c:pt idx="4130">
                  <c:v>4131.0</c:v>
                </c:pt>
                <c:pt idx="4131">
                  <c:v>4132.0</c:v>
                </c:pt>
                <c:pt idx="4132">
                  <c:v>4133.0</c:v>
                </c:pt>
                <c:pt idx="4133">
                  <c:v>4134.0</c:v>
                </c:pt>
                <c:pt idx="4134">
                  <c:v>4135.0</c:v>
                </c:pt>
                <c:pt idx="4135">
                  <c:v>4136.0</c:v>
                </c:pt>
                <c:pt idx="4136">
                  <c:v>4137.0</c:v>
                </c:pt>
                <c:pt idx="4137">
                  <c:v>4138.0</c:v>
                </c:pt>
                <c:pt idx="4138">
                  <c:v>4139.0</c:v>
                </c:pt>
                <c:pt idx="4139">
                  <c:v>4140.0</c:v>
                </c:pt>
                <c:pt idx="4140">
                  <c:v>4141.0</c:v>
                </c:pt>
                <c:pt idx="4141">
                  <c:v>4142.0</c:v>
                </c:pt>
                <c:pt idx="4142">
                  <c:v>4143.0</c:v>
                </c:pt>
                <c:pt idx="4143">
                  <c:v>4144.0</c:v>
                </c:pt>
                <c:pt idx="4144">
                  <c:v>4145.0</c:v>
                </c:pt>
                <c:pt idx="4145">
                  <c:v>4146.0</c:v>
                </c:pt>
                <c:pt idx="4146">
                  <c:v>4147.0</c:v>
                </c:pt>
                <c:pt idx="4147">
                  <c:v>4148.0</c:v>
                </c:pt>
                <c:pt idx="4148">
                  <c:v>4149.0</c:v>
                </c:pt>
                <c:pt idx="4149">
                  <c:v>4150.0</c:v>
                </c:pt>
                <c:pt idx="4150">
                  <c:v>4151.0</c:v>
                </c:pt>
                <c:pt idx="4151">
                  <c:v>4152.0</c:v>
                </c:pt>
                <c:pt idx="4152">
                  <c:v>4153.0</c:v>
                </c:pt>
                <c:pt idx="4153">
                  <c:v>4154.0</c:v>
                </c:pt>
                <c:pt idx="4154">
                  <c:v>4155.0</c:v>
                </c:pt>
                <c:pt idx="4155">
                  <c:v>4156.0</c:v>
                </c:pt>
                <c:pt idx="4156">
                  <c:v>4157.0</c:v>
                </c:pt>
                <c:pt idx="4157">
                  <c:v>4158.0</c:v>
                </c:pt>
                <c:pt idx="4158">
                  <c:v>4159.0</c:v>
                </c:pt>
                <c:pt idx="4159">
                  <c:v>4160.0</c:v>
                </c:pt>
                <c:pt idx="4160">
                  <c:v>4161.0</c:v>
                </c:pt>
                <c:pt idx="4161">
                  <c:v>4162.0</c:v>
                </c:pt>
                <c:pt idx="4162">
                  <c:v>4163.0</c:v>
                </c:pt>
                <c:pt idx="4163">
                  <c:v>4164.0</c:v>
                </c:pt>
                <c:pt idx="4164">
                  <c:v>4165.0</c:v>
                </c:pt>
                <c:pt idx="4165">
                  <c:v>4166.0</c:v>
                </c:pt>
                <c:pt idx="4166">
                  <c:v>4167.0</c:v>
                </c:pt>
                <c:pt idx="4167">
                  <c:v>4168.0</c:v>
                </c:pt>
                <c:pt idx="4168">
                  <c:v>4169.0</c:v>
                </c:pt>
                <c:pt idx="4169">
                  <c:v>4170.0</c:v>
                </c:pt>
                <c:pt idx="4170">
                  <c:v>4171.0</c:v>
                </c:pt>
                <c:pt idx="4171">
                  <c:v>4172.0</c:v>
                </c:pt>
                <c:pt idx="4172">
                  <c:v>4173.0</c:v>
                </c:pt>
                <c:pt idx="4173">
                  <c:v>4174.0</c:v>
                </c:pt>
                <c:pt idx="4174">
                  <c:v>4175.0</c:v>
                </c:pt>
                <c:pt idx="4175">
                  <c:v>4176.0</c:v>
                </c:pt>
                <c:pt idx="4176">
                  <c:v>4177.0</c:v>
                </c:pt>
                <c:pt idx="4177">
                  <c:v>4178.0</c:v>
                </c:pt>
                <c:pt idx="4178">
                  <c:v>4179.0</c:v>
                </c:pt>
                <c:pt idx="4179">
                  <c:v>4180.0</c:v>
                </c:pt>
                <c:pt idx="4180">
                  <c:v>4181.0</c:v>
                </c:pt>
                <c:pt idx="4181">
                  <c:v>4182.0</c:v>
                </c:pt>
                <c:pt idx="4182">
                  <c:v>4183.0</c:v>
                </c:pt>
                <c:pt idx="4183">
                  <c:v>4184.0</c:v>
                </c:pt>
                <c:pt idx="4184">
                  <c:v>4185.0</c:v>
                </c:pt>
                <c:pt idx="4185">
                  <c:v>4186.0</c:v>
                </c:pt>
                <c:pt idx="4186">
                  <c:v>4187.0</c:v>
                </c:pt>
                <c:pt idx="4187">
                  <c:v>4188.0</c:v>
                </c:pt>
                <c:pt idx="4188">
                  <c:v>4189.0</c:v>
                </c:pt>
                <c:pt idx="4189">
                  <c:v>4190.0</c:v>
                </c:pt>
                <c:pt idx="4190">
                  <c:v>4191.0</c:v>
                </c:pt>
                <c:pt idx="4191">
                  <c:v>4192.0</c:v>
                </c:pt>
                <c:pt idx="4192">
                  <c:v>4193.0</c:v>
                </c:pt>
                <c:pt idx="4193">
                  <c:v>4194.0</c:v>
                </c:pt>
                <c:pt idx="4194">
                  <c:v>4195.0</c:v>
                </c:pt>
                <c:pt idx="4195">
                  <c:v>4196.0</c:v>
                </c:pt>
                <c:pt idx="4196">
                  <c:v>4197.0</c:v>
                </c:pt>
                <c:pt idx="4197">
                  <c:v>4198.0</c:v>
                </c:pt>
                <c:pt idx="4198">
                  <c:v>4199.0</c:v>
                </c:pt>
                <c:pt idx="4199">
                  <c:v>4200.0</c:v>
                </c:pt>
                <c:pt idx="4200">
                  <c:v>4201.0</c:v>
                </c:pt>
                <c:pt idx="4201">
                  <c:v>4202.0</c:v>
                </c:pt>
                <c:pt idx="4202">
                  <c:v>4203.0</c:v>
                </c:pt>
                <c:pt idx="4203">
                  <c:v>4204.0</c:v>
                </c:pt>
                <c:pt idx="4204">
                  <c:v>4205.0</c:v>
                </c:pt>
                <c:pt idx="4205">
                  <c:v>4206.0</c:v>
                </c:pt>
                <c:pt idx="4206">
                  <c:v>4207.0</c:v>
                </c:pt>
                <c:pt idx="4207">
                  <c:v>4208.0</c:v>
                </c:pt>
                <c:pt idx="4208">
                  <c:v>4209.0</c:v>
                </c:pt>
                <c:pt idx="4209">
                  <c:v>4210.0</c:v>
                </c:pt>
                <c:pt idx="4210">
                  <c:v>4211.0</c:v>
                </c:pt>
                <c:pt idx="4211">
                  <c:v>4212.0</c:v>
                </c:pt>
                <c:pt idx="4212">
                  <c:v>4213.0</c:v>
                </c:pt>
                <c:pt idx="4213">
                  <c:v>4214.0</c:v>
                </c:pt>
                <c:pt idx="4214">
                  <c:v>4215.0</c:v>
                </c:pt>
                <c:pt idx="4215">
                  <c:v>4216.0</c:v>
                </c:pt>
                <c:pt idx="4216">
                  <c:v>4217.0</c:v>
                </c:pt>
                <c:pt idx="4217">
                  <c:v>4218.0</c:v>
                </c:pt>
                <c:pt idx="4218">
                  <c:v>4219.0</c:v>
                </c:pt>
                <c:pt idx="4219">
                  <c:v>4220.0</c:v>
                </c:pt>
                <c:pt idx="4220">
                  <c:v>4221.0</c:v>
                </c:pt>
                <c:pt idx="4221">
                  <c:v>4222.0</c:v>
                </c:pt>
                <c:pt idx="4222">
                  <c:v>4223.0</c:v>
                </c:pt>
                <c:pt idx="4223">
                  <c:v>4224.0</c:v>
                </c:pt>
                <c:pt idx="4224">
                  <c:v>4225.0</c:v>
                </c:pt>
                <c:pt idx="4225">
                  <c:v>4226.0</c:v>
                </c:pt>
                <c:pt idx="4226">
                  <c:v>4227.0</c:v>
                </c:pt>
                <c:pt idx="4227">
                  <c:v>4228.0</c:v>
                </c:pt>
                <c:pt idx="4228">
                  <c:v>4229.0</c:v>
                </c:pt>
                <c:pt idx="4229">
                  <c:v>4230.0</c:v>
                </c:pt>
                <c:pt idx="4230">
                  <c:v>4231.0</c:v>
                </c:pt>
                <c:pt idx="4231">
                  <c:v>4232.0</c:v>
                </c:pt>
                <c:pt idx="4232">
                  <c:v>4233.0</c:v>
                </c:pt>
                <c:pt idx="4233">
                  <c:v>4234.0</c:v>
                </c:pt>
                <c:pt idx="4234">
                  <c:v>4235.0</c:v>
                </c:pt>
                <c:pt idx="4235">
                  <c:v>4236.0</c:v>
                </c:pt>
                <c:pt idx="4236">
                  <c:v>4237.0</c:v>
                </c:pt>
                <c:pt idx="4237">
                  <c:v>4238.0</c:v>
                </c:pt>
                <c:pt idx="4238">
                  <c:v>4239.0</c:v>
                </c:pt>
                <c:pt idx="4239">
                  <c:v>4240.0</c:v>
                </c:pt>
                <c:pt idx="4240">
                  <c:v>4241.0</c:v>
                </c:pt>
                <c:pt idx="4241">
                  <c:v>4242.0</c:v>
                </c:pt>
                <c:pt idx="4242">
                  <c:v>4243.0</c:v>
                </c:pt>
                <c:pt idx="4243">
                  <c:v>4244.0</c:v>
                </c:pt>
                <c:pt idx="4244">
                  <c:v>4245.0</c:v>
                </c:pt>
                <c:pt idx="4245">
                  <c:v>4246.0</c:v>
                </c:pt>
                <c:pt idx="4246">
                  <c:v>4247.0</c:v>
                </c:pt>
                <c:pt idx="4247">
                  <c:v>4248.0</c:v>
                </c:pt>
                <c:pt idx="4248">
                  <c:v>4249.0</c:v>
                </c:pt>
                <c:pt idx="4249">
                  <c:v>4250.0</c:v>
                </c:pt>
                <c:pt idx="4250">
                  <c:v>4251.0</c:v>
                </c:pt>
                <c:pt idx="4251">
                  <c:v>4252.0</c:v>
                </c:pt>
                <c:pt idx="4252">
                  <c:v>4253.0</c:v>
                </c:pt>
                <c:pt idx="4253">
                  <c:v>4254.0</c:v>
                </c:pt>
                <c:pt idx="4254">
                  <c:v>4255.0</c:v>
                </c:pt>
                <c:pt idx="4255">
                  <c:v>4256.0</c:v>
                </c:pt>
                <c:pt idx="4256">
                  <c:v>4257.0</c:v>
                </c:pt>
                <c:pt idx="4257">
                  <c:v>4258.0</c:v>
                </c:pt>
                <c:pt idx="4258">
                  <c:v>4259.0</c:v>
                </c:pt>
                <c:pt idx="4259">
                  <c:v>4260.0</c:v>
                </c:pt>
                <c:pt idx="4260">
                  <c:v>4261.0</c:v>
                </c:pt>
                <c:pt idx="4261">
                  <c:v>4262.0</c:v>
                </c:pt>
                <c:pt idx="4262">
                  <c:v>4263.0</c:v>
                </c:pt>
                <c:pt idx="4263">
                  <c:v>4264.0</c:v>
                </c:pt>
                <c:pt idx="4264">
                  <c:v>4265.0</c:v>
                </c:pt>
                <c:pt idx="4265">
                  <c:v>4266.0</c:v>
                </c:pt>
                <c:pt idx="4266">
                  <c:v>4267.0</c:v>
                </c:pt>
                <c:pt idx="4267">
                  <c:v>4268.0</c:v>
                </c:pt>
                <c:pt idx="4268">
                  <c:v>4269.0</c:v>
                </c:pt>
                <c:pt idx="4269">
                  <c:v>4270.0</c:v>
                </c:pt>
                <c:pt idx="4270">
                  <c:v>4271.0</c:v>
                </c:pt>
                <c:pt idx="4271">
                  <c:v>4272.0</c:v>
                </c:pt>
                <c:pt idx="4272">
                  <c:v>4273.0</c:v>
                </c:pt>
                <c:pt idx="4273">
                  <c:v>4274.0</c:v>
                </c:pt>
                <c:pt idx="4274">
                  <c:v>4275.0</c:v>
                </c:pt>
                <c:pt idx="4275">
                  <c:v>4276.0</c:v>
                </c:pt>
                <c:pt idx="4276">
                  <c:v>4277.0</c:v>
                </c:pt>
                <c:pt idx="4277">
                  <c:v>4278.0</c:v>
                </c:pt>
                <c:pt idx="4278">
                  <c:v>4279.0</c:v>
                </c:pt>
                <c:pt idx="4279">
                  <c:v>4280.0</c:v>
                </c:pt>
                <c:pt idx="4280">
                  <c:v>4281.0</c:v>
                </c:pt>
                <c:pt idx="4281">
                  <c:v>4282.0</c:v>
                </c:pt>
                <c:pt idx="4282">
                  <c:v>4283.0</c:v>
                </c:pt>
                <c:pt idx="4283">
                  <c:v>4284.0</c:v>
                </c:pt>
                <c:pt idx="4284">
                  <c:v>4285.0</c:v>
                </c:pt>
                <c:pt idx="4285">
                  <c:v>4286.0</c:v>
                </c:pt>
                <c:pt idx="4286">
                  <c:v>4287.0</c:v>
                </c:pt>
                <c:pt idx="4287">
                  <c:v>4288.0</c:v>
                </c:pt>
                <c:pt idx="4288">
                  <c:v>4289.0</c:v>
                </c:pt>
                <c:pt idx="4289">
                  <c:v>4290.0</c:v>
                </c:pt>
                <c:pt idx="4290">
                  <c:v>4291.0</c:v>
                </c:pt>
                <c:pt idx="4291">
                  <c:v>4292.0</c:v>
                </c:pt>
                <c:pt idx="4292">
                  <c:v>4293.0</c:v>
                </c:pt>
                <c:pt idx="4293">
                  <c:v>4294.0</c:v>
                </c:pt>
                <c:pt idx="4294">
                  <c:v>4295.0</c:v>
                </c:pt>
                <c:pt idx="4295">
                  <c:v>4296.0</c:v>
                </c:pt>
                <c:pt idx="4296">
                  <c:v>4297.0</c:v>
                </c:pt>
                <c:pt idx="4297">
                  <c:v>4298.0</c:v>
                </c:pt>
                <c:pt idx="4298">
                  <c:v>4299.0</c:v>
                </c:pt>
                <c:pt idx="4299">
                  <c:v>4300.0</c:v>
                </c:pt>
                <c:pt idx="4300">
                  <c:v>4301.0</c:v>
                </c:pt>
                <c:pt idx="4301">
                  <c:v>4302.0</c:v>
                </c:pt>
                <c:pt idx="4302">
                  <c:v>4303.0</c:v>
                </c:pt>
                <c:pt idx="4303">
                  <c:v>4304.0</c:v>
                </c:pt>
                <c:pt idx="4304">
                  <c:v>4305.0</c:v>
                </c:pt>
                <c:pt idx="4305">
                  <c:v>4306.0</c:v>
                </c:pt>
                <c:pt idx="4306">
                  <c:v>4307.0</c:v>
                </c:pt>
                <c:pt idx="4307">
                  <c:v>4308.0</c:v>
                </c:pt>
                <c:pt idx="4308">
                  <c:v>4309.0</c:v>
                </c:pt>
                <c:pt idx="4309">
                  <c:v>4310.0</c:v>
                </c:pt>
                <c:pt idx="4310">
                  <c:v>4311.0</c:v>
                </c:pt>
                <c:pt idx="4311">
                  <c:v>4312.0</c:v>
                </c:pt>
                <c:pt idx="4312">
                  <c:v>4313.0</c:v>
                </c:pt>
                <c:pt idx="4313">
                  <c:v>4314.0</c:v>
                </c:pt>
                <c:pt idx="4314">
                  <c:v>4315.0</c:v>
                </c:pt>
                <c:pt idx="4315">
                  <c:v>4316.0</c:v>
                </c:pt>
                <c:pt idx="4316">
                  <c:v>4317.0</c:v>
                </c:pt>
                <c:pt idx="4317">
                  <c:v>4318.0</c:v>
                </c:pt>
                <c:pt idx="4318">
                  <c:v>4319.0</c:v>
                </c:pt>
                <c:pt idx="4319">
                  <c:v>4320.0</c:v>
                </c:pt>
                <c:pt idx="4320">
                  <c:v>4321.0</c:v>
                </c:pt>
                <c:pt idx="4321">
                  <c:v>4322.0</c:v>
                </c:pt>
                <c:pt idx="4322">
                  <c:v>4323.0</c:v>
                </c:pt>
                <c:pt idx="4323">
                  <c:v>4324.0</c:v>
                </c:pt>
                <c:pt idx="4324">
                  <c:v>4325.0</c:v>
                </c:pt>
                <c:pt idx="4325">
                  <c:v>4326.0</c:v>
                </c:pt>
                <c:pt idx="4326">
                  <c:v>4327.0</c:v>
                </c:pt>
                <c:pt idx="4327">
                  <c:v>4328.0</c:v>
                </c:pt>
                <c:pt idx="4328">
                  <c:v>4329.0</c:v>
                </c:pt>
                <c:pt idx="4329">
                  <c:v>4330.0</c:v>
                </c:pt>
                <c:pt idx="4330">
                  <c:v>4331.0</c:v>
                </c:pt>
                <c:pt idx="4331">
                  <c:v>4332.0</c:v>
                </c:pt>
                <c:pt idx="4332">
                  <c:v>4333.0</c:v>
                </c:pt>
                <c:pt idx="4333">
                  <c:v>4334.0</c:v>
                </c:pt>
                <c:pt idx="4334">
                  <c:v>4335.0</c:v>
                </c:pt>
                <c:pt idx="4335">
                  <c:v>4336.0</c:v>
                </c:pt>
                <c:pt idx="4336">
                  <c:v>4337.0</c:v>
                </c:pt>
                <c:pt idx="4337">
                  <c:v>4338.0</c:v>
                </c:pt>
                <c:pt idx="4338">
                  <c:v>4339.0</c:v>
                </c:pt>
                <c:pt idx="4339">
                  <c:v>4340.0</c:v>
                </c:pt>
                <c:pt idx="4340">
                  <c:v>4341.0</c:v>
                </c:pt>
                <c:pt idx="4341">
                  <c:v>4342.0</c:v>
                </c:pt>
                <c:pt idx="4342">
                  <c:v>4343.0</c:v>
                </c:pt>
                <c:pt idx="4343">
                  <c:v>4344.0</c:v>
                </c:pt>
                <c:pt idx="4344">
                  <c:v>4345.0</c:v>
                </c:pt>
                <c:pt idx="4345">
                  <c:v>4346.0</c:v>
                </c:pt>
                <c:pt idx="4346">
                  <c:v>4347.0</c:v>
                </c:pt>
                <c:pt idx="4347">
                  <c:v>4348.0</c:v>
                </c:pt>
                <c:pt idx="4348">
                  <c:v>4349.0</c:v>
                </c:pt>
                <c:pt idx="4349">
                  <c:v>4350.0</c:v>
                </c:pt>
                <c:pt idx="4350">
                  <c:v>4351.0</c:v>
                </c:pt>
                <c:pt idx="4351">
                  <c:v>4352.0</c:v>
                </c:pt>
                <c:pt idx="4352">
                  <c:v>4353.0</c:v>
                </c:pt>
                <c:pt idx="4353">
                  <c:v>4354.0</c:v>
                </c:pt>
                <c:pt idx="4354">
                  <c:v>4355.0</c:v>
                </c:pt>
                <c:pt idx="4355">
                  <c:v>4356.0</c:v>
                </c:pt>
                <c:pt idx="4356">
                  <c:v>4357.0</c:v>
                </c:pt>
                <c:pt idx="4357">
                  <c:v>4358.0</c:v>
                </c:pt>
                <c:pt idx="4358">
                  <c:v>4359.0</c:v>
                </c:pt>
                <c:pt idx="4359">
                  <c:v>4360.0</c:v>
                </c:pt>
                <c:pt idx="4360">
                  <c:v>4361.0</c:v>
                </c:pt>
                <c:pt idx="4361">
                  <c:v>4362.0</c:v>
                </c:pt>
                <c:pt idx="4362">
                  <c:v>4363.0</c:v>
                </c:pt>
                <c:pt idx="4363">
                  <c:v>4364.0</c:v>
                </c:pt>
                <c:pt idx="4364">
                  <c:v>4365.0</c:v>
                </c:pt>
                <c:pt idx="4365">
                  <c:v>4366.0</c:v>
                </c:pt>
                <c:pt idx="4366">
                  <c:v>4367.0</c:v>
                </c:pt>
                <c:pt idx="4367">
                  <c:v>4368.0</c:v>
                </c:pt>
                <c:pt idx="4368">
                  <c:v>4369.0</c:v>
                </c:pt>
                <c:pt idx="4369">
                  <c:v>4370.0</c:v>
                </c:pt>
                <c:pt idx="4370">
                  <c:v>4371.0</c:v>
                </c:pt>
                <c:pt idx="4371">
                  <c:v>4372.0</c:v>
                </c:pt>
                <c:pt idx="4372">
                  <c:v>4373.0</c:v>
                </c:pt>
                <c:pt idx="4373">
                  <c:v>4374.0</c:v>
                </c:pt>
                <c:pt idx="4374">
                  <c:v>4375.0</c:v>
                </c:pt>
                <c:pt idx="4375">
                  <c:v>4376.0</c:v>
                </c:pt>
                <c:pt idx="4376">
                  <c:v>4377.0</c:v>
                </c:pt>
                <c:pt idx="4377">
                  <c:v>4378.0</c:v>
                </c:pt>
                <c:pt idx="4378">
                  <c:v>4379.0</c:v>
                </c:pt>
                <c:pt idx="4379">
                  <c:v>4380.0</c:v>
                </c:pt>
                <c:pt idx="4380">
                  <c:v>4381.0</c:v>
                </c:pt>
                <c:pt idx="4381">
                  <c:v>4382.0</c:v>
                </c:pt>
                <c:pt idx="4382">
                  <c:v>4383.0</c:v>
                </c:pt>
                <c:pt idx="4383">
                  <c:v>4384.0</c:v>
                </c:pt>
                <c:pt idx="4384">
                  <c:v>4385.0</c:v>
                </c:pt>
                <c:pt idx="4385">
                  <c:v>4386.0</c:v>
                </c:pt>
                <c:pt idx="4386">
                  <c:v>4387.0</c:v>
                </c:pt>
                <c:pt idx="4387">
                  <c:v>4388.0</c:v>
                </c:pt>
                <c:pt idx="4388">
                  <c:v>4389.0</c:v>
                </c:pt>
                <c:pt idx="4389">
                  <c:v>4390.0</c:v>
                </c:pt>
                <c:pt idx="4390">
                  <c:v>4391.0</c:v>
                </c:pt>
                <c:pt idx="4391">
                  <c:v>4392.0</c:v>
                </c:pt>
                <c:pt idx="4392">
                  <c:v>4393.0</c:v>
                </c:pt>
                <c:pt idx="4393">
                  <c:v>4394.0</c:v>
                </c:pt>
                <c:pt idx="4394">
                  <c:v>4395.0</c:v>
                </c:pt>
                <c:pt idx="4395">
                  <c:v>4396.0</c:v>
                </c:pt>
                <c:pt idx="4396">
                  <c:v>4397.0</c:v>
                </c:pt>
                <c:pt idx="4397">
                  <c:v>4398.0</c:v>
                </c:pt>
                <c:pt idx="4398">
                  <c:v>4399.0</c:v>
                </c:pt>
                <c:pt idx="4399">
                  <c:v>4400.0</c:v>
                </c:pt>
                <c:pt idx="4400">
                  <c:v>4401.0</c:v>
                </c:pt>
                <c:pt idx="4401">
                  <c:v>4402.0</c:v>
                </c:pt>
                <c:pt idx="4402">
                  <c:v>4403.0</c:v>
                </c:pt>
                <c:pt idx="4403">
                  <c:v>4404.0</c:v>
                </c:pt>
                <c:pt idx="4404">
                  <c:v>4405.0</c:v>
                </c:pt>
                <c:pt idx="4405">
                  <c:v>4406.0</c:v>
                </c:pt>
                <c:pt idx="4406">
                  <c:v>4407.0</c:v>
                </c:pt>
                <c:pt idx="4407">
                  <c:v>4408.0</c:v>
                </c:pt>
                <c:pt idx="4408">
                  <c:v>4409.0</c:v>
                </c:pt>
                <c:pt idx="4409">
                  <c:v>4410.0</c:v>
                </c:pt>
                <c:pt idx="4410">
                  <c:v>4411.0</c:v>
                </c:pt>
                <c:pt idx="4411">
                  <c:v>4412.0</c:v>
                </c:pt>
                <c:pt idx="4412">
                  <c:v>4413.0</c:v>
                </c:pt>
                <c:pt idx="4413">
                  <c:v>4414.0</c:v>
                </c:pt>
                <c:pt idx="4414">
                  <c:v>4415.0</c:v>
                </c:pt>
                <c:pt idx="4415">
                  <c:v>4416.0</c:v>
                </c:pt>
                <c:pt idx="4416">
                  <c:v>4417.0</c:v>
                </c:pt>
                <c:pt idx="4417">
                  <c:v>4418.0</c:v>
                </c:pt>
                <c:pt idx="4418">
                  <c:v>4419.0</c:v>
                </c:pt>
                <c:pt idx="4419">
                  <c:v>4420.0</c:v>
                </c:pt>
                <c:pt idx="4420">
                  <c:v>4421.0</c:v>
                </c:pt>
                <c:pt idx="4421">
                  <c:v>4422.0</c:v>
                </c:pt>
                <c:pt idx="4422">
                  <c:v>4423.0</c:v>
                </c:pt>
                <c:pt idx="4423">
                  <c:v>4424.0</c:v>
                </c:pt>
                <c:pt idx="4424">
                  <c:v>4425.0</c:v>
                </c:pt>
                <c:pt idx="4425">
                  <c:v>4426.0</c:v>
                </c:pt>
                <c:pt idx="4426">
                  <c:v>4427.0</c:v>
                </c:pt>
                <c:pt idx="4427">
                  <c:v>4428.0</c:v>
                </c:pt>
                <c:pt idx="4428">
                  <c:v>4429.0</c:v>
                </c:pt>
                <c:pt idx="4429">
                  <c:v>4430.0</c:v>
                </c:pt>
                <c:pt idx="4430">
                  <c:v>4431.0</c:v>
                </c:pt>
                <c:pt idx="4431">
                  <c:v>4432.0</c:v>
                </c:pt>
                <c:pt idx="4432">
                  <c:v>4433.0</c:v>
                </c:pt>
                <c:pt idx="4433">
                  <c:v>4434.0</c:v>
                </c:pt>
                <c:pt idx="4434">
                  <c:v>4435.0</c:v>
                </c:pt>
                <c:pt idx="4435">
                  <c:v>4436.0</c:v>
                </c:pt>
                <c:pt idx="4436">
                  <c:v>4437.0</c:v>
                </c:pt>
                <c:pt idx="4437">
                  <c:v>4438.0</c:v>
                </c:pt>
                <c:pt idx="4438">
                  <c:v>4439.0</c:v>
                </c:pt>
                <c:pt idx="4439">
                  <c:v>4440.0</c:v>
                </c:pt>
                <c:pt idx="4440">
                  <c:v>4441.0</c:v>
                </c:pt>
                <c:pt idx="4441">
                  <c:v>4442.0</c:v>
                </c:pt>
                <c:pt idx="4442">
                  <c:v>4443.0</c:v>
                </c:pt>
                <c:pt idx="4443">
                  <c:v>4444.0</c:v>
                </c:pt>
                <c:pt idx="4444">
                  <c:v>4445.0</c:v>
                </c:pt>
                <c:pt idx="4445">
                  <c:v>4446.0</c:v>
                </c:pt>
                <c:pt idx="4446">
                  <c:v>4447.0</c:v>
                </c:pt>
                <c:pt idx="4447">
                  <c:v>4448.0</c:v>
                </c:pt>
                <c:pt idx="4448">
                  <c:v>4449.0</c:v>
                </c:pt>
                <c:pt idx="4449">
                  <c:v>4450.0</c:v>
                </c:pt>
                <c:pt idx="4450">
                  <c:v>4451.0</c:v>
                </c:pt>
                <c:pt idx="4451">
                  <c:v>4452.0</c:v>
                </c:pt>
                <c:pt idx="4452">
                  <c:v>4453.0</c:v>
                </c:pt>
                <c:pt idx="4453">
                  <c:v>4454.0</c:v>
                </c:pt>
                <c:pt idx="4454">
                  <c:v>4455.0</c:v>
                </c:pt>
                <c:pt idx="4455">
                  <c:v>4456.0</c:v>
                </c:pt>
                <c:pt idx="4456">
                  <c:v>4457.0</c:v>
                </c:pt>
                <c:pt idx="4457">
                  <c:v>4458.0</c:v>
                </c:pt>
                <c:pt idx="4458">
                  <c:v>4459.0</c:v>
                </c:pt>
                <c:pt idx="4459">
                  <c:v>4460.0</c:v>
                </c:pt>
                <c:pt idx="4460">
                  <c:v>4461.0</c:v>
                </c:pt>
                <c:pt idx="4461">
                  <c:v>4462.0</c:v>
                </c:pt>
                <c:pt idx="4462">
                  <c:v>4463.0</c:v>
                </c:pt>
                <c:pt idx="4463">
                  <c:v>4464.0</c:v>
                </c:pt>
                <c:pt idx="4464">
                  <c:v>4465.0</c:v>
                </c:pt>
                <c:pt idx="4465">
                  <c:v>4466.0</c:v>
                </c:pt>
                <c:pt idx="4466">
                  <c:v>4467.0</c:v>
                </c:pt>
                <c:pt idx="4467">
                  <c:v>4468.0</c:v>
                </c:pt>
                <c:pt idx="4468">
                  <c:v>4469.0</c:v>
                </c:pt>
                <c:pt idx="4469">
                  <c:v>4470.0</c:v>
                </c:pt>
                <c:pt idx="4470">
                  <c:v>4471.0</c:v>
                </c:pt>
                <c:pt idx="4471">
                  <c:v>4472.0</c:v>
                </c:pt>
                <c:pt idx="4472">
                  <c:v>4473.0</c:v>
                </c:pt>
                <c:pt idx="4473">
                  <c:v>4474.0</c:v>
                </c:pt>
                <c:pt idx="4474">
                  <c:v>4475.0</c:v>
                </c:pt>
                <c:pt idx="4475">
                  <c:v>4476.0</c:v>
                </c:pt>
                <c:pt idx="4476">
                  <c:v>4477.0</c:v>
                </c:pt>
                <c:pt idx="4477">
                  <c:v>4478.0</c:v>
                </c:pt>
                <c:pt idx="4478">
                  <c:v>4479.0</c:v>
                </c:pt>
                <c:pt idx="4479">
                  <c:v>4480.0</c:v>
                </c:pt>
                <c:pt idx="4480">
                  <c:v>4481.0</c:v>
                </c:pt>
                <c:pt idx="4481">
                  <c:v>4482.0</c:v>
                </c:pt>
                <c:pt idx="4482">
                  <c:v>4483.0</c:v>
                </c:pt>
                <c:pt idx="4483">
                  <c:v>4484.0</c:v>
                </c:pt>
                <c:pt idx="4484">
                  <c:v>4485.0</c:v>
                </c:pt>
                <c:pt idx="4485">
                  <c:v>4486.0</c:v>
                </c:pt>
                <c:pt idx="4486">
                  <c:v>4487.0</c:v>
                </c:pt>
                <c:pt idx="4487">
                  <c:v>4488.0</c:v>
                </c:pt>
                <c:pt idx="4488">
                  <c:v>4489.0</c:v>
                </c:pt>
                <c:pt idx="4489">
                  <c:v>4490.0</c:v>
                </c:pt>
                <c:pt idx="4490">
                  <c:v>4491.0</c:v>
                </c:pt>
                <c:pt idx="4491">
                  <c:v>4492.0</c:v>
                </c:pt>
                <c:pt idx="4492">
                  <c:v>4493.0</c:v>
                </c:pt>
                <c:pt idx="4493">
                  <c:v>4494.0</c:v>
                </c:pt>
                <c:pt idx="4494">
                  <c:v>4495.0</c:v>
                </c:pt>
                <c:pt idx="4495">
                  <c:v>4496.0</c:v>
                </c:pt>
                <c:pt idx="4496">
                  <c:v>4497.0</c:v>
                </c:pt>
                <c:pt idx="4497">
                  <c:v>4498.0</c:v>
                </c:pt>
                <c:pt idx="4498">
                  <c:v>4499.0</c:v>
                </c:pt>
                <c:pt idx="4499">
                  <c:v>4500.0</c:v>
                </c:pt>
                <c:pt idx="4500">
                  <c:v>4501.0</c:v>
                </c:pt>
                <c:pt idx="4501">
                  <c:v>4502.0</c:v>
                </c:pt>
                <c:pt idx="4502">
                  <c:v>4503.0</c:v>
                </c:pt>
                <c:pt idx="4503">
                  <c:v>4504.0</c:v>
                </c:pt>
                <c:pt idx="4504">
                  <c:v>4505.0</c:v>
                </c:pt>
                <c:pt idx="4505">
                  <c:v>4506.0</c:v>
                </c:pt>
                <c:pt idx="4506">
                  <c:v>4507.0</c:v>
                </c:pt>
                <c:pt idx="4507">
                  <c:v>4508.0</c:v>
                </c:pt>
                <c:pt idx="4508">
                  <c:v>4509.0</c:v>
                </c:pt>
                <c:pt idx="4509">
                  <c:v>4510.0</c:v>
                </c:pt>
                <c:pt idx="4510">
                  <c:v>4511.0</c:v>
                </c:pt>
                <c:pt idx="4511">
                  <c:v>4512.0</c:v>
                </c:pt>
                <c:pt idx="4512">
                  <c:v>4513.0</c:v>
                </c:pt>
                <c:pt idx="4513">
                  <c:v>4514.0</c:v>
                </c:pt>
                <c:pt idx="4514">
                  <c:v>4515.0</c:v>
                </c:pt>
                <c:pt idx="4515">
                  <c:v>4516.0</c:v>
                </c:pt>
                <c:pt idx="4516">
                  <c:v>4517.0</c:v>
                </c:pt>
                <c:pt idx="4517">
                  <c:v>4518.0</c:v>
                </c:pt>
                <c:pt idx="4518">
                  <c:v>4519.0</c:v>
                </c:pt>
                <c:pt idx="4519">
                  <c:v>4520.0</c:v>
                </c:pt>
                <c:pt idx="4520">
                  <c:v>4521.0</c:v>
                </c:pt>
                <c:pt idx="4521">
                  <c:v>4522.0</c:v>
                </c:pt>
                <c:pt idx="4522">
                  <c:v>4523.0</c:v>
                </c:pt>
                <c:pt idx="4523">
                  <c:v>4524.0</c:v>
                </c:pt>
                <c:pt idx="4524">
                  <c:v>4525.0</c:v>
                </c:pt>
                <c:pt idx="4525">
                  <c:v>4526.0</c:v>
                </c:pt>
                <c:pt idx="4526">
                  <c:v>4527.0</c:v>
                </c:pt>
                <c:pt idx="4527">
                  <c:v>4528.0</c:v>
                </c:pt>
                <c:pt idx="4528">
                  <c:v>4529.0</c:v>
                </c:pt>
                <c:pt idx="4529">
                  <c:v>4530.0</c:v>
                </c:pt>
                <c:pt idx="4530">
                  <c:v>4531.0</c:v>
                </c:pt>
                <c:pt idx="4531">
                  <c:v>4532.0</c:v>
                </c:pt>
                <c:pt idx="4532">
                  <c:v>4533.0</c:v>
                </c:pt>
                <c:pt idx="4533">
                  <c:v>4534.0</c:v>
                </c:pt>
                <c:pt idx="4534">
                  <c:v>4535.0</c:v>
                </c:pt>
                <c:pt idx="4535">
                  <c:v>4536.0</c:v>
                </c:pt>
                <c:pt idx="4536">
                  <c:v>4537.0</c:v>
                </c:pt>
                <c:pt idx="4537">
                  <c:v>4538.0</c:v>
                </c:pt>
                <c:pt idx="4538">
                  <c:v>4539.0</c:v>
                </c:pt>
                <c:pt idx="4539">
                  <c:v>4540.0</c:v>
                </c:pt>
                <c:pt idx="4540">
                  <c:v>4541.0</c:v>
                </c:pt>
                <c:pt idx="4541">
                  <c:v>4542.0</c:v>
                </c:pt>
                <c:pt idx="4542">
                  <c:v>4543.0</c:v>
                </c:pt>
                <c:pt idx="4543">
                  <c:v>4544.0</c:v>
                </c:pt>
                <c:pt idx="4544">
                  <c:v>4545.0</c:v>
                </c:pt>
                <c:pt idx="4545">
                  <c:v>4546.0</c:v>
                </c:pt>
                <c:pt idx="4546">
                  <c:v>4547.0</c:v>
                </c:pt>
                <c:pt idx="4547">
                  <c:v>4548.0</c:v>
                </c:pt>
                <c:pt idx="4548">
                  <c:v>4549.0</c:v>
                </c:pt>
                <c:pt idx="4549">
                  <c:v>4550.0</c:v>
                </c:pt>
                <c:pt idx="4550">
                  <c:v>4551.0</c:v>
                </c:pt>
                <c:pt idx="4551">
                  <c:v>4552.0</c:v>
                </c:pt>
                <c:pt idx="4552">
                  <c:v>4553.0</c:v>
                </c:pt>
                <c:pt idx="4553">
                  <c:v>4554.0</c:v>
                </c:pt>
                <c:pt idx="4554">
                  <c:v>4555.0</c:v>
                </c:pt>
                <c:pt idx="4555">
                  <c:v>4556.0</c:v>
                </c:pt>
                <c:pt idx="4556">
                  <c:v>4557.0</c:v>
                </c:pt>
                <c:pt idx="4557">
                  <c:v>4558.0</c:v>
                </c:pt>
                <c:pt idx="4558">
                  <c:v>4559.0</c:v>
                </c:pt>
                <c:pt idx="4559">
                  <c:v>4560.0</c:v>
                </c:pt>
                <c:pt idx="4560">
                  <c:v>4561.0</c:v>
                </c:pt>
                <c:pt idx="4561">
                  <c:v>4562.0</c:v>
                </c:pt>
                <c:pt idx="4562">
                  <c:v>4563.0</c:v>
                </c:pt>
                <c:pt idx="4563">
                  <c:v>4564.0</c:v>
                </c:pt>
                <c:pt idx="4564">
                  <c:v>4565.0</c:v>
                </c:pt>
                <c:pt idx="4565">
                  <c:v>4566.0</c:v>
                </c:pt>
                <c:pt idx="4566">
                  <c:v>4567.0</c:v>
                </c:pt>
                <c:pt idx="4567">
                  <c:v>4568.0</c:v>
                </c:pt>
                <c:pt idx="4568">
                  <c:v>4569.0</c:v>
                </c:pt>
                <c:pt idx="4569">
                  <c:v>4570.0</c:v>
                </c:pt>
                <c:pt idx="4570">
                  <c:v>4571.0</c:v>
                </c:pt>
                <c:pt idx="4571">
                  <c:v>4572.0</c:v>
                </c:pt>
                <c:pt idx="4572">
                  <c:v>4573.0</c:v>
                </c:pt>
                <c:pt idx="4573">
                  <c:v>4574.0</c:v>
                </c:pt>
                <c:pt idx="4574">
                  <c:v>4575.0</c:v>
                </c:pt>
                <c:pt idx="4575">
                  <c:v>4576.0</c:v>
                </c:pt>
                <c:pt idx="4576">
                  <c:v>4577.0</c:v>
                </c:pt>
                <c:pt idx="4577">
                  <c:v>4578.0</c:v>
                </c:pt>
                <c:pt idx="4578">
                  <c:v>4579.0</c:v>
                </c:pt>
                <c:pt idx="4579">
                  <c:v>4580.0</c:v>
                </c:pt>
                <c:pt idx="4580">
                  <c:v>4581.0</c:v>
                </c:pt>
                <c:pt idx="4581">
                  <c:v>4582.0</c:v>
                </c:pt>
                <c:pt idx="4582">
                  <c:v>4583.0</c:v>
                </c:pt>
                <c:pt idx="4583">
                  <c:v>4584.0</c:v>
                </c:pt>
                <c:pt idx="4584">
                  <c:v>4585.0</c:v>
                </c:pt>
                <c:pt idx="4585">
                  <c:v>4586.0</c:v>
                </c:pt>
                <c:pt idx="4586">
                  <c:v>4587.0</c:v>
                </c:pt>
                <c:pt idx="4587">
                  <c:v>4588.0</c:v>
                </c:pt>
                <c:pt idx="4588">
                  <c:v>4589.0</c:v>
                </c:pt>
                <c:pt idx="4589">
                  <c:v>4590.0</c:v>
                </c:pt>
                <c:pt idx="4590">
                  <c:v>4591.0</c:v>
                </c:pt>
                <c:pt idx="4591">
                  <c:v>4592.0</c:v>
                </c:pt>
                <c:pt idx="4592">
                  <c:v>4593.0</c:v>
                </c:pt>
                <c:pt idx="4593">
                  <c:v>4594.0</c:v>
                </c:pt>
                <c:pt idx="4594">
                  <c:v>4595.0</c:v>
                </c:pt>
                <c:pt idx="4595">
                  <c:v>4596.0</c:v>
                </c:pt>
                <c:pt idx="4596">
                  <c:v>4597.0</c:v>
                </c:pt>
                <c:pt idx="4597">
                  <c:v>4598.0</c:v>
                </c:pt>
                <c:pt idx="4598">
                  <c:v>4599.0</c:v>
                </c:pt>
                <c:pt idx="4599">
                  <c:v>4600.0</c:v>
                </c:pt>
                <c:pt idx="4600">
                  <c:v>4601.0</c:v>
                </c:pt>
                <c:pt idx="4601">
                  <c:v>4602.0</c:v>
                </c:pt>
                <c:pt idx="4602">
                  <c:v>4603.0</c:v>
                </c:pt>
                <c:pt idx="4603">
                  <c:v>4604.0</c:v>
                </c:pt>
                <c:pt idx="4604">
                  <c:v>4605.0</c:v>
                </c:pt>
                <c:pt idx="4605">
                  <c:v>4606.0</c:v>
                </c:pt>
                <c:pt idx="4606">
                  <c:v>4607.0</c:v>
                </c:pt>
                <c:pt idx="4607">
                  <c:v>4608.0</c:v>
                </c:pt>
                <c:pt idx="4608">
                  <c:v>4609.0</c:v>
                </c:pt>
                <c:pt idx="4609">
                  <c:v>4610.0</c:v>
                </c:pt>
                <c:pt idx="4610">
                  <c:v>4611.0</c:v>
                </c:pt>
                <c:pt idx="4611">
                  <c:v>4612.0</c:v>
                </c:pt>
                <c:pt idx="4612">
                  <c:v>4613.0</c:v>
                </c:pt>
                <c:pt idx="4613">
                  <c:v>4614.0</c:v>
                </c:pt>
                <c:pt idx="4614">
                  <c:v>4615.0</c:v>
                </c:pt>
                <c:pt idx="4615">
                  <c:v>4616.0</c:v>
                </c:pt>
                <c:pt idx="4616">
                  <c:v>4617.0</c:v>
                </c:pt>
                <c:pt idx="4617">
                  <c:v>4618.0</c:v>
                </c:pt>
                <c:pt idx="4618">
                  <c:v>4619.0</c:v>
                </c:pt>
                <c:pt idx="4619">
                  <c:v>4620.0</c:v>
                </c:pt>
                <c:pt idx="4620">
                  <c:v>4621.0</c:v>
                </c:pt>
                <c:pt idx="4621">
                  <c:v>4622.0</c:v>
                </c:pt>
                <c:pt idx="4622">
                  <c:v>4623.0</c:v>
                </c:pt>
                <c:pt idx="4623">
                  <c:v>4624.0</c:v>
                </c:pt>
                <c:pt idx="4624">
                  <c:v>4625.0</c:v>
                </c:pt>
                <c:pt idx="4625">
                  <c:v>4626.0</c:v>
                </c:pt>
                <c:pt idx="4626">
                  <c:v>4627.0</c:v>
                </c:pt>
                <c:pt idx="4627">
                  <c:v>4628.0</c:v>
                </c:pt>
                <c:pt idx="4628">
                  <c:v>4629.0</c:v>
                </c:pt>
                <c:pt idx="4629">
                  <c:v>4630.0</c:v>
                </c:pt>
                <c:pt idx="4630">
                  <c:v>4631.0</c:v>
                </c:pt>
                <c:pt idx="4631">
                  <c:v>4632.0</c:v>
                </c:pt>
                <c:pt idx="4632">
                  <c:v>4633.0</c:v>
                </c:pt>
                <c:pt idx="4633">
                  <c:v>4634.0</c:v>
                </c:pt>
                <c:pt idx="4634">
                  <c:v>4635.0</c:v>
                </c:pt>
                <c:pt idx="4635">
                  <c:v>4636.0</c:v>
                </c:pt>
                <c:pt idx="4636">
                  <c:v>4637.0</c:v>
                </c:pt>
                <c:pt idx="4637">
                  <c:v>4638.0</c:v>
                </c:pt>
                <c:pt idx="4638">
                  <c:v>4639.0</c:v>
                </c:pt>
                <c:pt idx="4639">
                  <c:v>4640.0</c:v>
                </c:pt>
                <c:pt idx="4640">
                  <c:v>4641.0</c:v>
                </c:pt>
                <c:pt idx="4641">
                  <c:v>4642.0</c:v>
                </c:pt>
                <c:pt idx="4642">
                  <c:v>4643.0</c:v>
                </c:pt>
                <c:pt idx="4643">
                  <c:v>4644.0</c:v>
                </c:pt>
                <c:pt idx="4644">
                  <c:v>4645.0</c:v>
                </c:pt>
                <c:pt idx="4645">
                  <c:v>4646.0</c:v>
                </c:pt>
                <c:pt idx="4646">
                  <c:v>4647.0</c:v>
                </c:pt>
                <c:pt idx="4647">
                  <c:v>4648.0</c:v>
                </c:pt>
                <c:pt idx="4648">
                  <c:v>4649.0</c:v>
                </c:pt>
                <c:pt idx="4649">
                  <c:v>4650.0</c:v>
                </c:pt>
                <c:pt idx="4650">
                  <c:v>4651.0</c:v>
                </c:pt>
                <c:pt idx="4651">
                  <c:v>4652.0</c:v>
                </c:pt>
                <c:pt idx="4652">
                  <c:v>4653.0</c:v>
                </c:pt>
                <c:pt idx="4653">
                  <c:v>4654.0</c:v>
                </c:pt>
                <c:pt idx="4654">
                  <c:v>4655.0</c:v>
                </c:pt>
                <c:pt idx="4655">
                  <c:v>4656.0</c:v>
                </c:pt>
                <c:pt idx="4656">
                  <c:v>4657.0</c:v>
                </c:pt>
                <c:pt idx="4657">
                  <c:v>4658.0</c:v>
                </c:pt>
                <c:pt idx="4658">
                  <c:v>4659.0</c:v>
                </c:pt>
                <c:pt idx="4659">
                  <c:v>4660.0</c:v>
                </c:pt>
                <c:pt idx="4660">
                  <c:v>4661.0</c:v>
                </c:pt>
                <c:pt idx="4661">
                  <c:v>4662.0</c:v>
                </c:pt>
                <c:pt idx="4662">
                  <c:v>4663.0</c:v>
                </c:pt>
                <c:pt idx="4663">
                  <c:v>4664.0</c:v>
                </c:pt>
                <c:pt idx="4664">
                  <c:v>4665.0</c:v>
                </c:pt>
                <c:pt idx="4665">
                  <c:v>4666.0</c:v>
                </c:pt>
                <c:pt idx="4666">
                  <c:v>4667.0</c:v>
                </c:pt>
                <c:pt idx="4667">
                  <c:v>4668.0</c:v>
                </c:pt>
                <c:pt idx="4668">
                  <c:v>4669.0</c:v>
                </c:pt>
                <c:pt idx="4669">
                  <c:v>4670.0</c:v>
                </c:pt>
                <c:pt idx="4670">
                  <c:v>4671.0</c:v>
                </c:pt>
                <c:pt idx="4671">
                  <c:v>4672.0</c:v>
                </c:pt>
                <c:pt idx="4672">
                  <c:v>4673.0</c:v>
                </c:pt>
                <c:pt idx="4673">
                  <c:v>4674.0</c:v>
                </c:pt>
                <c:pt idx="4674">
                  <c:v>4675.0</c:v>
                </c:pt>
                <c:pt idx="4675">
                  <c:v>4676.0</c:v>
                </c:pt>
                <c:pt idx="4676">
                  <c:v>4677.0</c:v>
                </c:pt>
                <c:pt idx="4677">
                  <c:v>4678.0</c:v>
                </c:pt>
                <c:pt idx="4678">
                  <c:v>4679.0</c:v>
                </c:pt>
                <c:pt idx="4679">
                  <c:v>4680.0</c:v>
                </c:pt>
                <c:pt idx="4680">
                  <c:v>4681.0</c:v>
                </c:pt>
                <c:pt idx="4681">
                  <c:v>4682.0</c:v>
                </c:pt>
                <c:pt idx="4682">
                  <c:v>4683.0</c:v>
                </c:pt>
                <c:pt idx="4683">
                  <c:v>4684.0</c:v>
                </c:pt>
                <c:pt idx="4684">
                  <c:v>4685.0</c:v>
                </c:pt>
                <c:pt idx="4685">
                  <c:v>4686.0</c:v>
                </c:pt>
                <c:pt idx="4686">
                  <c:v>4687.0</c:v>
                </c:pt>
                <c:pt idx="4687">
                  <c:v>4688.0</c:v>
                </c:pt>
                <c:pt idx="4688">
                  <c:v>4689.0</c:v>
                </c:pt>
                <c:pt idx="4689">
                  <c:v>4690.0</c:v>
                </c:pt>
                <c:pt idx="4690">
                  <c:v>4691.0</c:v>
                </c:pt>
                <c:pt idx="4691">
                  <c:v>4692.0</c:v>
                </c:pt>
                <c:pt idx="4692">
                  <c:v>4693.0</c:v>
                </c:pt>
                <c:pt idx="4693">
                  <c:v>4694.0</c:v>
                </c:pt>
                <c:pt idx="4694">
                  <c:v>4695.0</c:v>
                </c:pt>
                <c:pt idx="4695">
                  <c:v>4696.0</c:v>
                </c:pt>
                <c:pt idx="4696">
                  <c:v>4697.0</c:v>
                </c:pt>
                <c:pt idx="4697">
                  <c:v>4698.0</c:v>
                </c:pt>
                <c:pt idx="4698">
                  <c:v>4699.0</c:v>
                </c:pt>
                <c:pt idx="4699">
                  <c:v>4700.0</c:v>
                </c:pt>
                <c:pt idx="4700">
                  <c:v>4701.0</c:v>
                </c:pt>
                <c:pt idx="4701">
                  <c:v>4702.0</c:v>
                </c:pt>
                <c:pt idx="4702">
                  <c:v>4703.0</c:v>
                </c:pt>
                <c:pt idx="4703">
                  <c:v>4704.0</c:v>
                </c:pt>
                <c:pt idx="4704">
                  <c:v>4705.0</c:v>
                </c:pt>
                <c:pt idx="4705">
                  <c:v>4706.0</c:v>
                </c:pt>
                <c:pt idx="4706">
                  <c:v>4707.0</c:v>
                </c:pt>
                <c:pt idx="4707">
                  <c:v>4708.0</c:v>
                </c:pt>
                <c:pt idx="4708">
                  <c:v>4709.0</c:v>
                </c:pt>
                <c:pt idx="4709">
                  <c:v>4710.0</c:v>
                </c:pt>
                <c:pt idx="4710">
                  <c:v>4711.0</c:v>
                </c:pt>
                <c:pt idx="4711">
                  <c:v>4712.0</c:v>
                </c:pt>
                <c:pt idx="4712">
                  <c:v>4713.0</c:v>
                </c:pt>
                <c:pt idx="4713">
                  <c:v>4714.0</c:v>
                </c:pt>
                <c:pt idx="4714">
                  <c:v>4715.0</c:v>
                </c:pt>
                <c:pt idx="4715">
                  <c:v>4716.0</c:v>
                </c:pt>
                <c:pt idx="4716">
                  <c:v>4717.0</c:v>
                </c:pt>
                <c:pt idx="4717">
                  <c:v>4718.0</c:v>
                </c:pt>
                <c:pt idx="4718">
                  <c:v>4719.0</c:v>
                </c:pt>
                <c:pt idx="4719">
                  <c:v>4720.0</c:v>
                </c:pt>
                <c:pt idx="4720">
                  <c:v>4721.0</c:v>
                </c:pt>
                <c:pt idx="4721">
                  <c:v>4722.0</c:v>
                </c:pt>
                <c:pt idx="4722">
                  <c:v>4723.0</c:v>
                </c:pt>
                <c:pt idx="4723">
                  <c:v>4724.0</c:v>
                </c:pt>
                <c:pt idx="4724">
                  <c:v>4725.0</c:v>
                </c:pt>
                <c:pt idx="4725">
                  <c:v>4726.0</c:v>
                </c:pt>
                <c:pt idx="4726">
                  <c:v>4727.0</c:v>
                </c:pt>
                <c:pt idx="4727">
                  <c:v>4728.0</c:v>
                </c:pt>
                <c:pt idx="4728">
                  <c:v>4729.0</c:v>
                </c:pt>
                <c:pt idx="4729">
                  <c:v>4730.0</c:v>
                </c:pt>
                <c:pt idx="4730">
                  <c:v>4731.0</c:v>
                </c:pt>
                <c:pt idx="4731">
                  <c:v>4732.0</c:v>
                </c:pt>
                <c:pt idx="4732">
                  <c:v>4733.0</c:v>
                </c:pt>
                <c:pt idx="4733">
                  <c:v>4734.0</c:v>
                </c:pt>
                <c:pt idx="4734">
                  <c:v>4735.0</c:v>
                </c:pt>
                <c:pt idx="4735">
                  <c:v>4736.0</c:v>
                </c:pt>
                <c:pt idx="4736">
                  <c:v>4737.0</c:v>
                </c:pt>
                <c:pt idx="4737">
                  <c:v>4738.0</c:v>
                </c:pt>
                <c:pt idx="4738">
                  <c:v>4739.0</c:v>
                </c:pt>
                <c:pt idx="4739">
                  <c:v>4740.0</c:v>
                </c:pt>
                <c:pt idx="4740">
                  <c:v>4741.0</c:v>
                </c:pt>
                <c:pt idx="4741">
                  <c:v>4742.0</c:v>
                </c:pt>
                <c:pt idx="4742">
                  <c:v>4743.0</c:v>
                </c:pt>
                <c:pt idx="4743">
                  <c:v>4744.0</c:v>
                </c:pt>
                <c:pt idx="4744">
                  <c:v>4745.0</c:v>
                </c:pt>
                <c:pt idx="4745">
                  <c:v>4746.0</c:v>
                </c:pt>
                <c:pt idx="4746">
                  <c:v>4747.0</c:v>
                </c:pt>
                <c:pt idx="4747">
                  <c:v>4748.0</c:v>
                </c:pt>
                <c:pt idx="4748">
                  <c:v>4749.0</c:v>
                </c:pt>
                <c:pt idx="4749">
                  <c:v>4750.0</c:v>
                </c:pt>
                <c:pt idx="4750">
                  <c:v>4751.0</c:v>
                </c:pt>
                <c:pt idx="4751">
                  <c:v>4752.0</c:v>
                </c:pt>
                <c:pt idx="4752">
                  <c:v>4753.0</c:v>
                </c:pt>
                <c:pt idx="4753">
                  <c:v>4754.0</c:v>
                </c:pt>
                <c:pt idx="4754">
                  <c:v>4755.0</c:v>
                </c:pt>
                <c:pt idx="4755">
                  <c:v>4756.0</c:v>
                </c:pt>
                <c:pt idx="4756">
                  <c:v>4757.0</c:v>
                </c:pt>
                <c:pt idx="4757">
                  <c:v>4758.0</c:v>
                </c:pt>
                <c:pt idx="4758">
                  <c:v>4759.0</c:v>
                </c:pt>
                <c:pt idx="4759">
                  <c:v>4760.0</c:v>
                </c:pt>
                <c:pt idx="4760">
                  <c:v>4761.0</c:v>
                </c:pt>
                <c:pt idx="4761">
                  <c:v>4762.0</c:v>
                </c:pt>
                <c:pt idx="4762">
                  <c:v>4763.0</c:v>
                </c:pt>
                <c:pt idx="4763">
                  <c:v>4764.0</c:v>
                </c:pt>
                <c:pt idx="4764">
                  <c:v>4765.0</c:v>
                </c:pt>
                <c:pt idx="4765">
                  <c:v>4766.0</c:v>
                </c:pt>
                <c:pt idx="4766">
                  <c:v>4767.0</c:v>
                </c:pt>
                <c:pt idx="4767">
                  <c:v>4768.0</c:v>
                </c:pt>
                <c:pt idx="4768">
                  <c:v>4769.0</c:v>
                </c:pt>
                <c:pt idx="4769">
                  <c:v>4770.0</c:v>
                </c:pt>
                <c:pt idx="4770">
                  <c:v>4771.0</c:v>
                </c:pt>
                <c:pt idx="4771">
                  <c:v>4772.0</c:v>
                </c:pt>
                <c:pt idx="4772">
                  <c:v>4773.0</c:v>
                </c:pt>
                <c:pt idx="4773">
                  <c:v>4774.0</c:v>
                </c:pt>
                <c:pt idx="4774">
                  <c:v>4775.0</c:v>
                </c:pt>
                <c:pt idx="4775">
                  <c:v>4776.0</c:v>
                </c:pt>
                <c:pt idx="4776">
                  <c:v>4777.0</c:v>
                </c:pt>
                <c:pt idx="4777">
                  <c:v>4778.0</c:v>
                </c:pt>
                <c:pt idx="4778">
                  <c:v>4779.0</c:v>
                </c:pt>
                <c:pt idx="4779">
                  <c:v>4780.0</c:v>
                </c:pt>
                <c:pt idx="4780">
                  <c:v>4781.0</c:v>
                </c:pt>
                <c:pt idx="4781">
                  <c:v>4782.0</c:v>
                </c:pt>
                <c:pt idx="4782">
                  <c:v>4783.0</c:v>
                </c:pt>
                <c:pt idx="4783">
                  <c:v>4784.0</c:v>
                </c:pt>
                <c:pt idx="4784">
                  <c:v>4785.0</c:v>
                </c:pt>
                <c:pt idx="4785">
                  <c:v>4786.0</c:v>
                </c:pt>
                <c:pt idx="4786">
                  <c:v>4787.0</c:v>
                </c:pt>
                <c:pt idx="4787">
                  <c:v>4788.0</c:v>
                </c:pt>
                <c:pt idx="4788">
                  <c:v>4789.0</c:v>
                </c:pt>
                <c:pt idx="4789">
                  <c:v>4790.0</c:v>
                </c:pt>
                <c:pt idx="4790">
                  <c:v>4791.0</c:v>
                </c:pt>
                <c:pt idx="4791">
                  <c:v>4792.0</c:v>
                </c:pt>
                <c:pt idx="4792">
                  <c:v>4793.0</c:v>
                </c:pt>
                <c:pt idx="4793">
                  <c:v>4794.0</c:v>
                </c:pt>
                <c:pt idx="4794">
                  <c:v>4795.0</c:v>
                </c:pt>
                <c:pt idx="4795">
                  <c:v>4796.0</c:v>
                </c:pt>
                <c:pt idx="4796">
                  <c:v>4797.0</c:v>
                </c:pt>
                <c:pt idx="4797">
                  <c:v>4798.0</c:v>
                </c:pt>
                <c:pt idx="4798">
                  <c:v>4799.0</c:v>
                </c:pt>
                <c:pt idx="4799">
                  <c:v>4800.0</c:v>
                </c:pt>
                <c:pt idx="4800">
                  <c:v>4801.0</c:v>
                </c:pt>
                <c:pt idx="4801">
                  <c:v>4802.0</c:v>
                </c:pt>
                <c:pt idx="4802">
                  <c:v>4803.0</c:v>
                </c:pt>
                <c:pt idx="4803">
                  <c:v>4804.0</c:v>
                </c:pt>
                <c:pt idx="4804">
                  <c:v>4805.0</c:v>
                </c:pt>
                <c:pt idx="4805">
                  <c:v>4806.0</c:v>
                </c:pt>
                <c:pt idx="4806">
                  <c:v>4807.0</c:v>
                </c:pt>
                <c:pt idx="4807">
                  <c:v>4808.0</c:v>
                </c:pt>
                <c:pt idx="4808">
                  <c:v>4809.0</c:v>
                </c:pt>
                <c:pt idx="4809">
                  <c:v>4810.0</c:v>
                </c:pt>
                <c:pt idx="4810">
                  <c:v>4811.0</c:v>
                </c:pt>
                <c:pt idx="4811">
                  <c:v>4812.0</c:v>
                </c:pt>
                <c:pt idx="4812">
                  <c:v>4813.0</c:v>
                </c:pt>
                <c:pt idx="4813">
                  <c:v>4814.0</c:v>
                </c:pt>
                <c:pt idx="4814">
                  <c:v>4815.0</c:v>
                </c:pt>
                <c:pt idx="4815">
                  <c:v>4816.0</c:v>
                </c:pt>
                <c:pt idx="4816">
                  <c:v>4817.0</c:v>
                </c:pt>
                <c:pt idx="4817">
                  <c:v>4818.0</c:v>
                </c:pt>
                <c:pt idx="4818">
                  <c:v>4819.0</c:v>
                </c:pt>
                <c:pt idx="4819">
                  <c:v>4820.0</c:v>
                </c:pt>
                <c:pt idx="4820">
                  <c:v>4821.0</c:v>
                </c:pt>
                <c:pt idx="4821">
                  <c:v>4822.0</c:v>
                </c:pt>
                <c:pt idx="4822">
                  <c:v>4823.0</c:v>
                </c:pt>
                <c:pt idx="4823">
                  <c:v>4824.0</c:v>
                </c:pt>
                <c:pt idx="4824">
                  <c:v>4825.0</c:v>
                </c:pt>
                <c:pt idx="4825">
                  <c:v>4826.0</c:v>
                </c:pt>
                <c:pt idx="4826">
                  <c:v>4827.0</c:v>
                </c:pt>
                <c:pt idx="4827">
                  <c:v>4828.0</c:v>
                </c:pt>
                <c:pt idx="4828">
                  <c:v>4829.0</c:v>
                </c:pt>
                <c:pt idx="4829">
                  <c:v>4830.0</c:v>
                </c:pt>
                <c:pt idx="4830">
                  <c:v>4831.0</c:v>
                </c:pt>
                <c:pt idx="4831">
                  <c:v>4832.0</c:v>
                </c:pt>
                <c:pt idx="4832">
                  <c:v>4833.0</c:v>
                </c:pt>
                <c:pt idx="4833">
                  <c:v>4834.0</c:v>
                </c:pt>
                <c:pt idx="4834">
                  <c:v>4835.0</c:v>
                </c:pt>
                <c:pt idx="4835">
                  <c:v>4836.0</c:v>
                </c:pt>
                <c:pt idx="4836">
                  <c:v>4837.0</c:v>
                </c:pt>
                <c:pt idx="4837">
                  <c:v>4838.0</c:v>
                </c:pt>
                <c:pt idx="4838">
                  <c:v>4839.0</c:v>
                </c:pt>
                <c:pt idx="4839">
                  <c:v>4840.0</c:v>
                </c:pt>
                <c:pt idx="4840">
                  <c:v>4841.0</c:v>
                </c:pt>
                <c:pt idx="4841">
                  <c:v>4842.0</c:v>
                </c:pt>
                <c:pt idx="4842">
                  <c:v>4843.0</c:v>
                </c:pt>
                <c:pt idx="4843">
                  <c:v>4844.0</c:v>
                </c:pt>
                <c:pt idx="4844">
                  <c:v>4845.0</c:v>
                </c:pt>
                <c:pt idx="4845">
                  <c:v>4846.0</c:v>
                </c:pt>
                <c:pt idx="4846">
                  <c:v>4847.0</c:v>
                </c:pt>
                <c:pt idx="4847">
                  <c:v>4848.0</c:v>
                </c:pt>
                <c:pt idx="4848">
                  <c:v>4849.0</c:v>
                </c:pt>
                <c:pt idx="4849">
                  <c:v>4850.0</c:v>
                </c:pt>
                <c:pt idx="4850">
                  <c:v>4851.0</c:v>
                </c:pt>
                <c:pt idx="4851">
                  <c:v>4852.0</c:v>
                </c:pt>
                <c:pt idx="4852">
                  <c:v>4853.0</c:v>
                </c:pt>
                <c:pt idx="4853">
                  <c:v>4854.0</c:v>
                </c:pt>
                <c:pt idx="4854">
                  <c:v>4855.0</c:v>
                </c:pt>
                <c:pt idx="4855">
                  <c:v>4856.0</c:v>
                </c:pt>
                <c:pt idx="4856">
                  <c:v>4857.0</c:v>
                </c:pt>
                <c:pt idx="4857">
                  <c:v>4858.0</c:v>
                </c:pt>
                <c:pt idx="4858">
                  <c:v>4859.0</c:v>
                </c:pt>
                <c:pt idx="4859">
                  <c:v>4860.0</c:v>
                </c:pt>
                <c:pt idx="4860">
                  <c:v>4861.0</c:v>
                </c:pt>
                <c:pt idx="4861">
                  <c:v>4862.0</c:v>
                </c:pt>
                <c:pt idx="4862">
                  <c:v>4863.0</c:v>
                </c:pt>
                <c:pt idx="4863">
                  <c:v>4864.0</c:v>
                </c:pt>
                <c:pt idx="4864">
                  <c:v>4865.0</c:v>
                </c:pt>
                <c:pt idx="4865">
                  <c:v>4866.0</c:v>
                </c:pt>
                <c:pt idx="4866">
                  <c:v>4867.0</c:v>
                </c:pt>
                <c:pt idx="4867">
                  <c:v>4868.0</c:v>
                </c:pt>
                <c:pt idx="4868">
                  <c:v>4869.0</c:v>
                </c:pt>
                <c:pt idx="4869">
                  <c:v>4870.0</c:v>
                </c:pt>
                <c:pt idx="4870">
                  <c:v>4871.0</c:v>
                </c:pt>
                <c:pt idx="4871">
                  <c:v>4872.0</c:v>
                </c:pt>
                <c:pt idx="4872">
                  <c:v>4873.0</c:v>
                </c:pt>
                <c:pt idx="4873">
                  <c:v>4874.0</c:v>
                </c:pt>
                <c:pt idx="4874">
                  <c:v>4875.0</c:v>
                </c:pt>
                <c:pt idx="4875">
                  <c:v>4876.0</c:v>
                </c:pt>
                <c:pt idx="4876">
                  <c:v>4877.0</c:v>
                </c:pt>
                <c:pt idx="4877">
                  <c:v>4878.0</c:v>
                </c:pt>
                <c:pt idx="4878">
                  <c:v>4879.0</c:v>
                </c:pt>
                <c:pt idx="4879">
                  <c:v>4880.0</c:v>
                </c:pt>
                <c:pt idx="4880">
                  <c:v>4881.0</c:v>
                </c:pt>
                <c:pt idx="4881">
                  <c:v>4882.0</c:v>
                </c:pt>
                <c:pt idx="4882">
                  <c:v>4883.0</c:v>
                </c:pt>
                <c:pt idx="4883">
                  <c:v>4884.0</c:v>
                </c:pt>
                <c:pt idx="4884">
                  <c:v>4885.0</c:v>
                </c:pt>
                <c:pt idx="4885">
                  <c:v>4886.0</c:v>
                </c:pt>
                <c:pt idx="4886">
                  <c:v>4887.0</c:v>
                </c:pt>
                <c:pt idx="4887">
                  <c:v>4888.0</c:v>
                </c:pt>
                <c:pt idx="4888">
                  <c:v>4889.0</c:v>
                </c:pt>
                <c:pt idx="4889">
                  <c:v>4890.0</c:v>
                </c:pt>
                <c:pt idx="4890">
                  <c:v>4891.0</c:v>
                </c:pt>
                <c:pt idx="4891">
                  <c:v>4892.0</c:v>
                </c:pt>
                <c:pt idx="4892">
                  <c:v>4893.0</c:v>
                </c:pt>
                <c:pt idx="4893">
                  <c:v>4894.0</c:v>
                </c:pt>
                <c:pt idx="4894">
                  <c:v>4895.0</c:v>
                </c:pt>
                <c:pt idx="4895">
                  <c:v>4896.0</c:v>
                </c:pt>
                <c:pt idx="4896">
                  <c:v>4897.0</c:v>
                </c:pt>
                <c:pt idx="4897">
                  <c:v>4898.0</c:v>
                </c:pt>
                <c:pt idx="4898">
                  <c:v>4899.0</c:v>
                </c:pt>
                <c:pt idx="4899">
                  <c:v>4900.0</c:v>
                </c:pt>
                <c:pt idx="4900">
                  <c:v>4901.0</c:v>
                </c:pt>
                <c:pt idx="4901">
                  <c:v>4902.0</c:v>
                </c:pt>
                <c:pt idx="4902">
                  <c:v>4903.0</c:v>
                </c:pt>
                <c:pt idx="4903">
                  <c:v>4904.0</c:v>
                </c:pt>
                <c:pt idx="4904">
                  <c:v>4905.0</c:v>
                </c:pt>
                <c:pt idx="4905">
                  <c:v>4906.0</c:v>
                </c:pt>
                <c:pt idx="4906">
                  <c:v>4907.0</c:v>
                </c:pt>
                <c:pt idx="4907">
                  <c:v>4908.0</c:v>
                </c:pt>
                <c:pt idx="4908">
                  <c:v>4909.0</c:v>
                </c:pt>
                <c:pt idx="4909">
                  <c:v>4910.0</c:v>
                </c:pt>
                <c:pt idx="4910">
                  <c:v>4911.0</c:v>
                </c:pt>
                <c:pt idx="4911">
                  <c:v>4912.0</c:v>
                </c:pt>
                <c:pt idx="4912">
                  <c:v>4913.0</c:v>
                </c:pt>
                <c:pt idx="4913">
                  <c:v>4914.0</c:v>
                </c:pt>
                <c:pt idx="4914">
                  <c:v>4915.0</c:v>
                </c:pt>
                <c:pt idx="4915">
                  <c:v>4916.0</c:v>
                </c:pt>
                <c:pt idx="4916">
                  <c:v>4917.0</c:v>
                </c:pt>
                <c:pt idx="4917">
                  <c:v>4918.0</c:v>
                </c:pt>
                <c:pt idx="4918">
                  <c:v>4919.0</c:v>
                </c:pt>
                <c:pt idx="4919">
                  <c:v>4920.0</c:v>
                </c:pt>
                <c:pt idx="4920">
                  <c:v>4921.0</c:v>
                </c:pt>
                <c:pt idx="4921">
                  <c:v>4922.0</c:v>
                </c:pt>
                <c:pt idx="4922">
                  <c:v>4923.0</c:v>
                </c:pt>
                <c:pt idx="4923">
                  <c:v>4924.0</c:v>
                </c:pt>
                <c:pt idx="4924">
                  <c:v>4925.0</c:v>
                </c:pt>
                <c:pt idx="4925">
                  <c:v>4926.0</c:v>
                </c:pt>
                <c:pt idx="4926">
                  <c:v>4927.0</c:v>
                </c:pt>
                <c:pt idx="4927">
                  <c:v>4928.0</c:v>
                </c:pt>
                <c:pt idx="4928">
                  <c:v>4929.0</c:v>
                </c:pt>
                <c:pt idx="4929">
                  <c:v>4930.0</c:v>
                </c:pt>
                <c:pt idx="4930">
                  <c:v>4931.0</c:v>
                </c:pt>
                <c:pt idx="4931">
                  <c:v>4932.0</c:v>
                </c:pt>
                <c:pt idx="4932">
                  <c:v>4933.0</c:v>
                </c:pt>
                <c:pt idx="4933">
                  <c:v>4934.0</c:v>
                </c:pt>
                <c:pt idx="4934">
                  <c:v>4935.0</c:v>
                </c:pt>
                <c:pt idx="4935">
                  <c:v>4936.0</c:v>
                </c:pt>
                <c:pt idx="4936">
                  <c:v>4937.0</c:v>
                </c:pt>
                <c:pt idx="4937">
                  <c:v>4938.0</c:v>
                </c:pt>
                <c:pt idx="4938">
                  <c:v>4939.0</c:v>
                </c:pt>
                <c:pt idx="4939">
                  <c:v>4940.0</c:v>
                </c:pt>
                <c:pt idx="4940">
                  <c:v>4941.0</c:v>
                </c:pt>
                <c:pt idx="4941">
                  <c:v>4942.0</c:v>
                </c:pt>
                <c:pt idx="4942">
                  <c:v>4943.0</c:v>
                </c:pt>
                <c:pt idx="4943">
                  <c:v>4944.0</c:v>
                </c:pt>
                <c:pt idx="4944">
                  <c:v>4945.0</c:v>
                </c:pt>
                <c:pt idx="4945">
                  <c:v>4946.0</c:v>
                </c:pt>
                <c:pt idx="4946">
                  <c:v>4947.0</c:v>
                </c:pt>
                <c:pt idx="4947">
                  <c:v>4948.0</c:v>
                </c:pt>
                <c:pt idx="4948">
                  <c:v>4949.0</c:v>
                </c:pt>
                <c:pt idx="4949">
                  <c:v>4950.0</c:v>
                </c:pt>
                <c:pt idx="4950">
                  <c:v>4951.0</c:v>
                </c:pt>
                <c:pt idx="4951">
                  <c:v>4952.0</c:v>
                </c:pt>
                <c:pt idx="4952">
                  <c:v>4953.0</c:v>
                </c:pt>
                <c:pt idx="4953">
                  <c:v>4954.0</c:v>
                </c:pt>
                <c:pt idx="4954">
                  <c:v>4955.0</c:v>
                </c:pt>
                <c:pt idx="4955">
                  <c:v>4956.0</c:v>
                </c:pt>
                <c:pt idx="4956">
                  <c:v>4957.0</c:v>
                </c:pt>
                <c:pt idx="4957">
                  <c:v>4958.0</c:v>
                </c:pt>
                <c:pt idx="4958">
                  <c:v>4959.0</c:v>
                </c:pt>
                <c:pt idx="4959">
                  <c:v>4960.0</c:v>
                </c:pt>
                <c:pt idx="4960">
                  <c:v>4961.0</c:v>
                </c:pt>
                <c:pt idx="4961">
                  <c:v>4962.0</c:v>
                </c:pt>
                <c:pt idx="4962">
                  <c:v>4963.0</c:v>
                </c:pt>
                <c:pt idx="4963">
                  <c:v>4964.0</c:v>
                </c:pt>
                <c:pt idx="4964">
                  <c:v>4965.0</c:v>
                </c:pt>
                <c:pt idx="4965">
                  <c:v>4966.0</c:v>
                </c:pt>
                <c:pt idx="4966">
                  <c:v>4967.0</c:v>
                </c:pt>
                <c:pt idx="4967">
                  <c:v>4968.0</c:v>
                </c:pt>
                <c:pt idx="4968">
                  <c:v>4969.0</c:v>
                </c:pt>
                <c:pt idx="4969">
                  <c:v>4970.0</c:v>
                </c:pt>
                <c:pt idx="4970">
                  <c:v>4971.0</c:v>
                </c:pt>
                <c:pt idx="4971">
                  <c:v>4972.0</c:v>
                </c:pt>
                <c:pt idx="4972">
                  <c:v>4973.0</c:v>
                </c:pt>
                <c:pt idx="4973">
                  <c:v>4974.0</c:v>
                </c:pt>
                <c:pt idx="4974">
                  <c:v>4975.0</c:v>
                </c:pt>
                <c:pt idx="4975">
                  <c:v>4976.0</c:v>
                </c:pt>
                <c:pt idx="4976">
                  <c:v>4977.0</c:v>
                </c:pt>
                <c:pt idx="4977">
                  <c:v>4978.0</c:v>
                </c:pt>
                <c:pt idx="4978">
                  <c:v>4979.0</c:v>
                </c:pt>
                <c:pt idx="4979">
                  <c:v>4980.0</c:v>
                </c:pt>
                <c:pt idx="4980">
                  <c:v>4981.0</c:v>
                </c:pt>
                <c:pt idx="4981">
                  <c:v>4982.0</c:v>
                </c:pt>
                <c:pt idx="4982">
                  <c:v>4983.0</c:v>
                </c:pt>
                <c:pt idx="4983">
                  <c:v>4984.0</c:v>
                </c:pt>
                <c:pt idx="4984">
                  <c:v>4985.0</c:v>
                </c:pt>
                <c:pt idx="4985">
                  <c:v>4986.0</c:v>
                </c:pt>
                <c:pt idx="4986">
                  <c:v>4987.0</c:v>
                </c:pt>
                <c:pt idx="4987">
                  <c:v>4988.0</c:v>
                </c:pt>
                <c:pt idx="4988">
                  <c:v>4989.0</c:v>
                </c:pt>
                <c:pt idx="4989">
                  <c:v>4990.0</c:v>
                </c:pt>
                <c:pt idx="4990">
                  <c:v>4991.0</c:v>
                </c:pt>
                <c:pt idx="4991">
                  <c:v>4992.0</c:v>
                </c:pt>
                <c:pt idx="4992">
                  <c:v>4993.0</c:v>
                </c:pt>
                <c:pt idx="4993">
                  <c:v>4994.0</c:v>
                </c:pt>
                <c:pt idx="4994">
                  <c:v>4995.0</c:v>
                </c:pt>
                <c:pt idx="4995">
                  <c:v>4996.0</c:v>
                </c:pt>
                <c:pt idx="4996">
                  <c:v>4997.0</c:v>
                </c:pt>
                <c:pt idx="4997">
                  <c:v>4998.0</c:v>
                </c:pt>
                <c:pt idx="4998">
                  <c:v>4999.0</c:v>
                </c:pt>
                <c:pt idx="4999">
                  <c:v>5000.0</c:v>
                </c:pt>
                <c:pt idx="5000">
                  <c:v>5001.0</c:v>
                </c:pt>
                <c:pt idx="5001">
                  <c:v>5002.0</c:v>
                </c:pt>
                <c:pt idx="5002">
                  <c:v>5003.0</c:v>
                </c:pt>
                <c:pt idx="5003">
                  <c:v>5004.0</c:v>
                </c:pt>
                <c:pt idx="5004">
                  <c:v>5005.0</c:v>
                </c:pt>
                <c:pt idx="5005">
                  <c:v>5006.0</c:v>
                </c:pt>
                <c:pt idx="5006">
                  <c:v>5007.0</c:v>
                </c:pt>
                <c:pt idx="5007">
                  <c:v>5008.0</c:v>
                </c:pt>
                <c:pt idx="5008">
                  <c:v>5009.0</c:v>
                </c:pt>
                <c:pt idx="5009">
                  <c:v>5010.0</c:v>
                </c:pt>
                <c:pt idx="5010">
                  <c:v>5011.0</c:v>
                </c:pt>
                <c:pt idx="5011">
                  <c:v>5012.0</c:v>
                </c:pt>
                <c:pt idx="5012">
                  <c:v>5013.0</c:v>
                </c:pt>
                <c:pt idx="5013">
                  <c:v>5014.0</c:v>
                </c:pt>
                <c:pt idx="5014">
                  <c:v>5015.0</c:v>
                </c:pt>
                <c:pt idx="5015">
                  <c:v>5016.0</c:v>
                </c:pt>
                <c:pt idx="5016">
                  <c:v>5017.0</c:v>
                </c:pt>
                <c:pt idx="5017">
                  <c:v>5018.0</c:v>
                </c:pt>
                <c:pt idx="5018">
                  <c:v>5019.0</c:v>
                </c:pt>
                <c:pt idx="5019">
                  <c:v>5020.0</c:v>
                </c:pt>
                <c:pt idx="5020">
                  <c:v>5021.0</c:v>
                </c:pt>
                <c:pt idx="5021">
                  <c:v>5022.0</c:v>
                </c:pt>
                <c:pt idx="5022">
                  <c:v>5023.0</c:v>
                </c:pt>
                <c:pt idx="5023">
                  <c:v>5024.0</c:v>
                </c:pt>
                <c:pt idx="5024">
                  <c:v>5025.0</c:v>
                </c:pt>
                <c:pt idx="5025">
                  <c:v>5026.0</c:v>
                </c:pt>
                <c:pt idx="5026">
                  <c:v>5027.0</c:v>
                </c:pt>
                <c:pt idx="5027">
                  <c:v>5028.0</c:v>
                </c:pt>
                <c:pt idx="5028">
                  <c:v>5029.0</c:v>
                </c:pt>
                <c:pt idx="5029">
                  <c:v>5030.0</c:v>
                </c:pt>
                <c:pt idx="5030">
                  <c:v>5031.0</c:v>
                </c:pt>
                <c:pt idx="5031">
                  <c:v>5032.0</c:v>
                </c:pt>
                <c:pt idx="5032">
                  <c:v>5033.0</c:v>
                </c:pt>
                <c:pt idx="5033">
                  <c:v>5034.0</c:v>
                </c:pt>
                <c:pt idx="5034">
                  <c:v>5035.0</c:v>
                </c:pt>
                <c:pt idx="5035">
                  <c:v>5036.0</c:v>
                </c:pt>
                <c:pt idx="5036">
                  <c:v>5037.0</c:v>
                </c:pt>
                <c:pt idx="5037">
                  <c:v>5038.0</c:v>
                </c:pt>
                <c:pt idx="5038">
                  <c:v>5039.0</c:v>
                </c:pt>
                <c:pt idx="5039">
                  <c:v>5040.0</c:v>
                </c:pt>
                <c:pt idx="5040">
                  <c:v>5041.0</c:v>
                </c:pt>
                <c:pt idx="5041">
                  <c:v>5042.0</c:v>
                </c:pt>
                <c:pt idx="5042">
                  <c:v>5043.0</c:v>
                </c:pt>
                <c:pt idx="5043">
                  <c:v>5044.0</c:v>
                </c:pt>
                <c:pt idx="5044">
                  <c:v>5045.0</c:v>
                </c:pt>
                <c:pt idx="5045">
                  <c:v>5046.0</c:v>
                </c:pt>
                <c:pt idx="5046">
                  <c:v>5047.0</c:v>
                </c:pt>
                <c:pt idx="5047">
                  <c:v>5048.0</c:v>
                </c:pt>
                <c:pt idx="5048">
                  <c:v>5049.0</c:v>
                </c:pt>
                <c:pt idx="5049">
                  <c:v>5050.0</c:v>
                </c:pt>
                <c:pt idx="5050">
                  <c:v>5051.0</c:v>
                </c:pt>
                <c:pt idx="5051">
                  <c:v>5052.0</c:v>
                </c:pt>
                <c:pt idx="5052">
                  <c:v>5053.0</c:v>
                </c:pt>
                <c:pt idx="5053">
                  <c:v>5054.0</c:v>
                </c:pt>
                <c:pt idx="5054">
                  <c:v>5055.0</c:v>
                </c:pt>
                <c:pt idx="5055">
                  <c:v>5056.0</c:v>
                </c:pt>
                <c:pt idx="5056">
                  <c:v>5057.0</c:v>
                </c:pt>
                <c:pt idx="5057">
                  <c:v>5058.0</c:v>
                </c:pt>
                <c:pt idx="5058">
                  <c:v>5059.0</c:v>
                </c:pt>
                <c:pt idx="5059">
                  <c:v>5060.0</c:v>
                </c:pt>
                <c:pt idx="5060">
                  <c:v>5061.0</c:v>
                </c:pt>
                <c:pt idx="5061">
                  <c:v>5062.0</c:v>
                </c:pt>
                <c:pt idx="5062">
                  <c:v>5063.0</c:v>
                </c:pt>
                <c:pt idx="5063">
                  <c:v>5064.0</c:v>
                </c:pt>
                <c:pt idx="5064">
                  <c:v>5065.0</c:v>
                </c:pt>
                <c:pt idx="5065">
                  <c:v>5066.0</c:v>
                </c:pt>
                <c:pt idx="5066">
                  <c:v>5067.0</c:v>
                </c:pt>
                <c:pt idx="5067">
                  <c:v>5068.0</c:v>
                </c:pt>
                <c:pt idx="5068">
                  <c:v>5069.0</c:v>
                </c:pt>
                <c:pt idx="5069">
                  <c:v>5070.0</c:v>
                </c:pt>
                <c:pt idx="5070">
                  <c:v>5071.0</c:v>
                </c:pt>
                <c:pt idx="5071">
                  <c:v>5072.0</c:v>
                </c:pt>
                <c:pt idx="5072">
                  <c:v>5073.0</c:v>
                </c:pt>
                <c:pt idx="5073">
                  <c:v>5074.0</c:v>
                </c:pt>
                <c:pt idx="5074">
                  <c:v>5075.0</c:v>
                </c:pt>
                <c:pt idx="5075">
                  <c:v>5076.0</c:v>
                </c:pt>
                <c:pt idx="5076">
                  <c:v>5077.0</c:v>
                </c:pt>
                <c:pt idx="5077">
                  <c:v>5078.0</c:v>
                </c:pt>
                <c:pt idx="5078">
                  <c:v>5079.0</c:v>
                </c:pt>
                <c:pt idx="5079">
                  <c:v>5080.0</c:v>
                </c:pt>
                <c:pt idx="5080">
                  <c:v>5081.0</c:v>
                </c:pt>
                <c:pt idx="5081">
                  <c:v>5082.0</c:v>
                </c:pt>
                <c:pt idx="5082">
                  <c:v>5083.0</c:v>
                </c:pt>
                <c:pt idx="5083">
                  <c:v>5084.0</c:v>
                </c:pt>
                <c:pt idx="5084">
                  <c:v>5085.0</c:v>
                </c:pt>
                <c:pt idx="5085">
                  <c:v>5086.0</c:v>
                </c:pt>
                <c:pt idx="5086">
                  <c:v>5087.0</c:v>
                </c:pt>
                <c:pt idx="5087">
                  <c:v>5088.0</c:v>
                </c:pt>
                <c:pt idx="5088">
                  <c:v>5089.0</c:v>
                </c:pt>
                <c:pt idx="5089">
                  <c:v>5090.0</c:v>
                </c:pt>
                <c:pt idx="5090">
                  <c:v>5091.0</c:v>
                </c:pt>
                <c:pt idx="5091">
                  <c:v>5092.0</c:v>
                </c:pt>
                <c:pt idx="5092">
                  <c:v>5093.0</c:v>
                </c:pt>
                <c:pt idx="5093">
                  <c:v>5094.0</c:v>
                </c:pt>
                <c:pt idx="5094">
                  <c:v>5095.0</c:v>
                </c:pt>
                <c:pt idx="5095">
                  <c:v>5096.0</c:v>
                </c:pt>
                <c:pt idx="5096">
                  <c:v>5097.0</c:v>
                </c:pt>
                <c:pt idx="5097">
                  <c:v>5098.0</c:v>
                </c:pt>
                <c:pt idx="5098">
                  <c:v>5099.0</c:v>
                </c:pt>
                <c:pt idx="5099">
                  <c:v>5100.0</c:v>
                </c:pt>
                <c:pt idx="5100">
                  <c:v>5101.0</c:v>
                </c:pt>
                <c:pt idx="5101">
                  <c:v>5102.0</c:v>
                </c:pt>
                <c:pt idx="5102">
                  <c:v>5103.0</c:v>
                </c:pt>
                <c:pt idx="5103">
                  <c:v>5104.0</c:v>
                </c:pt>
                <c:pt idx="5104">
                  <c:v>5105.0</c:v>
                </c:pt>
                <c:pt idx="5105">
                  <c:v>5106.0</c:v>
                </c:pt>
                <c:pt idx="5106">
                  <c:v>5107.0</c:v>
                </c:pt>
                <c:pt idx="5107">
                  <c:v>5108.0</c:v>
                </c:pt>
                <c:pt idx="5108">
                  <c:v>5109.0</c:v>
                </c:pt>
                <c:pt idx="5109">
                  <c:v>5110.0</c:v>
                </c:pt>
                <c:pt idx="5110">
                  <c:v>5111.0</c:v>
                </c:pt>
                <c:pt idx="5111">
                  <c:v>5112.0</c:v>
                </c:pt>
                <c:pt idx="5112">
                  <c:v>5113.0</c:v>
                </c:pt>
                <c:pt idx="5113">
                  <c:v>5114.0</c:v>
                </c:pt>
                <c:pt idx="5114">
                  <c:v>5115.0</c:v>
                </c:pt>
                <c:pt idx="5115">
                  <c:v>5116.0</c:v>
                </c:pt>
                <c:pt idx="5116">
                  <c:v>5117.0</c:v>
                </c:pt>
                <c:pt idx="5117">
                  <c:v>5118.0</c:v>
                </c:pt>
                <c:pt idx="5118">
                  <c:v>5119.0</c:v>
                </c:pt>
                <c:pt idx="5119">
                  <c:v>5120.0</c:v>
                </c:pt>
                <c:pt idx="5120">
                  <c:v>5121.0</c:v>
                </c:pt>
                <c:pt idx="5121">
                  <c:v>5122.0</c:v>
                </c:pt>
                <c:pt idx="5122">
                  <c:v>5123.0</c:v>
                </c:pt>
                <c:pt idx="5123">
                  <c:v>5124.0</c:v>
                </c:pt>
                <c:pt idx="5124">
                  <c:v>5125.0</c:v>
                </c:pt>
                <c:pt idx="5125">
                  <c:v>5126.0</c:v>
                </c:pt>
                <c:pt idx="5126">
                  <c:v>5127.0</c:v>
                </c:pt>
                <c:pt idx="5127">
                  <c:v>5128.0</c:v>
                </c:pt>
                <c:pt idx="5128">
                  <c:v>5129.0</c:v>
                </c:pt>
                <c:pt idx="5129">
                  <c:v>5130.0</c:v>
                </c:pt>
                <c:pt idx="5130">
                  <c:v>5131.0</c:v>
                </c:pt>
                <c:pt idx="5131">
                  <c:v>5132.0</c:v>
                </c:pt>
                <c:pt idx="5132">
                  <c:v>5133.0</c:v>
                </c:pt>
                <c:pt idx="5133">
                  <c:v>5134.0</c:v>
                </c:pt>
                <c:pt idx="5134">
                  <c:v>5135.0</c:v>
                </c:pt>
                <c:pt idx="5135">
                  <c:v>5136.0</c:v>
                </c:pt>
                <c:pt idx="5136">
                  <c:v>5137.0</c:v>
                </c:pt>
                <c:pt idx="5137">
                  <c:v>5138.0</c:v>
                </c:pt>
                <c:pt idx="5138">
                  <c:v>5139.0</c:v>
                </c:pt>
                <c:pt idx="5139">
                  <c:v>5140.0</c:v>
                </c:pt>
                <c:pt idx="5140">
                  <c:v>5141.0</c:v>
                </c:pt>
                <c:pt idx="5141">
                  <c:v>5142.0</c:v>
                </c:pt>
                <c:pt idx="5142">
                  <c:v>5143.0</c:v>
                </c:pt>
                <c:pt idx="5143">
                  <c:v>5144.0</c:v>
                </c:pt>
                <c:pt idx="5144">
                  <c:v>5145.0</c:v>
                </c:pt>
                <c:pt idx="5145">
                  <c:v>5146.0</c:v>
                </c:pt>
                <c:pt idx="5146">
                  <c:v>5147.0</c:v>
                </c:pt>
                <c:pt idx="5147">
                  <c:v>5148.0</c:v>
                </c:pt>
                <c:pt idx="5148">
                  <c:v>5149.0</c:v>
                </c:pt>
                <c:pt idx="5149">
                  <c:v>5150.0</c:v>
                </c:pt>
                <c:pt idx="5150">
                  <c:v>5151.0</c:v>
                </c:pt>
                <c:pt idx="5151">
                  <c:v>5152.0</c:v>
                </c:pt>
                <c:pt idx="5152">
                  <c:v>5153.0</c:v>
                </c:pt>
                <c:pt idx="5153">
                  <c:v>5154.0</c:v>
                </c:pt>
                <c:pt idx="5154">
                  <c:v>5155.0</c:v>
                </c:pt>
                <c:pt idx="5155">
                  <c:v>5156.0</c:v>
                </c:pt>
                <c:pt idx="5156">
                  <c:v>5157.0</c:v>
                </c:pt>
                <c:pt idx="5157">
                  <c:v>5158.0</c:v>
                </c:pt>
                <c:pt idx="5158">
                  <c:v>5159.0</c:v>
                </c:pt>
                <c:pt idx="5159">
                  <c:v>5160.0</c:v>
                </c:pt>
                <c:pt idx="5160">
                  <c:v>5161.0</c:v>
                </c:pt>
                <c:pt idx="5161">
                  <c:v>5162.0</c:v>
                </c:pt>
                <c:pt idx="5162">
                  <c:v>5163.0</c:v>
                </c:pt>
                <c:pt idx="5163">
                  <c:v>5164.0</c:v>
                </c:pt>
                <c:pt idx="5164">
                  <c:v>5165.0</c:v>
                </c:pt>
                <c:pt idx="5165">
                  <c:v>5166.0</c:v>
                </c:pt>
                <c:pt idx="5166">
                  <c:v>5167.0</c:v>
                </c:pt>
                <c:pt idx="5167">
                  <c:v>5168.0</c:v>
                </c:pt>
                <c:pt idx="5168">
                  <c:v>5169.0</c:v>
                </c:pt>
                <c:pt idx="5169">
                  <c:v>5170.0</c:v>
                </c:pt>
                <c:pt idx="5170">
                  <c:v>5171.0</c:v>
                </c:pt>
                <c:pt idx="5171">
                  <c:v>5172.0</c:v>
                </c:pt>
                <c:pt idx="5172">
                  <c:v>5173.0</c:v>
                </c:pt>
                <c:pt idx="5173">
                  <c:v>5174.0</c:v>
                </c:pt>
                <c:pt idx="5174">
                  <c:v>5175.0</c:v>
                </c:pt>
                <c:pt idx="5175">
                  <c:v>5176.0</c:v>
                </c:pt>
                <c:pt idx="5176">
                  <c:v>5177.0</c:v>
                </c:pt>
                <c:pt idx="5177">
                  <c:v>5178.0</c:v>
                </c:pt>
                <c:pt idx="5178">
                  <c:v>5179.0</c:v>
                </c:pt>
                <c:pt idx="5179">
                  <c:v>5180.0</c:v>
                </c:pt>
                <c:pt idx="5180">
                  <c:v>5181.0</c:v>
                </c:pt>
                <c:pt idx="5181">
                  <c:v>5182.0</c:v>
                </c:pt>
                <c:pt idx="5182">
                  <c:v>5183.0</c:v>
                </c:pt>
                <c:pt idx="5183">
                  <c:v>5184.0</c:v>
                </c:pt>
                <c:pt idx="5184">
                  <c:v>5185.0</c:v>
                </c:pt>
                <c:pt idx="5185">
                  <c:v>5186.0</c:v>
                </c:pt>
                <c:pt idx="5186">
                  <c:v>5187.0</c:v>
                </c:pt>
                <c:pt idx="5187">
                  <c:v>5188.0</c:v>
                </c:pt>
                <c:pt idx="5188">
                  <c:v>5189.0</c:v>
                </c:pt>
                <c:pt idx="5189">
                  <c:v>5190.0</c:v>
                </c:pt>
                <c:pt idx="5190">
                  <c:v>5191.0</c:v>
                </c:pt>
                <c:pt idx="5191">
                  <c:v>5192.0</c:v>
                </c:pt>
                <c:pt idx="5192">
                  <c:v>5193.0</c:v>
                </c:pt>
                <c:pt idx="5193">
                  <c:v>5194.0</c:v>
                </c:pt>
                <c:pt idx="5194">
                  <c:v>5195.0</c:v>
                </c:pt>
                <c:pt idx="5195">
                  <c:v>5196.0</c:v>
                </c:pt>
                <c:pt idx="5196">
                  <c:v>5197.0</c:v>
                </c:pt>
                <c:pt idx="5197">
                  <c:v>5198.0</c:v>
                </c:pt>
                <c:pt idx="5198">
                  <c:v>5199.0</c:v>
                </c:pt>
                <c:pt idx="5199">
                  <c:v>5200.0</c:v>
                </c:pt>
                <c:pt idx="5200">
                  <c:v>5201.0</c:v>
                </c:pt>
                <c:pt idx="5201">
                  <c:v>5202.0</c:v>
                </c:pt>
                <c:pt idx="5202">
                  <c:v>5203.0</c:v>
                </c:pt>
                <c:pt idx="5203">
                  <c:v>5204.0</c:v>
                </c:pt>
                <c:pt idx="5204">
                  <c:v>5205.0</c:v>
                </c:pt>
                <c:pt idx="5205">
                  <c:v>5206.0</c:v>
                </c:pt>
                <c:pt idx="5206">
                  <c:v>5207.0</c:v>
                </c:pt>
                <c:pt idx="5207">
                  <c:v>5208.0</c:v>
                </c:pt>
                <c:pt idx="5208">
                  <c:v>5209.0</c:v>
                </c:pt>
                <c:pt idx="5209">
                  <c:v>5210.0</c:v>
                </c:pt>
                <c:pt idx="5210">
                  <c:v>5211.0</c:v>
                </c:pt>
                <c:pt idx="5211">
                  <c:v>5212.0</c:v>
                </c:pt>
                <c:pt idx="5212">
                  <c:v>5213.0</c:v>
                </c:pt>
                <c:pt idx="5213">
                  <c:v>5214.0</c:v>
                </c:pt>
                <c:pt idx="5214">
                  <c:v>5215.0</c:v>
                </c:pt>
                <c:pt idx="5215">
                  <c:v>5216.0</c:v>
                </c:pt>
                <c:pt idx="5216">
                  <c:v>5217.0</c:v>
                </c:pt>
                <c:pt idx="5217">
                  <c:v>5218.0</c:v>
                </c:pt>
                <c:pt idx="5218">
                  <c:v>5219.0</c:v>
                </c:pt>
                <c:pt idx="5219">
                  <c:v>5220.0</c:v>
                </c:pt>
                <c:pt idx="5220">
                  <c:v>5221.0</c:v>
                </c:pt>
                <c:pt idx="5221">
                  <c:v>5222.0</c:v>
                </c:pt>
                <c:pt idx="5222">
                  <c:v>5223.0</c:v>
                </c:pt>
                <c:pt idx="5223">
                  <c:v>5224.0</c:v>
                </c:pt>
                <c:pt idx="5224">
                  <c:v>5225.0</c:v>
                </c:pt>
                <c:pt idx="5225">
                  <c:v>5226.0</c:v>
                </c:pt>
                <c:pt idx="5226">
                  <c:v>5227.0</c:v>
                </c:pt>
                <c:pt idx="5227">
                  <c:v>5228.0</c:v>
                </c:pt>
                <c:pt idx="5228">
                  <c:v>5229.0</c:v>
                </c:pt>
                <c:pt idx="5229">
                  <c:v>5230.0</c:v>
                </c:pt>
                <c:pt idx="5230">
                  <c:v>5231.0</c:v>
                </c:pt>
                <c:pt idx="5231">
                  <c:v>5232.0</c:v>
                </c:pt>
                <c:pt idx="5232">
                  <c:v>5233.0</c:v>
                </c:pt>
                <c:pt idx="5233">
                  <c:v>5234.0</c:v>
                </c:pt>
                <c:pt idx="5234">
                  <c:v>5235.0</c:v>
                </c:pt>
                <c:pt idx="5235">
                  <c:v>5236.0</c:v>
                </c:pt>
                <c:pt idx="5236">
                  <c:v>5237.0</c:v>
                </c:pt>
                <c:pt idx="5237">
                  <c:v>5238.0</c:v>
                </c:pt>
                <c:pt idx="5238">
                  <c:v>5239.0</c:v>
                </c:pt>
                <c:pt idx="5239">
                  <c:v>5240.0</c:v>
                </c:pt>
                <c:pt idx="5240">
                  <c:v>5241.0</c:v>
                </c:pt>
                <c:pt idx="5241">
                  <c:v>5242.0</c:v>
                </c:pt>
                <c:pt idx="5242">
                  <c:v>5243.0</c:v>
                </c:pt>
                <c:pt idx="5243">
                  <c:v>5244.0</c:v>
                </c:pt>
                <c:pt idx="5244">
                  <c:v>5245.0</c:v>
                </c:pt>
                <c:pt idx="5245">
                  <c:v>5246.0</c:v>
                </c:pt>
                <c:pt idx="5246">
                  <c:v>5247.0</c:v>
                </c:pt>
                <c:pt idx="5247">
                  <c:v>5248.0</c:v>
                </c:pt>
                <c:pt idx="5248">
                  <c:v>5249.0</c:v>
                </c:pt>
                <c:pt idx="5249">
                  <c:v>5250.0</c:v>
                </c:pt>
                <c:pt idx="5250">
                  <c:v>5251.0</c:v>
                </c:pt>
                <c:pt idx="5251">
                  <c:v>5252.0</c:v>
                </c:pt>
                <c:pt idx="5252">
                  <c:v>5253.0</c:v>
                </c:pt>
                <c:pt idx="5253">
                  <c:v>5254.0</c:v>
                </c:pt>
                <c:pt idx="5254">
                  <c:v>5255.0</c:v>
                </c:pt>
                <c:pt idx="5255">
                  <c:v>5256.0</c:v>
                </c:pt>
                <c:pt idx="5256">
                  <c:v>5257.0</c:v>
                </c:pt>
                <c:pt idx="5257">
                  <c:v>5258.0</c:v>
                </c:pt>
                <c:pt idx="5258">
                  <c:v>5259.0</c:v>
                </c:pt>
                <c:pt idx="5259">
                  <c:v>5260.0</c:v>
                </c:pt>
                <c:pt idx="5260">
                  <c:v>5261.0</c:v>
                </c:pt>
                <c:pt idx="5261">
                  <c:v>5262.0</c:v>
                </c:pt>
                <c:pt idx="5262">
                  <c:v>5263.0</c:v>
                </c:pt>
                <c:pt idx="5263">
                  <c:v>5264.0</c:v>
                </c:pt>
                <c:pt idx="5264">
                  <c:v>5265.0</c:v>
                </c:pt>
                <c:pt idx="5265">
                  <c:v>5266.0</c:v>
                </c:pt>
                <c:pt idx="5266">
                  <c:v>5267.0</c:v>
                </c:pt>
                <c:pt idx="5267">
                  <c:v>5268.0</c:v>
                </c:pt>
                <c:pt idx="5268">
                  <c:v>5269.0</c:v>
                </c:pt>
                <c:pt idx="5269">
                  <c:v>5270.0</c:v>
                </c:pt>
                <c:pt idx="5270">
                  <c:v>5271.0</c:v>
                </c:pt>
                <c:pt idx="5271">
                  <c:v>5272.0</c:v>
                </c:pt>
                <c:pt idx="5272">
                  <c:v>5273.0</c:v>
                </c:pt>
                <c:pt idx="5273">
                  <c:v>5274.0</c:v>
                </c:pt>
                <c:pt idx="5274">
                  <c:v>5275.0</c:v>
                </c:pt>
                <c:pt idx="5275">
                  <c:v>5276.0</c:v>
                </c:pt>
                <c:pt idx="5276">
                  <c:v>5277.0</c:v>
                </c:pt>
                <c:pt idx="5277">
                  <c:v>5278.0</c:v>
                </c:pt>
                <c:pt idx="5278">
                  <c:v>5279.0</c:v>
                </c:pt>
                <c:pt idx="5279">
                  <c:v>5280.0</c:v>
                </c:pt>
                <c:pt idx="5280">
                  <c:v>5281.0</c:v>
                </c:pt>
                <c:pt idx="5281">
                  <c:v>5282.0</c:v>
                </c:pt>
                <c:pt idx="5282">
                  <c:v>5283.0</c:v>
                </c:pt>
                <c:pt idx="5283">
                  <c:v>5284.0</c:v>
                </c:pt>
                <c:pt idx="5284">
                  <c:v>5285.0</c:v>
                </c:pt>
                <c:pt idx="5285">
                  <c:v>5286.0</c:v>
                </c:pt>
                <c:pt idx="5286">
                  <c:v>5287.0</c:v>
                </c:pt>
                <c:pt idx="5287">
                  <c:v>5288.0</c:v>
                </c:pt>
                <c:pt idx="5288">
                  <c:v>5289.0</c:v>
                </c:pt>
                <c:pt idx="5289">
                  <c:v>5290.0</c:v>
                </c:pt>
                <c:pt idx="5290">
                  <c:v>5291.0</c:v>
                </c:pt>
                <c:pt idx="5291">
                  <c:v>5292.0</c:v>
                </c:pt>
                <c:pt idx="5292">
                  <c:v>5293.0</c:v>
                </c:pt>
                <c:pt idx="5293">
                  <c:v>5294.0</c:v>
                </c:pt>
                <c:pt idx="5294">
                  <c:v>5295.0</c:v>
                </c:pt>
                <c:pt idx="5295">
                  <c:v>5296.0</c:v>
                </c:pt>
                <c:pt idx="5296">
                  <c:v>5297.0</c:v>
                </c:pt>
                <c:pt idx="5297">
                  <c:v>5298.0</c:v>
                </c:pt>
                <c:pt idx="5298">
                  <c:v>5299.0</c:v>
                </c:pt>
                <c:pt idx="5299">
                  <c:v>5300.0</c:v>
                </c:pt>
                <c:pt idx="5300">
                  <c:v>5301.0</c:v>
                </c:pt>
                <c:pt idx="5301">
                  <c:v>5302.0</c:v>
                </c:pt>
                <c:pt idx="5302">
                  <c:v>5303.0</c:v>
                </c:pt>
                <c:pt idx="5303">
                  <c:v>5304.0</c:v>
                </c:pt>
                <c:pt idx="5304">
                  <c:v>5305.0</c:v>
                </c:pt>
                <c:pt idx="5305">
                  <c:v>5306.0</c:v>
                </c:pt>
                <c:pt idx="5306">
                  <c:v>5307.0</c:v>
                </c:pt>
                <c:pt idx="5307">
                  <c:v>5308.0</c:v>
                </c:pt>
                <c:pt idx="5308">
                  <c:v>5309.0</c:v>
                </c:pt>
                <c:pt idx="5309">
                  <c:v>5310.0</c:v>
                </c:pt>
                <c:pt idx="5310">
                  <c:v>5311.0</c:v>
                </c:pt>
                <c:pt idx="5311">
                  <c:v>5312.0</c:v>
                </c:pt>
                <c:pt idx="5312">
                  <c:v>5313.0</c:v>
                </c:pt>
                <c:pt idx="5313">
                  <c:v>5314.0</c:v>
                </c:pt>
                <c:pt idx="5314">
                  <c:v>5315.0</c:v>
                </c:pt>
                <c:pt idx="5315">
                  <c:v>5316.0</c:v>
                </c:pt>
                <c:pt idx="5316">
                  <c:v>5317.0</c:v>
                </c:pt>
                <c:pt idx="5317">
                  <c:v>5318.0</c:v>
                </c:pt>
                <c:pt idx="5318">
                  <c:v>5319.0</c:v>
                </c:pt>
                <c:pt idx="5319">
                  <c:v>5320.0</c:v>
                </c:pt>
                <c:pt idx="5320">
                  <c:v>5321.0</c:v>
                </c:pt>
                <c:pt idx="5321">
                  <c:v>5322.0</c:v>
                </c:pt>
                <c:pt idx="5322">
                  <c:v>5323.0</c:v>
                </c:pt>
                <c:pt idx="5323">
                  <c:v>5324.0</c:v>
                </c:pt>
                <c:pt idx="5324">
                  <c:v>5325.0</c:v>
                </c:pt>
                <c:pt idx="5325">
                  <c:v>5326.0</c:v>
                </c:pt>
                <c:pt idx="5326">
                  <c:v>5327.0</c:v>
                </c:pt>
                <c:pt idx="5327">
                  <c:v>5328.0</c:v>
                </c:pt>
                <c:pt idx="5328">
                  <c:v>5329.0</c:v>
                </c:pt>
                <c:pt idx="5329">
                  <c:v>5330.0</c:v>
                </c:pt>
                <c:pt idx="5330">
                  <c:v>5331.0</c:v>
                </c:pt>
                <c:pt idx="5331">
                  <c:v>5332.0</c:v>
                </c:pt>
                <c:pt idx="5332">
                  <c:v>5333.0</c:v>
                </c:pt>
                <c:pt idx="5333">
                  <c:v>5334.0</c:v>
                </c:pt>
                <c:pt idx="5334">
                  <c:v>5335.0</c:v>
                </c:pt>
                <c:pt idx="5335">
                  <c:v>5336.0</c:v>
                </c:pt>
                <c:pt idx="5336">
                  <c:v>5337.0</c:v>
                </c:pt>
                <c:pt idx="5337">
                  <c:v>5338.0</c:v>
                </c:pt>
                <c:pt idx="5338">
                  <c:v>5339.0</c:v>
                </c:pt>
                <c:pt idx="5339">
                  <c:v>5340.0</c:v>
                </c:pt>
                <c:pt idx="5340">
                  <c:v>5341.0</c:v>
                </c:pt>
                <c:pt idx="5341">
                  <c:v>5342.0</c:v>
                </c:pt>
                <c:pt idx="5342">
                  <c:v>5343.0</c:v>
                </c:pt>
                <c:pt idx="5343">
                  <c:v>5344.0</c:v>
                </c:pt>
                <c:pt idx="5344">
                  <c:v>5345.0</c:v>
                </c:pt>
                <c:pt idx="5345">
                  <c:v>5346.0</c:v>
                </c:pt>
                <c:pt idx="5346">
                  <c:v>5347.0</c:v>
                </c:pt>
                <c:pt idx="5347">
                  <c:v>5348.0</c:v>
                </c:pt>
                <c:pt idx="5348">
                  <c:v>5349.0</c:v>
                </c:pt>
                <c:pt idx="5349">
                  <c:v>5350.0</c:v>
                </c:pt>
                <c:pt idx="5350">
                  <c:v>5351.0</c:v>
                </c:pt>
                <c:pt idx="5351">
                  <c:v>5352.0</c:v>
                </c:pt>
                <c:pt idx="5352">
                  <c:v>5353.0</c:v>
                </c:pt>
                <c:pt idx="5353">
                  <c:v>5354.0</c:v>
                </c:pt>
                <c:pt idx="5354">
                  <c:v>5355.0</c:v>
                </c:pt>
                <c:pt idx="5355">
                  <c:v>5356.0</c:v>
                </c:pt>
                <c:pt idx="5356">
                  <c:v>5357.0</c:v>
                </c:pt>
                <c:pt idx="5357">
                  <c:v>5358.0</c:v>
                </c:pt>
                <c:pt idx="5358">
                  <c:v>5359.0</c:v>
                </c:pt>
                <c:pt idx="5359">
                  <c:v>5360.0</c:v>
                </c:pt>
                <c:pt idx="5360">
                  <c:v>5361.0</c:v>
                </c:pt>
                <c:pt idx="5361">
                  <c:v>5362.0</c:v>
                </c:pt>
                <c:pt idx="5362">
                  <c:v>5363.0</c:v>
                </c:pt>
                <c:pt idx="5363">
                  <c:v>5364.0</c:v>
                </c:pt>
                <c:pt idx="5364">
                  <c:v>5365.0</c:v>
                </c:pt>
                <c:pt idx="5365">
                  <c:v>5366.0</c:v>
                </c:pt>
                <c:pt idx="5366">
                  <c:v>5367.0</c:v>
                </c:pt>
                <c:pt idx="5367">
                  <c:v>5368.0</c:v>
                </c:pt>
                <c:pt idx="5368">
                  <c:v>5369.0</c:v>
                </c:pt>
                <c:pt idx="5369">
                  <c:v>5370.0</c:v>
                </c:pt>
                <c:pt idx="5370">
                  <c:v>5371.0</c:v>
                </c:pt>
                <c:pt idx="5371">
                  <c:v>5372.0</c:v>
                </c:pt>
                <c:pt idx="5372">
                  <c:v>5373.0</c:v>
                </c:pt>
                <c:pt idx="5373">
                  <c:v>5374.0</c:v>
                </c:pt>
                <c:pt idx="5374">
                  <c:v>5375.0</c:v>
                </c:pt>
                <c:pt idx="5375">
                  <c:v>5376.0</c:v>
                </c:pt>
                <c:pt idx="5376">
                  <c:v>5377.0</c:v>
                </c:pt>
                <c:pt idx="5377">
                  <c:v>5378.0</c:v>
                </c:pt>
                <c:pt idx="5378">
                  <c:v>5379.0</c:v>
                </c:pt>
                <c:pt idx="5379">
                  <c:v>5380.0</c:v>
                </c:pt>
                <c:pt idx="5380">
                  <c:v>5381.0</c:v>
                </c:pt>
                <c:pt idx="5381">
                  <c:v>5382.0</c:v>
                </c:pt>
                <c:pt idx="5382">
                  <c:v>5383.0</c:v>
                </c:pt>
                <c:pt idx="5383">
                  <c:v>5384.0</c:v>
                </c:pt>
                <c:pt idx="5384">
                  <c:v>5385.0</c:v>
                </c:pt>
                <c:pt idx="5385">
                  <c:v>5386.0</c:v>
                </c:pt>
                <c:pt idx="5386">
                  <c:v>5387.0</c:v>
                </c:pt>
                <c:pt idx="5387">
                  <c:v>5388.0</c:v>
                </c:pt>
                <c:pt idx="5388">
                  <c:v>5389.0</c:v>
                </c:pt>
                <c:pt idx="5389">
                  <c:v>5390.0</c:v>
                </c:pt>
                <c:pt idx="5390">
                  <c:v>5391.0</c:v>
                </c:pt>
                <c:pt idx="5391">
                  <c:v>5392.0</c:v>
                </c:pt>
                <c:pt idx="5392">
                  <c:v>5393.0</c:v>
                </c:pt>
                <c:pt idx="5393">
                  <c:v>5394.0</c:v>
                </c:pt>
                <c:pt idx="5394">
                  <c:v>5395.0</c:v>
                </c:pt>
                <c:pt idx="5395">
                  <c:v>5396.0</c:v>
                </c:pt>
                <c:pt idx="5396">
                  <c:v>5397.0</c:v>
                </c:pt>
                <c:pt idx="5397">
                  <c:v>5398.0</c:v>
                </c:pt>
                <c:pt idx="5398">
                  <c:v>5399.0</c:v>
                </c:pt>
                <c:pt idx="5399">
                  <c:v>5400.0</c:v>
                </c:pt>
                <c:pt idx="5400">
                  <c:v>5401.0</c:v>
                </c:pt>
                <c:pt idx="5401">
                  <c:v>5402.0</c:v>
                </c:pt>
                <c:pt idx="5402">
                  <c:v>5403.0</c:v>
                </c:pt>
                <c:pt idx="5403">
                  <c:v>5404.0</c:v>
                </c:pt>
                <c:pt idx="5404">
                  <c:v>5405.0</c:v>
                </c:pt>
                <c:pt idx="5405">
                  <c:v>5406.0</c:v>
                </c:pt>
                <c:pt idx="5406">
                  <c:v>5407.0</c:v>
                </c:pt>
                <c:pt idx="5407">
                  <c:v>5408.0</c:v>
                </c:pt>
                <c:pt idx="5408">
                  <c:v>5409.0</c:v>
                </c:pt>
                <c:pt idx="5409">
                  <c:v>5410.0</c:v>
                </c:pt>
                <c:pt idx="5410">
                  <c:v>5411.0</c:v>
                </c:pt>
                <c:pt idx="5411">
                  <c:v>5412.0</c:v>
                </c:pt>
                <c:pt idx="5412">
                  <c:v>5413.0</c:v>
                </c:pt>
                <c:pt idx="5413">
                  <c:v>5414.0</c:v>
                </c:pt>
                <c:pt idx="5414">
                  <c:v>5415.0</c:v>
                </c:pt>
                <c:pt idx="5415">
                  <c:v>5416.0</c:v>
                </c:pt>
                <c:pt idx="5416">
                  <c:v>5417.0</c:v>
                </c:pt>
                <c:pt idx="5417">
                  <c:v>5418.0</c:v>
                </c:pt>
                <c:pt idx="5418">
                  <c:v>5419.0</c:v>
                </c:pt>
                <c:pt idx="5419">
                  <c:v>5420.0</c:v>
                </c:pt>
                <c:pt idx="5420">
                  <c:v>5421.0</c:v>
                </c:pt>
                <c:pt idx="5421">
                  <c:v>5422.0</c:v>
                </c:pt>
                <c:pt idx="5422">
                  <c:v>5423.0</c:v>
                </c:pt>
                <c:pt idx="5423">
                  <c:v>5424.0</c:v>
                </c:pt>
                <c:pt idx="5424">
                  <c:v>5425.0</c:v>
                </c:pt>
                <c:pt idx="5425">
                  <c:v>5426.0</c:v>
                </c:pt>
                <c:pt idx="5426">
                  <c:v>5427.0</c:v>
                </c:pt>
                <c:pt idx="5427">
                  <c:v>5428.0</c:v>
                </c:pt>
                <c:pt idx="5428">
                  <c:v>5429.0</c:v>
                </c:pt>
                <c:pt idx="5429">
                  <c:v>5430.0</c:v>
                </c:pt>
                <c:pt idx="5430">
                  <c:v>5431.0</c:v>
                </c:pt>
                <c:pt idx="5431">
                  <c:v>5432.0</c:v>
                </c:pt>
                <c:pt idx="5432">
                  <c:v>5433.0</c:v>
                </c:pt>
                <c:pt idx="5433">
                  <c:v>5434.0</c:v>
                </c:pt>
                <c:pt idx="5434">
                  <c:v>5435.0</c:v>
                </c:pt>
                <c:pt idx="5435">
                  <c:v>5436.0</c:v>
                </c:pt>
                <c:pt idx="5436">
                  <c:v>5437.0</c:v>
                </c:pt>
                <c:pt idx="5437">
                  <c:v>5438.0</c:v>
                </c:pt>
                <c:pt idx="5438">
                  <c:v>5439.0</c:v>
                </c:pt>
                <c:pt idx="5439">
                  <c:v>5440.0</c:v>
                </c:pt>
                <c:pt idx="5440">
                  <c:v>5441.0</c:v>
                </c:pt>
                <c:pt idx="5441">
                  <c:v>5442.0</c:v>
                </c:pt>
                <c:pt idx="5442">
                  <c:v>5443.0</c:v>
                </c:pt>
                <c:pt idx="5443">
                  <c:v>5444.0</c:v>
                </c:pt>
                <c:pt idx="5444">
                  <c:v>5445.0</c:v>
                </c:pt>
                <c:pt idx="5445">
                  <c:v>5446.0</c:v>
                </c:pt>
                <c:pt idx="5446">
                  <c:v>5447.0</c:v>
                </c:pt>
                <c:pt idx="5447">
                  <c:v>5448.0</c:v>
                </c:pt>
                <c:pt idx="5448">
                  <c:v>5449.0</c:v>
                </c:pt>
                <c:pt idx="5449">
                  <c:v>5450.0</c:v>
                </c:pt>
                <c:pt idx="5450">
                  <c:v>5451.0</c:v>
                </c:pt>
                <c:pt idx="5451">
                  <c:v>5452.0</c:v>
                </c:pt>
                <c:pt idx="5452">
                  <c:v>5453.0</c:v>
                </c:pt>
                <c:pt idx="5453">
                  <c:v>5454.0</c:v>
                </c:pt>
                <c:pt idx="5454">
                  <c:v>5455.0</c:v>
                </c:pt>
                <c:pt idx="5455">
                  <c:v>5456.0</c:v>
                </c:pt>
                <c:pt idx="5456">
                  <c:v>5457.0</c:v>
                </c:pt>
                <c:pt idx="5457">
                  <c:v>5458.0</c:v>
                </c:pt>
                <c:pt idx="5458">
                  <c:v>5459.0</c:v>
                </c:pt>
                <c:pt idx="5459">
                  <c:v>5460.0</c:v>
                </c:pt>
                <c:pt idx="5460">
                  <c:v>5461.0</c:v>
                </c:pt>
                <c:pt idx="5461">
                  <c:v>5462.0</c:v>
                </c:pt>
                <c:pt idx="5462">
                  <c:v>5463.0</c:v>
                </c:pt>
                <c:pt idx="5463">
                  <c:v>5464.0</c:v>
                </c:pt>
                <c:pt idx="5464">
                  <c:v>5465.0</c:v>
                </c:pt>
                <c:pt idx="5465">
                  <c:v>5466.0</c:v>
                </c:pt>
                <c:pt idx="5466">
                  <c:v>5467.0</c:v>
                </c:pt>
                <c:pt idx="5467">
                  <c:v>5468.0</c:v>
                </c:pt>
                <c:pt idx="5468">
                  <c:v>5469.0</c:v>
                </c:pt>
                <c:pt idx="5469">
                  <c:v>5470.0</c:v>
                </c:pt>
                <c:pt idx="5470">
                  <c:v>5471.0</c:v>
                </c:pt>
                <c:pt idx="5471">
                  <c:v>5472.0</c:v>
                </c:pt>
                <c:pt idx="5472">
                  <c:v>5473.0</c:v>
                </c:pt>
                <c:pt idx="5473">
                  <c:v>5474.0</c:v>
                </c:pt>
                <c:pt idx="5474">
                  <c:v>5475.0</c:v>
                </c:pt>
                <c:pt idx="5475">
                  <c:v>5476.0</c:v>
                </c:pt>
                <c:pt idx="5476">
                  <c:v>5477.0</c:v>
                </c:pt>
                <c:pt idx="5477">
                  <c:v>5478.0</c:v>
                </c:pt>
                <c:pt idx="5478">
                  <c:v>5479.0</c:v>
                </c:pt>
                <c:pt idx="5479">
                  <c:v>5480.0</c:v>
                </c:pt>
                <c:pt idx="5480">
                  <c:v>5481.0</c:v>
                </c:pt>
                <c:pt idx="5481">
                  <c:v>5482.0</c:v>
                </c:pt>
                <c:pt idx="5482">
                  <c:v>5483.0</c:v>
                </c:pt>
                <c:pt idx="5483">
                  <c:v>5484.0</c:v>
                </c:pt>
                <c:pt idx="5484">
                  <c:v>5485.0</c:v>
                </c:pt>
                <c:pt idx="5485">
                  <c:v>5486.0</c:v>
                </c:pt>
                <c:pt idx="5486">
                  <c:v>5487.0</c:v>
                </c:pt>
                <c:pt idx="5487">
                  <c:v>5488.0</c:v>
                </c:pt>
                <c:pt idx="5488">
                  <c:v>5489.0</c:v>
                </c:pt>
                <c:pt idx="5489">
                  <c:v>5490.0</c:v>
                </c:pt>
                <c:pt idx="5490">
                  <c:v>5491.0</c:v>
                </c:pt>
                <c:pt idx="5491">
                  <c:v>5492.0</c:v>
                </c:pt>
                <c:pt idx="5492">
                  <c:v>5493.0</c:v>
                </c:pt>
                <c:pt idx="5493">
                  <c:v>5494.0</c:v>
                </c:pt>
                <c:pt idx="5494">
                  <c:v>5495.0</c:v>
                </c:pt>
                <c:pt idx="5495">
                  <c:v>5496.0</c:v>
                </c:pt>
                <c:pt idx="5496">
                  <c:v>5497.0</c:v>
                </c:pt>
                <c:pt idx="5497">
                  <c:v>5498.0</c:v>
                </c:pt>
                <c:pt idx="5498">
                  <c:v>5499.0</c:v>
                </c:pt>
                <c:pt idx="5499">
                  <c:v>5500.0</c:v>
                </c:pt>
                <c:pt idx="5500">
                  <c:v>5501.0</c:v>
                </c:pt>
                <c:pt idx="5501">
                  <c:v>5502.0</c:v>
                </c:pt>
                <c:pt idx="5502">
                  <c:v>5503.0</c:v>
                </c:pt>
                <c:pt idx="5503">
                  <c:v>5504.0</c:v>
                </c:pt>
                <c:pt idx="5504">
                  <c:v>5505.0</c:v>
                </c:pt>
                <c:pt idx="5505">
                  <c:v>5506.0</c:v>
                </c:pt>
                <c:pt idx="5506">
                  <c:v>5507.0</c:v>
                </c:pt>
                <c:pt idx="5507">
                  <c:v>5508.0</c:v>
                </c:pt>
                <c:pt idx="5508">
                  <c:v>5509.0</c:v>
                </c:pt>
                <c:pt idx="5509">
                  <c:v>5510.0</c:v>
                </c:pt>
                <c:pt idx="5510">
                  <c:v>5511.0</c:v>
                </c:pt>
                <c:pt idx="5511">
                  <c:v>5512.0</c:v>
                </c:pt>
                <c:pt idx="5512">
                  <c:v>5513.0</c:v>
                </c:pt>
                <c:pt idx="5513">
                  <c:v>5514.0</c:v>
                </c:pt>
                <c:pt idx="5514">
                  <c:v>5515.0</c:v>
                </c:pt>
                <c:pt idx="5515">
                  <c:v>5516.0</c:v>
                </c:pt>
                <c:pt idx="5516">
                  <c:v>5517.0</c:v>
                </c:pt>
                <c:pt idx="5517">
                  <c:v>5518.0</c:v>
                </c:pt>
                <c:pt idx="5518">
                  <c:v>5519.0</c:v>
                </c:pt>
                <c:pt idx="5519">
                  <c:v>5520.0</c:v>
                </c:pt>
                <c:pt idx="5520">
                  <c:v>5521.0</c:v>
                </c:pt>
                <c:pt idx="5521">
                  <c:v>5522.0</c:v>
                </c:pt>
                <c:pt idx="5522">
                  <c:v>5523.0</c:v>
                </c:pt>
                <c:pt idx="5523">
                  <c:v>5524.0</c:v>
                </c:pt>
                <c:pt idx="5524">
                  <c:v>5525.0</c:v>
                </c:pt>
                <c:pt idx="5525">
                  <c:v>5526.0</c:v>
                </c:pt>
                <c:pt idx="5526">
                  <c:v>5527.0</c:v>
                </c:pt>
                <c:pt idx="5527">
                  <c:v>5528.0</c:v>
                </c:pt>
                <c:pt idx="5528">
                  <c:v>5529.0</c:v>
                </c:pt>
                <c:pt idx="5529">
                  <c:v>5530.0</c:v>
                </c:pt>
                <c:pt idx="5530">
                  <c:v>5531.0</c:v>
                </c:pt>
                <c:pt idx="5531">
                  <c:v>5532.0</c:v>
                </c:pt>
                <c:pt idx="5532">
                  <c:v>5533.0</c:v>
                </c:pt>
                <c:pt idx="5533">
                  <c:v>5534.0</c:v>
                </c:pt>
                <c:pt idx="5534">
                  <c:v>5535.0</c:v>
                </c:pt>
                <c:pt idx="5535">
                  <c:v>5536.0</c:v>
                </c:pt>
                <c:pt idx="5536">
                  <c:v>5537.0</c:v>
                </c:pt>
                <c:pt idx="5537">
                  <c:v>5538.0</c:v>
                </c:pt>
                <c:pt idx="5538">
                  <c:v>5539.0</c:v>
                </c:pt>
                <c:pt idx="5539">
                  <c:v>5540.0</c:v>
                </c:pt>
                <c:pt idx="5540">
                  <c:v>5541.0</c:v>
                </c:pt>
                <c:pt idx="5541">
                  <c:v>5542.0</c:v>
                </c:pt>
                <c:pt idx="5542">
                  <c:v>5543.0</c:v>
                </c:pt>
                <c:pt idx="5543">
                  <c:v>5544.0</c:v>
                </c:pt>
                <c:pt idx="5544">
                  <c:v>5545.0</c:v>
                </c:pt>
                <c:pt idx="5545">
                  <c:v>5546.0</c:v>
                </c:pt>
                <c:pt idx="5546">
                  <c:v>5547.0</c:v>
                </c:pt>
                <c:pt idx="5547">
                  <c:v>5548.0</c:v>
                </c:pt>
                <c:pt idx="5548">
                  <c:v>5549.0</c:v>
                </c:pt>
                <c:pt idx="5549">
                  <c:v>5550.0</c:v>
                </c:pt>
                <c:pt idx="5550">
                  <c:v>5551.0</c:v>
                </c:pt>
                <c:pt idx="5551">
                  <c:v>5552.0</c:v>
                </c:pt>
                <c:pt idx="5552">
                  <c:v>5553.0</c:v>
                </c:pt>
                <c:pt idx="5553">
                  <c:v>5554.0</c:v>
                </c:pt>
                <c:pt idx="5554">
                  <c:v>5555.0</c:v>
                </c:pt>
                <c:pt idx="5555">
                  <c:v>5556.0</c:v>
                </c:pt>
                <c:pt idx="5556">
                  <c:v>5557.0</c:v>
                </c:pt>
                <c:pt idx="5557">
                  <c:v>5558.0</c:v>
                </c:pt>
                <c:pt idx="5558">
                  <c:v>5559.0</c:v>
                </c:pt>
                <c:pt idx="5559">
                  <c:v>5560.0</c:v>
                </c:pt>
                <c:pt idx="5560">
                  <c:v>5561.0</c:v>
                </c:pt>
                <c:pt idx="5561">
                  <c:v>5562.0</c:v>
                </c:pt>
                <c:pt idx="5562">
                  <c:v>5563.0</c:v>
                </c:pt>
                <c:pt idx="5563">
                  <c:v>5564.0</c:v>
                </c:pt>
                <c:pt idx="5564">
                  <c:v>5565.0</c:v>
                </c:pt>
                <c:pt idx="5565">
                  <c:v>5566.0</c:v>
                </c:pt>
                <c:pt idx="5566">
                  <c:v>5567.0</c:v>
                </c:pt>
                <c:pt idx="5567">
                  <c:v>5568.0</c:v>
                </c:pt>
                <c:pt idx="5568">
                  <c:v>5569.0</c:v>
                </c:pt>
                <c:pt idx="5569">
                  <c:v>5570.0</c:v>
                </c:pt>
                <c:pt idx="5570">
                  <c:v>5571.0</c:v>
                </c:pt>
                <c:pt idx="5571">
                  <c:v>5572.0</c:v>
                </c:pt>
                <c:pt idx="5572">
                  <c:v>5573.0</c:v>
                </c:pt>
                <c:pt idx="5573">
                  <c:v>5574.0</c:v>
                </c:pt>
                <c:pt idx="5574">
                  <c:v>5575.0</c:v>
                </c:pt>
                <c:pt idx="5575">
                  <c:v>5576.0</c:v>
                </c:pt>
                <c:pt idx="5576">
                  <c:v>5577.0</c:v>
                </c:pt>
                <c:pt idx="5577">
                  <c:v>5578.0</c:v>
                </c:pt>
                <c:pt idx="5578">
                  <c:v>5579.0</c:v>
                </c:pt>
                <c:pt idx="5579">
                  <c:v>5580.0</c:v>
                </c:pt>
                <c:pt idx="5580">
                  <c:v>5581.0</c:v>
                </c:pt>
                <c:pt idx="5581">
                  <c:v>5582.0</c:v>
                </c:pt>
                <c:pt idx="5582">
                  <c:v>5583.0</c:v>
                </c:pt>
                <c:pt idx="5583">
                  <c:v>5584.0</c:v>
                </c:pt>
                <c:pt idx="5584">
                  <c:v>5585.0</c:v>
                </c:pt>
                <c:pt idx="5585">
                  <c:v>5586.0</c:v>
                </c:pt>
                <c:pt idx="5586">
                  <c:v>5587.0</c:v>
                </c:pt>
                <c:pt idx="5587">
                  <c:v>5588.0</c:v>
                </c:pt>
                <c:pt idx="5588">
                  <c:v>5589.0</c:v>
                </c:pt>
                <c:pt idx="5589">
                  <c:v>5590.0</c:v>
                </c:pt>
                <c:pt idx="5590">
                  <c:v>5591.0</c:v>
                </c:pt>
                <c:pt idx="5591">
                  <c:v>5592.0</c:v>
                </c:pt>
                <c:pt idx="5592">
                  <c:v>5593.0</c:v>
                </c:pt>
                <c:pt idx="5593">
                  <c:v>5594.0</c:v>
                </c:pt>
                <c:pt idx="5594">
                  <c:v>5595.0</c:v>
                </c:pt>
                <c:pt idx="5595">
                  <c:v>5596.0</c:v>
                </c:pt>
                <c:pt idx="5596">
                  <c:v>5597.0</c:v>
                </c:pt>
                <c:pt idx="5597">
                  <c:v>5598.0</c:v>
                </c:pt>
                <c:pt idx="5598">
                  <c:v>5599.0</c:v>
                </c:pt>
                <c:pt idx="5599">
                  <c:v>5600.0</c:v>
                </c:pt>
                <c:pt idx="5600">
                  <c:v>5601.0</c:v>
                </c:pt>
                <c:pt idx="5601">
                  <c:v>5602.0</c:v>
                </c:pt>
                <c:pt idx="5602">
                  <c:v>5603.0</c:v>
                </c:pt>
                <c:pt idx="5603">
                  <c:v>5604.0</c:v>
                </c:pt>
                <c:pt idx="5604">
                  <c:v>5605.0</c:v>
                </c:pt>
                <c:pt idx="5605">
                  <c:v>5606.0</c:v>
                </c:pt>
                <c:pt idx="5606">
                  <c:v>5607.0</c:v>
                </c:pt>
                <c:pt idx="5607">
                  <c:v>5608.0</c:v>
                </c:pt>
                <c:pt idx="5608">
                  <c:v>5609.0</c:v>
                </c:pt>
                <c:pt idx="5609">
                  <c:v>5610.0</c:v>
                </c:pt>
                <c:pt idx="5610">
                  <c:v>5611.0</c:v>
                </c:pt>
                <c:pt idx="5611">
                  <c:v>5612.0</c:v>
                </c:pt>
                <c:pt idx="5612">
                  <c:v>5613.0</c:v>
                </c:pt>
                <c:pt idx="5613">
                  <c:v>5614.0</c:v>
                </c:pt>
                <c:pt idx="5614">
                  <c:v>5615.0</c:v>
                </c:pt>
                <c:pt idx="5615">
                  <c:v>5616.0</c:v>
                </c:pt>
                <c:pt idx="5616">
                  <c:v>5617.0</c:v>
                </c:pt>
                <c:pt idx="5617">
                  <c:v>5618.0</c:v>
                </c:pt>
                <c:pt idx="5618">
                  <c:v>5619.0</c:v>
                </c:pt>
                <c:pt idx="5619">
                  <c:v>5620.0</c:v>
                </c:pt>
                <c:pt idx="5620">
                  <c:v>5621.0</c:v>
                </c:pt>
                <c:pt idx="5621">
                  <c:v>5622.0</c:v>
                </c:pt>
                <c:pt idx="5622">
                  <c:v>5623.0</c:v>
                </c:pt>
                <c:pt idx="5623">
                  <c:v>5624.0</c:v>
                </c:pt>
                <c:pt idx="5624">
                  <c:v>5625.0</c:v>
                </c:pt>
                <c:pt idx="5625">
                  <c:v>5626.0</c:v>
                </c:pt>
                <c:pt idx="5626">
                  <c:v>5627.0</c:v>
                </c:pt>
                <c:pt idx="5627">
                  <c:v>5628.0</c:v>
                </c:pt>
                <c:pt idx="5628">
                  <c:v>5629.0</c:v>
                </c:pt>
                <c:pt idx="5629">
                  <c:v>5630.0</c:v>
                </c:pt>
                <c:pt idx="5630">
                  <c:v>5631.0</c:v>
                </c:pt>
                <c:pt idx="5631">
                  <c:v>5632.0</c:v>
                </c:pt>
                <c:pt idx="5632">
                  <c:v>5633.0</c:v>
                </c:pt>
                <c:pt idx="5633">
                  <c:v>5634.0</c:v>
                </c:pt>
                <c:pt idx="5634">
                  <c:v>5635.0</c:v>
                </c:pt>
                <c:pt idx="5635">
                  <c:v>5636.0</c:v>
                </c:pt>
                <c:pt idx="5636">
                  <c:v>5637.0</c:v>
                </c:pt>
                <c:pt idx="5637">
                  <c:v>5638.0</c:v>
                </c:pt>
                <c:pt idx="5638">
                  <c:v>5639.0</c:v>
                </c:pt>
                <c:pt idx="5639">
                  <c:v>5640.0</c:v>
                </c:pt>
                <c:pt idx="5640">
                  <c:v>5641.0</c:v>
                </c:pt>
                <c:pt idx="5641">
                  <c:v>5642.0</c:v>
                </c:pt>
                <c:pt idx="5642">
                  <c:v>5643.0</c:v>
                </c:pt>
                <c:pt idx="5643">
                  <c:v>5644.0</c:v>
                </c:pt>
                <c:pt idx="5644">
                  <c:v>5645.0</c:v>
                </c:pt>
                <c:pt idx="5645">
                  <c:v>5646.0</c:v>
                </c:pt>
                <c:pt idx="5646">
                  <c:v>5647.0</c:v>
                </c:pt>
                <c:pt idx="5647">
                  <c:v>5648.0</c:v>
                </c:pt>
                <c:pt idx="5648">
                  <c:v>5649.0</c:v>
                </c:pt>
                <c:pt idx="5649">
                  <c:v>5650.0</c:v>
                </c:pt>
                <c:pt idx="5650">
                  <c:v>5651.0</c:v>
                </c:pt>
                <c:pt idx="5651">
                  <c:v>5652.0</c:v>
                </c:pt>
                <c:pt idx="5652">
                  <c:v>5653.0</c:v>
                </c:pt>
                <c:pt idx="5653">
                  <c:v>5654.0</c:v>
                </c:pt>
                <c:pt idx="5654">
                  <c:v>5655.0</c:v>
                </c:pt>
                <c:pt idx="5655">
                  <c:v>5656.0</c:v>
                </c:pt>
                <c:pt idx="5656">
                  <c:v>5657.0</c:v>
                </c:pt>
                <c:pt idx="5657">
                  <c:v>5658.0</c:v>
                </c:pt>
                <c:pt idx="5658">
                  <c:v>5659.0</c:v>
                </c:pt>
                <c:pt idx="5659">
                  <c:v>5660.0</c:v>
                </c:pt>
                <c:pt idx="5660">
                  <c:v>5661.0</c:v>
                </c:pt>
                <c:pt idx="5661">
                  <c:v>5662.0</c:v>
                </c:pt>
                <c:pt idx="5662">
                  <c:v>5663.0</c:v>
                </c:pt>
                <c:pt idx="5663">
                  <c:v>5664.0</c:v>
                </c:pt>
                <c:pt idx="5664">
                  <c:v>5665.0</c:v>
                </c:pt>
                <c:pt idx="5665">
                  <c:v>5666.0</c:v>
                </c:pt>
                <c:pt idx="5666">
                  <c:v>5667.0</c:v>
                </c:pt>
                <c:pt idx="5667">
                  <c:v>5668.0</c:v>
                </c:pt>
                <c:pt idx="5668">
                  <c:v>5669.0</c:v>
                </c:pt>
                <c:pt idx="5669">
                  <c:v>5670.0</c:v>
                </c:pt>
                <c:pt idx="5670">
                  <c:v>5671.0</c:v>
                </c:pt>
                <c:pt idx="5671">
                  <c:v>5672.0</c:v>
                </c:pt>
                <c:pt idx="5672">
                  <c:v>5673.0</c:v>
                </c:pt>
                <c:pt idx="5673">
                  <c:v>5674.0</c:v>
                </c:pt>
                <c:pt idx="5674">
                  <c:v>5675.0</c:v>
                </c:pt>
                <c:pt idx="5675">
                  <c:v>5676.0</c:v>
                </c:pt>
                <c:pt idx="5676">
                  <c:v>5677.0</c:v>
                </c:pt>
                <c:pt idx="5677">
                  <c:v>5678.0</c:v>
                </c:pt>
                <c:pt idx="5678">
                  <c:v>5679.0</c:v>
                </c:pt>
                <c:pt idx="5679">
                  <c:v>5680.0</c:v>
                </c:pt>
                <c:pt idx="5680">
                  <c:v>5681.0</c:v>
                </c:pt>
                <c:pt idx="5681">
                  <c:v>5682.0</c:v>
                </c:pt>
                <c:pt idx="5682">
                  <c:v>5683.0</c:v>
                </c:pt>
                <c:pt idx="5683">
                  <c:v>5684.0</c:v>
                </c:pt>
                <c:pt idx="5684">
                  <c:v>5685.0</c:v>
                </c:pt>
                <c:pt idx="5685">
                  <c:v>5686.0</c:v>
                </c:pt>
                <c:pt idx="5686">
                  <c:v>5687.0</c:v>
                </c:pt>
                <c:pt idx="5687">
                  <c:v>5688.0</c:v>
                </c:pt>
                <c:pt idx="5688">
                  <c:v>5689.0</c:v>
                </c:pt>
                <c:pt idx="5689">
                  <c:v>5690.0</c:v>
                </c:pt>
                <c:pt idx="5690">
                  <c:v>5691.0</c:v>
                </c:pt>
                <c:pt idx="5691">
                  <c:v>5692.0</c:v>
                </c:pt>
                <c:pt idx="5692">
                  <c:v>5693.0</c:v>
                </c:pt>
                <c:pt idx="5693">
                  <c:v>5694.0</c:v>
                </c:pt>
                <c:pt idx="5694">
                  <c:v>5695.0</c:v>
                </c:pt>
                <c:pt idx="5695">
                  <c:v>5696.0</c:v>
                </c:pt>
                <c:pt idx="5696">
                  <c:v>5697.0</c:v>
                </c:pt>
                <c:pt idx="5697">
                  <c:v>5698.0</c:v>
                </c:pt>
                <c:pt idx="5698">
                  <c:v>5699.0</c:v>
                </c:pt>
                <c:pt idx="5699">
                  <c:v>5700.0</c:v>
                </c:pt>
                <c:pt idx="5700">
                  <c:v>5701.0</c:v>
                </c:pt>
                <c:pt idx="5701">
                  <c:v>5702.0</c:v>
                </c:pt>
                <c:pt idx="5702">
                  <c:v>5703.0</c:v>
                </c:pt>
                <c:pt idx="5703">
                  <c:v>5704.0</c:v>
                </c:pt>
                <c:pt idx="5704">
                  <c:v>5705.0</c:v>
                </c:pt>
                <c:pt idx="5705">
                  <c:v>5706.0</c:v>
                </c:pt>
                <c:pt idx="5706">
                  <c:v>5707.0</c:v>
                </c:pt>
                <c:pt idx="5707">
                  <c:v>5708.0</c:v>
                </c:pt>
                <c:pt idx="5708">
                  <c:v>5709.0</c:v>
                </c:pt>
                <c:pt idx="5709">
                  <c:v>5710.0</c:v>
                </c:pt>
                <c:pt idx="5710">
                  <c:v>5711.0</c:v>
                </c:pt>
                <c:pt idx="5711">
                  <c:v>5712.0</c:v>
                </c:pt>
                <c:pt idx="5712">
                  <c:v>5713.0</c:v>
                </c:pt>
                <c:pt idx="5713">
                  <c:v>5714.0</c:v>
                </c:pt>
                <c:pt idx="5714">
                  <c:v>5715.0</c:v>
                </c:pt>
                <c:pt idx="5715">
                  <c:v>5716.0</c:v>
                </c:pt>
                <c:pt idx="5716">
                  <c:v>5717.0</c:v>
                </c:pt>
                <c:pt idx="5717">
                  <c:v>5718.0</c:v>
                </c:pt>
                <c:pt idx="5718">
                  <c:v>5719.0</c:v>
                </c:pt>
                <c:pt idx="5719">
                  <c:v>5720.0</c:v>
                </c:pt>
                <c:pt idx="5720">
                  <c:v>5721.0</c:v>
                </c:pt>
                <c:pt idx="5721">
                  <c:v>5722.0</c:v>
                </c:pt>
                <c:pt idx="5722">
                  <c:v>5723.0</c:v>
                </c:pt>
                <c:pt idx="5723">
                  <c:v>5724.0</c:v>
                </c:pt>
                <c:pt idx="5724">
                  <c:v>5725.0</c:v>
                </c:pt>
                <c:pt idx="5725">
                  <c:v>5726.0</c:v>
                </c:pt>
                <c:pt idx="5726">
                  <c:v>5727.0</c:v>
                </c:pt>
                <c:pt idx="5727">
                  <c:v>5728.0</c:v>
                </c:pt>
                <c:pt idx="5728">
                  <c:v>5729.0</c:v>
                </c:pt>
                <c:pt idx="5729">
                  <c:v>5730.0</c:v>
                </c:pt>
                <c:pt idx="5730">
                  <c:v>5731.0</c:v>
                </c:pt>
                <c:pt idx="5731">
                  <c:v>5732.0</c:v>
                </c:pt>
                <c:pt idx="5732">
                  <c:v>5733.0</c:v>
                </c:pt>
                <c:pt idx="5733">
                  <c:v>5734.0</c:v>
                </c:pt>
                <c:pt idx="5734">
                  <c:v>5735.0</c:v>
                </c:pt>
                <c:pt idx="5735">
                  <c:v>5736.0</c:v>
                </c:pt>
                <c:pt idx="5736">
                  <c:v>5737.0</c:v>
                </c:pt>
                <c:pt idx="5737">
                  <c:v>5738.0</c:v>
                </c:pt>
                <c:pt idx="5738">
                  <c:v>5739.0</c:v>
                </c:pt>
                <c:pt idx="5739">
                  <c:v>5740.0</c:v>
                </c:pt>
                <c:pt idx="5740">
                  <c:v>5741.0</c:v>
                </c:pt>
                <c:pt idx="5741">
                  <c:v>5742.0</c:v>
                </c:pt>
                <c:pt idx="5742">
                  <c:v>5743.0</c:v>
                </c:pt>
                <c:pt idx="5743">
                  <c:v>5744.0</c:v>
                </c:pt>
                <c:pt idx="5744">
                  <c:v>5745.0</c:v>
                </c:pt>
                <c:pt idx="5745">
                  <c:v>5746.0</c:v>
                </c:pt>
                <c:pt idx="5746">
                  <c:v>5747.0</c:v>
                </c:pt>
                <c:pt idx="5747">
                  <c:v>5748.0</c:v>
                </c:pt>
                <c:pt idx="5748">
                  <c:v>5749.0</c:v>
                </c:pt>
                <c:pt idx="5749">
                  <c:v>5750.0</c:v>
                </c:pt>
                <c:pt idx="5750">
                  <c:v>5751.0</c:v>
                </c:pt>
                <c:pt idx="5751">
                  <c:v>5752.0</c:v>
                </c:pt>
                <c:pt idx="5752">
                  <c:v>5753.0</c:v>
                </c:pt>
                <c:pt idx="5753">
                  <c:v>5754.0</c:v>
                </c:pt>
                <c:pt idx="5754">
                  <c:v>5755.0</c:v>
                </c:pt>
                <c:pt idx="5755">
                  <c:v>5756.0</c:v>
                </c:pt>
                <c:pt idx="5756">
                  <c:v>5757.0</c:v>
                </c:pt>
                <c:pt idx="5757">
                  <c:v>5758.0</c:v>
                </c:pt>
                <c:pt idx="5758">
                  <c:v>5759.0</c:v>
                </c:pt>
                <c:pt idx="5759">
                  <c:v>5760.0</c:v>
                </c:pt>
                <c:pt idx="5760">
                  <c:v>5761.0</c:v>
                </c:pt>
                <c:pt idx="5761">
                  <c:v>5762.0</c:v>
                </c:pt>
                <c:pt idx="5762">
                  <c:v>5763.0</c:v>
                </c:pt>
                <c:pt idx="5763">
                  <c:v>5764.0</c:v>
                </c:pt>
                <c:pt idx="5764">
                  <c:v>5765.0</c:v>
                </c:pt>
                <c:pt idx="5765">
                  <c:v>5766.0</c:v>
                </c:pt>
                <c:pt idx="5766">
                  <c:v>5767.0</c:v>
                </c:pt>
                <c:pt idx="5767">
                  <c:v>5768.0</c:v>
                </c:pt>
                <c:pt idx="5768">
                  <c:v>5769.0</c:v>
                </c:pt>
                <c:pt idx="5769">
                  <c:v>5770.0</c:v>
                </c:pt>
                <c:pt idx="5770">
                  <c:v>5771.0</c:v>
                </c:pt>
                <c:pt idx="5771">
                  <c:v>5772.0</c:v>
                </c:pt>
                <c:pt idx="5772">
                  <c:v>5773.0</c:v>
                </c:pt>
                <c:pt idx="5773">
                  <c:v>5774.0</c:v>
                </c:pt>
                <c:pt idx="5774">
                  <c:v>5775.0</c:v>
                </c:pt>
                <c:pt idx="5775">
                  <c:v>5776.0</c:v>
                </c:pt>
                <c:pt idx="5776">
                  <c:v>5777.0</c:v>
                </c:pt>
                <c:pt idx="5777">
                  <c:v>5778.0</c:v>
                </c:pt>
                <c:pt idx="5778">
                  <c:v>5779.0</c:v>
                </c:pt>
                <c:pt idx="5779">
                  <c:v>5780.0</c:v>
                </c:pt>
                <c:pt idx="5780">
                  <c:v>5781.0</c:v>
                </c:pt>
                <c:pt idx="5781">
                  <c:v>5782.0</c:v>
                </c:pt>
                <c:pt idx="5782">
                  <c:v>5783.0</c:v>
                </c:pt>
                <c:pt idx="5783">
                  <c:v>5784.0</c:v>
                </c:pt>
                <c:pt idx="5784">
                  <c:v>5785.0</c:v>
                </c:pt>
                <c:pt idx="5785">
                  <c:v>5786.0</c:v>
                </c:pt>
                <c:pt idx="5786">
                  <c:v>5787.0</c:v>
                </c:pt>
                <c:pt idx="5787">
                  <c:v>5788.0</c:v>
                </c:pt>
                <c:pt idx="5788">
                  <c:v>5789.0</c:v>
                </c:pt>
                <c:pt idx="5789">
                  <c:v>5790.0</c:v>
                </c:pt>
                <c:pt idx="5790">
                  <c:v>5791.0</c:v>
                </c:pt>
                <c:pt idx="5791">
                  <c:v>5792.0</c:v>
                </c:pt>
                <c:pt idx="5792">
                  <c:v>5793.0</c:v>
                </c:pt>
                <c:pt idx="5793">
                  <c:v>5794.0</c:v>
                </c:pt>
                <c:pt idx="5794">
                  <c:v>5795.0</c:v>
                </c:pt>
                <c:pt idx="5795">
                  <c:v>5796.0</c:v>
                </c:pt>
                <c:pt idx="5796">
                  <c:v>5797.0</c:v>
                </c:pt>
                <c:pt idx="5797">
                  <c:v>5798.0</c:v>
                </c:pt>
                <c:pt idx="5798">
                  <c:v>5799.0</c:v>
                </c:pt>
                <c:pt idx="5799">
                  <c:v>5800.0</c:v>
                </c:pt>
                <c:pt idx="5800">
                  <c:v>5801.0</c:v>
                </c:pt>
                <c:pt idx="5801">
                  <c:v>5802.0</c:v>
                </c:pt>
                <c:pt idx="5802">
                  <c:v>5803.0</c:v>
                </c:pt>
                <c:pt idx="5803">
                  <c:v>5804.0</c:v>
                </c:pt>
                <c:pt idx="5804">
                  <c:v>5805.0</c:v>
                </c:pt>
                <c:pt idx="5805">
                  <c:v>5806.0</c:v>
                </c:pt>
                <c:pt idx="5806">
                  <c:v>5807.0</c:v>
                </c:pt>
                <c:pt idx="5807">
                  <c:v>5808.0</c:v>
                </c:pt>
                <c:pt idx="5808">
                  <c:v>5809.0</c:v>
                </c:pt>
                <c:pt idx="5809">
                  <c:v>5810.0</c:v>
                </c:pt>
                <c:pt idx="5810">
                  <c:v>5811.0</c:v>
                </c:pt>
                <c:pt idx="5811">
                  <c:v>5812.0</c:v>
                </c:pt>
                <c:pt idx="5812">
                  <c:v>5813.0</c:v>
                </c:pt>
                <c:pt idx="5813">
                  <c:v>5814.0</c:v>
                </c:pt>
                <c:pt idx="5814">
                  <c:v>5815.0</c:v>
                </c:pt>
                <c:pt idx="5815">
                  <c:v>5816.0</c:v>
                </c:pt>
                <c:pt idx="5816">
                  <c:v>5817.0</c:v>
                </c:pt>
                <c:pt idx="5817">
                  <c:v>5818.0</c:v>
                </c:pt>
                <c:pt idx="5818">
                  <c:v>5819.0</c:v>
                </c:pt>
                <c:pt idx="5819">
                  <c:v>5820.0</c:v>
                </c:pt>
                <c:pt idx="5820">
                  <c:v>5821.0</c:v>
                </c:pt>
                <c:pt idx="5821">
                  <c:v>5822.0</c:v>
                </c:pt>
                <c:pt idx="5822">
                  <c:v>5823.0</c:v>
                </c:pt>
                <c:pt idx="5823">
                  <c:v>5824.0</c:v>
                </c:pt>
                <c:pt idx="5824">
                  <c:v>5825.0</c:v>
                </c:pt>
                <c:pt idx="5825">
                  <c:v>5826.0</c:v>
                </c:pt>
                <c:pt idx="5826">
                  <c:v>5827.0</c:v>
                </c:pt>
                <c:pt idx="5827">
                  <c:v>5828.0</c:v>
                </c:pt>
                <c:pt idx="5828">
                  <c:v>5829.0</c:v>
                </c:pt>
                <c:pt idx="5829">
                  <c:v>5830.0</c:v>
                </c:pt>
                <c:pt idx="5830">
                  <c:v>5831.0</c:v>
                </c:pt>
                <c:pt idx="5831">
                  <c:v>5832.0</c:v>
                </c:pt>
                <c:pt idx="5832">
                  <c:v>5833.0</c:v>
                </c:pt>
                <c:pt idx="5833">
                  <c:v>5834.0</c:v>
                </c:pt>
                <c:pt idx="5834">
                  <c:v>5835.0</c:v>
                </c:pt>
                <c:pt idx="5835">
                  <c:v>5836.0</c:v>
                </c:pt>
                <c:pt idx="5836">
                  <c:v>5837.0</c:v>
                </c:pt>
                <c:pt idx="5837">
                  <c:v>5838.0</c:v>
                </c:pt>
                <c:pt idx="5838">
                  <c:v>5839.0</c:v>
                </c:pt>
                <c:pt idx="5839">
                  <c:v>5840.0</c:v>
                </c:pt>
                <c:pt idx="5840">
                  <c:v>5841.0</c:v>
                </c:pt>
                <c:pt idx="5841">
                  <c:v>5842.0</c:v>
                </c:pt>
                <c:pt idx="5842">
                  <c:v>5843.0</c:v>
                </c:pt>
                <c:pt idx="5843">
                  <c:v>5844.0</c:v>
                </c:pt>
                <c:pt idx="5844">
                  <c:v>5845.0</c:v>
                </c:pt>
                <c:pt idx="5845">
                  <c:v>5846.0</c:v>
                </c:pt>
                <c:pt idx="5846">
                  <c:v>5847.0</c:v>
                </c:pt>
                <c:pt idx="5847">
                  <c:v>5848.0</c:v>
                </c:pt>
                <c:pt idx="5848">
                  <c:v>5849.0</c:v>
                </c:pt>
                <c:pt idx="5849">
                  <c:v>5850.0</c:v>
                </c:pt>
                <c:pt idx="5850">
                  <c:v>5851.0</c:v>
                </c:pt>
                <c:pt idx="5851">
                  <c:v>5852.0</c:v>
                </c:pt>
                <c:pt idx="5852">
                  <c:v>5853.0</c:v>
                </c:pt>
                <c:pt idx="5853">
                  <c:v>5854.0</c:v>
                </c:pt>
                <c:pt idx="5854">
                  <c:v>5855.0</c:v>
                </c:pt>
                <c:pt idx="5855">
                  <c:v>5856.0</c:v>
                </c:pt>
                <c:pt idx="5856">
                  <c:v>5857.0</c:v>
                </c:pt>
                <c:pt idx="5857">
                  <c:v>5858.0</c:v>
                </c:pt>
                <c:pt idx="5858">
                  <c:v>5859.0</c:v>
                </c:pt>
                <c:pt idx="5859">
                  <c:v>5860.0</c:v>
                </c:pt>
                <c:pt idx="5860">
                  <c:v>5861.0</c:v>
                </c:pt>
                <c:pt idx="5861">
                  <c:v>5862.0</c:v>
                </c:pt>
                <c:pt idx="5862">
                  <c:v>5863.0</c:v>
                </c:pt>
                <c:pt idx="5863">
                  <c:v>5864.0</c:v>
                </c:pt>
                <c:pt idx="5864">
                  <c:v>5865.0</c:v>
                </c:pt>
                <c:pt idx="5865">
                  <c:v>5866.0</c:v>
                </c:pt>
                <c:pt idx="5866">
                  <c:v>5867.0</c:v>
                </c:pt>
                <c:pt idx="5867">
                  <c:v>5868.0</c:v>
                </c:pt>
                <c:pt idx="5868">
                  <c:v>5869.0</c:v>
                </c:pt>
                <c:pt idx="5869">
                  <c:v>5870.0</c:v>
                </c:pt>
                <c:pt idx="5870">
                  <c:v>5871.0</c:v>
                </c:pt>
                <c:pt idx="5871">
                  <c:v>5872.0</c:v>
                </c:pt>
                <c:pt idx="5872">
                  <c:v>5873.0</c:v>
                </c:pt>
                <c:pt idx="5873">
                  <c:v>5874.0</c:v>
                </c:pt>
                <c:pt idx="5874">
                  <c:v>5875.0</c:v>
                </c:pt>
                <c:pt idx="5875">
                  <c:v>5876.0</c:v>
                </c:pt>
                <c:pt idx="5876">
                  <c:v>5877.0</c:v>
                </c:pt>
                <c:pt idx="5877">
                  <c:v>5878.0</c:v>
                </c:pt>
                <c:pt idx="5878">
                  <c:v>5879.0</c:v>
                </c:pt>
                <c:pt idx="5879">
                  <c:v>5880.0</c:v>
                </c:pt>
                <c:pt idx="5880">
                  <c:v>5881.0</c:v>
                </c:pt>
                <c:pt idx="5881">
                  <c:v>5882.0</c:v>
                </c:pt>
                <c:pt idx="5882">
                  <c:v>5883.0</c:v>
                </c:pt>
                <c:pt idx="5883">
                  <c:v>5884.0</c:v>
                </c:pt>
                <c:pt idx="5884">
                  <c:v>5885.0</c:v>
                </c:pt>
                <c:pt idx="5885">
                  <c:v>5886.0</c:v>
                </c:pt>
                <c:pt idx="5886">
                  <c:v>5887.0</c:v>
                </c:pt>
                <c:pt idx="5887">
                  <c:v>5888.0</c:v>
                </c:pt>
                <c:pt idx="5888">
                  <c:v>5889.0</c:v>
                </c:pt>
                <c:pt idx="5889">
                  <c:v>5890.0</c:v>
                </c:pt>
                <c:pt idx="5890">
                  <c:v>5891.0</c:v>
                </c:pt>
                <c:pt idx="5891">
                  <c:v>5892.0</c:v>
                </c:pt>
                <c:pt idx="5892">
                  <c:v>5893.0</c:v>
                </c:pt>
                <c:pt idx="5893">
                  <c:v>5894.0</c:v>
                </c:pt>
                <c:pt idx="5894">
                  <c:v>5895.0</c:v>
                </c:pt>
                <c:pt idx="5895">
                  <c:v>5896.0</c:v>
                </c:pt>
                <c:pt idx="5896">
                  <c:v>5897.0</c:v>
                </c:pt>
                <c:pt idx="5897">
                  <c:v>5898.0</c:v>
                </c:pt>
                <c:pt idx="5898">
                  <c:v>5899.0</c:v>
                </c:pt>
                <c:pt idx="5899">
                  <c:v>5900.0</c:v>
                </c:pt>
                <c:pt idx="5900">
                  <c:v>5901.0</c:v>
                </c:pt>
                <c:pt idx="5901">
                  <c:v>5902.0</c:v>
                </c:pt>
                <c:pt idx="5902">
                  <c:v>5903.0</c:v>
                </c:pt>
                <c:pt idx="5903">
                  <c:v>5904.0</c:v>
                </c:pt>
                <c:pt idx="5904">
                  <c:v>5905.0</c:v>
                </c:pt>
                <c:pt idx="5905">
                  <c:v>5906.0</c:v>
                </c:pt>
                <c:pt idx="5906">
                  <c:v>5907.0</c:v>
                </c:pt>
                <c:pt idx="5907">
                  <c:v>5908.0</c:v>
                </c:pt>
                <c:pt idx="5908">
                  <c:v>5909.0</c:v>
                </c:pt>
                <c:pt idx="5909">
                  <c:v>5910.0</c:v>
                </c:pt>
                <c:pt idx="5910">
                  <c:v>5911.0</c:v>
                </c:pt>
                <c:pt idx="5911">
                  <c:v>5912.0</c:v>
                </c:pt>
                <c:pt idx="5912">
                  <c:v>5913.0</c:v>
                </c:pt>
                <c:pt idx="5913">
                  <c:v>5914.0</c:v>
                </c:pt>
                <c:pt idx="5914">
                  <c:v>5915.0</c:v>
                </c:pt>
                <c:pt idx="5915">
                  <c:v>5916.0</c:v>
                </c:pt>
                <c:pt idx="5916">
                  <c:v>5917.0</c:v>
                </c:pt>
                <c:pt idx="5917">
                  <c:v>5918.0</c:v>
                </c:pt>
                <c:pt idx="5918">
                  <c:v>5919.0</c:v>
                </c:pt>
                <c:pt idx="5919">
                  <c:v>5920.0</c:v>
                </c:pt>
                <c:pt idx="5920">
                  <c:v>5921.0</c:v>
                </c:pt>
                <c:pt idx="5921">
                  <c:v>5922.0</c:v>
                </c:pt>
                <c:pt idx="5922">
                  <c:v>5923.0</c:v>
                </c:pt>
                <c:pt idx="5923">
                  <c:v>5924.0</c:v>
                </c:pt>
                <c:pt idx="5924">
                  <c:v>5925.0</c:v>
                </c:pt>
                <c:pt idx="5925">
                  <c:v>5926.0</c:v>
                </c:pt>
                <c:pt idx="5926">
                  <c:v>5927.0</c:v>
                </c:pt>
                <c:pt idx="5927">
                  <c:v>5928.0</c:v>
                </c:pt>
                <c:pt idx="5928">
                  <c:v>5929.0</c:v>
                </c:pt>
                <c:pt idx="5929">
                  <c:v>5930.0</c:v>
                </c:pt>
                <c:pt idx="5930">
                  <c:v>5931.0</c:v>
                </c:pt>
                <c:pt idx="5931">
                  <c:v>5932.0</c:v>
                </c:pt>
                <c:pt idx="5932">
                  <c:v>5933.0</c:v>
                </c:pt>
                <c:pt idx="5933">
                  <c:v>5934.0</c:v>
                </c:pt>
                <c:pt idx="5934">
                  <c:v>5935.0</c:v>
                </c:pt>
                <c:pt idx="5935">
                  <c:v>5936.0</c:v>
                </c:pt>
                <c:pt idx="5936">
                  <c:v>5937.0</c:v>
                </c:pt>
                <c:pt idx="5937">
                  <c:v>5938.0</c:v>
                </c:pt>
                <c:pt idx="5938">
                  <c:v>5939.0</c:v>
                </c:pt>
                <c:pt idx="5939">
                  <c:v>5940.0</c:v>
                </c:pt>
                <c:pt idx="5940">
                  <c:v>5941.0</c:v>
                </c:pt>
                <c:pt idx="5941">
                  <c:v>5942.0</c:v>
                </c:pt>
                <c:pt idx="5942">
                  <c:v>5943.0</c:v>
                </c:pt>
                <c:pt idx="5943">
                  <c:v>5944.0</c:v>
                </c:pt>
                <c:pt idx="5944">
                  <c:v>5945.0</c:v>
                </c:pt>
                <c:pt idx="5945">
                  <c:v>5946.0</c:v>
                </c:pt>
                <c:pt idx="5946">
                  <c:v>5947.0</c:v>
                </c:pt>
                <c:pt idx="5947">
                  <c:v>5948.0</c:v>
                </c:pt>
                <c:pt idx="5948">
                  <c:v>5949.0</c:v>
                </c:pt>
                <c:pt idx="5949">
                  <c:v>5950.0</c:v>
                </c:pt>
                <c:pt idx="5950">
                  <c:v>5951.0</c:v>
                </c:pt>
                <c:pt idx="5951">
                  <c:v>5952.0</c:v>
                </c:pt>
                <c:pt idx="5952">
                  <c:v>5953.0</c:v>
                </c:pt>
                <c:pt idx="5953">
                  <c:v>5954.0</c:v>
                </c:pt>
                <c:pt idx="5954">
                  <c:v>5955.0</c:v>
                </c:pt>
                <c:pt idx="5955">
                  <c:v>5956.0</c:v>
                </c:pt>
                <c:pt idx="5956">
                  <c:v>5957.0</c:v>
                </c:pt>
                <c:pt idx="5957">
                  <c:v>5958.0</c:v>
                </c:pt>
                <c:pt idx="5958">
                  <c:v>5959.0</c:v>
                </c:pt>
                <c:pt idx="5959">
                  <c:v>5960.0</c:v>
                </c:pt>
                <c:pt idx="5960">
                  <c:v>5961.0</c:v>
                </c:pt>
                <c:pt idx="5961">
                  <c:v>5962.0</c:v>
                </c:pt>
                <c:pt idx="5962">
                  <c:v>5963.0</c:v>
                </c:pt>
                <c:pt idx="5963">
                  <c:v>5964.0</c:v>
                </c:pt>
                <c:pt idx="5964">
                  <c:v>5965.0</c:v>
                </c:pt>
                <c:pt idx="5965">
                  <c:v>5966.0</c:v>
                </c:pt>
                <c:pt idx="5966">
                  <c:v>5967.0</c:v>
                </c:pt>
                <c:pt idx="5967">
                  <c:v>5968.0</c:v>
                </c:pt>
                <c:pt idx="5968">
                  <c:v>5969.0</c:v>
                </c:pt>
                <c:pt idx="5969">
                  <c:v>5970.0</c:v>
                </c:pt>
                <c:pt idx="5970">
                  <c:v>5971.0</c:v>
                </c:pt>
                <c:pt idx="5971">
                  <c:v>5972.0</c:v>
                </c:pt>
                <c:pt idx="5972">
                  <c:v>5973.0</c:v>
                </c:pt>
                <c:pt idx="5973">
                  <c:v>5974.0</c:v>
                </c:pt>
                <c:pt idx="5974">
                  <c:v>5975.0</c:v>
                </c:pt>
                <c:pt idx="5975">
                  <c:v>5976.0</c:v>
                </c:pt>
                <c:pt idx="5976">
                  <c:v>5977.0</c:v>
                </c:pt>
                <c:pt idx="5977">
                  <c:v>5978.0</c:v>
                </c:pt>
                <c:pt idx="5978">
                  <c:v>5979.0</c:v>
                </c:pt>
                <c:pt idx="5979">
                  <c:v>5980.0</c:v>
                </c:pt>
                <c:pt idx="5980">
                  <c:v>5981.0</c:v>
                </c:pt>
                <c:pt idx="5981">
                  <c:v>5982.0</c:v>
                </c:pt>
                <c:pt idx="5982">
                  <c:v>5983.0</c:v>
                </c:pt>
                <c:pt idx="5983">
                  <c:v>5984.0</c:v>
                </c:pt>
                <c:pt idx="5984">
                  <c:v>5985.0</c:v>
                </c:pt>
                <c:pt idx="5985">
                  <c:v>5986.0</c:v>
                </c:pt>
                <c:pt idx="5986">
                  <c:v>5987.0</c:v>
                </c:pt>
                <c:pt idx="5987">
                  <c:v>5988.0</c:v>
                </c:pt>
                <c:pt idx="5988">
                  <c:v>5989.0</c:v>
                </c:pt>
                <c:pt idx="5989">
                  <c:v>5990.0</c:v>
                </c:pt>
                <c:pt idx="5990">
                  <c:v>5991.0</c:v>
                </c:pt>
                <c:pt idx="5991">
                  <c:v>5992.0</c:v>
                </c:pt>
                <c:pt idx="5992">
                  <c:v>5993.0</c:v>
                </c:pt>
                <c:pt idx="5993">
                  <c:v>5994.0</c:v>
                </c:pt>
                <c:pt idx="5994">
                  <c:v>5995.0</c:v>
                </c:pt>
                <c:pt idx="5995">
                  <c:v>5996.0</c:v>
                </c:pt>
                <c:pt idx="5996">
                  <c:v>5997.0</c:v>
                </c:pt>
                <c:pt idx="5997">
                  <c:v>5998.0</c:v>
                </c:pt>
                <c:pt idx="5998">
                  <c:v>5999.0</c:v>
                </c:pt>
                <c:pt idx="5999">
                  <c:v>6000.0</c:v>
                </c:pt>
                <c:pt idx="6000">
                  <c:v>6001.0</c:v>
                </c:pt>
                <c:pt idx="6001">
                  <c:v>6002.0</c:v>
                </c:pt>
                <c:pt idx="6002">
                  <c:v>6003.0</c:v>
                </c:pt>
                <c:pt idx="6003">
                  <c:v>6004.0</c:v>
                </c:pt>
                <c:pt idx="6004">
                  <c:v>6005.0</c:v>
                </c:pt>
                <c:pt idx="6005">
                  <c:v>6006.0</c:v>
                </c:pt>
                <c:pt idx="6006">
                  <c:v>6007.0</c:v>
                </c:pt>
                <c:pt idx="6007">
                  <c:v>6008.0</c:v>
                </c:pt>
                <c:pt idx="6008">
                  <c:v>6009.0</c:v>
                </c:pt>
                <c:pt idx="6009">
                  <c:v>6010.0</c:v>
                </c:pt>
                <c:pt idx="6010">
                  <c:v>6011.0</c:v>
                </c:pt>
                <c:pt idx="6011">
                  <c:v>6012.0</c:v>
                </c:pt>
                <c:pt idx="6012">
                  <c:v>6013.0</c:v>
                </c:pt>
                <c:pt idx="6013">
                  <c:v>6014.0</c:v>
                </c:pt>
                <c:pt idx="6014">
                  <c:v>6015.0</c:v>
                </c:pt>
                <c:pt idx="6015">
                  <c:v>6016.0</c:v>
                </c:pt>
                <c:pt idx="6016">
                  <c:v>6017.0</c:v>
                </c:pt>
                <c:pt idx="6017">
                  <c:v>6018.0</c:v>
                </c:pt>
                <c:pt idx="6018">
                  <c:v>6019.0</c:v>
                </c:pt>
                <c:pt idx="6019">
                  <c:v>6020.0</c:v>
                </c:pt>
                <c:pt idx="6020">
                  <c:v>6021.0</c:v>
                </c:pt>
                <c:pt idx="6021">
                  <c:v>6022.0</c:v>
                </c:pt>
                <c:pt idx="6022">
                  <c:v>6023.0</c:v>
                </c:pt>
                <c:pt idx="6023">
                  <c:v>6024.0</c:v>
                </c:pt>
                <c:pt idx="6024">
                  <c:v>6025.0</c:v>
                </c:pt>
                <c:pt idx="6025">
                  <c:v>6026.0</c:v>
                </c:pt>
                <c:pt idx="6026">
                  <c:v>6027.0</c:v>
                </c:pt>
                <c:pt idx="6027">
                  <c:v>6028.0</c:v>
                </c:pt>
                <c:pt idx="6028">
                  <c:v>6029.0</c:v>
                </c:pt>
                <c:pt idx="6029">
                  <c:v>6030.0</c:v>
                </c:pt>
                <c:pt idx="6030">
                  <c:v>6031.0</c:v>
                </c:pt>
                <c:pt idx="6031">
                  <c:v>6032.0</c:v>
                </c:pt>
                <c:pt idx="6032">
                  <c:v>6033.0</c:v>
                </c:pt>
                <c:pt idx="6033">
                  <c:v>6034.0</c:v>
                </c:pt>
                <c:pt idx="6034">
                  <c:v>6035.0</c:v>
                </c:pt>
                <c:pt idx="6035">
                  <c:v>6036.0</c:v>
                </c:pt>
                <c:pt idx="6036">
                  <c:v>6037.0</c:v>
                </c:pt>
                <c:pt idx="6037">
                  <c:v>6038.0</c:v>
                </c:pt>
                <c:pt idx="6038">
                  <c:v>6039.0</c:v>
                </c:pt>
                <c:pt idx="6039">
                  <c:v>6040.0</c:v>
                </c:pt>
                <c:pt idx="6040">
                  <c:v>6041.0</c:v>
                </c:pt>
                <c:pt idx="6041">
                  <c:v>6042.0</c:v>
                </c:pt>
                <c:pt idx="6042">
                  <c:v>6043.0</c:v>
                </c:pt>
                <c:pt idx="6043">
                  <c:v>6044.0</c:v>
                </c:pt>
                <c:pt idx="6044">
                  <c:v>6045.0</c:v>
                </c:pt>
                <c:pt idx="6045">
                  <c:v>6046.0</c:v>
                </c:pt>
                <c:pt idx="6046">
                  <c:v>6047.0</c:v>
                </c:pt>
                <c:pt idx="6047">
                  <c:v>6048.0</c:v>
                </c:pt>
                <c:pt idx="6048">
                  <c:v>6049.0</c:v>
                </c:pt>
                <c:pt idx="6049">
                  <c:v>6050.0</c:v>
                </c:pt>
                <c:pt idx="6050">
                  <c:v>6051.0</c:v>
                </c:pt>
                <c:pt idx="6051">
                  <c:v>6052.0</c:v>
                </c:pt>
                <c:pt idx="6052">
                  <c:v>6053.0</c:v>
                </c:pt>
                <c:pt idx="6053">
                  <c:v>6054.0</c:v>
                </c:pt>
                <c:pt idx="6054">
                  <c:v>6055.0</c:v>
                </c:pt>
                <c:pt idx="6055">
                  <c:v>6056.0</c:v>
                </c:pt>
                <c:pt idx="6056">
                  <c:v>6057.0</c:v>
                </c:pt>
                <c:pt idx="6057">
                  <c:v>6058.0</c:v>
                </c:pt>
                <c:pt idx="6058">
                  <c:v>6059.0</c:v>
                </c:pt>
                <c:pt idx="6059">
                  <c:v>6060.0</c:v>
                </c:pt>
                <c:pt idx="6060">
                  <c:v>6061.0</c:v>
                </c:pt>
                <c:pt idx="6061">
                  <c:v>6062.0</c:v>
                </c:pt>
                <c:pt idx="6062">
                  <c:v>6063.0</c:v>
                </c:pt>
                <c:pt idx="6063">
                  <c:v>6064.0</c:v>
                </c:pt>
                <c:pt idx="6064">
                  <c:v>6065.0</c:v>
                </c:pt>
                <c:pt idx="6065">
                  <c:v>6066.0</c:v>
                </c:pt>
                <c:pt idx="6066">
                  <c:v>6067.0</c:v>
                </c:pt>
                <c:pt idx="6067">
                  <c:v>6068.0</c:v>
                </c:pt>
                <c:pt idx="6068">
                  <c:v>6069.0</c:v>
                </c:pt>
                <c:pt idx="6069">
                  <c:v>6070.0</c:v>
                </c:pt>
                <c:pt idx="6070">
                  <c:v>6071.0</c:v>
                </c:pt>
                <c:pt idx="6071">
                  <c:v>6072.0</c:v>
                </c:pt>
                <c:pt idx="6072">
                  <c:v>6073.0</c:v>
                </c:pt>
                <c:pt idx="6073">
                  <c:v>6074.0</c:v>
                </c:pt>
                <c:pt idx="6074">
                  <c:v>6075.0</c:v>
                </c:pt>
                <c:pt idx="6075">
                  <c:v>6076.0</c:v>
                </c:pt>
                <c:pt idx="6076">
                  <c:v>6077.0</c:v>
                </c:pt>
                <c:pt idx="6077">
                  <c:v>6078.0</c:v>
                </c:pt>
                <c:pt idx="6078">
                  <c:v>6079.0</c:v>
                </c:pt>
                <c:pt idx="6079">
                  <c:v>6080.0</c:v>
                </c:pt>
                <c:pt idx="6080">
                  <c:v>6081.0</c:v>
                </c:pt>
                <c:pt idx="6081">
                  <c:v>6082.0</c:v>
                </c:pt>
                <c:pt idx="6082">
                  <c:v>6083.0</c:v>
                </c:pt>
                <c:pt idx="6083">
                  <c:v>6084.0</c:v>
                </c:pt>
                <c:pt idx="6084">
                  <c:v>6085.0</c:v>
                </c:pt>
                <c:pt idx="6085">
                  <c:v>6086.0</c:v>
                </c:pt>
                <c:pt idx="6086">
                  <c:v>6087.0</c:v>
                </c:pt>
                <c:pt idx="6087">
                  <c:v>6088.0</c:v>
                </c:pt>
                <c:pt idx="6088">
                  <c:v>6089.0</c:v>
                </c:pt>
                <c:pt idx="6089">
                  <c:v>6090.0</c:v>
                </c:pt>
                <c:pt idx="6090">
                  <c:v>6091.0</c:v>
                </c:pt>
                <c:pt idx="6091">
                  <c:v>6092.0</c:v>
                </c:pt>
                <c:pt idx="6092">
                  <c:v>6093.0</c:v>
                </c:pt>
                <c:pt idx="6093">
                  <c:v>6094.0</c:v>
                </c:pt>
                <c:pt idx="6094">
                  <c:v>6095.0</c:v>
                </c:pt>
                <c:pt idx="6095">
                  <c:v>6096.0</c:v>
                </c:pt>
                <c:pt idx="6096">
                  <c:v>6097.0</c:v>
                </c:pt>
                <c:pt idx="6097">
                  <c:v>6098.0</c:v>
                </c:pt>
                <c:pt idx="6098">
                  <c:v>6099.0</c:v>
                </c:pt>
                <c:pt idx="6099">
                  <c:v>6100.0</c:v>
                </c:pt>
                <c:pt idx="6100">
                  <c:v>6101.0</c:v>
                </c:pt>
                <c:pt idx="6101">
                  <c:v>6102.0</c:v>
                </c:pt>
                <c:pt idx="6102">
                  <c:v>6103.0</c:v>
                </c:pt>
                <c:pt idx="6103">
                  <c:v>6104.0</c:v>
                </c:pt>
                <c:pt idx="6104">
                  <c:v>6105.0</c:v>
                </c:pt>
                <c:pt idx="6105">
                  <c:v>6106.0</c:v>
                </c:pt>
                <c:pt idx="6106">
                  <c:v>6107.0</c:v>
                </c:pt>
                <c:pt idx="6107">
                  <c:v>6108.0</c:v>
                </c:pt>
                <c:pt idx="6108">
                  <c:v>6109.0</c:v>
                </c:pt>
                <c:pt idx="6109">
                  <c:v>6110.0</c:v>
                </c:pt>
                <c:pt idx="6110">
                  <c:v>6111.0</c:v>
                </c:pt>
                <c:pt idx="6111">
                  <c:v>6112.0</c:v>
                </c:pt>
                <c:pt idx="6112">
                  <c:v>6113.0</c:v>
                </c:pt>
                <c:pt idx="6113">
                  <c:v>6114.0</c:v>
                </c:pt>
                <c:pt idx="6114">
                  <c:v>6115.0</c:v>
                </c:pt>
                <c:pt idx="6115">
                  <c:v>6116.0</c:v>
                </c:pt>
                <c:pt idx="6116">
                  <c:v>6117.0</c:v>
                </c:pt>
                <c:pt idx="6117">
                  <c:v>6118.0</c:v>
                </c:pt>
                <c:pt idx="6118">
                  <c:v>6119.0</c:v>
                </c:pt>
                <c:pt idx="6119">
                  <c:v>6120.0</c:v>
                </c:pt>
                <c:pt idx="6120">
                  <c:v>6121.0</c:v>
                </c:pt>
                <c:pt idx="6121">
                  <c:v>6122.0</c:v>
                </c:pt>
                <c:pt idx="6122">
                  <c:v>6123.0</c:v>
                </c:pt>
                <c:pt idx="6123">
                  <c:v>6124.0</c:v>
                </c:pt>
                <c:pt idx="6124">
                  <c:v>6125.0</c:v>
                </c:pt>
                <c:pt idx="6125">
                  <c:v>6126.0</c:v>
                </c:pt>
                <c:pt idx="6126">
                  <c:v>6127.0</c:v>
                </c:pt>
                <c:pt idx="6127">
                  <c:v>6128.0</c:v>
                </c:pt>
                <c:pt idx="6128">
                  <c:v>6129.0</c:v>
                </c:pt>
                <c:pt idx="6129">
                  <c:v>6130.0</c:v>
                </c:pt>
                <c:pt idx="6130">
                  <c:v>6131.0</c:v>
                </c:pt>
                <c:pt idx="6131">
                  <c:v>6132.0</c:v>
                </c:pt>
                <c:pt idx="6132">
                  <c:v>6133.0</c:v>
                </c:pt>
                <c:pt idx="6133">
                  <c:v>6134.0</c:v>
                </c:pt>
                <c:pt idx="6134">
                  <c:v>6135.0</c:v>
                </c:pt>
                <c:pt idx="6135">
                  <c:v>6136.0</c:v>
                </c:pt>
                <c:pt idx="6136">
                  <c:v>6137.0</c:v>
                </c:pt>
                <c:pt idx="6137">
                  <c:v>6138.0</c:v>
                </c:pt>
                <c:pt idx="6138">
                  <c:v>6139.0</c:v>
                </c:pt>
                <c:pt idx="6139">
                  <c:v>6140.0</c:v>
                </c:pt>
                <c:pt idx="6140">
                  <c:v>6141.0</c:v>
                </c:pt>
                <c:pt idx="6141">
                  <c:v>6142.0</c:v>
                </c:pt>
                <c:pt idx="6142">
                  <c:v>6143.0</c:v>
                </c:pt>
                <c:pt idx="6143">
                  <c:v>6144.0</c:v>
                </c:pt>
                <c:pt idx="6144">
                  <c:v>6145.0</c:v>
                </c:pt>
                <c:pt idx="6145">
                  <c:v>6146.0</c:v>
                </c:pt>
                <c:pt idx="6146">
                  <c:v>6147.0</c:v>
                </c:pt>
                <c:pt idx="6147">
                  <c:v>6148.0</c:v>
                </c:pt>
                <c:pt idx="6148">
                  <c:v>6149.0</c:v>
                </c:pt>
                <c:pt idx="6149">
                  <c:v>6150.0</c:v>
                </c:pt>
                <c:pt idx="6150">
                  <c:v>6151.0</c:v>
                </c:pt>
                <c:pt idx="6151">
                  <c:v>6152.0</c:v>
                </c:pt>
                <c:pt idx="6152">
                  <c:v>6153.0</c:v>
                </c:pt>
                <c:pt idx="6153">
                  <c:v>6154.0</c:v>
                </c:pt>
                <c:pt idx="6154">
                  <c:v>6155.0</c:v>
                </c:pt>
                <c:pt idx="6155">
                  <c:v>6156.0</c:v>
                </c:pt>
                <c:pt idx="6156">
                  <c:v>6157.0</c:v>
                </c:pt>
                <c:pt idx="6157">
                  <c:v>6158.0</c:v>
                </c:pt>
                <c:pt idx="6158">
                  <c:v>6159.0</c:v>
                </c:pt>
                <c:pt idx="6159">
                  <c:v>6160.0</c:v>
                </c:pt>
                <c:pt idx="6160">
                  <c:v>6161.0</c:v>
                </c:pt>
                <c:pt idx="6161">
                  <c:v>6162.0</c:v>
                </c:pt>
                <c:pt idx="6162">
                  <c:v>6163.0</c:v>
                </c:pt>
                <c:pt idx="6163">
                  <c:v>6164.0</c:v>
                </c:pt>
                <c:pt idx="6164">
                  <c:v>6165.0</c:v>
                </c:pt>
                <c:pt idx="6165">
                  <c:v>6166.0</c:v>
                </c:pt>
                <c:pt idx="6166">
                  <c:v>6167.0</c:v>
                </c:pt>
                <c:pt idx="6167">
                  <c:v>6168.0</c:v>
                </c:pt>
                <c:pt idx="6168">
                  <c:v>6169.0</c:v>
                </c:pt>
                <c:pt idx="6169">
                  <c:v>6170.0</c:v>
                </c:pt>
                <c:pt idx="6170">
                  <c:v>6171.0</c:v>
                </c:pt>
                <c:pt idx="6171">
                  <c:v>6172.0</c:v>
                </c:pt>
                <c:pt idx="6172">
                  <c:v>6173.0</c:v>
                </c:pt>
                <c:pt idx="6173">
                  <c:v>6174.0</c:v>
                </c:pt>
                <c:pt idx="6174">
                  <c:v>6175.0</c:v>
                </c:pt>
                <c:pt idx="6175">
                  <c:v>6176.0</c:v>
                </c:pt>
                <c:pt idx="6176">
                  <c:v>6177.0</c:v>
                </c:pt>
                <c:pt idx="6177">
                  <c:v>6178.0</c:v>
                </c:pt>
                <c:pt idx="6178">
                  <c:v>6179.0</c:v>
                </c:pt>
                <c:pt idx="6179">
                  <c:v>6180.0</c:v>
                </c:pt>
                <c:pt idx="6180">
                  <c:v>6181.0</c:v>
                </c:pt>
                <c:pt idx="6181">
                  <c:v>6182.0</c:v>
                </c:pt>
                <c:pt idx="6182">
                  <c:v>6183.0</c:v>
                </c:pt>
                <c:pt idx="6183">
                  <c:v>6184.0</c:v>
                </c:pt>
                <c:pt idx="6184">
                  <c:v>6185.0</c:v>
                </c:pt>
                <c:pt idx="6185">
                  <c:v>6186.0</c:v>
                </c:pt>
                <c:pt idx="6186">
                  <c:v>6187.0</c:v>
                </c:pt>
                <c:pt idx="6187">
                  <c:v>6188.0</c:v>
                </c:pt>
                <c:pt idx="6188">
                  <c:v>6189.0</c:v>
                </c:pt>
                <c:pt idx="6189">
                  <c:v>6190.0</c:v>
                </c:pt>
                <c:pt idx="6190">
                  <c:v>6191.0</c:v>
                </c:pt>
                <c:pt idx="6191">
                  <c:v>6192.0</c:v>
                </c:pt>
                <c:pt idx="6192">
                  <c:v>6193.0</c:v>
                </c:pt>
                <c:pt idx="6193">
                  <c:v>6194.0</c:v>
                </c:pt>
                <c:pt idx="6194">
                  <c:v>6195.0</c:v>
                </c:pt>
                <c:pt idx="6195">
                  <c:v>6196.0</c:v>
                </c:pt>
                <c:pt idx="6196">
                  <c:v>6197.0</c:v>
                </c:pt>
                <c:pt idx="6197">
                  <c:v>6198.0</c:v>
                </c:pt>
                <c:pt idx="6198">
                  <c:v>6199.0</c:v>
                </c:pt>
                <c:pt idx="6199">
                  <c:v>6200.0</c:v>
                </c:pt>
                <c:pt idx="6200">
                  <c:v>6201.0</c:v>
                </c:pt>
                <c:pt idx="6201">
                  <c:v>6202.0</c:v>
                </c:pt>
                <c:pt idx="6202">
                  <c:v>6203.0</c:v>
                </c:pt>
                <c:pt idx="6203">
                  <c:v>6204.0</c:v>
                </c:pt>
                <c:pt idx="6204">
                  <c:v>6205.0</c:v>
                </c:pt>
                <c:pt idx="6205">
                  <c:v>6206.0</c:v>
                </c:pt>
                <c:pt idx="6206">
                  <c:v>6207.0</c:v>
                </c:pt>
                <c:pt idx="6207">
                  <c:v>6208.0</c:v>
                </c:pt>
                <c:pt idx="6208">
                  <c:v>6209.0</c:v>
                </c:pt>
                <c:pt idx="6209">
                  <c:v>6210.0</c:v>
                </c:pt>
                <c:pt idx="6210">
                  <c:v>6211.0</c:v>
                </c:pt>
                <c:pt idx="6211">
                  <c:v>6212.0</c:v>
                </c:pt>
                <c:pt idx="6212">
                  <c:v>6213.0</c:v>
                </c:pt>
                <c:pt idx="6213">
                  <c:v>6214.0</c:v>
                </c:pt>
                <c:pt idx="6214">
                  <c:v>6215.0</c:v>
                </c:pt>
                <c:pt idx="6215">
                  <c:v>6216.0</c:v>
                </c:pt>
                <c:pt idx="6216">
                  <c:v>6217.0</c:v>
                </c:pt>
                <c:pt idx="6217">
                  <c:v>6218.0</c:v>
                </c:pt>
                <c:pt idx="6218">
                  <c:v>6219.0</c:v>
                </c:pt>
                <c:pt idx="6219">
                  <c:v>6220.0</c:v>
                </c:pt>
                <c:pt idx="6220">
                  <c:v>6221.0</c:v>
                </c:pt>
                <c:pt idx="6221">
                  <c:v>6222.0</c:v>
                </c:pt>
                <c:pt idx="6222">
                  <c:v>6223.0</c:v>
                </c:pt>
                <c:pt idx="6223">
                  <c:v>6224.0</c:v>
                </c:pt>
                <c:pt idx="6224">
                  <c:v>6225.0</c:v>
                </c:pt>
                <c:pt idx="6225">
                  <c:v>6226.0</c:v>
                </c:pt>
                <c:pt idx="6226">
                  <c:v>6227.0</c:v>
                </c:pt>
                <c:pt idx="6227">
                  <c:v>6228.0</c:v>
                </c:pt>
                <c:pt idx="6228">
                  <c:v>6229.0</c:v>
                </c:pt>
                <c:pt idx="6229">
                  <c:v>6230.0</c:v>
                </c:pt>
                <c:pt idx="6230">
                  <c:v>6231.0</c:v>
                </c:pt>
                <c:pt idx="6231">
                  <c:v>6232.0</c:v>
                </c:pt>
                <c:pt idx="6232">
                  <c:v>6233.0</c:v>
                </c:pt>
                <c:pt idx="6233">
                  <c:v>6234.0</c:v>
                </c:pt>
                <c:pt idx="6234">
                  <c:v>6235.0</c:v>
                </c:pt>
                <c:pt idx="6235">
                  <c:v>6236.0</c:v>
                </c:pt>
                <c:pt idx="6236">
                  <c:v>6237.0</c:v>
                </c:pt>
                <c:pt idx="6237">
                  <c:v>6238.0</c:v>
                </c:pt>
                <c:pt idx="6238">
                  <c:v>6239.0</c:v>
                </c:pt>
                <c:pt idx="6239">
                  <c:v>6240.0</c:v>
                </c:pt>
                <c:pt idx="6240">
                  <c:v>6241.0</c:v>
                </c:pt>
                <c:pt idx="6241">
                  <c:v>6242.0</c:v>
                </c:pt>
                <c:pt idx="6242">
                  <c:v>6243.0</c:v>
                </c:pt>
                <c:pt idx="6243">
                  <c:v>6244.0</c:v>
                </c:pt>
                <c:pt idx="6244">
                  <c:v>6245.0</c:v>
                </c:pt>
                <c:pt idx="6245">
                  <c:v>6246.0</c:v>
                </c:pt>
                <c:pt idx="6246">
                  <c:v>6247.0</c:v>
                </c:pt>
                <c:pt idx="6247">
                  <c:v>6248.0</c:v>
                </c:pt>
                <c:pt idx="6248">
                  <c:v>6249.0</c:v>
                </c:pt>
                <c:pt idx="6249">
                  <c:v>6250.0</c:v>
                </c:pt>
                <c:pt idx="6250">
                  <c:v>6251.0</c:v>
                </c:pt>
                <c:pt idx="6251">
                  <c:v>6252.0</c:v>
                </c:pt>
                <c:pt idx="6252">
                  <c:v>6253.0</c:v>
                </c:pt>
                <c:pt idx="6253">
                  <c:v>6254.0</c:v>
                </c:pt>
                <c:pt idx="6254">
                  <c:v>6255.0</c:v>
                </c:pt>
                <c:pt idx="6255">
                  <c:v>6256.0</c:v>
                </c:pt>
                <c:pt idx="6256">
                  <c:v>6257.0</c:v>
                </c:pt>
                <c:pt idx="6257">
                  <c:v>6258.0</c:v>
                </c:pt>
                <c:pt idx="6258">
                  <c:v>6259.0</c:v>
                </c:pt>
                <c:pt idx="6259">
                  <c:v>6260.0</c:v>
                </c:pt>
                <c:pt idx="6260">
                  <c:v>6261.0</c:v>
                </c:pt>
                <c:pt idx="6261">
                  <c:v>6262.0</c:v>
                </c:pt>
                <c:pt idx="6262">
                  <c:v>6263.0</c:v>
                </c:pt>
                <c:pt idx="6263">
                  <c:v>6264.0</c:v>
                </c:pt>
                <c:pt idx="6264">
                  <c:v>6265.0</c:v>
                </c:pt>
                <c:pt idx="6265">
                  <c:v>6266.0</c:v>
                </c:pt>
                <c:pt idx="6266">
                  <c:v>6267.0</c:v>
                </c:pt>
                <c:pt idx="6267">
                  <c:v>6268.0</c:v>
                </c:pt>
                <c:pt idx="6268">
                  <c:v>6269.0</c:v>
                </c:pt>
                <c:pt idx="6269">
                  <c:v>6270.0</c:v>
                </c:pt>
                <c:pt idx="6270">
                  <c:v>6271.0</c:v>
                </c:pt>
                <c:pt idx="6271">
                  <c:v>6272.0</c:v>
                </c:pt>
                <c:pt idx="6272">
                  <c:v>6273.0</c:v>
                </c:pt>
                <c:pt idx="6273">
                  <c:v>6274.0</c:v>
                </c:pt>
                <c:pt idx="6274">
                  <c:v>6275.0</c:v>
                </c:pt>
                <c:pt idx="6275">
                  <c:v>6276.0</c:v>
                </c:pt>
                <c:pt idx="6276">
                  <c:v>6277.0</c:v>
                </c:pt>
                <c:pt idx="6277">
                  <c:v>6278.0</c:v>
                </c:pt>
                <c:pt idx="6278">
                  <c:v>6279.0</c:v>
                </c:pt>
                <c:pt idx="6279">
                  <c:v>6280.0</c:v>
                </c:pt>
                <c:pt idx="6280">
                  <c:v>6281.0</c:v>
                </c:pt>
                <c:pt idx="6281">
                  <c:v>6282.0</c:v>
                </c:pt>
                <c:pt idx="6282">
                  <c:v>6283.0</c:v>
                </c:pt>
                <c:pt idx="6283">
                  <c:v>6284.0</c:v>
                </c:pt>
                <c:pt idx="6284">
                  <c:v>6285.0</c:v>
                </c:pt>
                <c:pt idx="6285">
                  <c:v>6286.0</c:v>
                </c:pt>
                <c:pt idx="6286">
                  <c:v>6287.0</c:v>
                </c:pt>
                <c:pt idx="6287">
                  <c:v>6288.0</c:v>
                </c:pt>
                <c:pt idx="6288">
                  <c:v>6289.0</c:v>
                </c:pt>
                <c:pt idx="6289">
                  <c:v>6290.0</c:v>
                </c:pt>
                <c:pt idx="6290">
                  <c:v>6291.0</c:v>
                </c:pt>
                <c:pt idx="6291">
                  <c:v>6292.0</c:v>
                </c:pt>
                <c:pt idx="6292">
                  <c:v>6293.0</c:v>
                </c:pt>
                <c:pt idx="6293">
                  <c:v>6294.0</c:v>
                </c:pt>
                <c:pt idx="6294">
                  <c:v>6295.0</c:v>
                </c:pt>
                <c:pt idx="6295">
                  <c:v>6296.0</c:v>
                </c:pt>
                <c:pt idx="6296">
                  <c:v>6297.0</c:v>
                </c:pt>
                <c:pt idx="6297">
                  <c:v>6298.0</c:v>
                </c:pt>
                <c:pt idx="6298">
                  <c:v>6299.0</c:v>
                </c:pt>
                <c:pt idx="6299">
                  <c:v>6300.0</c:v>
                </c:pt>
                <c:pt idx="6300">
                  <c:v>6301.0</c:v>
                </c:pt>
                <c:pt idx="6301">
                  <c:v>6302.0</c:v>
                </c:pt>
                <c:pt idx="6302">
                  <c:v>6303.0</c:v>
                </c:pt>
                <c:pt idx="6303">
                  <c:v>6304.0</c:v>
                </c:pt>
                <c:pt idx="6304">
                  <c:v>6305.0</c:v>
                </c:pt>
                <c:pt idx="6305">
                  <c:v>6306.0</c:v>
                </c:pt>
                <c:pt idx="6306">
                  <c:v>6307.0</c:v>
                </c:pt>
                <c:pt idx="6307">
                  <c:v>6308.0</c:v>
                </c:pt>
                <c:pt idx="6308">
                  <c:v>6309.0</c:v>
                </c:pt>
                <c:pt idx="6309">
                  <c:v>6310.0</c:v>
                </c:pt>
                <c:pt idx="6310">
                  <c:v>6311.0</c:v>
                </c:pt>
                <c:pt idx="6311">
                  <c:v>6312.0</c:v>
                </c:pt>
                <c:pt idx="6312">
                  <c:v>6313.0</c:v>
                </c:pt>
                <c:pt idx="6313">
                  <c:v>6314.0</c:v>
                </c:pt>
                <c:pt idx="6314">
                  <c:v>6315.0</c:v>
                </c:pt>
                <c:pt idx="6315">
                  <c:v>6316.0</c:v>
                </c:pt>
                <c:pt idx="6316">
                  <c:v>6317.0</c:v>
                </c:pt>
                <c:pt idx="6317">
                  <c:v>6318.0</c:v>
                </c:pt>
                <c:pt idx="6318">
                  <c:v>6319.0</c:v>
                </c:pt>
                <c:pt idx="6319">
                  <c:v>6320.0</c:v>
                </c:pt>
                <c:pt idx="6320">
                  <c:v>6321.0</c:v>
                </c:pt>
                <c:pt idx="6321">
                  <c:v>6322.0</c:v>
                </c:pt>
                <c:pt idx="6322">
                  <c:v>6323.0</c:v>
                </c:pt>
                <c:pt idx="6323">
                  <c:v>6324.0</c:v>
                </c:pt>
                <c:pt idx="6324">
                  <c:v>6325.0</c:v>
                </c:pt>
                <c:pt idx="6325">
                  <c:v>6326.0</c:v>
                </c:pt>
                <c:pt idx="6326">
                  <c:v>6327.0</c:v>
                </c:pt>
                <c:pt idx="6327">
                  <c:v>6328.0</c:v>
                </c:pt>
                <c:pt idx="6328">
                  <c:v>6329.0</c:v>
                </c:pt>
                <c:pt idx="6329">
                  <c:v>6330.0</c:v>
                </c:pt>
                <c:pt idx="6330">
                  <c:v>6331.0</c:v>
                </c:pt>
                <c:pt idx="6331">
                  <c:v>6332.0</c:v>
                </c:pt>
                <c:pt idx="6332">
                  <c:v>6333.0</c:v>
                </c:pt>
                <c:pt idx="6333">
                  <c:v>6334.0</c:v>
                </c:pt>
                <c:pt idx="6334">
                  <c:v>6335.0</c:v>
                </c:pt>
                <c:pt idx="6335">
                  <c:v>6336.0</c:v>
                </c:pt>
                <c:pt idx="6336">
                  <c:v>6337.0</c:v>
                </c:pt>
                <c:pt idx="6337">
                  <c:v>6338.0</c:v>
                </c:pt>
                <c:pt idx="6338">
                  <c:v>6339.0</c:v>
                </c:pt>
                <c:pt idx="6339">
                  <c:v>6340.0</c:v>
                </c:pt>
                <c:pt idx="6340">
                  <c:v>6341.0</c:v>
                </c:pt>
                <c:pt idx="6341">
                  <c:v>6342.0</c:v>
                </c:pt>
                <c:pt idx="6342">
                  <c:v>6343.0</c:v>
                </c:pt>
                <c:pt idx="6343">
                  <c:v>6344.0</c:v>
                </c:pt>
                <c:pt idx="6344">
                  <c:v>6345.0</c:v>
                </c:pt>
                <c:pt idx="6345">
                  <c:v>6346.0</c:v>
                </c:pt>
                <c:pt idx="6346">
                  <c:v>6347.0</c:v>
                </c:pt>
                <c:pt idx="6347">
                  <c:v>6348.0</c:v>
                </c:pt>
                <c:pt idx="6348">
                  <c:v>6349.0</c:v>
                </c:pt>
                <c:pt idx="6349">
                  <c:v>6350.0</c:v>
                </c:pt>
                <c:pt idx="6350">
                  <c:v>6351.0</c:v>
                </c:pt>
                <c:pt idx="6351">
                  <c:v>6352.0</c:v>
                </c:pt>
                <c:pt idx="6352">
                  <c:v>6353.0</c:v>
                </c:pt>
                <c:pt idx="6353">
                  <c:v>6354.0</c:v>
                </c:pt>
                <c:pt idx="6354">
                  <c:v>6355.0</c:v>
                </c:pt>
                <c:pt idx="6355">
                  <c:v>6356.0</c:v>
                </c:pt>
                <c:pt idx="6356">
                  <c:v>6357.0</c:v>
                </c:pt>
                <c:pt idx="6357">
                  <c:v>6358.0</c:v>
                </c:pt>
                <c:pt idx="6358">
                  <c:v>6359.0</c:v>
                </c:pt>
                <c:pt idx="6359">
                  <c:v>6360.0</c:v>
                </c:pt>
                <c:pt idx="6360">
                  <c:v>6361.0</c:v>
                </c:pt>
                <c:pt idx="6361">
                  <c:v>6362.0</c:v>
                </c:pt>
                <c:pt idx="6362">
                  <c:v>6363.0</c:v>
                </c:pt>
                <c:pt idx="6363">
                  <c:v>6364.0</c:v>
                </c:pt>
                <c:pt idx="6364">
                  <c:v>6365.0</c:v>
                </c:pt>
                <c:pt idx="6365">
                  <c:v>6366.0</c:v>
                </c:pt>
                <c:pt idx="6366">
                  <c:v>6367.0</c:v>
                </c:pt>
                <c:pt idx="6367">
                  <c:v>6368.0</c:v>
                </c:pt>
                <c:pt idx="6368">
                  <c:v>6369.0</c:v>
                </c:pt>
                <c:pt idx="6369">
                  <c:v>6370.0</c:v>
                </c:pt>
                <c:pt idx="6370">
                  <c:v>6371.0</c:v>
                </c:pt>
                <c:pt idx="6371">
                  <c:v>6372.0</c:v>
                </c:pt>
                <c:pt idx="6372">
                  <c:v>6373.0</c:v>
                </c:pt>
                <c:pt idx="6373">
                  <c:v>6374.0</c:v>
                </c:pt>
                <c:pt idx="6374">
                  <c:v>6375.0</c:v>
                </c:pt>
                <c:pt idx="6375">
                  <c:v>6376.0</c:v>
                </c:pt>
                <c:pt idx="6376">
                  <c:v>6377.0</c:v>
                </c:pt>
                <c:pt idx="6377">
                  <c:v>6378.0</c:v>
                </c:pt>
                <c:pt idx="6378">
                  <c:v>6379.0</c:v>
                </c:pt>
                <c:pt idx="6379">
                  <c:v>6380.0</c:v>
                </c:pt>
                <c:pt idx="6380">
                  <c:v>6381.0</c:v>
                </c:pt>
                <c:pt idx="6381">
                  <c:v>6382.0</c:v>
                </c:pt>
                <c:pt idx="6382">
                  <c:v>6383.0</c:v>
                </c:pt>
                <c:pt idx="6383">
                  <c:v>6384.0</c:v>
                </c:pt>
                <c:pt idx="6384">
                  <c:v>6385.0</c:v>
                </c:pt>
                <c:pt idx="6385">
                  <c:v>6386.0</c:v>
                </c:pt>
                <c:pt idx="6386">
                  <c:v>6387.0</c:v>
                </c:pt>
                <c:pt idx="6387">
                  <c:v>6388.0</c:v>
                </c:pt>
                <c:pt idx="6388">
                  <c:v>6389.0</c:v>
                </c:pt>
                <c:pt idx="6389">
                  <c:v>6390.0</c:v>
                </c:pt>
                <c:pt idx="6390">
                  <c:v>6391.0</c:v>
                </c:pt>
                <c:pt idx="6391">
                  <c:v>6392.0</c:v>
                </c:pt>
                <c:pt idx="6392">
                  <c:v>6393.0</c:v>
                </c:pt>
                <c:pt idx="6393">
                  <c:v>6394.0</c:v>
                </c:pt>
                <c:pt idx="6394">
                  <c:v>6395.0</c:v>
                </c:pt>
                <c:pt idx="6395">
                  <c:v>6396.0</c:v>
                </c:pt>
                <c:pt idx="6396">
                  <c:v>6397.0</c:v>
                </c:pt>
                <c:pt idx="6397">
                  <c:v>6398.0</c:v>
                </c:pt>
                <c:pt idx="6398">
                  <c:v>6399.0</c:v>
                </c:pt>
                <c:pt idx="6399">
                  <c:v>6400.0</c:v>
                </c:pt>
                <c:pt idx="6400">
                  <c:v>6401.0</c:v>
                </c:pt>
                <c:pt idx="6401">
                  <c:v>6402.0</c:v>
                </c:pt>
                <c:pt idx="6402">
                  <c:v>6403.0</c:v>
                </c:pt>
                <c:pt idx="6403">
                  <c:v>6404.0</c:v>
                </c:pt>
                <c:pt idx="6404">
                  <c:v>6405.0</c:v>
                </c:pt>
                <c:pt idx="6405">
                  <c:v>6406.0</c:v>
                </c:pt>
                <c:pt idx="6406">
                  <c:v>6407.0</c:v>
                </c:pt>
                <c:pt idx="6407">
                  <c:v>6408.0</c:v>
                </c:pt>
                <c:pt idx="6408">
                  <c:v>6409.0</c:v>
                </c:pt>
                <c:pt idx="6409">
                  <c:v>6410.0</c:v>
                </c:pt>
                <c:pt idx="6410">
                  <c:v>6411.0</c:v>
                </c:pt>
                <c:pt idx="6411">
                  <c:v>6412.0</c:v>
                </c:pt>
                <c:pt idx="6412">
                  <c:v>6413.0</c:v>
                </c:pt>
                <c:pt idx="6413">
                  <c:v>6414.0</c:v>
                </c:pt>
                <c:pt idx="6414">
                  <c:v>6415.0</c:v>
                </c:pt>
                <c:pt idx="6415">
                  <c:v>6416.0</c:v>
                </c:pt>
                <c:pt idx="6416">
                  <c:v>6417.0</c:v>
                </c:pt>
                <c:pt idx="6417">
                  <c:v>6418.0</c:v>
                </c:pt>
                <c:pt idx="6418">
                  <c:v>6419.0</c:v>
                </c:pt>
                <c:pt idx="6419">
                  <c:v>6420.0</c:v>
                </c:pt>
                <c:pt idx="6420">
                  <c:v>6421.0</c:v>
                </c:pt>
                <c:pt idx="6421">
                  <c:v>6422.0</c:v>
                </c:pt>
                <c:pt idx="6422">
                  <c:v>6423.0</c:v>
                </c:pt>
                <c:pt idx="6423">
                  <c:v>6424.0</c:v>
                </c:pt>
                <c:pt idx="6424">
                  <c:v>6425.0</c:v>
                </c:pt>
                <c:pt idx="6425">
                  <c:v>6426.0</c:v>
                </c:pt>
                <c:pt idx="6426">
                  <c:v>6427.0</c:v>
                </c:pt>
                <c:pt idx="6427">
                  <c:v>6428.0</c:v>
                </c:pt>
                <c:pt idx="6428">
                  <c:v>6429.0</c:v>
                </c:pt>
                <c:pt idx="6429">
                  <c:v>6430.0</c:v>
                </c:pt>
                <c:pt idx="6430">
                  <c:v>6431.0</c:v>
                </c:pt>
                <c:pt idx="6431">
                  <c:v>6432.0</c:v>
                </c:pt>
                <c:pt idx="6432">
                  <c:v>6433.0</c:v>
                </c:pt>
                <c:pt idx="6433">
                  <c:v>6434.0</c:v>
                </c:pt>
                <c:pt idx="6434">
                  <c:v>6435.0</c:v>
                </c:pt>
                <c:pt idx="6435">
                  <c:v>6436.0</c:v>
                </c:pt>
                <c:pt idx="6436">
                  <c:v>6437.0</c:v>
                </c:pt>
                <c:pt idx="6437">
                  <c:v>6438.0</c:v>
                </c:pt>
                <c:pt idx="6438">
                  <c:v>6439.0</c:v>
                </c:pt>
                <c:pt idx="6439">
                  <c:v>6440.0</c:v>
                </c:pt>
                <c:pt idx="6440">
                  <c:v>6441.0</c:v>
                </c:pt>
                <c:pt idx="6441">
                  <c:v>6442.0</c:v>
                </c:pt>
                <c:pt idx="6442">
                  <c:v>6443.0</c:v>
                </c:pt>
                <c:pt idx="6443">
                  <c:v>6444.0</c:v>
                </c:pt>
                <c:pt idx="6444">
                  <c:v>6445.0</c:v>
                </c:pt>
                <c:pt idx="6445">
                  <c:v>6446.0</c:v>
                </c:pt>
                <c:pt idx="6446">
                  <c:v>6447.0</c:v>
                </c:pt>
                <c:pt idx="6447">
                  <c:v>6448.0</c:v>
                </c:pt>
                <c:pt idx="6448">
                  <c:v>6449.0</c:v>
                </c:pt>
                <c:pt idx="6449">
                  <c:v>6450.0</c:v>
                </c:pt>
                <c:pt idx="6450">
                  <c:v>6451.0</c:v>
                </c:pt>
                <c:pt idx="6451">
                  <c:v>6452.0</c:v>
                </c:pt>
                <c:pt idx="6452">
                  <c:v>6453.0</c:v>
                </c:pt>
                <c:pt idx="6453">
                  <c:v>6454.0</c:v>
                </c:pt>
                <c:pt idx="6454">
                  <c:v>6455.0</c:v>
                </c:pt>
                <c:pt idx="6455">
                  <c:v>6456.0</c:v>
                </c:pt>
                <c:pt idx="6456">
                  <c:v>6457.0</c:v>
                </c:pt>
                <c:pt idx="6457">
                  <c:v>6458.0</c:v>
                </c:pt>
                <c:pt idx="6458">
                  <c:v>6459.0</c:v>
                </c:pt>
                <c:pt idx="6459">
                  <c:v>6460.0</c:v>
                </c:pt>
                <c:pt idx="6460">
                  <c:v>6461.0</c:v>
                </c:pt>
                <c:pt idx="6461">
                  <c:v>6462.0</c:v>
                </c:pt>
                <c:pt idx="6462">
                  <c:v>6463.0</c:v>
                </c:pt>
                <c:pt idx="6463">
                  <c:v>6464.0</c:v>
                </c:pt>
                <c:pt idx="6464">
                  <c:v>6465.0</c:v>
                </c:pt>
                <c:pt idx="6465">
                  <c:v>6466.0</c:v>
                </c:pt>
                <c:pt idx="6466">
                  <c:v>6467.0</c:v>
                </c:pt>
                <c:pt idx="6467">
                  <c:v>6468.0</c:v>
                </c:pt>
                <c:pt idx="6468">
                  <c:v>6469.0</c:v>
                </c:pt>
                <c:pt idx="6469">
                  <c:v>6470.0</c:v>
                </c:pt>
                <c:pt idx="6470">
                  <c:v>6471.0</c:v>
                </c:pt>
                <c:pt idx="6471">
                  <c:v>6472.0</c:v>
                </c:pt>
                <c:pt idx="6472">
                  <c:v>6473.0</c:v>
                </c:pt>
                <c:pt idx="6473">
                  <c:v>6474.0</c:v>
                </c:pt>
                <c:pt idx="6474">
                  <c:v>6475.0</c:v>
                </c:pt>
                <c:pt idx="6475">
                  <c:v>6476.0</c:v>
                </c:pt>
                <c:pt idx="6476">
                  <c:v>6477.0</c:v>
                </c:pt>
                <c:pt idx="6477">
                  <c:v>6478.0</c:v>
                </c:pt>
                <c:pt idx="6478">
                  <c:v>6479.0</c:v>
                </c:pt>
                <c:pt idx="6479">
                  <c:v>6480.0</c:v>
                </c:pt>
                <c:pt idx="6480">
                  <c:v>6481.0</c:v>
                </c:pt>
                <c:pt idx="6481">
                  <c:v>6482.0</c:v>
                </c:pt>
                <c:pt idx="6482">
                  <c:v>6483.0</c:v>
                </c:pt>
                <c:pt idx="6483">
                  <c:v>6484.0</c:v>
                </c:pt>
                <c:pt idx="6484">
                  <c:v>6485.0</c:v>
                </c:pt>
                <c:pt idx="6485">
                  <c:v>6486.0</c:v>
                </c:pt>
                <c:pt idx="6486">
                  <c:v>6487.0</c:v>
                </c:pt>
                <c:pt idx="6487">
                  <c:v>6488.0</c:v>
                </c:pt>
                <c:pt idx="6488">
                  <c:v>6489.0</c:v>
                </c:pt>
                <c:pt idx="6489">
                  <c:v>6490.0</c:v>
                </c:pt>
                <c:pt idx="6490">
                  <c:v>6491.0</c:v>
                </c:pt>
                <c:pt idx="6491">
                  <c:v>6492.0</c:v>
                </c:pt>
                <c:pt idx="6492">
                  <c:v>6493.0</c:v>
                </c:pt>
                <c:pt idx="6493">
                  <c:v>6494.0</c:v>
                </c:pt>
                <c:pt idx="6494">
                  <c:v>6495.0</c:v>
                </c:pt>
                <c:pt idx="6495">
                  <c:v>6496.0</c:v>
                </c:pt>
                <c:pt idx="6496">
                  <c:v>6497.0</c:v>
                </c:pt>
                <c:pt idx="6497">
                  <c:v>6498.0</c:v>
                </c:pt>
                <c:pt idx="6498">
                  <c:v>6499.0</c:v>
                </c:pt>
                <c:pt idx="6499">
                  <c:v>6500.0</c:v>
                </c:pt>
                <c:pt idx="6500">
                  <c:v>6501.0</c:v>
                </c:pt>
                <c:pt idx="6501">
                  <c:v>6502.0</c:v>
                </c:pt>
                <c:pt idx="6502">
                  <c:v>6503.0</c:v>
                </c:pt>
                <c:pt idx="6503">
                  <c:v>6504.0</c:v>
                </c:pt>
                <c:pt idx="6504">
                  <c:v>6505.0</c:v>
                </c:pt>
                <c:pt idx="6505">
                  <c:v>6506.0</c:v>
                </c:pt>
                <c:pt idx="6506">
                  <c:v>6507.0</c:v>
                </c:pt>
                <c:pt idx="6507">
                  <c:v>6508.0</c:v>
                </c:pt>
                <c:pt idx="6508">
                  <c:v>6509.0</c:v>
                </c:pt>
                <c:pt idx="6509">
                  <c:v>6510.0</c:v>
                </c:pt>
                <c:pt idx="6510">
                  <c:v>6511.0</c:v>
                </c:pt>
                <c:pt idx="6511">
                  <c:v>6512.0</c:v>
                </c:pt>
                <c:pt idx="6512">
                  <c:v>6513.0</c:v>
                </c:pt>
                <c:pt idx="6513">
                  <c:v>6514.0</c:v>
                </c:pt>
                <c:pt idx="6514">
                  <c:v>6515.0</c:v>
                </c:pt>
                <c:pt idx="6515">
                  <c:v>6516.0</c:v>
                </c:pt>
                <c:pt idx="6516">
                  <c:v>6517.0</c:v>
                </c:pt>
                <c:pt idx="6517">
                  <c:v>6518.0</c:v>
                </c:pt>
                <c:pt idx="6518">
                  <c:v>6519.0</c:v>
                </c:pt>
                <c:pt idx="6519">
                  <c:v>6520.0</c:v>
                </c:pt>
                <c:pt idx="6520">
                  <c:v>6521.0</c:v>
                </c:pt>
                <c:pt idx="6521">
                  <c:v>6522.0</c:v>
                </c:pt>
                <c:pt idx="6522">
                  <c:v>6523.0</c:v>
                </c:pt>
                <c:pt idx="6523">
                  <c:v>6524.0</c:v>
                </c:pt>
                <c:pt idx="6524">
                  <c:v>6525.0</c:v>
                </c:pt>
                <c:pt idx="6525">
                  <c:v>6526.0</c:v>
                </c:pt>
                <c:pt idx="6526">
                  <c:v>6527.0</c:v>
                </c:pt>
                <c:pt idx="6527">
                  <c:v>6528.0</c:v>
                </c:pt>
                <c:pt idx="6528">
                  <c:v>6529.0</c:v>
                </c:pt>
                <c:pt idx="6529">
                  <c:v>6530.0</c:v>
                </c:pt>
                <c:pt idx="6530">
                  <c:v>6531.0</c:v>
                </c:pt>
                <c:pt idx="6531">
                  <c:v>6532.0</c:v>
                </c:pt>
                <c:pt idx="6532">
                  <c:v>6533.0</c:v>
                </c:pt>
                <c:pt idx="6533">
                  <c:v>6534.0</c:v>
                </c:pt>
                <c:pt idx="6534">
                  <c:v>6535.0</c:v>
                </c:pt>
                <c:pt idx="6535">
                  <c:v>6536.0</c:v>
                </c:pt>
                <c:pt idx="6536">
                  <c:v>6537.0</c:v>
                </c:pt>
                <c:pt idx="6537">
                  <c:v>6538.0</c:v>
                </c:pt>
                <c:pt idx="6538">
                  <c:v>6539.0</c:v>
                </c:pt>
                <c:pt idx="6539">
                  <c:v>6540.0</c:v>
                </c:pt>
                <c:pt idx="6540">
                  <c:v>6541.0</c:v>
                </c:pt>
                <c:pt idx="6541">
                  <c:v>6542.0</c:v>
                </c:pt>
                <c:pt idx="6542">
                  <c:v>6543.0</c:v>
                </c:pt>
                <c:pt idx="6543">
                  <c:v>6544.0</c:v>
                </c:pt>
                <c:pt idx="6544">
                  <c:v>6545.0</c:v>
                </c:pt>
                <c:pt idx="6545">
                  <c:v>6546.0</c:v>
                </c:pt>
                <c:pt idx="6546">
                  <c:v>6547.0</c:v>
                </c:pt>
                <c:pt idx="6547">
                  <c:v>6548.0</c:v>
                </c:pt>
                <c:pt idx="6548">
                  <c:v>6549.0</c:v>
                </c:pt>
                <c:pt idx="6549">
                  <c:v>6550.0</c:v>
                </c:pt>
                <c:pt idx="6550">
                  <c:v>6551.0</c:v>
                </c:pt>
                <c:pt idx="6551">
                  <c:v>6552.0</c:v>
                </c:pt>
                <c:pt idx="6552">
                  <c:v>6553.0</c:v>
                </c:pt>
                <c:pt idx="6553">
                  <c:v>6554.0</c:v>
                </c:pt>
                <c:pt idx="6554">
                  <c:v>6555.0</c:v>
                </c:pt>
                <c:pt idx="6555">
                  <c:v>6556.0</c:v>
                </c:pt>
                <c:pt idx="6556">
                  <c:v>6557.0</c:v>
                </c:pt>
                <c:pt idx="6557">
                  <c:v>6558.0</c:v>
                </c:pt>
                <c:pt idx="6558">
                  <c:v>6559.0</c:v>
                </c:pt>
                <c:pt idx="6559">
                  <c:v>6560.0</c:v>
                </c:pt>
                <c:pt idx="6560">
                  <c:v>6561.0</c:v>
                </c:pt>
                <c:pt idx="6561">
                  <c:v>6562.0</c:v>
                </c:pt>
                <c:pt idx="6562">
                  <c:v>6563.0</c:v>
                </c:pt>
                <c:pt idx="6563">
                  <c:v>6564.0</c:v>
                </c:pt>
                <c:pt idx="6564">
                  <c:v>6565.0</c:v>
                </c:pt>
                <c:pt idx="6565">
                  <c:v>6566.0</c:v>
                </c:pt>
                <c:pt idx="6566">
                  <c:v>6567.0</c:v>
                </c:pt>
                <c:pt idx="6567">
                  <c:v>6568.0</c:v>
                </c:pt>
                <c:pt idx="6568">
                  <c:v>6569.0</c:v>
                </c:pt>
                <c:pt idx="6569">
                  <c:v>6570.0</c:v>
                </c:pt>
                <c:pt idx="6570">
                  <c:v>6571.0</c:v>
                </c:pt>
                <c:pt idx="6571">
                  <c:v>6572.0</c:v>
                </c:pt>
                <c:pt idx="6572">
                  <c:v>6573.0</c:v>
                </c:pt>
                <c:pt idx="6573">
                  <c:v>6574.0</c:v>
                </c:pt>
                <c:pt idx="6574">
                  <c:v>6575.0</c:v>
                </c:pt>
                <c:pt idx="6575">
                  <c:v>6576.0</c:v>
                </c:pt>
                <c:pt idx="6576">
                  <c:v>6577.0</c:v>
                </c:pt>
                <c:pt idx="6577">
                  <c:v>6578.0</c:v>
                </c:pt>
                <c:pt idx="6578">
                  <c:v>6579.0</c:v>
                </c:pt>
                <c:pt idx="6579">
                  <c:v>6580.0</c:v>
                </c:pt>
                <c:pt idx="6580">
                  <c:v>6581.0</c:v>
                </c:pt>
                <c:pt idx="6581">
                  <c:v>6582.0</c:v>
                </c:pt>
                <c:pt idx="6582">
                  <c:v>6583.0</c:v>
                </c:pt>
                <c:pt idx="6583">
                  <c:v>6584.0</c:v>
                </c:pt>
                <c:pt idx="6584">
                  <c:v>6585.0</c:v>
                </c:pt>
                <c:pt idx="6585">
                  <c:v>6586.0</c:v>
                </c:pt>
                <c:pt idx="6586">
                  <c:v>6587.0</c:v>
                </c:pt>
                <c:pt idx="6587">
                  <c:v>6588.0</c:v>
                </c:pt>
                <c:pt idx="6588">
                  <c:v>6589.0</c:v>
                </c:pt>
                <c:pt idx="6589">
                  <c:v>6590.0</c:v>
                </c:pt>
                <c:pt idx="6590">
                  <c:v>6591.0</c:v>
                </c:pt>
                <c:pt idx="6591">
                  <c:v>6592.0</c:v>
                </c:pt>
                <c:pt idx="6592">
                  <c:v>6593.0</c:v>
                </c:pt>
                <c:pt idx="6593">
                  <c:v>6594.0</c:v>
                </c:pt>
                <c:pt idx="6594">
                  <c:v>6595.0</c:v>
                </c:pt>
                <c:pt idx="6595">
                  <c:v>6596.0</c:v>
                </c:pt>
                <c:pt idx="6596">
                  <c:v>6597.0</c:v>
                </c:pt>
                <c:pt idx="6597">
                  <c:v>6598.0</c:v>
                </c:pt>
                <c:pt idx="6598">
                  <c:v>6599.0</c:v>
                </c:pt>
                <c:pt idx="6599">
                  <c:v>6600.0</c:v>
                </c:pt>
                <c:pt idx="6600">
                  <c:v>6601.0</c:v>
                </c:pt>
                <c:pt idx="6601">
                  <c:v>6602.0</c:v>
                </c:pt>
                <c:pt idx="6602">
                  <c:v>6603.0</c:v>
                </c:pt>
                <c:pt idx="6603">
                  <c:v>6604.0</c:v>
                </c:pt>
                <c:pt idx="6604">
                  <c:v>6605.0</c:v>
                </c:pt>
                <c:pt idx="6605">
                  <c:v>6606.0</c:v>
                </c:pt>
                <c:pt idx="6606">
                  <c:v>6607.0</c:v>
                </c:pt>
                <c:pt idx="6607">
                  <c:v>6608.0</c:v>
                </c:pt>
                <c:pt idx="6608">
                  <c:v>6609.0</c:v>
                </c:pt>
                <c:pt idx="6609">
                  <c:v>6610.0</c:v>
                </c:pt>
                <c:pt idx="6610">
                  <c:v>6611.0</c:v>
                </c:pt>
                <c:pt idx="6611">
                  <c:v>6612.0</c:v>
                </c:pt>
                <c:pt idx="6612">
                  <c:v>6613.0</c:v>
                </c:pt>
                <c:pt idx="6613">
                  <c:v>6614.0</c:v>
                </c:pt>
                <c:pt idx="6614">
                  <c:v>6615.0</c:v>
                </c:pt>
                <c:pt idx="6615">
                  <c:v>6616.0</c:v>
                </c:pt>
                <c:pt idx="6616">
                  <c:v>6617.0</c:v>
                </c:pt>
                <c:pt idx="6617">
                  <c:v>6618.0</c:v>
                </c:pt>
                <c:pt idx="6618">
                  <c:v>6619.0</c:v>
                </c:pt>
                <c:pt idx="6619">
                  <c:v>6620.0</c:v>
                </c:pt>
                <c:pt idx="6620">
                  <c:v>6621.0</c:v>
                </c:pt>
                <c:pt idx="6621">
                  <c:v>6622.0</c:v>
                </c:pt>
                <c:pt idx="6622">
                  <c:v>6623.0</c:v>
                </c:pt>
                <c:pt idx="6623">
                  <c:v>6624.0</c:v>
                </c:pt>
                <c:pt idx="6624">
                  <c:v>6625.0</c:v>
                </c:pt>
                <c:pt idx="6625">
                  <c:v>6626.0</c:v>
                </c:pt>
                <c:pt idx="6626">
                  <c:v>6627.0</c:v>
                </c:pt>
                <c:pt idx="6627">
                  <c:v>6628.0</c:v>
                </c:pt>
                <c:pt idx="6628">
                  <c:v>6629.0</c:v>
                </c:pt>
                <c:pt idx="6629">
                  <c:v>6630.0</c:v>
                </c:pt>
                <c:pt idx="6630">
                  <c:v>6631.0</c:v>
                </c:pt>
                <c:pt idx="6631">
                  <c:v>6632.0</c:v>
                </c:pt>
                <c:pt idx="6632">
                  <c:v>6633.0</c:v>
                </c:pt>
                <c:pt idx="6633">
                  <c:v>6634.0</c:v>
                </c:pt>
                <c:pt idx="6634">
                  <c:v>6635.0</c:v>
                </c:pt>
                <c:pt idx="6635">
                  <c:v>6636.0</c:v>
                </c:pt>
                <c:pt idx="6636">
                  <c:v>6637.0</c:v>
                </c:pt>
                <c:pt idx="6637">
                  <c:v>6638.0</c:v>
                </c:pt>
                <c:pt idx="6638">
                  <c:v>6639.0</c:v>
                </c:pt>
                <c:pt idx="6639">
                  <c:v>6640.0</c:v>
                </c:pt>
                <c:pt idx="6640">
                  <c:v>6641.0</c:v>
                </c:pt>
                <c:pt idx="6641">
                  <c:v>6642.0</c:v>
                </c:pt>
                <c:pt idx="6642">
                  <c:v>6643.0</c:v>
                </c:pt>
                <c:pt idx="6643">
                  <c:v>6644.0</c:v>
                </c:pt>
                <c:pt idx="6644">
                  <c:v>6645.0</c:v>
                </c:pt>
                <c:pt idx="6645">
                  <c:v>6646.0</c:v>
                </c:pt>
                <c:pt idx="6646">
                  <c:v>6647.0</c:v>
                </c:pt>
                <c:pt idx="6647">
                  <c:v>6648.0</c:v>
                </c:pt>
                <c:pt idx="6648">
                  <c:v>6649.0</c:v>
                </c:pt>
                <c:pt idx="6649">
                  <c:v>6650.0</c:v>
                </c:pt>
                <c:pt idx="6650">
                  <c:v>6651.0</c:v>
                </c:pt>
                <c:pt idx="6651">
                  <c:v>6652.0</c:v>
                </c:pt>
                <c:pt idx="6652">
                  <c:v>6653.0</c:v>
                </c:pt>
                <c:pt idx="6653">
                  <c:v>6654.0</c:v>
                </c:pt>
                <c:pt idx="6654">
                  <c:v>6655.0</c:v>
                </c:pt>
                <c:pt idx="6655">
                  <c:v>6656.0</c:v>
                </c:pt>
                <c:pt idx="6656">
                  <c:v>6657.0</c:v>
                </c:pt>
                <c:pt idx="6657">
                  <c:v>6658.0</c:v>
                </c:pt>
                <c:pt idx="6658">
                  <c:v>6659.0</c:v>
                </c:pt>
                <c:pt idx="6659">
                  <c:v>6660.0</c:v>
                </c:pt>
                <c:pt idx="6660">
                  <c:v>6661.0</c:v>
                </c:pt>
                <c:pt idx="6661">
                  <c:v>6662.0</c:v>
                </c:pt>
                <c:pt idx="6662">
                  <c:v>6663.0</c:v>
                </c:pt>
                <c:pt idx="6663">
                  <c:v>6664.0</c:v>
                </c:pt>
                <c:pt idx="6664">
                  <c:v>6665.0</c:v>
                </c:pt>
                <c:pt idx="6665">
                  <c:v>6666.0</c:v>
                </c:pt>
                <c:pt idx="6666">
                  <c:v>6667.0</c:v>
                </c:pt>
                <c:pt idx="6667">
                  <c:v>6668.0</c:v>
                </c:pt>
                <c:pt idx="6668">
                  <c:v>6669.0</c:v>
                </c:pt>
                <c:pt idx="6669">
                  <c:v>6670.0</c:v>
                </c:pt>
                <c:pt idx="6670">
                  <c:v>6671.0</c:v>
                </c:pt>
                <c:pt idx="6671">
                  <c:v>6672.0</c:v>
                </c:pt>
                <c:pt idx="6672">
                  <c:v>6673.0</c:v>
                </c:pt>
                <c:pt idx="6673">
                  <c:v>6674.0</c:v>
                </c:pt>
                <c:pt idx="6674">
                  <c:v>6675.0</c:v>
                </c:pt>
                <c:pt idx="6675">
                  <c:v>6676.0</c:v>
                </c:pt>
                <c:pt idx="6676">
                  <c:v>6677.0</c:v>
                </c:pt>
                <c:pt idx="6677">
                  <c:v>6678.0</c:v>
                </c:pt>
                <c:pt idx="6678">
                  <c:v>6679.0</c:v>
                </c:pt>
                <c:pt idx="6679">
                  <c:v>6680.0</c:v>
                </c:pt>
                <c:pt idx="6680">
                  <c:v>6681.0</c:v>
                </c:pt>
                <c:pt idx="6681">
                  <c:v>6682.0</c:v>
                </c:pt>
                <c:pt idx="6682">
                  <c:v>6683.0</c:v>
                </c:pt>
                <c:pt idx="6683">
                  <c:v>6684.0</c:v>
                </c:pt>
                <c:pt idx="6684">
                  <c:v>6685.0</c:v>
                </c:pt>
                <c:pt idx="6685">
                  <c:v>6686.0</c:v>
                </c:pt>
                <c:pt idx="6686">
                  <c:v>6687.0</c:v>
                </c:pt>
                <c:pt idx="6687">
                  <c:v>6688.0</c:v>
                </c:pt>
                <c:pt idx="6688">
                  <c:v>6689.0</c:v>
                </c:pt>
                <c:pt idx="6689">
                  <c:v>6690.0</c:v>
                </c:pt>
                <c:pt idx="6690">
                  <c:v>6691.0</c:v>
                </c:pt>
                <c:pt idx="6691">
                  <c:v>6692.0</c:v>
                </c:pt>
                <c:pt idx="6692">
                  <c:v>6693.0</c:v>
                </c:pt>
                <c:pt idx="6693">
                  <c:v>6694.0</c:v>
                </c:pt>
                <c:pt idx="6694">
                  <c:v>6695.0</c:v>
                </c:pt>
                <c:pt idx="6695">
                  <c:v>6696.0</c:v>
                </c:pt>
                <c:pt idx="6696">
                  <c:v>6697.0</c:v>
                </c:pt>
                <c:pt idx="6697">
                  <c:v>6698.0</c:v>
                </c:pt>
                <c:pt idx="6698">
                  <c:v>6699.0</c:v>
                </c:pt>
                <c:pt idx="6699">
                  <c:v>6700.0</c:v>
                </c:pt>
                <c:pt idx="6700">
                  <c:v>6701.0</c:v>
                </c:pt>
                <c:pt idx="6701">
                  <c:v>6702.0</c:v>
                </c:pt>
                <c:pt idx="6702">
                  <c:v>6703.0</c:v>
                </c:pt>
                <c:pt idx="6703">
                  <c:v>6704.0</c:v>
                </c:pt>
                <c:pt idx="6704">
                  <c:v>6705.0</c:v>
                </c:pt>
                <c:pt idx="6705">
                  <c:v>6706.0</c:v>
                </c:pt>
                <c:pt idx="6706">
                  <c:v>6707.0</c:v>
                </c:pt>
                <c:pt idx="6707">
                  <c:v>6708.0</c:v>
                </c:pt>
                <c:pt idx="6708">
                  <c:v>6709.0</c:v>
                </c:pt>
                <c:pt idx="6709">
                  <c:v>6710.0</c:v>
                </c:pt>
                <c:pt idx="6710">
                  <c:v>6711.0</c:v>
                </c:pt>
                <c:pt idx="6711">
                  <c:v>6712.0</c:v>
                </c:pt>
                <c:pt idx="6712">
                  <c:v>6713.0</c:v>
                </c:pt>
                <c:pt idx="6713">
                  <c:v>6714.0</c:v>
                </c:pt>
                <c:pt idx="6714">
                  <c:v>6715.0</c:v>
                </c:pt>
                <c:pt idx="6715">
                  <c:v>6716.0</c:v>
                </c:pt>
                <c:pt idx="6716">
                  <c:v>6717.0</c:v>
                </c:pt>
                <c:pt idx="6717">
                  <c:v>6718.0</c:v>
                </c:pt>
                <c:pt idx="6718">
                  <c:v>6719.0</c:v>
                </c:pt>
                <c:pt idx="6719">
                  <c:v>6720.0</c:v>
                </c:pt>
                <c:pt idx="6720">
                  <c:v>6721.0</c:v>
                </c:pt>
                <c:pt idx="6721">
                  <c:v>6722.0</c:v>
                </c:pt>
                <c:pt idx="6722">
                  <c:v>6723.0</c:v>
                </c:pt>
                <c:pt idx="6723">
                  <c:v>6724.0</c:v>
                </c:pt>
                <c:pt idx="6724">
                  <c:v>6725.0</c:v>
                </c:pt>
                <c:pt idx="6725">
                  <c:v>6726.0</c:v>
                </c:pt>
                <c:pt idx="6726">
                  <c:v>6727.0</c:v>
                </c:pt>
                <c:pt idx="6727">
                  <c:v>6728.0</c:v>
                </c:pt>
                <c:pt idx="6728">
                  <c:v>6729.0</c:v>
                </c:pt>
                <c:pt idx="6729">
                  <c:v>6730.0</c:v>
                </c:pt>
                <c:pt idx="6730">
                  <c:v>6731.0</c:v>
                </c:pt>
                <c:pt idx="6731">
                  <c:v>6732.0</c:v>
                </c:pt>
                <c:pt idx="6732">
                  <c:v>6733.0</c:v>
                </c:pt>
                <c:pt idx="6733">
                  <c:v>6734.0</c:v>
                </c:pt>
                <c:pt idx="6734">
                  <c:v>6735.0</c:v>
                </c:pt>
                <c:pt idx="6735">
                  <c:v>6736.0</c:v>
                </c:pt>
                <c:pt idx="6736">
                  <c:v>6737.0</c:v>
                </c:pt>
                <c:pt idx="6737">
                  <c:v>6738.0</c:v>
                </c:pt>
                <c:pt idx="6738">
                  <c:v>6739.0</c:v>
                </c:pt>
                <c:pt idx="6739">
                  <c:v>6740.0</c:v>
                </c:pt>
                <c:pt idx="6740">
                  <c:v>6741.0</c:v>
                </c:pt>
                <c:pt idx="6741">
                  <c:v>6742.0</c:v>
                </c:pt>
                <c:pt idx="6742">
                  <c:v>6743.0</c:v>
                </c:pt>
                <c:pt idx="6743">
                  <c:v>6744.0</c:v>
                </c:pt>
                <c:pt idx="6744">
                  <c:v>6745.0</c:v>
                </c:pt>
                <c:pt idx="6745">
                  <c:v>6746.0</c:v>
                </c:pt>
                <c:pt idx="6746">
                  <c:v>6747.0</c:v>
                </c:pt>
                <c:pt idx="6747">
                  <c:v>6748.0</c:v>
                </c:pt>
                <c:pt idx="6748">
                  <c:v>6749.0</c:v>
                </c:pt>
                <c:pt idx="6749">
                  <c:v>6750.0</c:v>
                </c:pt>
                <c:pt idx="6750">
                  <c:v>6751.0</c:v>
                </c:pt>
                <c:pt idx="6751">
                  <c:v>6752.0</c:v>
                </c:pt>
                <c:pt idx="6752">
                  <c:v>6753.0</c:v>
                </c:pt>
                <c:pt idx="6753">
                  <c:v>6754.0</c:v>
                </c:pt>
                <c:pt idx="6754">
                  <c:v>6755.0</c:v>
                </c:pt>
                <c:pt idx="6755">
                  <c:v>6756.0</c:v>
                </c:pt>
                <c:pt idx="6756">
                  <c:v>6757.0</c:v>
                </c:pt>
                <c:pt idx="6757">
                  <c:v>6758.0</c:v>
                </c:pt>
                <c:pt idx="6758">
                  <c:v>6759.0</c:v>
                </c:pt>
                <c:pt idx="6759">
                  <c:v>6760.0</c:v>
                </c:pt>
                <c:pt idx="6760">
                  <c:v>6761.0</c:v>
                </c:pt>
                <c:pt idx="6761">
                  <c:v>6762.0</c:v>
                </c:pt>
                <c:pt idx="6762">
                  <c:v>6763.0</c:v>
                </c:pt>
                <c:pt idx="6763">
                  <c:v>6764.0</c:v>
                </c:pt>
                <c:pt idx="6764">
                  <c:v>6765.0</c:v>
                </c:pt>
                <c:pt idx="6765">
                  <c:v>6766.0</c:v>
                </c:pt>
                <c:pt idx="6766">
                  <c:v>6767.0</c:v>
                </c:pt>
                <c:pt idx="6767">
                  <c:v>6768.0</c:v>
                </c:pt>
                <c:pt idx="6768">
                  <c:v>6769.0</c:v>
                </c:pt>
                <c:pt idx="6769">
                  <c:v>6770.0</c:v>
                </c:pt>
                <c:pt idx="6770">
                  <c:v>6771.0</c:v>
                </c:pt>
                <c:pt idx="6771">
                  <c:v>6772.0</c:v>
                </c:pt>
                <c:pt idx="6772">
                  <c:v>6773.0</c:v>
                </c:pt>
                <c:pt idx="6773">
                  <c:v>6774.0</c:v>
                </c:pt>
                <c:pt idx="6774">
                  <c:v>6775.0</c:v>
                </c:pt>
                <c:pt idx="6775">
                  <c:v>6776.0</c:v>
                </c:pt>
                <c:pt idx="6776">
                  <c:v>6777.0</c:v>
                </c:pt>
                <c:pt idx="6777">
                  <c:v>6778.0</c:v>
                </c:pt>
                <c:pt idx="6778">
                  <c:v>6779.0</c:v>
                </c:pt>
                <c:pt idx="6779">
                  <c:v>6780.0</c:v>
                </c:pt>
                <c:pt idx="6780">
                  <c:v>6781.0</c:v>
                </c:pt>
                <c:pt idx="6781">
                  <c:v>6782.0</c:v>
                </c:pt>
                <c:pt idx="6782">
                  <c:v>6783.0</c:v>
                </c:pt>
                <c:pt idx="6783">
                  <c:v>6784.0</c:v>
                </c:pt>
                <c:pt idx="6784">
                  <c:v>6785.0</c:v>
                </c:pt>
                <c:pt idx="6785">
                  <c:v>6786.0</c:v>
                </c:pt>
                <c:pt idx="6786">
                  <c:v>6787.0</c:v>
                </c:pt>
                <c:pt idx="6787">
                  <c:v>6788.0</c:v>
                </c:pt>
                <c:pt idx="6788">
                  <c:v>6789.0</c:v>
                </c:pt>
                <c:pt idx="6789">
                  <c:v>6790.0</c:v>
                </c:pt>
                <c:pt idx="6790">
                  <c:v>6791.0</c:v>
                </c:pt>
                <c:pt idx="6791">
                  <c:v>6792.0</c:v>
                </c:pt>
                <c:pt idx="6792">
                  <c:v>6793.0</c:v>
                </c:pt>
                <c:pt idx="6793">
                  <c:v>6794.0</c:v>
                </c:pt>
                <c:pt idx="6794">
                  <c:v>6795.0</c:v>
                </c:pt>
                <c:pt idx="6795">
                  <c:v>6796.0</c:v>
                </c:pt>
                <c:pt idx="6796">
                  <c:v>6797.0</c:v>
                </c:pt>
                <c:pt idx="6797">
                  <c:v>6798.0</c:v>
                </c:pt>
                <c:pt idx="6798">
                  <c:v>6799.0</c:v>
                </c:pt>
                <c:pt idx="6799">
                  <c:v>6800.0</c:v>
                </c:pt>
                <c:pt idx="6800">
                  <c:v>6801.0</c:v>
                </c:pt>
                <c:pt idx="6801">
                  <c:v>6802.0</c:v>
                </c:pt>
                <c:pt idx="6802">
                  <c:v>6803.0</c:v>
                </c:pt>
                <c:pt idx="6803">
                  <c:v>6804.0</c:v>
                </c:pt>
                <c:pt idx="6804">
                  <c:v>6805.0</c:v>
                </c:pt>
                <c:pt idx="6805">
                  <c:v>6806.0</c:v>
                </c:pt>
                <c:pt idx="6806">
                  <c:v>6807.0</c:v>
                </c:pt>
                <c:pt idx="6807">
                  <c:v>6808.0</c:v>
                </c:pt>
                <c:pt idx="6808">
                  <c:v>6809.0</c:v>
                </c:pt>
                <c:pt idx="6809">
                  <c:v>6810.0</c:v>
                </c:pt>
                <c:pt idx="6810">
                  <c:v>6811.0</c:v>
                </c:pt>
                <c:pt idx="6811">
                  <c:v>6812.0</c:v>
                </c:pt>
                <c:pt idx="6812">
                  <c:v>6813.0</c:v>
                </c:pt>
                <c:pt idx="6813">
                  <c:v>6814.0</c:v>
                </c:pt>
                <c:pt idx="6814">
                  <c:v>6815.0</c:v>
                </c:pt>
                <c:pt idx="6815">
                  <c:v>6816.0</c:v>
                </c:pt>
                <c:pt idx="6816">
                  <c:v>6817.0</c:v>
                </c:pt>
                <c:pt idx="6817">
                  <c:v>6818.0</c:v>
                </c:pt>
                <c:pt idx="6818">
                  <c:v>6819.0</c:v>
                </c:pt>
                <c:pt idx="6819">
                  <c:v>6820.0</c:v>
                </c:pt>
                <c:pt idx="6820">
                  <c:v>6821.0</c:v>
                </c:pt>
                <c:pt idx="6821">
                  <c:v>6822.0</c:v>
                </c:pt>
                <c:pt idx="6822">
                  <c:v>6823.0</c:v>
                </c:pt>
                <c:pt idx="6823">
                  <c:v>6824.0</c:v>
                </c:pt>
                <c:pt idx="6824">
                  <c:v>6825.0</c:v>
                </c:pt>
                <c:pt idx="6825">
                  <c:v>6826.0</c:v>
                </c:pt>
                <c:pt idx="6826">
                  <c:v>6827.0</c:v>
                </c:pt>
                <c:pt idx="6827">
                  <c:v>6828.0</c:v>
                </c:pt>
                <c:pt idx="6828">
                  <c:v>6829.0</c:v>
                </c:pt>
                <c:pt idx="6829">
                  <c:v>6830.0</c:v>
                </c:pt>
                <c:pt idx="6830">
                  <c:v>6831.0</c:v>
                </c:pt>
                <c:pt idx="6831">
                  <c:v>6832.0</c:v>
                </c:pt>
                <c:pt idx="6832">
                  <c:v>6833.0</c:v>
                </c:pt>
                <c:pt idx="6833">
                  <c:v>6834.0</c:v>
                </c:pt>
                <c:pt idx="6834">
                  <c:v>6835.0</c:v>
                </c:pt>
                <c:pt idx="6835">
                  <c:v>6836.0</c:v>
                </c:pt>
                <c:pt idx="6836">
                  <c:v>6837.0</c:v>
                </c:pt>
                <c:pt idx="6837">
                  <c:v>6838.0</c:v>
                </c:pt>
                <c:pt idx="6838">
                  <c:v>6839.0</c:v>
                </c:pt>
                <c:pt idx="6839">
                  <c:v>6840.0</c:v>
                </c:pt>
                <c:pt idx="6840">
                  <c:v>6841.0</c:v>
                </c:pt>
                <c:pt idx="6841">
                  <c:v>6842.0</c:v>
                </c:pt>
                <c:pt idx="6842">
                  <c:v>6843.0</c:v>
                </c:pt>
                <c:pt idx="6843">
                  <c:v>6844.0</c:v>
                </c:pt>
                <c:pt idx="6844">
                  <c:v>6845.0</c:v>
                </c:pt>
                <c:pt idx="6845">
                  <c:v>6846.0</c:v>
                </c:pt>
                <c:pt idx="6846">
                  <c:v>6847.0</c:v>
                </c:pt>
                <c:pt idx="6847">
                  <c:v>6848.0</c:v>
                </c:pt>
                <c:pt idx="6848">
                  <c:v>6849.0</c:v>
                </c:pt>
                <c:pt idx="6849">
                  <c:v>6850.0</c:v>
                </c:pt>
                <c:pt idx="6850">
                  <c:v>6851.0</c:v>
                </c:pt>
                <c:pt idx="6851">
                  <c:v>6852.0</c:v>
                </c:pt>
                <c:pt idx="6852">
                  <c:v>6853.0</c:v>
                </c:pt>
                <c:pt idx="6853">
                  <c:v>6854.0</c:v>
                </c:pt>
                <c:pt idx="6854">
                  <c:v>6855.0</c:v>
                </c:pt>
                <c:pt idx="6855">
                  <c:v>6856.0</c:v>
                </c:pt>
                <c:pt idx="6856">
                  <c:v>6857.0</c:v>
                </c:pt>
                <c:pt idx="6857">
                  <c:v>6858.0</c:v>
                </c:pt>
                <c:pt idx="6858">
                  <c:v>6859.0</c:v>
                </c:pt>
                <c:pt idx="6859">
                  <c:v>6860.0</c:v>
                </c:pt>
                <c:pt idx="6860">
                  <c:v>6861.0</c:v>
                </c:pt>
                <c:pt idx="6861">
                  <c:v>6862.0</c:v>
                </c:pt>
                <c:pt idx="6862">
                  <c:v>6863.0</c:v>
                </c:pt>
                <c:pt idx="6863">
                  <c:v>6864.0</c:v>
                </c:pt>
                <c:pt idx="6864">
                  <c:v>6865.0</c:v>
                </c:pt>
                <c:pt idx="6865">
                  <c:v>6866.0</c:v>
                </c:pt>
                <c:pt idx="6866">
                  <c:v>6867.0</c:v>
                </c:pt>
                <c:pt idx="6867">
                  <c:v>6868.0</c:v>
                </c:pt>
                <c:pt idx="6868">
                  <c:v>6869.0</c:v>
                </c:pt>
                <c:pt idx="6869">
                  <c:v>6870.0</c:v>
                </c:pt>
                <c:pt idx="6870">
                  <c:v>6871.0</c:v>
                </c:pt>
                <c:pt idx="6871">
                  <c:v>6872.0</c:v>
                </c:pt>
                <c:pt idx="6872">
                  <c:v>6873.0</c:v>
                </c:pt>
                <c:pt idx="6873">
                  <c:v>6874.0</c:v>
                </c:pt>
                <c:pt idx="6874">
                  <c:v>6875.0</c:v>
                </c:pt>
                <c:pt idx="6875">
                  <c:v>6876.0</c:v>
                </c:pt>
                <c:pt idx="6876">
                  <c:v>6877.0</c:v>
                </c:pt>
                <c:pt idx="6877">
                  <c:v>6878.0</c:v>
                </c:pt>
                <c:pt idx="6878">
                  <c:v>6879.0</c:v>
                </c:pt>
                <c:pt idx="6879">
                  <c:v>6880.0</c:v>
                </c:pt>
                <c:pt idx="6880">
                  <c:v>6881.0</c:v>
                </c:pt>
                <c:pt idx="6881">
                  <c:v>6882.0</c:v>
                </c:pt>
                <c:pt idx="6882">
                  <c:v>6883.0</c:v>
                </c:pt>
                <c:pt idx="6883">
                  <c:v>6884.0</c:v>
                </c:pt>
                <c:pt idx="6884">
                  <c:v>6885.0</c:v>
                </c:pt>
                <c:pt idx="6885">
                  <c:v>6886.0</c:v>
                </c:pt>
                <c:pt idx="6886">
                  <c:v>6887.0</c:v>
                </c:pt>
                <c:pt idx="6887">
                  <c:v>6888.0</c:v>
                </c:pt>
                <c:pt idx="6888">
                  <c:v>6889.0</c:v>
                </c:pt>
                <c:pt idx="6889">
                  <c:v>6890.0</c:v>
                </c:pt>
                <c:pt idx="6890">
                  <c:v>6891.0</c:v>
                </c:pt>
                <c:pt idx="6891">
                  <c:v>6892.0</c:v>
                </c:pt>
                <c:pt idx="6892">
                  <c:v>6893.0</c:v>
                </c:pt>
                <c:pt idx="6893">
                  <c:v>6894.0</c:v>
                </c:pt>
                <c:pt idx="6894">
                  <c:v>6895.0</c:v>
                </c:pt>
                <c:pt idx="6895">
                  <c:v>6896.0</c:v>
                </c:pt>
                <c:pt idx="6896">
                  <c:v>6897.0</c:v>
                </c:pt>
                <c:pt idx="6897">
                  <c:v>6898.0</c:v>
                </c:pt>
                <c:pt idx="6898">
                  <c:v>6899.0</c:v>
                </c:pt>
                <c:pt idx="6899">
                  <c:v>6900.0</c:v>
                </c:pt>
                <c:pt idx="6900">
                  <c:v>6901.0</c:v>
                </c:pt>
                <c:pt idx="6901">
                  <c:v>6902.0</c:v>
                </c:pt>
                <c:pt idx="6902">
                  <c:v>6903.0</c:v>
                </c:pt>
                <c:pt idx="6903">
                  <c:v>6904.0</c:v>
                </c:pt>
                <c:pt idx="6904">
                  <c:v>6905.0</c:v>
                </c:pt>
                <c:pt idx="6905">
                  <c:v>6906.0</c:v>
                </c:pt>
                <c:pt idx="6906">
                  <c:v>6907.0</c:v>
                </c:pt>
                <c:pt idx="6907">
                  <c:v>6908.0</c:v>
                </c:pt>
                <c:pt idx="6908">
                  <c:v>6909.0</c:v>
                </c:pt>
                <c:pt idx="6909">
                  <c:v>6910.0</c:v>
                </c:pt>
                <c:pt idx="6910">
                  <c:v>6911.0</c:v>
                </c:pt>
                <c:pt idx="6911">
                  <c:v>6912.0</c:v>
                </c:pt>
                <c:pt idx="6912">
                  <c:v>6913.0</c:v>
                </c:pt>
                <c:pt idx="6913">
                  <c:v>6914.0</c:v>
                </c:pt>
                <c:pt idx="6914">
                  <c:v>6915.0</c:v>
                </c:pt>
                <c:pt idx="6915">
                  <c:v>6916.0</c:v>
                </c:pt>
                <c:pt idx="6916">
                  <c:v>6917.0</c:v>
                </c:pt>
                <c:pt idx="6917">
                  <c:v>6918.0</c:v>
                </c:pt>
                <c:pt idx="6918">
                  <c:v>6919.0</c:v>
                </c:pt>
                <c:pt idx="6919">
                  <c:v>6920.0</c:v>
                </c:pt>
                <c:pt idx="6920">
                  <c:v>6921.0</c:v>
                </c:pt>
                <c:pt idx="6921">
                  <c:v>6922.0</c:v>
                </c:pt>
                <c:pt idx="6922">
                  <c:v>6923.0</c:v>
                </c:pt>
                <c:pt idx="6923">
                  <c:v>6924.0</c:v>
                </c:pt>
                <c:pt idx="6924">
                  <c:v>6925.0</c:v>
                </c:pt>
                <c:pt idx="6925">
                  <c:v>6926.0</c:v>
                </c:pt>
                <c:pt idx="6926">
                  <c:v>6927.0</c:v>
                </c:pt>
                <c:pt idx="6927">
                  <c:v>6928.0</c:v>
                </c:pt>
                <c:pt idx="6928">
                  <c:v>6929.0</c:v>
                </c:pt>
                <c:pt idx="6929">
                  <c:v>6930.0</c:v>
                </c:pt>
              </c:numCache>
            </c:numRef>
          </c:xVal>
          <c:yVal>
            <c:numRef>
              <c:f>Sheet1!$B$2:$B$6931</c:f>
              <c:numCache>
                <c:formatCode>General</c:formatCode>
                <c:ptCount val="6930"/>
                <c:pt idx="0">
                  <c:v>-909.64665</c:v>
                </c:pt>
                <c:pt idx="1">
                  <c:v>-1094.2496</c:v>
                </c:pt>
                <c:pt idx="2">
                  <c:v>-1177.286</c:v>
                </c:pt>
                <c:pt idx="3">
                  <c:v>-1201.6549</c:v>
                </c:pt>
                <c:pt idx="4">
                  <c:v>-1189.4283</c:v>
                </c:pt>
                <c:pt idx="5">
                  <c:v>-1053.3627</c:v>
                </c:pt>
                <c:pt idx="6">
                  <c:v>-1076.7891</c:v>
                </c:pt>
                <c:pt idx="7">
                  <c:v>-981.84504</c:v>
                </c:pt>
                <c:pt idx="8">
                  <c:v>-1010.24</c:v>
                </c:pt>
                <c:pt idx="9">
                  <c:v>-951.70766</c:v>
                </c:pt>
                <c:pt idx="10">
                  <c:v>-908.38567</c:v>
                </c:pt>
                <c:pt idx="11">
                  <c:v>-882.34518</c:v>
                </c:pt>
                <c:pt idx="12">
                  <c:v>-944.67972</c:v>
                </c:pt>
                <c:pt idx="13">
                  <c:v>-911.82228</c:v>
                </c:pt>
                <c:pt idx="14">
                  <c:v>-890.96241</c:v>
                </c:pt>
                <c:pt idx="15">
                  <c:v>-875.75419</c:v>
                </c:pt>
                <c:pt idx="16">
                  <c:v>-866.43315</c:v>
                </c:pt>
                <c:pt idx="17">
                  <c:v>-858.7484</c:v>
                </c:pt>
                <c:pt idx="18">
                  <c:v>-853.62636</c:v>
                </c:pt>
                <c:pt idx="19">
                  <c:v>-850.09934</c:v>
                </c:pt>
                <c:pt idx="20">
                  <c:v>-847.59888</c:v>
                </c:pt>
                <c:pt idx="21">
                  <c:v>-845.79203</c:v>
                </c:pt>
                <c:pt idx="22">
                  <c:v>-844.47871</c:v>
                </c:pt>
                <c:pt idx="23">
                  <c:v>-843.53633</c:v>
                </c:pt>
                <c:pt idx="24">
                  <c:v>-842.88232</c:v>
                </c:pt>
                <c:pt idx="25">
                  <c:v>-842.4552</c:v>
                </c:pt>
                <c:pt idx="26">
                  <c:v>-842.1917</c:v>
                </c:pt>
                <c:pt idx="27">
                  <c:v>-842.03001</c:v>
                </c:pt>
                <c:pt idx="28">
                  <c:v>-841.9239</c:v>
                </c:pt>
                <c:pt idx="29">
                  <c:v>-841.86353</c:v>
                </c:pt>
                <c:pt idx="30">
                  <c:v>-841.80953</c:v>
                </c:pt>
                <c:pt idx="31">
                  <c:v>-841.73766</c:v>
                </c:pt>
                <c:pt idx="32">
                  <c:v>-841.63295</c:v>
                </c:pt>
                <c:pt idx="33">
                  <c:v>-841.48253</c:v>
                </c:pt>
                <c:pt idx="34">
                  <c:v>-841.27984</c:v>
                </c:pt>
                <c:pt idx="35">
                  <c:v>-841.01977</c:v>
                </c:pt>
                <c:pt idx="36">
                  <c:v>-840.69576</c:v>
                </c:pt>
                <c:pt idx="37">
                  <c:v>-840.3036</c:v>
                </c:pt>
                <c:pt idx="38">
                  <c:v>-839.84762</c:v>
                </c:pt>
                <c:pt idx="39">
                  <c:v>-839.3232</c:v>
                </c:pt>
                <c:pt idx="40">
                  <c:v>-838.72109</c:v>
                </c:pt>
                <c:pt idx="41">
                  <c:v>-838.03816</c:v>
                </c:pt>
                <c:pt idx="42">
                  <c:v>-837.27686</c:v>
                </c:pt>
                <c:pt idx="43">
                  <c:v>-836.45152</c:v>
                </c:pt>
                <c:pt idx="44">
                  <c:v>-835.56905</c:v>
                </c:pt>
                <c:pt idx="45">
                  <c:v>-834.63631</c:v>
                </c:pt>
                <c:pt idx="46">
                  <c:v>-833.6599</c:v>
                </c:pt>
                <c:pt idx="47">
                  <c:v>-832.651</c:v>
                </c:pt>
                <c:pt idx="48">
                  <c:v>-831.61824</c:v>
                </c:pt>
                <c:pt idx="49">
                  <c:v>-830.56294</c:v>
                </c:pt>
                <c:pt idx="50">
                  <c:v>-829.48663</c:v>
                </c:pt>
                <c:pt idx="51">
                  <c:v>-828.397</c:v>
                </c:pt>
                <c:pt idx="52">
                  <c:v>-827.2927</c:v>
                </c:pt>
                <c:pt idx="53">
                  <c:v>-826.1697</c:v>
                </c:pt>
                <c:pt idx="54">
                  <c:v>-825.02185</c:v>
                </c:pt>
                <c:pt idx="55">
                  <c:v>-823.85048</c:v>
                </c:pt>
                <c:pt idx="56">
                  <c:v>-822.65642</c:v>
                </c:pt>
                <c:pt idx="57">
                  <c:v>-821.43672</c:v>
                </c:pt>
                <c:pt idx="58">
                  <c:v>-820.19656</c:v>
                </c:pt>
                <c:pt idx="59">
                  <c:v>-818.9375</c:v>
                </c:pt>
                <c:pt idx="60">
                  <c:v>-817.66283</c:v>
                </c:pt>
                <c:pt idx="61">
                  <c:v>-816.37291</c:v>
                </c:pt>
                <c:pt idx="62">
                  <c:v>-815.07695</c:v>
                </c:pt>
                <c:pt idx="63">
                  <c:v>-813.77939</c:v>
                </c:pt>
                <c:pt idx="64">
                  <c:v>-812.48322</c:v>
                </c:pt>
                <c:pt idx="65">
                  <c:v>-811.1904</c:v>
                </c:pt>
                <c:pt idx="66">
                  <c:v>-809.89966</c:v>
                </c:pt>
                <c:pt idx="67">
                  <c:v>-808.61477</c:v>
                </c:pt>
                <c:pt idx="68">
                  <c:v>-807.33719</c:v>
                </c:pt>
                <c:pt idx="69">
                  <c:v>-806.06724</c:v>
                </c:pt>
                <c:pt idx="70">
                  <c:v>-804.80429</c:v>
                </c:pt>
                <c:pt idx="71">
                  <c:v>-803.54726</c:v>
                </c:pt>
                <c:pt idx="72">
                  <c:v>-802.2957</c:v>
                </c:pt>
                <c:pt idx="73">
                  <c:v>-801.05077</c:v>
                </c:pt>
                <c:pt idx="74">
                  <c:v>-799.81429</c:v>
                </c:pt>
                <c:pt idx="75">
                  <c:v>-798.58677</c:v>
                </c:pt>
                <c:pt idx="76">
                  <c:v>-797.36842</c:v>
                </c:pt>
                <c:pt idx="77">
                  <c:v>-796.16015</c:v>
                </c:pt>
                <c:pt idx="78">
                  <c:v>-794.95878</c:v>
                </c:pt>
                <c:pt idx="79">
                  <c:v>-793.7687</c:v>
                </c:pt>
                <c:pt idx="80">
                  <c:v>-792.58965</c:v>
                </c:pt>
                <c:pt idx="81">
                  <c:v>-791.4208</c:v>
                </c:pt>
                <c:pt idx="82">
                  <c:v>-790.26232</c:v>
                </c:pt>
                <c:pt idx="83">
                  <c:v>-789.11226</c:v>
                </c:pt>
                <c:pt idx="84">
                  <c:v>-787.97058</c:v>
                </c:pt>
                <c:pt idx="85">
                  <c:v>-786.8383</c:v>
                </c:pt>
                <c:pt idx="86">
                  <c:v>-785.71457</c:v>
                </c:pt>
                <c:pt idx="87">
                  <c:v>-784.59734</c:v>
                </c:pt>
                <c:pt idx="88">
                  <c:v>-783.48805</c:v>
                </c:pt>
                <c:pt idx="89">
                  <c:v>-782.38358</c:v>
                </c:pt>
                <c:pt idx="90">
                  <c:v>-781.28594</c:v>
                </c:pt>
                <c:pt idx="91">
                  <c:v>-780.19518</c:v>
                </c:pt>
                <c:pt idx="92">
                  <c:v>-779.1111</c:v>
                </c:pt>
                <c:pt idx="93">
                  <c:v>-778.03341</c:v>
                </c:pt>
                <c:pt idx="94">
                  <c:v>-776.96162</c:v>
                </c:pt>
                <c:pt idx="95">
                  <c:v>-775.89285</c:v>
                </c:pt>
                <c:pt idx="96">
                  <c:v>-774.82961</c:v>
                </c:pt>
                <c:pt idx="97">
                  <c:v>-773.77162</c:v>
                </c:pt>
                <c:pt idx="98">
                  <c:v>-772.7184</c:v>
                </c:pt>
                <c:pt idx="99">
                  <c:v>-771.66943</c:v>
                </c:pt>
                <c:pt idx="100">
                  <c:v>-770.62446</c:v>
                </c:pt>
                <c:pt idx="101">
                  <c:v>-769.58131</c:v>
                </c:pt>
                <c:pt idx="102">
                  <c:v>-768.54092</c:v>
                </c:pt>
                <c:pt idx="103">
                  <c:v>-767.50371</c:v>
                </c:pt>
                <c:pt idx="104">
                  <c:v>-766.4694</c:v>
                </c:pt>
                <c:pt idx="105">
                  <c:v>-765.43759</c:v>
                </c:pt>
                <c:pt idx="106">
                  <c:v>-764.40807</c:v>
                </c:pt>
                <c:pt idx="107">
                  <c:v>-763.37891</c:v>
                </c:pt>
                <c:pt idx="108">
                  <c:v>-762.35131</c:v>
                </c:pt>
                <c:pt idx="109">
                  <c:v>-761.32592</c:v>
                </c:pt>
                <c:pt idx="110">
                  <c:v>-760.30231</c:v>
                </c:pt>
                <c:pt idx="111">
                  <c:v>-759.27996</c:v>
                </c:pt>
                <c:pt idx="112">
                  <c:v>-758.25874</c:v>
                </c:pt>
                <c:pt idx="113">
                  <c:v>-757.23661</c:v>
                </c:pt>
                <c:pt idx="114">
                  <c:v>-756.21448</c:v>
                </c:pt>
                <c:pt idx="115">
                  <c:v>-755.19275</c:v>
                </c:pt>
                <c:pt idx="116">
                  <c:v>-754.17109</c:v>
                </c:pt>
                <c:pt idx="117">
                  <c:v>-753.14906</c:v>
                </c:pt>
                <c:pt idx="118">
                  <c:v>-752.12652</c:v>
                </c:pt>
                <c:pt idx="119">
                  <c:v>-751.10192</c:v>
                </c:pt>
                <c:pt idx="120">
                  <c:v>-750.07575</c:v>
                </c:pt>
                <c:pt idx="121">
                  <c:v>-749.04881</c:v>
                </c:pt>
                <c:pt idx="122">
                  <c:v>-748.02048</c:v>
                </c:pt>
                <c:pt idx="123">
                  <c:v>-746.99057</c:v>
                </c:pt>
                <c:pt idx="124">
                  <c:v>-745.9589</c:v>
                </c:pt>
                <c:pt idx="125">
                  <c:v>-744.9241</c:v>
                </c:pt>
                <c:pt idx="126">
                  <c:v>-743.88658</c:v>
                </c:pt>
                <c:pt idx="127">
                  <c:v>-742.84736</c:v>
                </c:pt>
                <c:pt idx="128">
                  <c:v>-741.80614</c:v>
                </c:pt>
                <c:pt idx="129">
                  <c:v>-740.76274</c:v>
                </c:pt>
                <c:pt idx="130">
                  <c:v>-739.71725</c:v>
                </c:pt>
                <c:pt idx="131">
                  <c:v>-738.6683</c:v>
                </c:pt>
                <c:pt idx="132">
                  <c:v>-737.61622</c:v>
                </c:pt>
                <c:pt idx="133">
                  <c:v>-736.56192</c:v>
                </c:pt>
                <c:pt idx="134">
                  <c:v>-735.50513</c:v>
                </c:pt>
                <c:pt idx="135">
                  <c:v>-734.44566</c:v>
                </c:pt>
                <c:pt idx="136">
                  <c:v>-733.38353</c:v>
                </c:pt>
                <c:pt idx="137">
                  <c:v>-732.31789</c:v>
                </c:pt>
                <c:pt idx="138">
                  <c:v>-731.24899</c:v>
                </c:pt>
                <c:pt idx="139">
                  <c:v>-730.17799</c:v>
                </c:pt>
                <c:pt idx="140">
                  <c:v>-729.10475</c:v>
                </c:pt>
                <c:pt idx="141">
                  <c:v>-728.02923</c:v>
                </c:pt>
                <c:pt idx="142">
                  <c:v>-726.9516</c:v>
                </c:pt>
                <c:pt idx="143">
                  <c:v>-725.87114</c:v>
                </c:pt>
                <c:pt idx="144">
                  <c:v>-724.78808</c:v>
                </c:pt>
                <c:pt idx="145">
                  <c:v>-723.70374</c:v>
                </c:pt>
                <c:pt idx="146">
                  <c:v>-722.61793</c:v>
                </c:pt>
                <c:pt idx="147">
                  <c:v>-721.53053</c:v>
                </c:pt>
                <c:pt idx="148">
                  <c:v>-720.44169</c:v>
                </c:pt>
                <c:pt idx="149">
                  <c:v>-719.35073</c:v>
                </c:pt>
                <c:pt idx="150">
                  <c:v>-718.25756</c:v>
                </c:pt>
                <c:pt idx="151">
                  <c:v>-717.16347</c:v>
                </c:pt>
                <c:pt idx="152">
                  <c:v>-716.06887</c:v>
                </c:pt>
                <c:pt idx="153">
                  <c:v>-714.97385</c:v>
                </c:pt>
                <c:pt idx="154">
                  <c:v>-713.8782</c:v>
                </c:pt>
                <c:pt idx="155">
                  <c:v>-712.78196</c:v>
                </c:pt>
                <c:pt idx="156">
                  <c:v>-711.68437</c:v>
                </c:pt>
                <c:pt idx="157">
                  <c:v>-710.58624</c:v>
                </c:pt>
                <c:pt idx="158">
                  <c:v>-709.48776</c:v>
                </c:pt>
                <c:pt idx="159">
                  <c:v>-708.38875</c:v>
                </c:pt>
                <c:pt idx="160">
                  <c:v>-707.28948</c:v>
                </c:pt>
                <c:pt idx="161">
                  <c:v>-706.18959</c:v>
                </c:pt>
                <c:pt idx="162">
                  <c:v>-705.08903</c:v>
                </c:pt>
                <c:pt idx="163">
                  <c:v>-703.98972</c:v>
                </c:pt>
                <c:pt idx="164">
                  <c:v>-702.89282</c:v>
                </c:pt>
                <c:pt idx="165">
                  <c:v>-701.79669</c:v>
                </c:pt>
                <c:pt idx="166">
                  <c:v>-700.70128</c:v>
                </c:pt>
                <c:pt idx="167">
                  <c:v>-699.60608</c:v>
                </c:pt>
                <c:pt idx="168">
                  <c:v>-698.51146</c:v>
                </c:pt>
                <c:pt idx="169">
                  <c:v>-697.4183</c:v>
                </c:pt>
                <c:pt idx="170">
                  <c:v>-696.32652</c:v>
                </c:pt>
                <c:pt idx="171">
                  <c:v>-695.23579</c:v>
                </c:pt>
                <c:pt idx="172">
                  <c:v>-694.1471</c:v>
                </c:pt>
                <c:pt idx="173">
                  <c:v>-693.05953</c:v>
                </c:pt>
                <c:pt idx="174">
                  <c:v>-691.9726</c:v>
                </c:pt>
                <c:pt idx="175">
                  <c:v>-690.88716</c:v>
                </c:pt>
                <c:pt idx="176">
                  <c:v>-689.80312</c:v>
                </c:pt>
                <c:pt idx="177">
                  <c:v>-688.72039</c:v>
                </c:pt>
                <c:pt idx="178">
                  <c:v>-687.6387</c:v>
                </c:pt>
                <c:pt idx="179">
                  <c:v>-686.55812</c:v>
                </c:pt>
                <c:pt idx="180">
                  <c:v>-685.47826</c:v>
                </c:pt>
                <c:pt idx="181">
                  <c:v>-684.40027</c:v>
                </c:pt>
                <c:pt idx="182">
                  <c:v>-683.32492</c:v>
                </c:pt>
                <c:pt idx="183">
                  <c:v>-682.25174</c:v>
                </c:pt>
                <c:pt idx="184">
                  <c:v>-681.18048</c:v>
                </c:pt>
                <c:pt idx="185">
                  <c:v>-680.11211</c:v>
                </c:pt>
                <c:pt idx="186">
                  <c:v>-679.04443</c:v>
                </c:pt>
                <c:pt idx="187">
                  <c:v>-677.97887</c:v>
                </c:pt>
                <c:pt idx="188">
                  <c:v>-676.91521</c:v>
                </c:pt>
                <c:pt idx="189">
                  <c:v>-675.85333</c:v>
                </c:pt>
                <c:pt idx="190">
                  <c:v>-674.79335</c:v>
                </c:pt>
                <c:pt idx="191">
                  <c:v>-673.73578</c:v>
                </c:pt>
                <c:pt idx="192">
                  <c:v>-672.6796</c:v>
                </c:pt>
                <c:pt idx="193">
                  <c:v>-671.62548</c:v>
                </c:pt>
                <c:pt idx="194">
                  <c:v>-670.57347</c:v>
                </c:pt>
                <c:pt idx="195">
                  <c:v>-669.52331</c:v>
                </c:pt>
                <c:pt idx="196">
                  <c:v>-668.47552</c:v>
                </c:pt>
                <c:pt idx="197">
                  <c:v>-667.43009</c:v>
                </c:pt>
                <c:pt idx="198">
                  <c:v>-666.38588</c:v>
                </c:pt>
                <c:pt idx="199">
                  <c:v>-665.3434</c:v>
                </c:pt>
                <c:pt idx="200">
                  <c:v>-664.30269</c:v>
                </c:pt>
                <c:pt idx="201">
                  <c:v>-663.2648</c:v>
                </c:pt>
                <c:pt idx="202">
                  <c:v>-662.22894</c:v>
                </c:pt>
                <c:pt idx="203">
                  <c:v>-661.19552</c:v>
                </c:pt>
                <c:pt idx="204">
                  <c:v>-660.16366</c:v>
                </c:pt>
                <c:pt idx="205">
                  <c:v>-659.13354</c:v>
                </c:pt>
                <c:pt idx="206">
                  <c:v>-658.10513</c:v>
                </c:pt>
                <c:pt idx="207">
                  <c:v>-657.07854</c:v>
                </c:pt>
                <c:pt idx="208">
                  <c:v>-656.05351</c:v>
                </c:pt>
                <c:pt idx="209">
                  <c:v>-655.03017</c:v>
                </c:pt>
                <c:pt idx="210">
                  <c:v>-654.00815</c:v>
                </c:pt>
                <c:pt idx="211">
                  <c:v>-652.98738</c:v>
                </c:pt>
                <c:pt idx="212">
                  <c:v>-651.96892</c:v>
                </c:pt>
                <c:pt idx="213">
                  <c:v>-650.95296</c:v>
                </c:pt>
                <c:pt idx="214">
                  <c:v>-649.93863</c:v>
                </c:pt>
                <c:pt idx="215">
                  <c:v>-648.92589</c:v>
                </c:pt>
                <c:pt idx="216">
                  <c:v>-647.9139</c:v>
                </c:pt>
                <c:pt idx="217">
                  <c:v>-646.90286</c:v>
                </c:pt>
                <c:pt idx="218">
                  <c:v>-645.89329</c:v>
                </c:pt>
                <c:pt idx="219">
                  <c:v>-644.8847</c:v>
                </c:pt>
                <c:pt idx="220">
                  <c:v>-643.87746</c:v>
                </c:pt>
                <c:pt idx="221">
                  <c:v>-642.87142</c:v>
                </c:pt>
                <c:pt idx="222">
                  <c:v>-641.86712</c:v>
                </c:pt>
                <c:pt idx="223">
                  <c:v>-640.86364</c:v>
                </c:pt>
                <c:pt idx="224">
                  <c:v>-639.86259</c:v>
                </c:pt>
                <c:pt idx="225">
                  <c:v>-638.86281</c:v>
                </c:pt>
                <c:pt idx="226">
                  <c:v>-637.86418</c:v>
                </c:pt>
                <c:pt idx="227">
                  <c:v>-636.86687</c:v>
                </c:pt>
                <c:pt idx="228">
                  <c:v>-635.87074</c:v>
                </c:pt>
                <c:pt idx="229">
                  <c:v>-634.87508</c:v>
                </c:pt>
                <c:pt idx="230">
                  <c:v>-633.88066</c:v>
                </c:pt>
                <c:pt idx="231">
                  <c:v>-632.88768</c:v>
                </c:pt>
                <c:pt idx="232">
                  <c:v>-631.89678</c:v>
                </c:pt>
                <c:pt idx="233">
                  <c:v>-630.90741</c:v>
                </c:pt>
                <c:pt idx="234">
                  <c:v>-629.91916</c:v>
                </c:pt>
                <c:pt idx="235">
                  <c:v>-628.93229</c:v>
                </c:pt>
                <c:pt idx="236">
                  <c:v>-627.94687</c:v>
                </c:pt>
                <c:pt idx="237">
                  <c:v>-626.96258</c:v>
                </c:pt>
                <c:pt idx="238">
                  <c:v>-625.97954</c:v>
                </c:pt>
                <c:pt idx="239">
                  <c:v>-624.99779</c:v>
                </c:pt>
                <c:pt idx="240">
                  <c:v>-624.01717</c:v>
                </c:pt>
                <c:pt idx="241">
                  <c:v>-623.03701</c:v>
                </c:pt>
                <c:pt idx="242">
                  <c:v>-622.05818</c:v>
                </c:pt>
                <c:pt idx="243">
                  <c:v>-621.08145</c:v>
                </c:pt>
                <c:pt idx="244">
                  <c:v>-620.10601</c:v>
                </c:pt>
                <c:pt idx="245">
                  <c:v>-619.13179</c:v>
                </c:pt>
                <c:pt idx="246">
                  <c:v>-618.15917</c:v>
                </c:pt>
                <c:pt idx="247">
                  <c:v>-617.18738</c:v>
                </c:pt>
                <c:pt idx="248">
                  <c:v>-616.21649</c:v>
                </c:pt>
                <c:pt idx="249">
                  <c:v>-615.24675</c:v>
                </c:pt>
                <c:pt idx="250">
                  <c:v>-614.27817</c:v>
                </c:pt>
                <c:pt idx="251">
                  <c:v>-613.3106</c:v>
                </c:pt>
                <c:pt idx="252">
                  <c:v>-612.34392</c:v>
                </c:pt>
                <c:pt idx="253">
                  <c:v>-611.3778</c:v>
                </c:pt>
                <c:pt idx="254">
                  <c:v>-610.41253</c:v>
                </c:pt>
                <c:pt idx="255">
                  <c:v>-609.44898</c:v>
                </c:pt>
                <c:pt idx="256">
                  <c:v>-608.48667</c:v>
                </c:pt>
                <c:pt idx="257">
                  <c:v>-607.52548</c:v>
                </c:pt>
                <c:pt idx="258">
                  <c:v>-606.56567</c:v>
                </c:pt>
                <c:pt idx="259">
                  <c:v>-605.60621</c:v>
                </c:pt>
                <c:pt idx="260">
                  <c:v>-604.64717</c:v>
                </c:pt>
                <c:pt idx="261">
                  <c:v>-603.68914</c:v>
                </c:pt>
                <c:pt idx="262">
                  <c:v>-602.73185</c:v>
                </c:pt>
                <c:pt idx="263">
                  <c:v>-601.77472</c:v>
                </c:pt>
                <c:pt idx="264">
                  <c:v>-600.81836</c:v>
                </c:pt>
                <c:pt idx="265">
                  <c:v>-599.86227</c:v>
                </c:pt>
                <c:pt idx="266">
                  <c:v>-598.90639</c:v>
                </c:pt>
                <c:pt idx="267">
                  <c:v>-597.95165</c:v>
                </c:pt>
                <c:pt idx="268">
                  <c:v>-596.99762</c:v>
                </c:pt>
                <c:pt idx="269">
                  <c:v>-596.04463</c:v>
                </c:pt>
                <c:pt idx="270">
                  <c:v>-595.09226</c:v>
                </c:pt>
                <c:pt idx="271">
                  <c:v>-594.14025</c:v>
                </c:pt>
                <c:pt idx="272">
                  <c:v>-593.18779</c:v>
                </c:pt>
                <c:pt idx="273">
                  <c:v>-592.23572</c:v>
                </c:pt>
                <c:pt idx="274">
                  <c:v>-591.28372</c:v>
                </c:pt>
                <c:pt idx="275">
                  <c:v>-590.33201</c:v>
                </c:pt>
                <c:pt idx="276">
                  <c:v>-589.38023</c:v>
                </c:pt>
                <c:pt idx="277">
                  <c:v>-588.42837</c:v>
                </c:pt>
                <c:pt idx="278">
                  <c:v>-587.4764</c:v>
                </c:pt>
                <c:pt idx="279">
                  <c:v>-586.52422</c:v>
                </c:pt>
                <c:pt idx="280">
                  <c:v>-585.57258</c:v>
                </c:pt>
                <c:pt idx="281">
                  <c:v>-584.62066</c:v>
                </c:pt>
                <c:pt idx="282">
                  <c:v>-583.66825</c:v>
                </c:pt>
                <c:pt idx="283">
                  <c:v>-582.71531</c:v>
                </c:pt>
                <c:pt idx="284">
                  <c:v>-581.76149</c:v>
                </c:pt>
                <c:pt idx="285">
                  <c:v>-580.80644</c:v>
                </c:pt>
                <c:pt idx="286">
                  <c:v>-579.8505</c:v>
                </c:pt>
                <c:pt idx="287">
                  <c:v>-578.89353</c:v>
                </c:pt>
                <c:pt idx="288">
                  <c:v>-577.93581</c:v>
                </c:pt>
                <c:pt idx="289">
                  <c:v>-576.97722</c:v>
                </c:pt>
                <c:pt idx="290">
                  <c:v>-576.0185</c:v>
                </c:pt>
                <c:pt idx="291">
                  <c:v>-575.05917</c:v>
                </c:pt>
                <c:pt idx="292">
                  <c:v>-574.09899</c:v>
                </c:pt>
                <c:pt idx="293">
                  <c:v>-573.13774</c:v>
                </c:pt>
                <c:pt idx="294">
                  <c:v>-572.17544</c:v>
                </c:pt>
                <c:pt idx="295">
                  <c:v>-571.21189</c:v>
                </c:pt>
                <c:pt idx="296">
                  <c:v>-570.2469</c:v>
                </c:pt>
                <c:pt idx="297">
                  <c:v>-569.28081</c:v>
                </c:pt>
                <c:pt idx="298">
                  <c:v>-568.31314</c:v>
                </c:pt>
                <c:pt idx="299">
                  <c:v>-567.34395</c:v>
                </c:pt>
                <c:pt idx="300">
                  <c:v>-566.37368</c:v>
                </c:pt>
                <c:pt idx="301">
                  <c:v>-565.40236</c:v>
                </c:pt>
                <c:pt idx="302">
                  <c:v>-564.43092</c:v>
                </c:pt>
                <c:pt idx="303">
                  <c:v>-563.45853</c:v>
                </c:pt>
                <c:pt idx="304">
                  <c:v>-562.48507</c:v>
                </c:pt>
                <c:pt idx="305">
                  <c:v>-561.51043</c:v>
                </c:pt>
                <c:pt idx="306">
                  <c:v>-560.53453</c:v>
                </c:pt>
                <c:pt idx="307">
                  <c:v>-559.55715</c:v>
                </c:pt>
                <c:pt idx="308">
                  <c:v>-558.57881</c:v>
                </c:pt>
                <c:pt idx="309">
                  <c:v>-557.59933</c:v>
                </c:pt>
                <c:pt idx="310">
                  <c:v>-556.61866</c:v>
                </c:pt>
                <c:pt idx="311">
                  <c:v>-555.63684</c:v>
                </c:pt>
                <c:pt idx="312">
                  <c:v>-554.65405</c:v>
                </c:pt>
                <c:pt idx="313">
                  <c:v>-553.67079</c:v>
                </c:pt>
                <c:pt idx="314">
                  <c:v>-552.68682</c:v>
                </c:pt>
                <c:pt idx="315">
                  <c:v>-551.70192</c:v>
                </c:pt>
                <c:pt idx="316">
                  <c:v>-550.716</c:v>
                </c:pt>
                <c:pt idx="317">
                  <c:v>-549.72898</c:v>
                </c:pt>
                <c:pt idx="318">
                  <c:v>-548.74084</c:v>
                </c:pt>
                <c:pt idx="319">
                  <c:v>-547.75172</c:v>
                </c:pt>
                <c:pt idx="320">
                  <c:v>-546.76167</c:v>
                </c:pt>
                <c:pt idx="321">
                  <c:v>-545.77068</c:v>
                </c:pt>
                <c:pt idx="322">
                  <c:v>-544.77875</c:v>
                </c:pt>
                <c:pt idx="323">
                  <c:v>-543.78644</c:v>
                </c:pt>
                <c:pt idx="324">
                  <c:v>-542.79323</c:v>
                </c:pt>
                <c:pt idx="325">
                  <c:v>-541.79968</c:v>
                </c:pt>
                <c:pt idx="326">
                  <c:v>-540.80518</c:v>
                </c:pt>
                <c:pt idx="327">
                  <c:v>-539.80991</c:v>
                </c:pt>
                <c:pt idx="328">
                  <c:v>-538.81367</c:v>
                </c:pt>
                <c:pt idx="329">
                  <c:v>-537.81671</c:v>
                </c:pt>
                <c:pt idx="330">
                  <c:v>-536.8188</c:v>
                </c:pt>
                <c:pt idx="331">
                  <c:v>-535.82017</c:v>
                </c:pt>
                <c:pt idx="332">
                  <c:v>-534.82083</c:v>
                </c:pt>
                <c:pt idx="333">
                  <c:v>-533.82096</c:v>
                </c:pt>
                <c:pt idx="334">
                  <c:v>-532.82081</c:v>
                </c:pt>
                <c:pt idx="335">
                  <c:v>-531.82004</c:v>
                </c:pt>
                <c:pt idx="336">
                  <c:v>-530.81923</c:v>
                </c:pt>
                <c:pt idx="337">
                  <c:v>-529.8179</c:v>
                </c:pt>
                <c:pt idx="338">
                  <c:v>-528.81596</c:v>
                </c:pt>
                <c:pt idx="339">
                  <c:v>-527.81328</c:v>
                </c:pt>
                <c:pt idx="340">
                  <c:v>-526.81005</c:v>
                </c:pt>
                <c:pt idx="341">
                  <c:v>-525.80596</c:v>
                </c:pt>
                <c:pt idx="342">
                  <c:v>-524.80126</c:v>
                </c:pt>
                <c:pt idx="343">
                  <c:v>-523.79587</c:v>
                </c:pt>
                <c:pt idx="344">
                  <c:v>-522.79014</c:v>
                </c:pt>
                <c:pt idx="345">
                  <c:v>-521.78391</c:v>
                </c:pt>
                <c:pt idx="346">
                  <c:v>-520.7772</c:v>
                </c:pt>
                <c:pt idx="347">
                  <c:v>-519.77019</c:v>
                </c:pt>
                <c:pt idx="348">
                  <c:v>-518.76266</c:v>
                </c:pt>
                <c:pt idx="349">
                  <c:v>-517.75414</c:v>
                </c:pt>
                <c:pt idx="350">
                  <c:v>-516.74472</c:v>
                </c:pt>
                <c:pt idx="351">
                  <c:v>-515.73432</c:v>
                </c:pt>
                <c:pt idx="352">
                  <c:v>-514.72306</c:v>
                </c:pt>
                <c:pt idx="353">
                  <c:v>-513.71113</c:v>
                </c:pt>
                <c:pt idx="354">
                  <c:v>-512.69864</c:v>
                </c:pt>
                <c:pt idx="355">
                  <c:v>-511.68576</c:v>
                </c:pt>
                <c:pt idx="356">
                  <c:v>-510.67219</c:v>
                </c:pt>
                <c:pt idx="357">
                  <c:v>-509.65853</c:v>
                </c:pt>
                <c:pt idx="358">
                  <c:v>-508.64432</c:v>
                </c:pt>
                <c:pt idx="359">
                  <c:v>-507.62951</c:v>
                </c:pt>
                <c:pt idx="360">
                  <c:v>-506.61394</c:v>
                </c:pt>
                <c:pt idx="361">
                  <c:v>-505.59789</c:v>
                </c:pt>
                <c:pt idx="362">
                  <c:v>-504.58104</c:v>
                </c:pt>
                <c:pt idx="363">
                  <c:v>-503.56357</c:v>
                </c:pt>
                <c:pt idx="364">
                  <c:v>-502.54608</c:v>
                </c:pt>
                <c:pt idx="365">
                  <c:v>-501.52787</c:v>
                </c:pt>
                <c:pt idx="366">
                  <c:v>-500.50952</c:v>
                </c:pt>
                <c:pt idx="367">
                  <c:v>-499.49069</c:v>
                </c:pt>
                <c:pt idx="368">
                  <c:v>-498.47138</c:v>
                </c:pt>
                <c:pt idx="369">
                  <c:v>-497.4513</c:v>
                </c:pt>
                <c:pt idx="370">
                  <c:v>-496.4303</c:v>
                </c:pt>
                <c:pt idx="371">
                  <c:v>-495.40879</c:v>
                </c:pt>
                <c:pt idx="372">
                  <c:v>-494.38679</c:v>
                </c:pt>
                <c:pt idx="373">
                  <c:v>-493.36456</c:v>
                </c:pt>
                <c:pt idx="374">
                  <c:v>-492.34214</c:v>
                </c:pt>
                <c:pt idx="375">
                  <c:v>-491.31956</c:v>
                </c:pt>
                <c:pt idx="376">
                  <c:v>-490.29637</c:v>
                </c:pt>
                <c:pt idx="377">
                  <c:v>-489.27257</c:v>
                </c:pt>
                <c:pt idx="378">
                  <c:v>-488.24818</c:v>
                </c:pt>
                <c:pt idx="379">
                  <c:v>-487.22304</c:v>
                </c:pt>
                <c:pt idx="380">
                  <c:v>-486.19741</c:v>
                </c:pt>
                <c:pt idx="381">
                  <c:v>-485.17148</c:v>
                </c:pt>
                <c:pt idx="382">
                  <c:v>-484.14555</c:v>
                </c:pt>
                <c:pt idx="383">
                  <c:v>-483.11918</c:v>
                </c:pt>
                <c:pt idx="384">
                  <c:v>-482.09245</c:v>
                </c:pt>
                <c:pt idx="385">
                  <c:v>-481.06563</c:v>
                </c:pt>
                <c:pt idx="386">
                  <c:v>-480.03852</c:v>
                </c:pt>
                <c:pt idx="387">
                  <c:v>-479.01122</c:v>
                </c:pt>
                <c:pt idx="388">
                  <c:v>-477.98371</c:v>
                </c:pt>
                <c:pt idx="389">
                  <c:v>-476.95593</c:v>
                </c:pt>
                <c:pt idx="390">
                  <c:v>-475.92794</c:v>
                </c:pt>
                <c:pt idx="391">
                  <c:v>-474.89973</c:v>
                </c:pt>
                <c:pt idx="392">
                  <c:v>-473.87142</c:v>
                </c:pt>
                <c:pt idx="393">
                  <c:v>-472.84275</c:v>
                </c:pt>
                <c:pt idx="394">
                  <c:v>-471.81403</c:v>
                </c:pt>
                <c:pt idx="395">
                  <c:v>-470.7853</c:v>
                </c:pt>
                <c:pt idx="396">
                  <c:v>-469.75658</c:v>
                </c:pt>
                <c:pt idx="397">
                  <c:v>-468.72789</c:v>
                </c:pt>
                <c:pt idx="398">
                  <c:v>-467.69914</c:v>
                </c:pt>
                <c:pt idx="399">
                  <c:v>-466.67035</c:v>
                </c:pt>
                <c:pt idx="400">
                  <c:v>-465.64163</c:v>
                </c:pt>
                <c:pt idx="401">
                  <c:v>-464.61298</c:v>
                </c:pt>
                <c:pt idx="402">
                  <c:v>-463.58423</c:v>
                </c:pt>
                <c:pt idx="403">
                  <c:v>-462.55569</c:v>
                </c:pt>
                <c:pt idx="404">
                  <c:v>-461.5274</c:v>
                </c:pt>
                <c:pt idx="405">
                  <c:v>-460.49905</c:v>
                </c:pt>
                <c:pt idx="406">
                  <c:v>-459.47083</c:v>
                </c:pt>
                <c:pt idx="407">
                  <c:v>-458.44283</c:v>
                </c:pt>
                <c:pt idx="408">
                  <c:v>-457.41494</c:v>
                </c:pt>
                <c:pt idx="409">
                  <c:v>-456.38718</c:v>
                </c:pt>
                <c:pt idx="410">
                  <c:v>-455.35935</c:v>
                </c:pt>
                <c:pt idx="411">
                  <c:v>-454.33197</c:v>
                </c:pt>
                <c:pt idx="412">
                  <c:v>-453.30494</c:v>
                </c:pt>
                <c:pt idx="413">
                  <c:v>-452.27841</c:v>
                </c:pt>
                <c:pt idx="414">
                  <c:v>-451.25232</c:v>
                </c:pt>
                <c:pt idx="415">
                  <c:v>-450.22664</c:v>
                </c:pt>
                <c:pt idx="416">
                  <c:v>-449.20136</c:v>
                </c:pt>
                <c:pt idx="417">
                  <c:v>-448.17653</c:v>
                </c:pt>
                <c:pt idx="418">
                  <c:v>-447.15209</c:v>
                </c:pt>
                <c:pt idx="419">
                  <c:v>-446.12812</c:v>
                </c:pt>
                <c:pt idx="420">
                  <c:v>-445.10468</c:v>
                </c:pt>
                <c:pt idx="421">
                  <c:v>-444.08183</c:v>
                </c:pt>
                <c:pt idx="422">
                  <c:v>-443.05958</c:v>
                </c:pt>
                <c:pt idx="423">
                  <c:v>-442.03787</c:v>
                </c:pt>
                <c:pt idx="424">
                  <c:v>-441.01645</c:v>
                </c:pt>
                <c:pt idx="425">
                  <c:v>-439.99577</c:v>
                </c:pt>
                <c:pt idx="426">
                  <c:v>-438.97565</c:v>
                </c:pt>
                <c:pt idx="427">
                  <c:v>-437.95599</c:v>
                </c:pt>
                <c:pt idx="428">
                  <c:v>-436.93683</c:v>
                </c:pt>
                <c:pt idx="429">
                  <c:v>-435.91831</c:v>
                </c:pt>
                <c:pt idx="430">
                  <c:v>-434.90047</c:v>
                </c:pt>
                <c:pt idx="431">
                  <c:v>-433.88324</c:v>
                </c:pt>
                <c:pt idx="432">
                  <c:v>-432.86661</c:v>
                </c:pt>
                <c:pt idx="433">
                  <c:v>-431.85062</c:v>
                </c:pt>
                <c:pt idx="434">
                  <c:v>-430.8351</c:v>
                </c:pt>
                <c:pt idx="435">
                  <c:v>-429.82031</c:v>
                </c:pt>
                <c:pt idx="436">
                  <c:v>-428.80619</c:v>
                </c:pt>
                <c:pt idx="437">
                  <c:v>-427.79261</c:v>
                </c:pt>
                <c:pt idx="438">
                  <c:v>-426.77951</c:v>
                </c:pt>
                <c:pt idx="439">
                  <c:v>-425.76693</c:v>
                </c:pt>
                <c:pt idx="440">
                  <c:v>-424.75476</c:v>
                </c:pt>
                <c:pt idx="441">
                  <c:v>-423.74322</c:v>
                </c:pt>
                <c:pt idx="442">
                  <c:v>-422.73264</c:v>
                </c:pt>
                <c:pt idx="443">
                  <c:v>-421.72278</c:v>
                </c:pt>
                <c:pt idx="444">
                  <c:v>-420.71358</c:v>
                </c:pt>
                <c:pt idx="445">
                  <c:v>-419.70492</c:v>
                </c:pt>
                <c:pt idx="446">
                  <c:v>-418.69679</c:v>
                </c:pt>
                <c:pt idx="447">
                  <c:v>-417.68923</c:v>
                </c:pt>
                <c:pt idx="448">
                  <c:v>-416.68249</c:v>
                </c:pt>
                <c:pt idx="449">
                  <c:v>-415.6763</c:v>
                </c:pt>
                <c:pt idx="450">
                  <c:v>-414.67055</c:v>
                </c:pt>
                <c:pt idx="451">
                  <c:v>-413.66541</c:v>
                </c:pt>
                <c:pt idx="452">
                  <c:v>-412.66102</c:v>
                </c:pt>
                <c:pt idx="453">
                  <c:v>-411.65692</c:v>
                </c:pt>
                <c:pt idx="454">
                  <c:v>-410.65274</c:v>
                </c:pt>
                <c:pt idx="455">
                  <c:v>-409.64936</c:v>
                </c:pt>
                <c:pt idx="456">
                  <c:v>-408.64662</c:v>
                </c:pt>
                <c:pt idx="457">
                  <c:v>-407.64423</c:v>
                </c:pt>
                <c:pt idx="458">
                  <c:v>-406.64248</c:v>
                </c:pt>
                <c:pt idx="459">
                  <c:v>-405.64159</c:v>
                </c:pt>
                <c:pt idx="460">
                  <c:v>-404.64106</c:v>
                </c:pt>
                <c:pt idx="461">
                  <c:v>-403.64084</c:v>
                </c:pt>
                <c:pt idx="462">
                  <c:v>-402.64134</c:v>
                </c:pt>
                <c:pt idx="463">
                  <c:v>-401.64181</c:v>
                </c:pt>
                <c:pt idx="464">
                  <c:v>-400.64204</c:v>
                </c:pt>
                <c:pt idx="465">
                  <c:v>-399.64305</c:v>
                </c:pt>
                <c:pt idx="466">
                  <c:v>-398.6448</c:v>
                </c:pt>
                <c:pt idx="467">
                  <c:v>-397.64694</c:v>
                </c:pt>
                <c:pt idx="468">
                  <c:v>-396.64981</c:v>
                </c:pt>
                <c:pt idx="469">
                  <c:v>-395.65277</c:v>
                </c:pt>
                <c:pt idx="470">
                  <c:v>-394.65611</c:v>
                </c:pt>
                <c:pt idx="471">
                  <c:v>-393.65994</c:v>
                </c:pt>
                <c:pt idx="472">
                  <c:v>-392.66416</c:v>
                </c:pt>
                <c:pt idx="473">
                  <c:v>-391.66867</c:v>
                </c:pt>
                <c:pt idx="474">
                  <c:v>-390.6738</c:v>
                </c:pt>
                <c:pt idx="475">
                  <c:v>-389.67863</c:v>
                </c:pt>
                <c:pt idx="476">
                  <c:v>-388.68477</c:v>
                </c:pt>
                <c:pt idx="477">
                  <c:v>-387.69227</c:v>
                </c:pt>
                <c:pt idx="478">
                  <c:v>-386.70063</c:v>
                </c:pt>
                <c:pt idx="479">
                  <c:v>-385.7098</c:v>
                </c:pt>
                <c:pt idx="480">
                  <c:v>-384.71975</c:v>
                </c:pt>
                <c:pt idx="481">
                  <c:v>-383.73048</c:v>
                </c:pt>
                <c:pt idx="482">
                  <c:v>-382.74203</c:v>
                </c:pt>
                <c:pt idx="483">
                  <c:v>-381.75445</c:v>
                </c:pt>
                <c:pt idx="484">
                  <c:v>-380.7678</c:v>
                </c:pt>
                <c:pt idx="485">
                  <c:v>-379.78212</c:v>
                </c:pt>
                <c:pt idx="486">
                  <c:v>-378.79743</c:v>
                </c:pt>
                <c:pt idx="487">
                  <c:v>-377.81377</c:v>
                </c:pt>
                <c:pt idx="488">
                  <c:v>-376.83114</c:v>
                </c:pt>
                <c:pt idx="489">
                  <c:v>-375.84956</c:v>
                </c:pt>
                <c:pt idx="490">
                  <c:v>-374.86905</c:v>
                </c:pt>
                <c:pt idx="491">
                  <c:v>-373.88961</c:v>
                </c:pt>
                <c:pt idx="492">
                  <c:v>-372.91127</c:v>
                </c:pt>
                <c:pt idx="493">
                  <c:v>-371.93405</c:v>
                </c:pt>
                <c:pt idx="494">
                  <c:v>-370.95797</c:v>
                </c:pt>
                <c:pt idx="495">
                  <c:v>-369.98306</c:v>
                </c:pt>
                <c:pt idx="496">
                  <c:v>-369.00936</c:v>
                </c:pt>
                <c:pt idx="497">
                  <c:v>-368.03688</c:v>
                </c:pt>
                <c:pt idx="498">
                  <c:v>-367.06565</c:v>
                </c:pt>
                <c:pt idx="499">
                  <c:v>-366.09574</c:v>
                </c:pt>
                <c:pt idx="500">
                  <c:v>-365.12717</c:v>
                </c:pt>
                <c:pt idx="501">
                  <c:v>-364.15998</c:v>
                </c:pt>
                <c:pt idx="502">
                  <c:v>-363.19421</c:v>
                </c:pt>
                <c:pt idx="503">
                  <c:v>-362.22989</c:v>
                </c:pt>
                <c:pt idx="504">
                  <c:v>-361.26707</c:v>
                </c:pt>
                <c:pt idx="505">
                  <c:v>-360.30576</c:v>
                </c:pt>
                <c:pt idx="506">
                  <c:v>-359.34599</c:v>
                </c:pt>
                <c:pt idx="507">
                  <c:v>-358.38781</c:v>
                </c:pt>
                <c:pt idx="508">
                  <c:v>-357.43122</c:v>
                </c:pt>
                <c:pt idx="509">
                  <c:v>-356.47625</c:v>
                </c:pt>
                <c:pt idx="510">
                  <c:v>-355.52291</c:v>
                </c:pt>
                <c:pt idx="511">
                  <c:v>-354.57122</c:v>
                </c:pt>
                <c:pt idx="512">
                  <c:v>-353.6212</c:v>
                </c:pt>
                <c:pt idx="513">
                  <c:v>-352.67286</c:v>
                </c:pt>
                <c:pt idx="514">
                  <c:v>-351.72621</c:v>
                </c:pt>
                <c:pt idx="515">
                  <c:v>-350.78126</c:v>
                </c:pt>
                <c:pt idx="516">
                  <c:v>-349.83801</c:v>
                </c:pt>
                <c:pt idx="517">
                  <c:v>-348.89648</c:v>
                </c:pt>
                <c:pt idx="518">
                  <c:v>-347.95667</c:v>
                </c:pt>
                <c:pt idx="519">
                  <c:v>-347.01859</c:v>
                </c:pt>
                <c:pt idx="520">
                  <c:v>-346.08223</c:v>
                </c:pt>
                <c:pt idx="521">
                  <c:v>-345.14759</c:v>
                </c:pt>
                <c:pt idx="522">
                  <c:v>-344.21468</c:v>
                </c:pt>
                <c:pt idx="523">
                  <c:v>-343.2835</c:v>
                </c:pt>
                <c:pt idx="524">
                  <c:v>-342.35403</c:v>
                </c:pt>
                <c:pt idx="525">
                  <c:v>-341.42629</c:v>
                </c:pt>
                <c:pt idx="526">
                  <c:v>-340.50026</c:v>
                </c:pt>
                <c:pt idx="527">
                  <c:v>-339.57594</c:v>
                </c:pt>
                <c:pt idx="528">
                  <c:v>-338.65334</c:v>
                </c:pt>
                <c:pt idx="529">
                  <c:v>-337.73244</c:v>
                </c:pt>
                <c:pt idx="530">
                  <c:v>-336.81326</c:v>
                </c:pt>
                <c:pt idx="531">
                  <c:v>-335.8958</c:v>
                </c:pt>
                <c:pt idx="532">
                  <c:v>-334.98006</c:v>
                </c:pt>
                <c:pt idx="533">
                  <c:v>-334.06605</c:v>
                </c:pt>
                <c:pt idx="534">
                  <c:v>-333.15379</c:v>
                </c:pt>
                <c:pt idx="535">
                  <c:v>-332.24328</c:v>
                </c:pt>
                <c:pt idx="536">
                  <c:v>-331.33456</c:v>
                </c:pt>
                <c:pt idx="537">
                  <c:v>-330.42762</c:v>
                </c:pt>
                <c:pt idx="538">
                  <c:v>-329.52251</c:v>
                </c:pt>
                <c:pt idx="539">
                  <c:v>-328.61924</c:v>
                </c:pt>
                <c:pt idx="540">
                  <c:v>-327.71783</c:v>
                </c:pt>
                <c:pt idx="541">
                  <c:v>-326.81833</c:v>
                </c:pt>
                <c:pt idx="542">
                  <c:v>-325.92075</c:v>
                </c:pt>
                <c:pt idx="543">
                  <c:v>-325.02513</c:v>
                </c:pt>
                <c:pt idx="544">
                  <c:v>-324.13151</c:v>
                </c:pt>
                <c:pt idx="545">
                  <c:v>-323.23993</c:v>
                </c:pt>
                <c:pt idx="546">
                  <c:v>-322.35041</c:v>
                </c:pt>
                <c:pt idx="547">
                  <c:v>-321.463</c:v>
                </c:pt>
                <c:pt idx="548">
                  <c:v>-320.57774</c:v>
                </c:pt>
                <c:pt idx="549">
                  <c:v>-319.69466</c:v>
                </c:pt>
                <c:pt idx="550">
                  <c:v>-318.81379</c:v>
                </c:pt>
                <c:pt idx="551">
                  <c:v>-317.93519</c:v>
                </c:pt>
                <c:pt idx="552">
                  <c:v>-317.05888</c:v>
                </c:pt>
                <c:pt idx="553">
                  <c:v>-316.18491</c:v>
                </c:pt>
                <c:pt idx="554">
                  <c:v>-315.3133</c:v>
                </c:pt>
                <c:pt idx="555">
                  <c:v>-314.44411</c:v>
                </c:pt>
                <c:pt idx="556">
                  <c:v>-313.57736</c:v>
                </c:pt>
                <c:pt idx="557">
                  <c:v>-312.71309</c:v>
                </c:pt>
                <c:pt idx="558">
                  <c:v>-311.85135</c:v>
                </c:pt>
                <c:pt idx="559">
                  <c:v>-310.99215</c:v>
                </c:pt>
                <c:pt idx="560">
                  <c:v>-310.13556</c:v>
                </c:pt>
                <c:pt idx="561">
                  <c:v>-309.28169</c:v>
                </c:pt>
                <c:pt idx="562">
                  <c:v>-308.43072</c:v>
                </c:pt>
                <c:pt idx="563">
                  <c:v>-307.5835</c:v>
                </c:pt>
                <c:pt idx="564">
                  <c:v>-306.74124</c:v>
                </c:pt>
                <c:pt idx="565">
                  <c:v>-305.94168</c:v>
                </c:pt>
                <c:pt idx="566">
                  <c:v>-305.14698</c:v>
                </c:pt>
                <c:pt idx="567">
                  <c:v>-304.35181</c:v>
                </c:pt>
                <c:pt idx="568">
                  <c:v>-303.5514</c:v>
                </c:pt>
                <c:pt idx="569">
                  <c:v>-302.75534</c:v>
                </c:pt>
                <c:pt idx="570">
                  <c:v>-301.9609</c:v>
                </c:pt>
                <c:pt idx="571">
                  <c:v>-301.1653</c:v>
                </c:pt>
                <c:pt idx="572">
                  <c:v>-300.36954</c:v>
                </c:pt>
                <c:pt idx="573">
                  <c:v>-299.57361</c:v>
                </c:pt>
                <c:pt idx="574">
                  <c:v>-298.77771</c:v>
                </c:pt>
                <c:pt idx="575">
                  <c:v>-297.98231</c:v>
                </c:pt>
                <c:pt idx="576">
                  <c:v>-297.18815</c:v>
                </c:pt>
                <c:pt idx="577">
                  <c:v>-296.39556</c:v>
                </c:pt>
                <c:pt idx="578">
                  <c:v>-295.60491</c:v>
                </c:pt>
                <c:pt idx="579">
                  <c:v>-294.8163</c:v>
                </c:pt>
                <c:pt idx="580">
                  <c:v>-294.02984</c:v>
                </c:pt>
                <c:pt idx="581">
                  <c:v>-293.24558</c:v>
                </c:pt>
                <c:pt idx="582">
                  <c:v>-292.46361</c:v>
                </c:pt>
                <c:pt idx="583">
                  <c:v>-291.68403</c:v>
                </c:pt>
                <c:pt idx="584">
                  <c:v>-290.90689</c:v>
                </c:pt>
                <c:pt idx="585">
                  <c:v>-290.13221</c:v>
                </c:pt>
                <c:pt idx="586">
                  <c:v>-289.36001</c:v>
                </c:pt>
                <c:pt idx="587">
                  <c:v>-288.59029</c:v>
                </c:pt>
                <c:pt idx="588">
                  <c:v>-287.82303</c:v>
                </c:pt>
                <c:pt idx="589">
                  <c:v>-287.05826</c:v>
                </c:pt>
                <c:pt idx="590">
                  <c:v>-286.29597</c:v>
                </c:pt>
                <c:pt idx="591">
                  <c:v>-285.53618</c:v>
                </c:pt>
                <c:pt idx="592">
                  <c:v>-284.77889</c:v>
                </c:pt>
                <c:pt idx="593">
                  <c:v>-284.02401</c:v>
                </c:pt>
                <c:pt idx="594">
                  <c:v>-283.27142</c:v>
                </c:pt>
                <c:pt idx="595">
                  <c:v>-282.52109</c:v>
                </c:pt>
                <c:pt idx="596">
                  <c:v>-281.7729</c:v>
                </c:pt>
                <c:pt idx="597">
                  <c:v>-281.02701</c:v>
                </c:pt>
                <c:pt idx="598">
                  <c:v>-280.28354</c:v>
                </c:pt>
                <c:pt idx="599">
                  <c:v>-279.54252</c:v>
                </c:pt>
                <c:pt idx="600">
                  <c:v>-278.80381</c:v>
                </c:pt>
                <c:pt idx="601">
                  <c:v>-278.06785</c:v>
                </c:pt>
                <c:pt idx="602">
                  <c:v>-277.33473</c:v>
                </c:pt>
                <c:pt idx="603">
                  <c:v>-276.60366</c:v>
                </c:pt>
                <c:pt idx="604">
                  <c:v>-275.87461</c:v>
                </c:pt>
                <c:pt idx="605">
                  <c:v>-275.14763</c:v>
                </c:pt>
                <c:pt idx="606">
                  <c:v>-274.42265</c:v>
                </c:pt>
                <c:pt idx="607">
                  <c:v>-273.6997</c:v>
                </c:pt>
                <c:pt idx="608">
                  <c:v>-272.97875</c:v>
                </c:pt>
                <c:pt idx="609">
                  <c:v>-272.25974</c:v>
                </c:pt>
                <c:pt idx="610">
                  <c:v>-271.54215</c:v>
                </c:pt>
                <c:pt idx="611">
                  <c:v>-270.82626</c:v>
                </c:pt>
                <c:pt idx="612">
                  <c:v>-270.11207</c:v>
                </c:pt>
                <c:pt idx="613">
                  <c:v>-269.4006</c:v>
                </c:pt>
                <c:pt idx="614">
                  <c:v>-268.69048</c:v>
                </c:pt>
                <c:pt idx="615">
                  <c:v>-267.98248</c:v>
                </c:pt>
                <c:pt idx="616">
                  <c:v>-267.27657</c:v>
                </c:pt>
                <c:pt idx="617">
                  <c:v>-266.57241</c:v>
                </c:pt>
                <c:pt idx="618">
                  <c:v>-265.86971</c:v>
                </c:pt>
                <c:pt idx="619">
                  <c:v>-265.16832</c:v>
                </c:pt>
                <c:pt idx="620">
                  <c:v>-264.46807</c:v>
                </c:pt>
                <c:pt idx="621">
                  <c:v>-263.76888</c:v>
                </c:pt>
                <c:pt idx="622">
                  <c:v>-263.07094</c:v>
                </c:pt>
                <c:pt idx="623">
                  <c:v>-262.37433</c:v>
                </c:pt>
                <c:pt idx="624">
                  <c:v>-261.67859</c:v>
                </c:pt>
                <c:pt idx="625">
                  <c:v>-260.9842</c:v>
                </c:pt>
                <c:pt idx="626">
                  <c:v>-260.29108</c:v>
                </c:pt>
                <c:pt idx="627">
                  <c:v>-259.59918</c:v>
                </c:pt>
                <c:pt idx="628">
                  <c:v>-258.90843</c:v>
                </c:pt>
                <c:pt idx="629">
                  <c:v>-258.2187</c:v>
                </c:pt>
                <c:pt idx="630">
                  <c:v>-257.52991</c:v>
                </c:pt>
                <c:pt idx="631">
                  <c:v>-256.84203</c:v>
                </c:pt>
                <c:pt idx="632">
                  <c:v>-256.15501</c:v>
                </c:pt>
                <c:pt idx="633">
                  <c:v>-255.46878</c:v>
                </c:pt>
                <c:pt idx="634">
                  <c:v>-254.78331</c:v>
                </c:pt>
                <c:pt idx="635">
                  <c:v>-254.09869</c:v>
                </c:pt>
                <c:pt idx="636">
                  <c:v>-253.41497</c:v>
                </c:pt>
                <c:pt idx="637">
                  <c:v>-252.73213</c:v>
                </c:pt>
                <c:pt idx="638">
                  <c:v>-252.05017</c:v>
                </c:pt>
                <c:pt idx="639">
                  <c:v>-251.36903</c:v>
                </c:pt>
                <c:pt idx="640">
                  <c:v>-250.68867</c:v>
                </c:pt>
                <c:pt idx="641">
                  <c:v>-250.00909</c:v>
                </c:pt>
                <c:pt idx="642">
                  <c:v>-249.3302</c:v>
                </c:pt>
                <c:pt idx="643">
                  <c:v>-248.65183</c:v>
                </c:pt>
                <c:pt idx="644">
                  <c:v>-247.97389</c:v>
                </c:pt>
                <c:pt idx="645">
                  <c:v>-247.29674</c:v>
                </c:pt>
                <c:pt idx="646">
                  <c:v>-246.62007</c:v>
                </c:pt>
                <c:pt idx="647">
                  <c:v>-245.94397</c:v>
                </c:pt>
                <c:pt idx="648">
                  <c:v>-245.26816</c:v>
                </c:pt>
                <c:pt idx="649">
                  <c:v>-244.59236</c:v>
                </c:pt>
                <c:pt idx="650">
                  <c:v>-243.9164</c:v>
                </c:pt>
                <c:pt idx="651">
                  <c:v>-243.24027</c:v>
                </c:pt>
                <c:pt idx="652">
                  <c:v>-242.56391</c:v>
                </c:pt>
                <c:pt idx="653">
                  <c:v>-241.88797</c:v>
                </c:pt>
                <c:pt idx="654">
                  <c:v>-241.2125</c:v>
                </c:pt>
                <c:pt idx="655">
                  <c:v>-240.53756</c:v>
                </c:pt>
                <c:pt idx="656">
                  <c:v>-239.86302</c:v>
                </c:pt>
                <c:pt idx="657">
                  <c:v>-239.18855</c:v>
                </c:pt>
                <c:pt idx="658">
                  <c:v>-238.51399</c:v>
                </c:pt>
                <c:pt idx="659">
                  <c:v>-237.83913</c:v>
                </c:pt>
                <c:pt idx="660">
                  <c:v>-237.16454</c:v>
                </c:pt>
                <c:pt idx="661">
                  <c:v>-236.48994</c:v>
                </c:pt>
                <c:pt idx="662">
                  <c:v>-235.81494</c:v>
                </c:pt>
                <c:pt idx="663">
                  <c:v>-235.1396</c:v>
                </c:pt>
                <c:pt idx="664">
                  <c:v>-234.4644</c:v>
                </c:pt>
                <c:pt idx="665">
                  <c:v>-233.78931</c:v>
                </c:pt>
                <c:pt idx="666">
                  <c:v>-233.11403</c:v>
                </c:pt>
                <c:pt idx="667">
                  <c:v>-232.43848</c:v>
                </c:pt>
                <c:pt idx="668">
                  <c:v>-231.76215</c:v>
                </c:pt>
                <c:pt idx="669">
                  <c:v>-231.08518</c:v>
                </c:pt>
                <c:pt idx="670">
                  <c:v>-230.40776</c:v>
                </c:pt>
                <c:pt idx="671">
                  <c:v>-229.72994</c:v>
                </c:pt>
                <c:pt idx="672">
                  <c:v>-229.05177</c:v>
                </c:pt>
                <c:pt idx="673">
                  <c:v>-228.37328</c:v>
                </c:pt>
                <c:pt idx="674">
                  <c:v>-227.69453</c:v>
                </c:pt>
                <c:pt idx="675">
                  <c:v>-227.01583</c:v>
                </c:pt>
                <c:pt idx="676">
                  <c:v>-226.33719</c:v>
                </c:pt>
                <c:pt idx="677">
                  <c:v>-225.65863</c:v>
                </c:pt>
                <c:pt idx="678">
                  <c:v>-224.98021</c:v>
                </c:pt>
                <c:pt idx="679">
                  <c:v>-224.30196</c:v>
                </c:pt>
                <c:pt idx="680">
                  <c:v>-223.62395</c:v>
                </c:pt>
                <c:pt idx="681">
                  <c:v>-222.94681</c:v>
                </c:pt>
                <c:pt idx="682">
                  <c:v>-222.27009</c:v>
                </c:pt>
                <c:pt idx="683">
                  <c:v>-221.59348</c:v>
                </c:pt>
                <c:pt idx="684">
                  <c:v>-220.91711</c:v>
                </c:pt>
                <c:pt idx="685">
                  <c:v>-220.24077</c:v>
                </c:pt>
                <c:pt idx="686">
                  <c:v>-219.5654</c:v>
                </c:pt>
                <c:pt idx="687">
                  <c:v>-218.88972</c:v>
                </c:pt>
                <c:pt idx="688">
                  <c:v>-218.21387</c:v>
                </c:pt>
                <c:pt idx="689">
                  <c:v>-217.53844</c:v>
                </c:pt>
                <c:pt idx="690">
                  <c:v>-216.86342</c:v>
                </c:pt>
                <c:pt idx="691">
                  <c:v>-216.18892</c:v>
                </c:pt>
                <c:pt idx="692">
                  <c:v>-215.5151</c:v>
                </c:pt>
                <c:pt idx="693">
                  <c:v>-214.84211</c:v>
                </c:pt>
                <c:pt idx="694">
                  <c:v>-214.16982</c:v>
                </c:pt>
                <c:pt idx="695">
                  <c:v>-213.49847</c:v>
                </c:pt>
                <c:pt idx="696">
                  <c:v>-212.8282</c:v>
                </c:pt>
                <c:pt idx="697">
                  <c:v>-212.15898</c:v>
                </c:pt>
                <c:pt idx="698">
                  <c:v>-211.49143</c:v>
                </c:pt>
                <c:pt idx="699">
                  <c:v>-210.82632</c:v>
                </c:pt>
                <c:pt idx="700">
                  <c:v>-210.16275</c:v>
                </c:pt>
                <c:pt idx="701">
                  <c:v>-209.50037</c:v>
                </c:pt>
                <c:pt idx="702">
                  <c:v>-208.83914</c:v>
                </c:pt>
                <c:pt idx="703">
                  <c:v>-208.17876</c:v>
                </c:pt>
                <c:pt idx="704">
                  <c:v>-207.51954</c:v>
                </c:pt>
                <c:pt idx="705">
                  <c:v>-206.86183</c:v>
                </c:pt>
                <c:pt idx="706">
                  <c:v>-206.20556</c:v>
                </c:pt>
                <c:pt idx="707">
                  <c:v>-205.55078</c:v>
                </c:pt>
                <c:pt idx="708">
                  <c:v>-204.89586</c:v>
                </c:pt>
                <c:pt idx="709">
                  <c:v>-204.24323</c:v>
                </c:pt>
                <c:pt idx="710">
                  <c:v>-203.59266</c:v>
                </c:pt>
                <c:pt idx="711">
                  <c:v>-202.94431</c:v>
                </c:pt>
                <c:pt idx="712">
                  <c:v>-202.29801</c:v>
                </c:pt>
                <c:pt idx="713">
                  <c:v>-201.65343</c:v>
                </c:pt>
                <c:pt idx="714">
                  <c:v>-201.01169</c:v>
                </c:pt>
                <c:pt idx="715">
                  <c:v>-200.37352</c:v>
                </c:pt>
                <c:pt idx="716">
                  <c:v>-199.73865</c:v>
                </c:pt>
                <c:pt idx="717">
                  <c:v>-199.10685</c:v>
                </c:pt>
                <c:pt idx="718">
                  <c:v>-198.47762</c:v>
                </c:pt>
                <c:pt idx="719">
                  <c:v>-197.85251</c:v>
                </c:pt>
                <c:pt idx="720">
                  <c:v>-197.23001</c:v>
                </c:pt>
                <c:pt idx="721">
                  <c:v>-196.61045</c:v>
                </c:pt>
                <c:pt idx="722">
                  <c:v>-195.99416</c:v>
                </c:pt>
                <c:pt idx="723">
                  <c:v>-195.38124</c:v>
                </c:pt>
                <c:pt idx="724">
                  <c:v>-194.77156</c:v>
                </c:pt>
                <c:pt idx="725">
                  <c:v>-194.16542</c:v>
                </c:pt>
                <c:pt idx="726">
                  <c:v>-193.56312</c:v>
                </c:pt>
                <c:pt idx="727">
                  <c:v>-192.96428</c:v>
                </c:pt>
                <c:pt idx="728">
                  <c:v>-192.36838</c:v>
                </c:pt>
                <c:pt idx="729">
                  <c:v>-191.77602</c:v>
                </c:pt>
                <c:pt idx="730">
                  <c:v>-191.1713</c:v>
                </c:pt>
                <c:pt idx="731">
                  <c:v>-190.57852</c:v>
                </c:pt>
                <c:pt idx="732">
                  <c:v>-189.99149</c:v>
                </c:pt>
                <c:pt idx="733">
                  <c:v>-189.40215</c:v>
                </c:pt>
                <c:pt idx="734">
                  <c:v>-188.82385</c:v>
                </c:pt>
                <c:pt idx="735">
                  <c:v>-188.23542</c:v>
                </c:pt>
                <c:pt idx="736">
                  <c:v>-187.65998</c:v>
                </c:pt>
                <c:pt idx="737">
                  <c:v>-187.0895</c:v>
                </c:pt>
                <c:pt idx="738">
                  <c:v>-186.52212</c:v>
                </c:pt>
                <c:pt idx="739">
                  <c:v>-185.9625</c:v>
                </c:pt>
                <c:pt idx="740">
                  <c:v>-185.40896</c:v>
                </c:pt>
                <c:pt idx="741">
                  <c:v>-184.862</c:v>
                </c:pt>
                <c:pt idx="742">
                  <c:v>-184.27696</c:v>
                </c:pt>
                <c:pt idx="743">
                  <c:v>-183.71519</c:v>
                </c:pt>
                <c:pt idx="744">
                  <c:v>-183.17585</c:v>
                </c:pt>
                <c:pt idx="745">
                  <c:v>-182.60896</c:v>
                </c:pt>
                <c:pt idx="746">
                  <c:v>-182.06011</c:v>
                </c:pt>
                <c:pt idx="747">
                  <c:v>-181.53336</c:v>
                </c:pt>
                <c:pt idx="748">
                  <c:v>-181.02286</c:v>
                </c:pt>
                <c:pt idx="749">
                  <c:v>-180.51766</c:v>
                </c:pt>
                <c:pt idx="750">
                  <c:v>-180.01561</c:v>
                </c:pt>
                <c:pt idx="751">
                  <c:v>-179.45355</c:v>
                </c:pt>
                <c:pt idx="752">
                  <c:v>-178.93131</c:v>
                </c:pt>
                <c:pt idx="753">
                  <c:v>-178.43156</c:v>
                </c:pt>
                <c:pt idx="754">
                  <c:v>-177.87263</c:v>
                </c:pt>
                <c:pt idx="755">
                  <c:v>-177.36457</c:v>
                </c:pt>
                <c:pt idx="756">
                  <c:v>-176.88275</c:v>
                </c:pt>
                <c:pt idx="757">
                  <c:v>-176.41374</c:v>
                </c:pt>
                <c:pt idx="758">
                  <c:v>-175.95317</c:v>
                </c:pt>
                <c:pt idx="759">
                  <c:v>-175.49892</c:v>
                </c:pt>
                <c:pt idx="760">
                  <c:v>-175.04921</c:v>
                </c:pt>
                <c:pt idx="761">
                  <c:v>-174.60269</c:v>
                </c:pt>
                <c:pt idx="762">
                  <c:v>-174.07318</c:v>
                </c:pt>
                <c:pt idx="763">
                  <c:v>-173.59062</c:v>
                </c:pt>
                <c:pt idx="764">
                  <c:v>-173.1351</c:v>
                </c:pt>
                <c:pt idx="765">
                  <c:v>-172.60646</c:v>
                </c:pt>
                <c:pt idx="766">
                  <c:v>-172.14558</c:v>
                </c:pt>
                <c:pt idx="767">
                  <c:v>-171.71099</c:v>
                </c:pt>
                <c:pt idx="768">
                  <c:v>-171.29336</c:v>
                </c:pt>
                <c:pt idx="769">
                  <c:v>-170.88566</c:v>
                </c:pt>
                <c:pt idx="770">
                  <c:v>-170.48398</c:v>
                </c:pt>
                <c:pt idx="771">
                  <c:v>-170.08397</c:v>
                </c:pt>
                <c:pt idx="772">
                  <c:v>-169.68602</c:v>
                </c:pt>
                <c:pt idx="773">
                  <c:v>-169.18782</c:v>
                </c:pt>
                <c:pt idx="774">
                  <c:v>-168.74865</c:v>
                </c:pt>
                <c:pt idx="775">
                  <c:v>-168.23789</c:v>
                </c:pt>
                <c:pt idx="776">
                  <c:v>-167.64978</c:v>
                </c:pt>
                <c:pt idx="777">
                  <c:v>-167.20259</c:v>
                </c:pt>
                <c:pt idx="778">
                  <c:v>-166.6578</c:v>
                </c:pt>
                <c:pt idx="779">
                  <c:v>-166.24463</c:v>
                </c:pt>
                <c:pt idx="780">
                  <c:v>-165.8844</c:v>
                </c:pt>
                <c:pt idx="781">
                  <c:v>-165.54956</c:v>
                </c:pt>
                <c:pt idx="782">
                  <c:v>-165.22996</c:v>
                </c:pt>
                <c:pt idx="783">
                  <c:v>-164.91589</c:v>
                </c:pt>
                <c:pt idx="784">
                  <c:v>-164.60385</c:v>
                </c:pt>
                <c:pt idx="785">
                  <c:v>-164.28833</c:v>
                </c:pt>
                <c:pt idx="786">
                  <c:v>-163.96963</c:v>
                </c:pt>
                <c:pt idx="787">
                  <c:v>-163.64704</c:v>
                </c:pt>
                <c:pt idx="788">
                  <c:v>-163.14929</c:v>
                </c:pt>
                <c:pt idx="789">
                  <c:v>-162.77149</c:v>
                </c:pt>
                <c:pt idx="790">
                  <c:v>-162.41567</c:v>
                </c:pt>
                <c:pt idx="791">
                  <c:v>-162.07783</c:v>
                </c:pt>
                <c:pt idx="792">
                  <c:v>-161.60305</c:v>
                </c:pt>
                <c:pt idx="793">
                  <c:v>-161.23631</c:v>
                </c:pt>
                <c:pt idx="794">
                  <c:v>-160.91618</c:v>
                </c:pt>
                <c:pt idx="795">
                  <c:v>-160.61731</c:v>
                </c:pt>
                <c:pt idx="796">
                  <c:v>-160.33303</c:v>
                </c:pt>
                <c:pt idx="797">
                  <c:v>-160.05469</c:v>
                </c:pt>
                <c:pt idx="798">
                  <c:v>-159.77737</c:v>
                </c:pt>
                <c:pt idx="799">
                  <c:v>-159.5001</c:v>
                </c:pt>
                <c:pt idx="800">
                  <c:v>-159.22009</c:v>
                </c:pt>
                <c:pt idx="801">
                  <c:v>-158.93476</c:v>
                </c:pt>
                <c:pt idx="802">
                  <c:v>-158.64215</c:v>
                </c:pt>
                <c:pt idx="803">
                  <c:v>-157.99233</c:v>
                </c:pt>
                <c:pt idx="804">
                  <c:v>-157.53533</c:v>
                </c:pt>
                <c:pt idx="805">
                  <c:v>-157.20553</c:v>
                </c:pt>
                <c:pt idx="806">
                  <c:v>-156.91578</c:v>
                </c:pt>
                <c:pt idx="807">
                  <c:v>-156.65467</c:v>
                </c:pt>
                <c:pt idx="808">
                  <c:v>-156.41093</c:v>
                </c:pt>
                <c:pt idx="809">
                  <c:v>-156.17587</c:v>
                </c:pt>
                <c:pt idx="810">
                  <c:v>-155.94134</c:v>
                </c:pt>
                <c:pt idx="811">
                  <c:v>-155.70097</c:v>
                </c:pt>
                <c:pt idx="812">
                  <c:v>-155.45687</c:v>
                </c:pt>
                <c:pt idx="813">
                  <c:v>-155.20984</c:v>
                </c:pt>
                <c:pt idx="814">
                  <c:v>-154.95793</c:v>
                </c:pt>
                <c:pt idx="815">
                  <c:v>-154.70133</c:v>
                </c:pt>
                <c:pt idx="816">
                  <c:v>-154.24938</c:v>
                </c:pt>
                <c:pt idx="817">
                  <c:v>-153.71512</c:v>
                </c:pt>
                <c:pt idx="818">
                  <c:v>-153.3281</c:v>
                </c:pt>
                <c:pt idx="819">
                  <c:v>-153.04995</c:v>
                </c:pt>
                <c:pt idx="820">
                  <c:v>-152.81119</c:v>
                </c:pt>
                <c:pt idx="821">
                  <c:v>-152.59491</c:v>
                </c:pt>
                <c:pt idx="822">
                  <c:v>-152.39095</c:v>
                </c:pt>
                <c:pt idx="823">
                  <c:v>-152.19091</c:v>
                </c:pt>
                <c:pt idx="824">
                  <c:v>-151.98523</c:v>
                </c:pt>
                <c:pt idx="825">
                  <c:v>-151.77241</c:v>
                </c:pt>
                <c:pt idx="826">
                  <c:v>-151.56004</c:v>
                </c:pt>
                <c:pt idx="827">
                  <c:v>-151.34322</c:v>
                </c:pt>
                <c:pt idx="828">
                  <c:v>-150.90985</c:v>
                </c:pt>
                <c:pt idx="829">
                  <c:v>-150.36742</c:v>
                </c:pt>
                <c:pt idx="830">
                  <c:v>-149.99854</c:v>
                </c:pt>
                <c:pt idx="831">
                  <c:v>-149.74863</c:v>
                </c:pt>
                <c:pt idx="832">
                  <c:v>-149.5411</c:v>
                </c:pt>
                <c:pt idx="833">
                  <c:v>-149.35863</c:v>
                </c:pt>
                <c:pt idx="834">
                  <c:v>-149.18818</c:v>
                </c:pt>
                <c:pt idx="835">
                  <c:v>-149.01952</c:v>
                </c:pt>
                <c:pt idx="836">
                  <c:v>-148.84507</c:v>
                </c:pt>
                <c:pt idx="837">
                  <c:v>-148.66105</c:v>
                </c:pt>
                <c:pt idx="838">
                  <c:v>-148.47712</c:v>
                </c:pt>
                <c:pt idx="839">
                  <c:v>-148.06266</c:v>
                </c:pt>
                <c:pt idx="840">
                  <c:v>-147.51991</c:v>
                </c:pt>
                <c:pt idx="841">
                  <c:v>-147.16222</c:v>
                </c:pt>
                <c:pt idx="842">
                  <c:v>-146.93503</c:v>
                </c:pt>
                <c:pt idx="843">
                  <c:v>-146.77958</c:v>
                </c:pt>
                <c:pt idx="844">
                  <c:v>-146.66198</c:v>
                </c:pt>
                <c:pt idx="845">
                  <c:v>-146.56408</c:v>
                </c:pt>
                <c:pt idx="846">
                  <c:v>-146.47008</c:v>
                </c:pt>
                <c:pt idx="847">
                  <c:v>-146.36361</c:v>
                </c:pt>
                <c:pt idx="848">
                  <c:v>-146.23373</c:v>
                </c:pt>
                <c:pt idx="849">
                  <c:v>-146.07513</c:v>
                </c:pt>
                <c:pt idx="850">
                  <c:v>-145.90001</c:v>
                </c:pt>
                <c:pt idx="851">
                  <c:v>-145.24268</c:v>
                </c:pt>
                <c:pt idx="852">
                  <c:v>-144.73733</c:v>
                </c:pt>
                <c:pt idx="853">
                  <c:v>-144.38289</c:v>
                </c:pt>
                <c:pt idx="854">
                  <c:v>-144.12333</c:v>
                </c:pt>
                <c:pt idx="855">
                  <c:v>-143.89733</c:v>
                </c:pt>
                <c:pt idx="856">
                  <c:v>-143.69535</c:v>
                </c:pt>
                <c:pt idx="857">
                  <c:v>-143.50061</c:v>
                </c:pt>
                <c:pt idx="858">
                  <c:v>-143.30387</c:v>
                </c:pt>
                <c:pt idx="859">
                  <c:v>-143.10311</c:v>
                </c:pt>
                <c:pt idx="860">
                  <c:v>-142.89607</c:v>
                </c:pt>
                <c:pt idx="861">
                  <c:v>-142.69571</c:v>
                </c:pt>
                <c:pt idx="862">
                  <c:v>-142.02564</c:v>
                </c:pt>
                <c:pt idx="863">
                  <c:v>-141.5411</c:v>
                </c:pt>
                <c:pt idx="864">
                  <c:v>-141.22877</c:v>
                </c:pt>
                <c:pt idx="865">
                  <c:v>-141.05346</c:v>
                </c:pt>
                <c:pt idx="866">
                  <c:v>-140.94056</c:v>
                </c:pt>
                <c:pt idx="867">
                  <c:v>-140.85667</c:v>
                </c:pt>
                <c:pt idx="868">
                  <c:v>-140.78658</c:v>
                </c:pt>
                <c:pt idx="869">
                  <c:v>-140.71218</c:v>
                </c:pt>
                <c:pt idx="870">
                  <c:v>-140.6166</c:v>
                </c:pt>
                <c:pt idx="871">
                  <c:v>-140.49612</c:v>
                </c:pt>
                <c:pt idx="872">
                  <c:v>-139.86234</c:v>
                </c:pt>
                <c:pt idx="873">
                  <c:v>-139.39697</c:v>
                </c:pt>
                <c:pt idx="874">
                  <c:v>-139.08278</c:v>
                </c:pt>
                <c:pt idx="875">
                  <c:v>-138.86747</c:v>
                </c:pt>
                <c:pt idx="876">
                  <c:v>-138.72276</c:v>
                </c:pt>
                <c:pt idx="877">
                  <c:v>-138.59887</c:v>
                </c:pt>
                <c:pt idx="878">
                  <c:v>-138.48719</c:v>
                </c:pt>
                <c:pt idx="879">
                  <c:v>-138.36414</c:v>
                </c:pt>
                <c:pt idx="880">
                  <c:v>-138.21892</c:v>
                </c:pt>
                <c:pt idx="881">
                  <c:v>-138.05065</c:v>
                </c:pt>
                <c:pt idx="882">
                  <c:v>-137.366</c:v>
                </c:pt>
                <c:pt idx="883">
                  <c:v>-136.86421</c:v>
                </c:pt>
                <c:pt idx="884">
                  <c:v>-136.50337</c:v>
                </c:pt>
                <c:pt idx="885">
                  <c:v>-136.24357</c:v>
                </c:pt>
                <c:pt idx="886">
                  <c:v>-136.09187</c:v>
                </c:pt>
                <c:pt idx="887">
                  <c:v>-135.9651</c:v>
                </c:pt>
                <c:pt idx="888">
                  <c:v>-135.83711</c:v>
                </c:pt>
                <c:pt idx="889">
                  <c:v>-135.69961</c:v>
                </c:pt>
                <c:pt idx="890">
                  <c:v>-135.54728</c:v>
                </c:pt>
                <c:pt idx="891">
                  <c:v>-134.8453</c:v>
                </c:pt>
                <c:pt idx="892">
                  <c:v>-134.33681</c:v>
                </c:pt>
                <c:pt idx="893">
                  <c:v>-133.96457</c:v>
                </c:pt>
                <c:pt idx="894">
                  <c:v>-133.70227</c:v>
                </c:pt>
                <c:pt idx="895">
                  <c:v>-133.55968</c:v>
                </c:pt>
                <c:pt idx="896">
                  <c:v>-133.44112</c:v>
                </c:pt>
                <c:pt idx="897">
                  <c:v>-133.32484</c:v>
                </c:pt>
                <c:pt idx="898">
                  <c:v>-133.18463</c:v>
                </c:pt>
                <c:pt idx="899">
                  <c:v>-133.03174</c:v>
                </c:pt>
                <c:pt idx="900">
                  <c:v>-132.32721</c:v>
                </c:pt>
                <c:pt idx="901">
                  <c:v>-131.83792</c:v>
                </c:pt>
                <c:pt idx="902">
                  <c:v>-131.44677</c:v>
                </c:pt>
                <c:pt idx="903">
                  <c:v>-131.2089</c:v>
                </c:pt>
                <c:pt idx="904">
                  <c:v>-131.08987</c:v>
                </c:pt>
                <c:pt idx="905">
                  <c:v>-130.99339</c:v>
                </c:pt>
                <c:pt idx="906">
                  <c:v>-130.86839</c:v>
                </c:pt>
                <c:pt idx="907">
                  <c:v>-130.73277</c:v>
                </c:pt>
                <c:pt idx="908">
                  <c:v>-130.29851</c:v>
                </c:pt>
                <c:pt idx="909">
                  <c:v>-129.70998</c:v>
                </c:pt>
                <c:pt idx="910">
                  <c:v>-129.26329</c:v>
                </c:pt>
                <c:pt idx="911">
                  <c:v>-128.96353</c:v>
                </c:pt>
                <c:pt idx="912">
                  <c:v>-128.80247</c:v>
                </c:pt>
                <c:pt idx="913">
                  <c:v>-128.70147</c:v>
                </c:pt>
                <c:pt idx="914">
                  <c:v>-128.57661</c:v>
                </c:pt>
                <c:pt idx="915">
                  <c:v>-128.42515</c:v>
                </c:pt>
                <c:pt idx="916">
                  <c:v>-127.97036</c:v>
                </c:pt>
                <c:pt idx="917">
                  <c:v>-127.34658</c:v>
                </c:pt>
                <c:pt idx="918">
                  <c:v>-126.894</c:v>
                </c:pt>
                <c:pt idx="919">
                  <c:v>-126.58937</c:v>
                </c:pt>
                <c:pt idx="920">
                  <c:v>-126.42841</c:v>
                </c:pt>
                <c:pt idx="921">
                  <c:v>-126.33327</c:v>
                </c:pt>
                <c:pt idx="922">
                  <c:v>-126.21328</c:v>
                </c:pt>
                <c:pt idx="923">
                  <c:v>-126.05299</c:v>
                </c:pt>
                <c:pt idx="924">
                  <c:v>-125.57784</c:v>
                </c:pt>
                <c:pt idx="925">
                  <c:v>-124.92596</c:v>
                </c:pt>
                <c:pt idx="926">
                  <c:v>-124.45451</c:v>
                </c:pt>
                <c:pt idx="927">
                  <c:v>-124.1468</c:v>
                </c:pt>
                <c:pt idx="928">
                  <c:v>-123.97253</c:v>
                </c:pt>
                <c:pt idx="929">
                  <c:v>-123.86687</c:v>
                </c:pt>
                <c:pt idx="930">
                  <c:v>-123.73312</c:v>
                </c:pt>
                <c:pt idx="931">
                  <c:v>-123.55185</c:v>
                </c:pt>
                <c:pt idx="932">
                  <c:v>-123.06619</c:v>
                </c:pt>
                <c:pt idx="933">
                  <c:v>-122.39733</c:v>
                </c:pt>
                <c:pt idx="934">
                  <c:v>-121.95374</c:v>
                </c:pt>
                <c:pt idx="935">
                  <c:v>-121.67424</c:v>
                </c:pt>
                <c:pt idx="936">
                  <c:v>-121.50176</c:v>
                </c:pt>
                <c:pt idx="937">
                  <c:v>-121.39194</c:v>
                </c:pt>
                <c:pt idx="938">
                  <c:v>-121.2639</c:v>
                </c:pt>
                <c:pt idx="939">
                  <c:v>-120.81289</c:v>
                </c:pt>
                <c:pt idx="940">
                  <c:v>-120.16255</c:v>
                </c:pt>
                <c:pt idx="941">
                  <c:v>-119.71751</c:v>
                </c:pt>
                <c:pt idx="942">
                  <c:v>-119.42171</c:v>
                </c:pt>
                <c:pt idx="943">
                  <c:v>-119.23566</c:v>
                </c:pt>
                <c:pt idx="944">
                  <c:v>-119.12942</c:v>
                </c:pt>
                <c:pt idx="945">
                  <c:v>-119.03582</c:v>
                </c:pt>
                <c:pt idx="946">
                  <c:v>-118.59989</c:v>
                </c:pt>
                <c:pt idx="947">
                  <c:v>-117.94638</c:v>
                </c:pt>
                <c:pt idx="948">
                  <c:v>-117.50443</c:v>
                </c:pt>
                <c:pt idx="949">
                  <c:v>-117.22456</c:v>
                </c:pt>
                <c:pt idx="950">
                  <c:v>-117.04586</c:v>
                </c:pt>
                <c:pt idx="951">
                  <c:v>-116.96469</c:v>
                </c:pt>
                <c:pt idx="952">
                  <c:v>-116.88698</c:v>
                </c:pt>
                <c:pt idx="953">
                  <c:v>-116.45673</c:v>
                </c:pt>
                <c:pt idx="954">
                  <c:v>-115.79778</c:v>
                </c:pt>
                <c:pt idx="955">
                  <c:v>-115.35112</c:v>
                </c:pt>
                <c:pt idx="956">
                  <c:v>-115.05014</c:v>
                </c:pt>
                <c:pt idx="957">
                  <c:v>-114.86572</c:v>
                </c:pt>
                <c:pt idx="958">
                  <c:v>-114.79111</c:v>
                </c:pt>
                <c:pt idx="959">
                  <c:v>-114.74635</c:v>
                </c:pt>
                <c:pt idx="960">
                  <c:v>-114.36873</c:v>
                </c:pt>
                <c:pt idx="961">
                  <c:v>-113.77938</c:v>
                </c:pt>
                <c:pt idx="962">
                  <c:v>-113.38858</c:v>
                </c:pt>
                <c:pt idx="963">
                  <c:v>-113.12844</c:v>
                </c:pt>
                <c:pt idx="964">
                  <c:v>-112.9508</c:v>
                </c:pt>
                <c:pt idx="965">
                  <c:v>-112.84796</c:v>
                </c:pt>
                <c:pt idx="966">
                  <c:v>-112.45401</c:v>
                </c:pt>
                <c:pt idx="967">
                  <c:v>-111.83117</c:v>
                </c:pt>
                <c:pt idx="968">
                  <c:v>-111.38055</c:v>
                </c:pt>
                <c:pt idx="969">
                  <c:v>-111.05458</c:v>
                </c:pt>
                <c:pt idx="970">
                  <c:v>-110.82659</c:v>
                </c:pt>
                <c:pt idx="971">
                  <c:v>-110.69129</c:v>
                </c:pt>
                <c:pt idx="972">
                  <c:v>-110.59199</c:v>
                </c:pt>
                <c:pt idx="973">
                  <c:v>-110.15974</c:v>
                </c:pt>
                <c:pt idx="974">
                  <c:v>-109.53413</c:v>
                </c:pt>
                <c:pt idx="975">
                  <c:v>-109.13048</c:v>
                </c:pt>
                <c:pt idx="976">
                  <c:v>-108.88124</c:v>
                </c:pt>
                <c:pt idx="977">
                  <c:v>-108.71245</c:v>
                </c:pt>
                <c:pt idx="978">
                  <c:v>-108.5884</c:v>
                </c:pt>
                <c:pt idx="979">
                  <c:v>-108.14883</c:v>
                </c:pt>
                <c:pt idx="980">
                  <c:v>-107.48452</c:v>
                </c:pt>
                <c:pt idx="981">
                  <c:v>-107.01802</c:v>
                </c:pt>
                <c:pt idx="982">
                  <c:v>-106.70714</c:v>
                </c:pt>
                <c:pt idx="983">
                  <c:v>-106.50703</c:v>
                </c:pt>
                <c:pt idx="984">
                  <c:v>-106.38794</c:v>
                </c:pt>
                <c:pt idx="985">
                  <c:v>-105.98442</c:v>
                </c:pt>
                <c:pt idx="986">
                  <c:v>-105.36622</c:v>
                </c:pt>
                <c:pt idx="987">
                  <c:v>-104.94209</c:v>
                </c:pt>
                <c:pt idx="988">
                  <c:v>-104.65699</c:v>
                </c:pt>
                <c:pt idx="989">
                  <c:v>-104.4687</c:v>
                </c:pt>
                <c:pt idx="990">
                  <c:v>-104.3504</c:v>
                </c:pt>
                <c:pt idx="991">
                  <c:v>-103.91282</c:v>
                </c:pt>
                <c:pt idx="992">
                  <c:v>-103.2294</c:v>
                </c:pt>
                <c:pt idx="993">
                  <c:v>-102.74299</c:v>
                </c:pt>
                <c:pt idx="994">
                  <c:v>-102.42359</c:v>
                </c:pt>
                <c:pt idx="995">
                  <c:v>-102.22147</c:v>
                </c:pt>
                <c:pt idx="996">
                  <c:v>-102.08857</c:v>
                </c:pt>
                <c:pt idx="997">
                  <c:v>-101.65012</c:v>
                </c:pt>
                <c:pt idx="998">
                  <c:v>-100.97912</c:v>
                </c:pt>
                <c:pt idx="999">
                  <c:v>-100.4938</c:v>
                </c:pt>
                <c:pt idx="1000">
                  <c:v>-100.15065</c:v>
                </c:pt>
                <c:pt idx="1001">
                  <c:v>-99.89993</c:v>
                </c:pt>
                <c:pt idx="1002">
                  <c:v>-99.701943</c:v>
                </c:pt>
                <c:pt idx="1003">
                  <c:v>-99.211156</c:v>
                </c:pt>
                <c:pt idx="1004">
                  <c:v>-98.507912</c:v>
                </c:pt>
                <c:pt idx="1005">
                  <c:v>-98.001046</c:v>
                </c:pt>
                <c:pt idx="1006">
                  <c:v>-97.643812</c:v>
                </c:pt>
                <c:pt idx="1007">
                  <c:v>-97.382213</c:v>
                </c:pt>
                <c:pt idx="1008">
                  <c:v>-96.846738</c:v>
                </c:pt>
                <c:pt idx="1009">
                  <c:v>-96.102853</c:v>
                </c:pt>
                <c:pt idx="1010">
                  <c:v>-95.554384</c:v>
                </c:pt>
                <c:pt idx="1011">
                  <c:v>-95.162775</c:v>
                </c:pt>
                <c:pt idx="1012">
                  <c:v>-94.901136</c:v>
                </c:pt>
                <c:pt idx="1013">
                  <c:v>-94.70293</c:v>
                </c:pt>
                <c:pt idx="1014">
                  <c:v>-94.186635</c:v>
                </c:pt>
                <c:pt idx="1015">
                  <c:v>-93.431221</c:v>
                </c:pt>
                <c:pt idx="1016">
                  <c:v>-92.87968</c:v>
                </c:pt>
                <c:pt idx="1017">
                  <c:v>-92.516519</c:v>
                </c:pt>
                <c:pt idx="1018">
                  <c:v>-92.248119</c:v>
                </c:pt>
                <c:pt idx="1019">
                  <c:v>-91.695483</c:v>
                </c:pt>
                <c:pt idx="1020">
                  <c:v>-90.919915</c:v>
                </c:pt>
                <c:pt idx="1021">
                  <c:v>-90.310733</c:v>
                </c:pt>
                <c:pt idx="1022">
                  <c:v>-89.84181</c:v>
                </c:pt>
                <c:pt idx="1023">
                  <c:v>-89.521033</c:v>
                </c:pt>
                <c:pt idx="1024">
                  <c:v>-89.283848</c:v>
                </c:pt>
                <c:pt idx="1025">
                  <c:v>-88.418682</c:v>
                </c:pt>
                <c:pt idx="1026">
                  <c:v>-87.741862</c:v>
                </c:pt>
                <c:pt idx="1027">
                  <c:v>-87.244555</c:v>
                </c:pt>
                <c:pt idx="1028">
                  <c:v>-86.88549</c:v>
                </c:pt>
                <c:pt idx="1029">
                  <c:v>-86.611549</c:v>
                </c:pt>
                <c:pt idx="1030">
                  <c:v>-85.693623</c:v>
                </c:pt>
                <c:pt idx="1031">
                  <c:v>-84.955359</c:v>
                </c:pt>
                <c:pt idx="1032">
                  <c:v>-84.375689</c:v>
                </c:pt>
                <c:pt idx="1033">
                  <c:v>-83.963559</c:v>
                </c:pt>
                <c:pt idx="1034">
                  <c:v>-83.653227</c:v>
                </c:pt>
                <c:pt idx="1035">
                  <c:v>-82.719039</c:v>
                </c:pt>
                <c:pt idx="1036">
                  <c:v>-82.003312</c:v>
                </c:pt>
                <c:pt idx="1037">
                  <c:v>-81.438221</c:v>
                </c:pt>
                <c:pt idx="1038">
                  <c:v>-81.060225</c:v>
                </c:pt>
                <c:pt idx="1039">
                  <c:v>-80.766375</c:v>
                </c:pt>
                <c:pt idx="1040">
                  <c:v>-79.826599</c:v>
                </c:pt>
                <c:pt idx="1041">
                  <c:v>-79.078524</c:v>
                </c:pt>
                <c:pt idx="1042">
                  <c:v>-78.485854</c:v>
                </c:pt>
                <c:pt idx="1043">
                  <c:v>-78.107127</c:v>
                </c:pt>
                <c:pt idx="1044">
                  <c:v>-77.817079</c:v>
                </c:pt>
                <c:pt idx="1045">
                  <c:v>-76.898752</c:v>
                </c:pt>
                <c:pt idx="1046">
                  <c:v>-76.174743</c:v>
                </c:pt>
                <c:pt idx="1047">
                  <c:v>-75.603402</c:v>
                </c:pt>
                <c:pt idx="1048">
                  <c:v>-75.201457</c:v>
                </c:pt>
                <c:pt idx="1049">
                  <c:v>-74.852097</c:v>
                </c:pt>
                <c:pt idx="1050">
                  <c:v>-73.868959</c:v>
                </c:pt>
                <c:pt idx="1051">
                  <c:v>-73.078847</c:v>
                </c:pt>
                <c:pt idx="1052">
                  <c:v>-72.480726</c:v>
                </c:pt>
                <c:pt idx="1053">
                  <c:v>-72.074243</c:v>
                </c:pt>
                <c:pt idx="1054">
                  <c:v>-71.727651</c:v>
                </c:pt>
                <c:pt idx="1055">
                  <c:v>-70.762205</c:v>
                </c:pt>
                <c:pt idx="1056">
                  <c:v>-69.982974</c:v>
                </c:pt>
                <c:pt idx="1057">
                  <c:v>-69.403372</c:v>
                </c:pt>
                <c:pt idx="1058">
                  <c:v>-68.944027</c:v>
                </c:pt>
                <c:pt idx="1059">
                  <c:v>-67.818393</c:v>
                </c:pt>
                <c:pt idx="1060">
                  <c:v>-66.986063</c:v>
                </c:pt>
                <c:pt idx="1061">
                  <c:v>-66.309623</c:v>
                </c:pt>
                <c:pt idx="1062">
                  <c:v>-65.88146</c:v>
                </c:pt>
                <c:pt idx="1063">
                  <c:v>-65.569679</c:v>
                </c:pt>
                <c:pt idx="1064">
                  <c:v>-64.618385</c:v>
                </c:pt>
                <c:pt idx="1065">
                  <c:v>-63.85448</c:v>
                </c:pt>
                <c:pt idx="1066">
                  <c:v>-63.275035</c:v>
                </c:pt>
                <c:pt idx="1067">
                  <c:v>-62.818898</c:v>
                </c:pt>
                <c:pt idx="1068">
                  <c:v>-61.706916</c:v>
                </c:pt>
                <c:pt idx="1069">
                  <c:v>-60.888899</c:v>
                </c:pt>
                <c:pt idx="1070">
                  <c:v>-60.204519</c:v>
                </c:pt>
                <c:pt idx="1071">
                  <c:v>-59.727448</c:v>
                </c:pt>
                <c:pt idx="1072">
                  <c:v>-59.3289</c:v>
                </c:pt>
                <c:pt idx="1073">
                  <c:v>-58.316703</c:v>
                </c:pt>
                <c:pt idx="1074">
                  <c:v>-57.485043</c:v>
                </c:pt>
                <c:pt idx="1075">
                  <c:v>-56.866925</c:v>
                </c:pt>
                <c:pt idx="1076">
                  <c:v>-56.360618</c:v>
                </c:pt>
                <c:pt idx="1077">
                  <c:v>-55.224641</c:v>
                </c:pt>
                <c:pt idx="1078">
                  <c:v>-54.391893</c:v>
                </c:pt>
                <c:pt idx="1079">
                  <c:v>-53.778475</c:v>
                </c:pt>
                <c:pt idx="1080">
                  <c:v>-53.308451</c:v>
                </c:pt>
                <c:pt idx="1081">
                  <c:v>-52.208023</c:v>
                </c:pt>
                <c:pt idx="1082">
                  <c:v>-51.397483</c:v>
                </c:pt>
                <c:pt idx="1083">
                  <c:v>-50.773118</c:v>
                </c:pt>
                <c:pt idx="1084">
                  <c:v>-50.296474</c:v>
                </c:pt>
                <c:pt idx="1085">
                  <c:v>-49.166001</c:v>
                </c:pt>
                <c:pt idx="1086">
                  <c:v>-48.326706</c:v>
                </c:pt>
                <c:pt idx="1087">
                  <c:v>-47.680759</c:v>
                </c:pt>
                <c:pt idx="1088">
                  <c:v>-47.190076</c:v>
                </c:pt>
                <c:pt idx="1089">
                  <c:v>-46.038472</c:v>
                </c:pt>
                <c:pt idx="1090">
                  <c:v>-45.269279</c:v>
                </c:pt>
                <c:pt idx="1091">
                  <c:v>-44.815353</c:v>
                </c:pt>
                <c:pt idx="1092">
                  <c:v>-44.581349</c:v>
                </c:pt>
                <c:pt idx="1093">
                  <c:v>-44.420295</c:v>
                </c:pt>
                <c:pt idx="1094">
                  <c:v>-44.367184</c:v>
                </c:pt>
                <c:pt idx="1095">
                  <c:v>-44.337553</c:v>
                </c:pt>
                <c:pt idx="1096">
                  <c:v>-44.291197</c:v>
                </c:pt>
                <c:pt idx="1097">
                  <c:v>-44.262017</c:v>
                </c:pt>
                <c:pt idx="1098">
                  <c:v>-44.213083</c:v>
                </c:pt>
                <c:pt idx="1099">
                  <c:v>-44.137172</c:v>
                </c:pt>
                <c:pt idx="1100">
                  <c:v>-44.026063</c:v>
                </c:pt>
                <c:pt idx="1101">
                  <c:v>-43.879101</c:v>
                </c:pt>
                <c:pt idx="1102">
                  <c:v>-43.726601</c:v>
                </c:pt>
                <c:pt idx="1103">
                  <c:v>-43.594646</c:v>
                </c:pt>
                <c:pt idx="1104">
                  <c:v>-43.50067</c:v>
                </c:pt>
                <c:pt idx="1105">
                  <c:v>-43.413963</c:v>
                </c:pt>
                <c:pt idx="1106">
                  <c:v>-43.32026</c:v>
                </c:pt>
                <c:pt idx="1107">
                  <c:v>-43.237345</c:v>
                </c:pt>
                <c:pt idx="1108">
                  <c:v>-43.163504</c:v>
                </c:pt>
                <c:pt idx="1109">
                  <c:v>-43.084346</c:v>
                </c:pt>
                <c:pt idx="1110">
                  <c:v>-43.013013</c:v>
                </c:pt>
                <c:pt idx="1111">
                  <c:v>-42.96289</c:v>
                </c:pt>
                <c:pt idx="1112">
                  <c:v>-42.925768</c:v>
                </c:pt>
                <c:pt idx="1113">
                  <c:v>-42.886017</c:v>
                </c:pt>
                <c:pt idx="1114">
                  <c:v>-42.844253</c:v>
                </c:pt>
                <c:pt idx="1115">
                  <c:v>-42.811328</c:v>
                </c:pt>
                <c:pt idx="1116">
                  <c:v>-42.795343</c:v>
                </c:pt>
                <c:pt idx="1117">
                  <c:v>-42.778859</c:v>
                </c:pt>
                <c:pt idx="1118">
                  <c:v>-42.763068</c:v>
                </c:pt>
                <c:pt idx="1119">
                  <c:v>-42.766789</c:v>
                </c:pt>
                <c:pt idx="1120">
                  <c:v>-42.794349</c:v>
                </c:pt>
                <c:pt idx="1121">
                  <c:v>-42.818564</c:v>
                </c:pt>
                <c:pt idx="1122">
                  <c:v>-42.834613</c:v>
                </c:pt>
                <c:pt idx="1123">
                  <c:v>-42.84537</c:v>
                </c:pt>
                <c:pt idx="1124">
                  <c:v>-42.858588</c:v>
                </c:pt>
                <c:pt idx="1125">
                  <c:v>-42.861095</c:v>
                </c:pt>
                <c:pt idx="1126">
                  <c:v>-42.895647</c:v>
                </c:pt>
                <c:pt idx="1127">
                  <c:v>-42.9589</c:v>
                </c:pt>
                <c:pt idx="1128">
                  <c:v>-43.033161</c:v>
                </c:pt>
                <c:pt idx="1129">
                  <c:v>-43.120102</c:v>
                </c:pt>
                <c:pt idx="1130">
                  <c:v>-43.22083</c:v>
                </c:pt>
                <c:pt idx="1131">
                  <c:v>-43.322724</c:v>
                </c:pt>
                <c:pt idx="1132">
                  <c:v>-43.425013</c:v>
                </c:pt>
                <c:pt idx="1133">
                  <c:v>-43.522594</c:v>
                </c:pt>
                <c:pt idx="1134">
                  <c:v>-43.610661</c:v>
                </c:pt>
                <c:pt idx="1135">
                  <c:v>-43.699801</c:v>
                </c:pt>
                <c:pt idx="1136">
                  <c:v>-43.790459</c:v>
                </c:pt>
                <c:pt idx="1137">
                  <c:v>-43.874716</c:v>
                </c:pt>
                <c:pt idx="1138">
                  <c:v>-43.952103</c:v>
                </c:pt>
                <c:pt idx="1139">
                  <c:v>-44.024626</c:v>
                </c:pt>
                <c:pt idx="1140">
                  <c:v>-44.091025</c:v>
                </c:pt>
                <c:pt idx="1141">
                  <c:v>-44.167106</c:v>
                </c:pt>
                <c:pt idx="1142">
                  <c:v>-44.272813</c:v>
                </c:pt>
                <c:pt idx="1143">
                  <c:v>-44.392231</c:v>
                </c:pt>
                <c:pt idx="1144">
                  <c:v>-44.521345</c:v>
                </c:pt>
                <c:pt idx="1145">
                  <c:v>-44.658017</c:v>
                </c:pt>
                <c:pt idx="1146">
                  <c:v>-44.793765</c:v>
                </c:pt>
                <c:pt idx="1147">
                  <c:v>-44.924528</c:v>
                </c:pt>
                <c:pt idx="1148">
                  <c:v>-45.03928</c:v>
                </c:pt>
                <c:pt idx="1149">
                  <c:v>-45.137521</c:v>
                </c:pt>
                <c:pt idx="1150">
                  <c:v>-45.239385</c:v>
                </c:pt>
                <c:pt idx="1151">
                  <c:v>-45.34166</c:v>
                </c:pt>
                <c:pt idx="1152">
                  <c:v>-45.437839</c:v>
                </c:pt>
                <c:pt idx="1153">
                  <c:v>-45.531286</c:v>
                </c:pt>
                <c:pt idx="1154">
                  <c:v>-45.61738</c:v>
                </c:pt>
                <c:pt idx="1155">
                  <c:v>-45.688477</c:v>
                </c:pt>
                <c:pt idx="1156">
                  <c:v>-45.77321</c:v>
                </c:pt>
                <c:pt idx="1157">
                  <c:v>-45.88005</c:v>
                </c:pt>
                <c:pt idx="1158">
                  <c:v>-45.994117</c:v>
                </c:pt>
                <c:pt idx="1159">
                  <c:v>-46.116553</c:v>
                </c:pt>
                <c:pt idx="1160">
                  <c:v>-46.239374</c:v>
                </c:pt>
                <c:pt idx="1161">
                  <c:v>-46.361684</c:v>
                </c:pt>
                <c:pt idx="1162">
                  <c:v>-46.480082</c:v>
                </c:pt>
                <c:pt idx="1163">
                  <c:v>-46.584409</c:v>
                </c:pt>
                <c:pt idx="1164">
                  <c:v>-46.662678</c:v>
                </c:pt>
                <c:pt idx="1165">
                  <c:v>-46.731577</c:v>
                </c:pt>
                <c:pt idx="1166">
                  <c:v>-46.796444</c:v>
                </c:pt>
                <c:pt idx="1167">
                  <c:v>-46.854141</c:v>
                </c:pt>
                <c:pt idx="1168">
                  <c:v>-46.912722</c:v>
                </c:pt>
                <c:pt idx="1169">
                  <c:v>-46.968274</c:v>
                </c:pt>
                <c:pt idx="1170">
                  <c:v>-47.014781</c:v>
                </c:pt>
                <c:pt idx="1171">
                  <c:v>-47.067524</c:v>
                </c:pt>
                <c:pt idx="1172">
                  <c:v>-47.136197</c:v>
                </c:pt>
                <c:pt idx="1173">
                  <c:v>-47.220538</c:v>
                </c:pt>
                <c:pt idx="1174">
                  <c:v>-47.313886</c:v>
                </c:pt>
                <c:pt idx="1175">
                  <c:v>-47.410267</c:v>
                </c:pt>
                <c:pt idx="1176">
                  <c:v>-47.506488</c:v>
                </c:pt>
                <c:pt idx="1177">
                  <c:v>-47.595867</c:v>
                </c:pt>
                <c:pt idx="1178">
                  <c:v>-47.671359</c:v>
                </c:pt>
                <c:pt idx="1179">
                  <c:v>-47.723532</c:v>
                </c:pt>
                <c:pt idx="1180">
                  <c:v>-47.775151</c:v>
                </c:pt>
                <c:pt idx="1181">
                  <c:v>-47.829182</c:v>
                </c:pt>
                <c:pt idx="1182">
                  <c:v>-47.883597</c:v>
                </c:pt>
                <c:pt idx="1183">
                  <c:v>-47.938649</c:v>
                </c:pt>
                <c:pt idx="1184">
                  <c:v>-47.993622</c:v>
                </c:pt>
                <c:pt idx="1185">
                  <c:v>-48.049177</c:v>
                </c:pt>
                <c:pt idx="1186">
                  <c:v>-48.117739</c:v>
                </c:pt>
                <c:pt idx="1187">
                  <c:v>-48.190319</c:v>
                </c:pt>
                <c:pt idx="1188">
                  <c:v>-48.277225</c:v>
                </c:pt>
                <c:pt idx="1189">
                  <c:v>-48.367076</c:v>
                </c:pt>
                <c:pt idx="1190">
                  <c:v>-48.456492</c:v>
                </c:pt>
                <c:pt idx="1191">
                  <c:v>-48.541716</c:v>
                </c:pt>
                <c:pt idx="1192">
                  <c:v>-48.614616</c:v>
                </c:pt>
                <c:pt idx="1193">
                  <c:v>-48.677305</c:v>
                </c:pt>
                <c:pt idx="1194">
                  <c:v>-48.722395</c:v>
                </c:pt>
                <c:pt idx="1195">
                  <c:v>-48.763132</c:v>
                </c:pt>
                <c:pt idx="1196">
                  <c:v>-48.809337</c:v>
                </c:pt>
                <c:pt idx="1197">
                  <c:v>-48.858203</c:v>
                </c:pt>
                <c:pt idx="1198">
                  <c:v>-48.906031</c:v>
                </c:pt>
                <c:pt idx="1199">
                  <c:v>-48.966033</c:v>
                </c:pt>
                <c:pt idx="1200">
                  <c:v>-49.036729</c:v>
                </c:pt>
                <c:pt idx="1201">
                  <c:v>-49.113445</c:v>
                </c:pt>
                <c:pt idx="1202">
                  <c:v>-49.189267</c:v>
                </c:pt>
                <c:pt idx="1203">
                  <c:v>-49.265652</c:v>
                </c:pt>
                <c:pt idx="1204">
                  <c:v>-49.339589</c:v>
                </c:pt>
                <c:pt idx="1205">
                  <c:v>-49.413232</c:v>
                </c:pt>
                <c:pt idx="1206">
                  <c:v>-49.486605</c:v>
                </c:pt>
                <c:pt idx="1207">
                  <c:v>-49.556072</c:v>
                </c:pt>
                <c:pt idx="1208">
                  <c:v>-49.61449</c:v>
                </c:pt>
                <c:pt idx="1209">
                  <c:v>-49.665601</c:v>
                </c:pt>
                <c:pt idx="1210">
                  <c:v>-49.702707</c:v>
                </c:pt>
                <c:pt idx="1211">
                  <c:v>-49.7386</c:v>
                </c:pt>
                <c:pt idx="1212">
                  <c:v>-49.781504</c:v>
                </c:pt>
                <c:pt idx="1213">
                  <c:v>-49.828637</c:v>
                </c:pt>
                <c:pt idx="1214">
                  <c:v>-49.88342</c:v>
                </c:pt>
                <c:pt idx="1215">
                  <c:v>-49.939728</c:v>
                </c:pt>
                <c:pt idx="1216">
                  <c:v>-50.002339</c:v>
                </c:pt>
                <c:pt idx="1217">
                  <c:v>-50.074853</c:v>
                </c:pt>
                <c:pt idx="1218">
                  <c:v>-50.152696</c:v>
                </c:pt>
                <c:pt idx="1219">
                  <c:v>-50.225739</c:v>
                </c:pt>
                <c:pt idx="1220">
                  <c:v>-50.291752</c:v>
                </c:pt>
                <c:pt idx="1221">
                  <c:v>-50.34999</c:v>
                </c:pt>
                <c:pt idx="1222">
                  <c:v>-50.406721</c:v>
                </c:pt>
                <c:pt idx="1223">
                  <c:v>-50.461316</c:v>
                </c:pt>
                <c:pt idx="1224">
                  <c:v>-50.510274</c:v>
                </c:pt>
                <c:pt idx="1225">
                  <c:v>-50.550174</c:v>
                </c:pt>
                <c:pt idx="1226">
                  <c:v>-50.593802</c:v>
                </c:pt>
                <c:pt idx="1227">
                  <c:v>-50.650113</c:v>
                </c:pt>
                <c:pt idx="1228">
                  <c:v>-50.722426</c:v>
                </c:pt>
                <c:pt idx="1229">
                  <c:v>-50.803988</c:v>
                </c:pt>
                <c:pt idx="1230">
                  <c:v>-50.88916</c:v>
                </c:pt>
                <c:pt idx="1231">
                  <c:v>-50.973855</c:v>
                </c:pt>
                <c:pt idx="1232">
                  <c:v>-51.061256</c:v>
                </c:pt>
                <c:pt idx="1233">
                  <c:v>-51.156004</c:v>
                </c:pt>
                <c:pt idx="1234">
                  <c:v>-51.250754</c:v>
                </c:pt>
                <c:pt idx="1235">
                  <c:v>-51.342362</c:v>
                </c:pt>
                <c:pt idx="1236">
                  <c:v>-51.421749</c:v>
                </c:pt>
                <c:pt idx="1237">
                  <c:v>-51.494687</c:v>
                </c:pt>
                <c:pt idx="1238">
                  <c:v>-51.565705</c:v>
                </c:pt>
                <c:pt idx="1239">
                  <c:v>-51.63032</c:v>
                </c:pt>
                <c:pt idx="1240">
                  <c:v>-51.684591</c:v>
                </c:pt>
                <c:pt idx="1241">
                  <c:v>-51.734278</c:v>
                </c:pt>
                <c:pt idx="1242">
                  <c:v>-51.795504</c:v>
                </c:pt>
                <c:pt idx="1243">
                  <c:v>-51.877457</c:v>
                </c:pt>
                <c:pt idx="1244">
                  <c:v>-51.963965</c:v>
                </c:pt>
                <c:pt idx="1245">
                  <c:v>-52.051363</c:v>
                </c:pt>
                <c:pt idx="1246">
                  <c:v>-52.135381</c:v>
                </c:pt>
                <c:pt idx="1247">
                  <c:v>-52.211963</c:v>
                </c:pt>
                <c:pt idx="1248">
                  <c:v>-52.284185</c:v>
                </c:pt>
                <c:pt idx="1249">
                  <c:v>-52.358281</c:v>
                </c:pt>
                <c:pt idx="1250">
                  <c:v>-52.425265</c:v>
                </c:pt>
                <c:pt idx="1251">
                  <c:v>-52.485991</c:v>
                </c:pt>
                <c:pt idx="1252">
                  <c:v>-52.536056</c:v>
                </c:pt>
                <c:pt idx="1253">
                  <c:v>-52.577169</c:v>
                </c:pt>
                <c:pt idx="1254">
                  <c:v>-52.613943</c:v>
                </c:pt>
                <c:pt idx="1255">
                  <c:v>-52.642671</c:v>
                </c:pt>
                <c:pt idx="1256">
                  <c:v>-52.674575</c:v>
                </c:pt>
                <c:pt idx="1257">
                  <c:v>-52.725805</c:v>
                </c:pt>
                <c:pt idx="1258">
                  <c:v>-52.784632</c:v>
                </c:pt>
                <c:pt idx="1259">
                  <c:v>-52.855567</c:v>
                </c:pt>
                <c:pt idx="1260">
                  <c:v>-52.931233</c:v>
                </c:pt>
                <c:pt idx="1261">
                  <c:v>-53.004661</c:v>
                </c:pt>
                <c:pt idx="1262">
                  <c:v>-53.073134</c:v>
                </c:pt>
                <c:pt idx="1263">
                  <c:v>-53.139902</c:v>
                </c:pt>
                <c:pt idx="1264">
                  <c:v>-53.201026</c:v>
                </c:pt>
                <c:pt idx="1265">
                  <c:v>-53.252957</c:v>
                </c:pt>
                <c:pt idx="1266">
                  <c:v>-53.299733</c:v>
                </c:pt>
                <c:pt idx="1267">
                  <c:v>-53.341055</c:v>
                </c:pt>
                <c:pt idx="1268">
                  <c:v>-53.373937</c:v>
                </c:pt>
                <c:pt idx="1269">
                  <c:v>-53.401913</c:v>
                </c:pt>
                <c:pt idx="1270">
                  <c:v>-53.428502</c:v>
                </c:pt>
                <c:pt idx="1271">
                  <c:v>-53.467805</c:v>
                </c:pt>
                <c:pt idx="1272">
                  <c:v>-53.527407</c:v>
                </c:pt>
                <c:pt idx="1273">
                  <c:v>-53.599802</c:v>
                </c:pt>
                <c:pt idx="1274">
                  <c:v>-53.684152</c:v>
                </c:pt>
                <c:pt idx="1275">
                  <c:v>-53.778646</c:v>
                </c:pt>
                <c:pt idx="1276">
                  <c:v>-53.873155</c:v>
                </c:pt>
                <c:pt idx="1277">
                  <c:v>-53.96901</c:v>
                </c:pt>
                <c:pt idx="1278">
                  <c:v>-54.060638</c:v>
                </c:pt>
                <c:pt idx="1279">
                  <c:v>-54.14269</c:v>
                </c:pt>
                <c:pt idx="1280">
                  <c:v>-54.211111</c:v>
                </c:pt>
                <c:pt idx="1281">
                  <c:v>-54.267684</c:v>
                </c:pt>
                <c:pt idx="1282">
                  <c:v>-54.311277</c:v>
                </c:pt>
                <c:pt idx="1283">
                  <c:v>-54.345303</c:v>
                </c:pt>
                <c:pt idx="1284">
                  <c:v>-54.381857</c:v>
                </c:pt>
                <c:pt idx="1285">
                  <c:v>-54.437626</c:v>
                </c:pt>
                <c:pt idx="1286">
                  <c:v>-54.5196</c:v>
                </c:pt>
                <c:pt idx="1287">
                  <c:v>-54.623963</c:v>
                </c:pt>
                <c:pt idx="1288">
                  <c:v>-54.742971</c:v>
                </c:pt>
                <c:pt idx="1289">
                  <c:v>-54.86336</c:v>
                </c:pt>
                <c:pt idx="1290">
                  <c:v>-54.979164</c:v>
                </c:pt>
                <c:pt idx="1291">
                  <c:v>-55.086491</c:v>
                </c:pt>
                <c:pt idx="1292">
                  <c:v>-55.178411</c:v>
                </c:pt>
                <c:pt idx="1293">
                  <c:v>-55.254926</c:v>
                </c:pt>
                <c:pt idx="1294">
                  <c:v>-55.319445</c:v>
                </c:pt>
                <c:pt idx="1295">
                  <c:v>-55.374592</c:v>
                </c:pt>
                <c:pt idx="1296">
                  <c:v>-55.417742</c:v>
                </c:pt>
                <c:pt idx="1297">
                  <c:v>-55.452618</c:v>
                </c:pt>
                <c:pt idx="1298">
                  <c:v>-55.507537</c:v>
                </c:pt>
                <c:pt idx="1299">
                  <c:v>-55.59169</c:v>
                </c:pt>
                <c:pt idx="1300">
                  <c:v>-55.692482</c:v>
                </c:pt>
                <c:pt idx="1301">
                  <c:v>-55.803272</c:v>
                </c:pt>
                <c:pt idx="1302">
                  <c:v>-55.918043</c:v>
                </c:pt>
                <c:pt idx="1303">
                  <c:v>-56.024477</c:v>
                </c:pt>
                <c:pt idx="1304">
                  <c:v>-56.119317</c:v>
                </c:pt>
                <c:pt idx="1305">
                  <c:v>-56.204977</c:v>
                </c:pt>
                <c:pt idx="1306">
                  <c:v>-56.281999</c:v>
                </c:pt>
                <c:pt idx="1307">
                  <c:v>-56.353562</c:v>
                </c:pt>
                <c:pt idx="1308">
                  <c:v>-56.419708</c:v>
                </c:pt>
                <c:pt idx="1309">
                  <c:v>-56.478721</c:v>
                </c:pt>
                <c:pt idx="1310">
                  <c:v>-56.524682</c:v>
                </c:pt>
                <c:pt idx="1311">
                  <c:v>-56.568365</c:v>
                </c:pt>
                <c:pt idx="1312">
                  <c:v>-56.635528</c:v>
                </c:pt>
                <c:pt idx="1313">
                  <c:v>-56.725948</c:v>
                </c:pt>
                <c:pt idx="1314">
                  <c:v>-56.830216</c:v>
                </c:pt>
                <c:pt idx="1315">
                  <c:v>-56.944613</c:v>
                </c:pt>
                <c:pt idx="1316">
                  <c:v>-57.067665</c:v>
                </c:pt>
                <c:pt idx="1317">
                  <c:v>-57.192866</c:v>
                </c:pt>
                <c:pt idx="1318">
                  <c:v>-57.31355</c:v>
                </c:pt>
                <c:pt idx="1319">
                  <c:v>-57.427811</c:v>
                </c:pt>
                <c:pt idx="1320">
                  <c:v>-57.53826</c:v>
                </c:pt>
                <c:pt idx="1321">
                  <c:v>-57.64646</c:v>
                </c:pt>
                <c:pt idx="1322">
                  <c:v>-57.752763</c:v>
                </c:pt>
                <c:pt idx="1323">
                  <c:v>-57.856949</c:v>
                </c:pt>
                <c:pt idx="1324">
                  <c:v>-57.959332</c:v>
                </c:pt>
                <c:pt idx="1325">
                  <c:v>-58.059994</c:v>
                </c:pt>
                <c:pt idx="1326">
                  <c:v>-58.159892</c:v>
                </c:pt>
                <c:pt idx="1327">
                  <c:v>-58.263606</c:v>
                </c:pt>
                <c:pt idx="1328">
                  <c:v>-58.376944</c:v>
                </c:pt>
                <c:pt idx="1329">
                  <c:v>-58.500037</c:v>
                </c:pt>
                <c:pt idx="1330">
                  <c:v>-58.635823</c:v>
                </c:pt>
                <c:pt idx="1331">
                  <c:v>-58.780502</c:v>
                </c:pt>
                <c:pt idx="1332">
                  <c:v>-58.931853</c:v>
                </c:pt>
                <c:pt idx="1333">
                  <c:v>-59.087033</c:v>
                </c:pt>
                <c:pt idx="1334">
                  <c:v>-59.244634</c:v>
                </c:pt>
                <c:pt idx="1335">
                  <c:v>-59.404601</c:v>
                </c:pt>
                <c:pt idx="1336">
                  <c:v>-59.565982</c:v>
                </c:pt>
                <c:pt idx="1337">
                  <c:v>-59.727223</c:v>
                </c:pt>
                <c:pt idx="1338">
                  <c:v>-59.887482</c:v>
                </c:pt>
                <c:pt idx="1339">
                  <c:v>-60.045795</c:v>
                </c:pt>
                <c:pt idx="1340">
                  <c:v>-60.201903</c:v>
                </c:pt>
                <c:pt idx="1341">
                  <c:v>-60.355391</c:v>
                </c:pt>
                <c:pt idx="1342">
                  <c:v>-60.506466</c:v>
                </c:pt>
                <c:pt idx="1343">
                  <c:v>-60.655841</c:v>
                </c:pt>
                <c:pt idx="1344">
                  <c:v>-60.80363</c:v>
                </c:pt>
                <c:pt idx="1345">
                  <c:v>-60.950133</c:v>
                </c:pt>
                <c:pt idx="1346">
                  <c:v>-61.095246</c:v>
                </c:pt>
                <c:pt idx="1347">
                  <c:v>-61.239723</c:v>
                </c:pt>
                <c:pt idx="1348">
                  <c:v>-61.384347</c:v>
                </c:pt>
                <c:pt idx="1349">
                  <c:v>-61.529467</c:v>
                </c:pt>
                <c:pt idx="1350">
                  <c:v>-61.675014</c:v>
                </c:pt>
                <c:pt idx="1351">
                  <c:v>-61.821224</c:v>
                </c:pt>
                <c:pt idx="1352">
                  <c:v>-61.968599</c:v>
                </c:pt>
                <c:pt idx="1353">
                  <c:v>-62.116596</c:v>
                </c:pt>
                <c:pt idx="1354">
                  <c:v>-62.265725</c:v>
                </c:pt>
                <c:pt idx="1355">
                  <c:v>-62.41528</c:v>
                </c:pt>
                <c:pt idx="1356">
                  <c:v>-62.564563</c:v>
                </c:pt>
                <c:pt idx="1357">
                  <c:v>-62.712889</c:v>
                </c:pt>
                <c:pt idx="1358">
                  <c:v>-62.860341</c:v>
                </c:pt>
                <c:pt idx="1359">
                  <c:v>-63.006421</c:v>
                </c:pt>
                <c:pt idx="1360">
                  <c:v>-63.150861</c:v>
                </c:pt>
                <c:pt idx="1361">
                  <c:v>-63.293384</c:v>
                </c:pt>
                <c:pt idx="1362">
                  <c:v>-63.433968</c:v>
                </c:pt>
                <c:pt idx="1363">
                  <c:v>-63.573059</c:v>
                </c:pt>
                <c:pt idx="1364">
                  <c:v>-63.710802</c:v>
                </c:pt>
                <c:pt idx="1365">
                  <c:v>-63.847124</c:v>
                </c:pt>
                <c:pt idx="1366">
                  <c:v>-63.981905</c:v>
                </c:pt>
                <c:pt idx="1367">
                  <c:v>-64.115108</c:v>
                </c:pt>
                <c:pt idx="1368">
                  <c:v>-64.247213</c:v>
                </c:pt>
                <c:pt idx="1369">
                  <c:v>-64.378439</c:v>
                </c:pt>
                <c:pt idx="1370">
                  <c:v>-64.509434</c:v>
                </c:pt>
                <c:pt idx="1371">
                  <c:v>-64.640514</c:v>
                </c:pt>
                <c:pt idx="1372">
                  <c:v>-64.771798</c:v>
                </c:pt>
                <c:pt idx="1373">
                  <c:v>-64.903139</c:v>
                </c:pt>
                <c:pt idx="1374">
                  <c:v>-65.034412</c:v>
                </c:pt>
                <c:pt idx="1375">
                  <c:v>-65.166294</c:v>
                </c:pt>
                <c:pt idx="1376">
                  <c:v>-65.298887</c:v>
                </c:pt>
                <c:pt idx="1377">
                  <c:v>-65.433288</c:v>
                </c:pt>
                <c:pt idx="1378">
                  <c:v>-65.569109</c:v>
                </c:pt>
                <c:pt idx="1379">
                  <c:v>-65.70644</c:v>
                </c:pt>
                <c:pt idx="1380">
                  <c:v>-65.844964</c:v>
                </c:pt>
                <c:pt idx="1381">
                  <c:v>-65.985151</c:v>
                </c:pt>
                <c:pt idx="1382">
                  <c:v>-66.125972</c:v>
                </c:pt>
                <c:pt idx="1383">
                  <c:v>-66.26759</c:v>
                </c:pt>
                <c:pt idx="1384">
                  <c:v>-66.410926</c:v>
                </c:pt>
                <c:pt idx="1385">
                  <c:v>-66.55648</c:v>
                </c:pt>
                <c:pt idx="1386">
                  <c:v>-66.704599</c:v>
                </c:pt>
                <c:pt idx="1387">
                  <c:v>-66.85513</c:v>
                </c:pt>
                <c:pt idx="1388">
                  <c:v>-67.008829</c:v>
                </c:pt>
                <c:pt idx="1389">
                  <c:v>-67.166206</c:v>
                </c:pt>
                <c:pt idx="1390">
                  <c:v>-67.326779</c:v>
                </c:pt>
                <c:pt idx="1391">
                  <c:v>-67.490116</c:v>
                </c:pt>
                <c:pt idx="1392">
                  <c:v>-67.656156</c:v>
                </c:pt>
                <c:pt idx="1393">
                  <c:v>-67.82426</c:v>
                </c:pt>
                <c:pt idx="1394">
                  <c:v>-67.995427</c:v>
                </c:pt>
                <c:pt idx="1395">
                  <c:v>-68.170747</c:v>
                </c:pt>
                <c:pt idx="1396">
                  <c:v>-68.34955</c:v>
                </c:pt>
                <c:pt idx="1397">
                  <c:v>-68.531236</c:v>
                </c:pt>
                <c:pt idx="1398">
                  <c:v>-68.71703</c:v>
                </c:pt>
                <c:pt idx="1399">
                  <c:v>-68.906211</c:v>
                </c:pt>
                <c:pt idx="1400">
                  <c:v>-69.098222</c:v>
                </c:pt>
                <c:pt idx="1401">
                  <c:v>-69.294449</c:v>
                </c:pt>
                <c:pt idx="1402">
                  <c:v>-69.493511</c:v>
                </c:pt>
                <c:pt idx="1403">
                  <c:v>-69.696783</c:v>
                </c:pt>
                <c:pt idx="1404">
                  <c:v>-69.904051</c:v>
                </c:pt>
                <c:pt idx="1405">
                  <c:v>-70.114916</c:v>
                </c:pt>
                <c:pt idx="1406">
                  <c:v>-70.331222</c:v>
                </c:pt>
                <c:pt idx="1407">
                  <c:v>-70.552316</c:v>
                </c:pt>
                <c:pt idx="1408">
                  <c:v>-70.776668</c:v>
                </c:pt>
                <c:pt idx="1409">
                  <c:v>-71.002477</c:v>
                </c:pt>
                <c:pt idx="1410">
                  <c:v>-71.231615</c:v>
                </c:pt>
                <c:pt idx="1411">
                  <c:v>-71.464883</c:v>
                </c:pt>
                <c:pt idx="1412">
                  <c:v>-71.70111</c:v>
                </c:pt>
                <c:pt idx="1413">
                  <c:v>-71.941718</c:v>
                </c:pt>
                <c:pt idx="1414">
                  <c:v>-72.185166</c:v>
                </c:pt>
                <c:pt idx="1415">
                  <c:v>-72.429932</c:v>
                </c:pt>
                <c:pt idx="1416">
                  <c:v>-72.675359</c:v>
                </c:pt>
                <c:pt idx="1417">
                  <c:v>-72.919417</c:v>
                </c:pt>
                <c:pt idx="1418">
                  <c:v>-73.161561</c:v>
                </c:pt>
                <c:pt idx="1419">
                  <c:v>-73.403441</c:v>
                </c:pt>
                <c:pt idx="1420">
                  <c:v>-73.643668</c:v>
                </c:pt>
                <c:pt idx="1421">
                  <c:v>-73.881918</c:v>
                </c:pt>
                <c:pt idx="1422">
                  <c:v>-74.116698</c:v>
                </c:pt>
                <c:pt idx="1423">
                  <c:v>-74.34902</c:v>
                </c:pt>
                <c:pt idx="1424">
                  <c:v>-74.577788</c:v>
                </c:pt>
                <c:pt idx="1425">
                  <c:v>-74.803504</c:v>
                </c:pt>
                <c:pt idx="1426">
                  <c:v>-75.026476</c:v>
                </c:pt>
                <c:pt idx="1427">
                  <c:v>-75.245557</c:v>
                </c:pt>
                <c:pt idx="1428">
                  <c:v>-75.462176</c:v>
                </c:pt>
                <c:pt idx="1429">
                  <c:v>-75.675787</c:v>
                </c:pt>
                <c:pt idx="1430">
                  <c:v>-75.886412</c:v>
                </c:pt>
                <c:pt idx="1431">
                  <c:v>-76.093656</c:v>
                </c:pt>
                <c:pt idx="1432">
                  <c:v>-76.298135</c:v>
                </c:pt>
                <c:pt idx="1433">
                  <c:v>-76.499997</c:v>
                </c:pt>
                <c:pt idx="1434">
                  <c:v>-76.697465</c:v>
                </c:pt>
                <c:pt idx="1435">
                  <c:v>-76.893091</c:v>
                </c:pt>
                <c:pt idx="1436">
                  <c:v>-77.086426</c:v>
                </c:pt>
                <c:pt idx="1437">
                  <c:v>-77.277063</c:v>
                </c:pt>
                <c:pt idx="1438">
                  <c:v>-77.464573</c:v>
                </c:pt>
                <c:pt idx="1439">
                  <c:v>-77.64923</c:v>
                </c:pt>
                <c:pt idx="1440">
                  <c:v>-77.82894</c:v>
                </c:pt>
                <c:pt idx="1441">
                  <c:v>-78.007084</c:v>
                </c:pt>
                <c:pt idx="1442">
                  <c:v>-78.184455</c:v>
                </c:pt>
                <c:pt idx="1443">
                  <c:v>-78.361161</c:v>
                </c:pt>
                <c:pt idx="1444">
                  <c:v>-78.534953</c:v>
                </c:pt>
                <c:pt idx="1445">
                  <c:v>-78.706435</c:v>
                </c:pt>
                <c:pt idx="1446">
                  <c:v>-78.877597</c:v>
                </c:pt>
                <c:pt idx="1447">
                  <c:v>-79.05036</c:v>
                </c:pt>
                <c:pt idx="1448">
                  <c:v>-79.223162</c:v>
                </c:pt>
                <c:pt idx="1449">
                  <c:v>-79.39421</c:v>
                </c:pt>
                <c:pt idx="1450">
                  <c:v>-79.562346</c:v>
                </c:pt>
                <c:pt idx="1451">
                  <c:v>-79.730045</c:v>
                </c:pt>
                <c:pt idx="1452">
                  <c:v>-79.899514</c:v>
                </c:pt>
                <c:pt idx="1453">
                  <c:v>-80.070705</c:v>
                </c:pt>
                <c:pt idx="1454">
                  <c:v>-80.240831</c:v>
                </c:pt>
                <c:pt idx="1455">
                  <c:v>-80.409291</c:v>
                </c:pt>
                <c:pt idx="1456">
                  <c:v>-80.575446</c:v>
                </c:pt>
                <c:pt idx="1457">
                  <c:v>-80.741956</c:v>
                </c:pt>
                <c:pt idx="1458">
                  <c:v>-80.910259</c:v>
                </c:pt>
                <c:pt idx="1459">
                  <c:v>-81.079453</c:v>
                </c:pt>
                <c:pt idx="1460">
                  <c:v>-81.247504</c:v>
                </c:pt>
                <c:pt idx="1461">
                  <c:v>-81.412615</c:v>
                </c:pt>
                <c:pt idx="1462">
                  <c:v>-81.575904</c:v>
                </c:pt>
                <c:pt idx="1463">
                  <c:v>-81.737378</c:v>
                </c:pt>
                <c:pt idx="1464">
                  <c:v>-81.901073</c:v>
                </c:pt>
                <c:pt idx="1465">
                  <c:v>-82.06864</c:v>
                </c:pt>
                <c:pt idx="1466">
                  <c:v>-82.241146</c:v>
                </c:pt>
                <c:pt idx="1467">
                  <c:v>-82.415724</c:v>
                </c:pt>
                <c:pt idx="1468">
                  <c:v>-82.592051</c:v>
                </c:pt>
                <c:pt idx="1469">
                  <c:v>-82.768703</c:v>
                </c:pt>
                <c:pt idx="1470">
                  <c:v>-82.949403</c:v>
                </c:pt>
                <c:pt idx="1471">
                  <c:v>-83.13529</c:v>
                </c:pt>
                <c:pt idx="1472">
                  <c:v>-83.32605</c:v>
                </c:pt>
                <c:pt idx="1473">
                  <c:v>-83.519909</c:v>
                </c:pt>
                <c:pt idx="1474">
                  <c:v>-83.714926</c:v>
                </c:pt>
                <c:pt idx="1475">
                  <c:v>-83.910411</c:v>
                </c:pt>
                <c:pt idx="1476">
                  <c:v>-84.105759</c:v>
                </c:pt>
                <c:pt idx="1477">
                  <c:v>-84.302582</c:v>
                </c:pt>
                <c:pt idx="1478">
                  <c:v>-84.502871</c:v>
                </c:pt>
                <c:pt idx="1479">
                  <c:v>-84.707209</c:v>
                </c:pt>
                <c:pt idx="1480">
                  <c:v>-84.915291</c:v>
                </c:pt>
                <c:pt idx="1481">
                  <c:v>-85.126563</c:v>
                </c:pt>
                <c:pt idx="1482">
                  <c:v>-85.341116</c:v>
                </c:pt>
                <c:pt idx="1483">
                  <c:v>-85.560095</c:v>
                </c:pt>
                <c:pt idx="1484">
                  <c:v>-85.785185</c:v>
                </c:pt>
                <c:pt idx="1485">
                  <c:v>-86.015533</c:v>
                </c:pt>
                <c:pt idx="1486">
                  <c:v>-86.251919</c:v>
                </c:pt>
                <c:pt idx="1487">
                  <c:v>-86.49526</c:v>
                </c:pt>
                <c:pt idx="1488">
                  <c:v>-86.746653</c:v>
                </c:pt>
                <c:pt idx="1489">
                  <c:v>-87.013672</c:v>
                </c:pt>
                <c:pt idx="1490">
                  <c:v>-87.306854</c:v>
                </c:pt>
                <c:pt idx="1491">
                  <c:v>-87.651449</c:v>
                </c:pt>
                <c:pt idx="1492">
                  <c:v>-88.086675</c:v>
                </c:pt>
                <c:pt idx="1493">
                  <c:v>-88.656658</c:v>
                </c:pt>
                <c:pt idx="1494">
                  <c:v>-89.39589</c:v>
                </c:pt>
                <c:pt idx="1495">
                  <c:v>-90.370658</c:v>
                </c:pt>
                <c:pt idx="1496">
                  <c:v>-91.637982</c:v>
                </c:pt>
                <c:pt idx="1497">
                  <c:v>-93.197195</c:v>
                </c:pt>
                <c:pt idx="1498">
                  <c:v>-94.82524</c:v>
                </c:pt>
                <c:pt idx="1499">
                  <c:v>-96.391338</c:v>
                </c:pt>
                <c:pt idx="1500">
                  <c:v>-97.901325</c:v>
                </c:pt>
                <c:pt idx="1501">
                  <c:v>-99.339435</c:v>
                </c:pt>
                <c:pt idx="1502">
                  <c:v>-100.65315</c:v>
                </c:pt>
                <c:pt idx="1503">
                  <c:v>-101.80559</c:v>
                </c:pt>
                <c:pt idx="1504">
                  <c:v>-102.81563</c:v>
                </c:pt>
                <c:pt idx="1505">
                  <c:v>-103.68967</c:v>
                </c:pt>
                <c:pt idx="1506">
                  <c:v>-104.38345</c:v>
                </c:pt>
                <c:pt idx="1507">
                  <c:v>-104.97945</c:v>
                </c:pt>
                <c:pt idx="1508">
                  <c:v>-105.48069</c:v>
                </c:pt>
                <c:pt idx="1509">
                  <c:v>-105.89429</c:v>
                </c:pt>
                <c:pt idx="1510">
                  <c:v>-106.17755</c:v>
                </c:pt>
                <c:pt idx="1511">
                  <c:v>-106.41326</c:v>
                </c:pt>
                <c:pt idx="1512">
                  <c:v>-106.60218</c:v>
                </c:pt>
                <c:pt idx="1513">
                  <c:v>-106.74679</c:v>
                </c:pt>
                <c:pt idx="1514">
                  <c:v>-106.84957</c:v>
                </c:pt>
                <c:pt idx="1515">
                  <c:v>-106.91568</c:v>
                </c:pt>
                <c:pt idx="1516">
                  <c:v>-106.94628</c:v>
                </c:pt>
                <c:pt idx="1517">
                  <c:v>-106.94509</c:v>
                </c:pt>
                <c:pt idx="1518">
                  <c:v>-106.91532</c:v>
                </c:pt>
                <c:pt idx="1519">
                  <c:v>-106.85929</c:v>
                </c:pt>
                <c:pt idx="1520">
                  <c:v>-106.78028</c:v>
                </c:pt>
                <c:pt idx="1521">
                  <c:v>-106.68157</c:v>
                </c:pt>
                <c:pt idx="1522">
                  <c:v>-106.56586</c:v>
                </c:pt>
                <c:pt idx="1523">
                  <c:v>-106.43403</c:v>
                </c:pt>
                <c:pt idx="1524">
                  <c:v>-106.28687</c:v>
                </c:pt>
                <c:pt idx="1525">
                  <c:v>-106.1258</c:v>
                </c:pt>
                <c:pt idx="1526">
                  <c:v>-105.95268</c:v>
                </c:pt>
                <c:pt idx="1527">
                  <c:v>-105.77048</c:v>
                </c:pt>
                <c:pt idx="1528">
                  <c:v>-105.58022</c:v>
                </c:pt>
                <c:pt idx="1529">
                  <c:v>-105.38293</c:v>
                </c:pt>
                <c:pt idx="1530">
                  <c:v>-105.18033</c:v>
                </c:pt>
                <c:pt idx="1531">
                  <c:v>-104.97462</c:v>
                </c:pt>
                <c:pt idx="1532">
                  <c:v>-104.76787</c:v>
                </c:pt>
                <c:pt idx="1533">
                  <c:v>-104.56151</c:v>
                </c:pt>
                <c:pt idx="1534">
                  <c:v>-104.3581</c:v>
                </c:pt>
                <c:pt idx="1535">
                  <c:v>-104.15964</c:v>
                </c:pt>
                <c:pt idx="1536">
                  <c:v>-103.96552</c:v>
                </c:pt>
                <c:pt idx="1537">
                  <c:v>-103.77563</c:v>
                </c:pt>
                <c:pt idx="1538">
                  <c:v>-103.59007</c:v>
                </c:pt>
                <c:pt idx="1539">
                  <c:v>-103.41</c:v>
                </c:pt>
                <c:pt idx="1540">
                  <c:v>-103.2362</c:v>
                </c:pt>
                <c:pt idx="1541">
                  <c:v>-103.06826</c:v>
                </c:pt>
                <c:pt idx="1542">
                  <c:v>-102.90629</c:v>
                </c:pt>
                <c:pt idx="1543">
                  <c:v>-102.75095</c:v>
                </c:pt>
                <c:pt idx="1544">
                  <c:v>-102.60321</c:v>
                </c:pt>
                <c:pt idx="1545">
                  <c:v>-102.46393</c:v>
                </c:pt>
                <c:pt idx="1546">
                  <c:v>-102.33384</c:v>
                </c:pt>
                <c:pt idx="1547">
                  <c:v>-102.21296</c:v>
                </c:pt>
                <c:pt idx="1548">
                  <c:v>-102.10193</c:v>
                </c:pt>
                <c:pt idx="1549">
                  <c:v>-102.00019</c:v>
                </c:pt>
                <c:pt idx="1550">
                  <c:v>-101.90767</c:v>
                </c:pt>
                <c:pt idx="1551">
                  <c:v>-101.82366</c:v>
                </c:pt>
                <c:pt idx="1552">
                  <c:v>-101.74878</c:v>
                </c:pt>
                <c:pt idx="1553">
                  <c:v>-101.68347</c:v>
                </c:pt>
                <c:pt idx="1554">
                  <c:v>-101.6276</c:v>
                </c:pt>
                <c:pt idx="1555">
                  <c:v>-101.58087</c:v>
                </c:pt>
                <c:pt idx="1556">
                  <c:v>-101.54312</c:v>
                </c:pt>
                <c:pt idx="1557">
                  <c:v>-101.5154</c:v>
                </c:pt>
                <c:pt idx="1558">
                  <c:v>-101.49738</c:v>
                </c:pt>
                <c:pt idx="1559">
                  <c:v>-101.48868</c:v>
                </c:pt>
                <c:pt idx="1560">
                  <c:v>-101.4889</c:v>
                </c:pt>
                <c:pt idx="1561">
                  <c:v>-101.49827</c:v>
                </c:pt>
                <c:pt idx="1562">
                  <c:v>-101.517</c:v>
                </c:pt>
                <c:pt idx="1563">
                  <c:v>-101.5457</c:v>
                </c:pt>
                <c:pt idx="1564">
                  <c:v>-101.58423</c:v>
                </c:pt>
                <c:pt idx="1565">
                  <c:v>-101.63211</c:v>
                </c:pt>
                <c:pt idx="1566">
                  <c:v>-101.68993</c:v>
                </c:pt>
                <c:pt idx="1567">
                  <c:v>-101.75816</c:v>
                </c:pt>
                <c:pt idx="1568">
                  <c:v>-101.83745</c:v>
                </c:pt>
                <c:pt idx="1569">
                  <c:v>-101.92781</c:v>
                </c:pt>
                <c:pt idx="1570">
                  <c:v>-102.02875</c:v>
                </c:pt>
                <c:pt idx="1571">
                  <c:v>-102.14089</c:v>
                </c:pt>
                <c:pt idx="1572">
                  <c:v>-102.26439</c:v>
                </c:pt>
                <c:pt idx="1573">
                  <c:v>-102.39981</c:v>
                </c:pt>
                <c:pt idx="1574">
                  <c:v>-102.54735</c:v>
                </c:pt>
                <c:pt idx="1575">
                  <c:v>-102.70662</c:v>
                </c:pt>
                <c:pt idx="1576">
                  <c:v>-102.8779</c:v>
                </c:pt>
                <c:pt idx="1577">
                  <c:v>-103.06152</c:v>
                </c:pt>
                <c:pt idx="1578">
                  <c:v>-103.25819</c:v>
                </c:pt>
                <c:pt idx="1579">
                  <c:v>-103.46813</c:v>
                </c:pt>
                <c:pt idx="1580">
                  <c:v>-103.69087</c:v>
                </c:pt>
                <c:pt idx="1581">
                  <c:v>-103.9268</c:v>
                </c:pt>
                <c:pt idx="1582">
                  <c:v>-104.17553</c:v>
                </c:pt>
                <c:pt idx="1583">
                  <c:v>-104.43662</c:v>
                </c:pt>
                <c:pt idx="1584">
                  <c:v>-104.71049</c:v>
                </c:pt>
                <c:pt idx="1585">
                  <c:v>-104.998</c:v>
                </c:pt>
                <c:pt idx="1586">
                  <c:v>-105.29876</c:v>
                </c:pt>
                <c:pt idx="1587">
                  <c:v>-105.61324</c:v>
                </c:pt>
                <c:pt idx="1588">
                  <c:v>-105.94039</c:v>
                </c:pt>
                <c:pt idx="1589">
                  <c:v>-106.27912</c:v>
                </c:pt>
                <c:pt idx="1590">
                  <c:v>-106.63035</c:v>
                </c:pt>
                <c:pt idx="1591">
                  <c:v>-106.99287</c:v>
                </c:pt>
                <c:pt idx="1592">
                  <c:v>-107.36637</c:v>
                </c:pt>
                <c:pt idx="1593">
                  <c:v>-107.7506</c:v>
                </c:pt>
                <c:pt idx="1594">
                  <c:v>-108.14496</c:v>
                </c:pt>
                <c:pt idx="1595">
                  <c:v>-108.54881</c:v>
                </c:pt>
                <c:pt idx="1596">
                  <c:v>-108.96124</c:v>
                </c:pt>
                <c:pt idx="1597">
                  <c:v>-109.38115</c:v>
                </c:pt>
                <c:pt idx="1598">
                  <c:v>-109.80769</c:v>
                </c:pt>
                <c:pt idx="1599">
                  <c:v>-110.24038</c:v>
                </c:pt>
                <c:pt idx="1600">
                  <c:v>-110.67848</c:v>
                </c:pt>
                <c:pt idx="1601">
                  <c:v>-111.12135</c:v>
                </c:pt>
                <c:pt idx="1602">
                  <c:v>-111.56932</c:v>
                </c:pt>
                <c:pt idx="1603">
                  <c:v>-112.02235</c:v>
                </c:pt>
                <c:pt idx="1604">
                  <c:v>-112.47985</c:v>
                </c:pt>
                <c:pt idx="1605">
                  <c:v>-112.94231</c:v>
                </c:pt>
                <c:pt idx="1606">
                  <c:v>-113.40913</c:v>
                </c:pt>
                <c:pt idx="1607">
                  <c:v>-113.88014</c:v>
                </c:pt>
                <c:pt idx="1608">
                  <c:v>-114.35516</c:v>
                </c:pt>
                <c:pt idx="1609">
                  <c:v>-114.83461</c:v>
                </c:pt>
                <c:pt idx="1610">
                  <c:v>-115.31789</c:v>
                </c:pt>
                <c:pt idx="1611">
                  <c:v>-115.80453</c:v>
                </c:pt>
                <c:pt idx="1612">
                  <c:v>-116.29405</c:v>
                </c:pt>
                <c:pt idx="1613">
                  <c:v>-116.78645</c:v>
                </c:pt>
                <c:pt idx="1614">
                  <c:v>-117.28137</c:v>
                </c:pt>
                <c:pt idx="1615">
                  <c:v>-117.7782</c:v>
                </c:pt>
                <c:pt idx="1616">
                  <c:v>-118.27681</c:v>
                </c:pt>
                <c:pt idx="1617">
                  <c:v>-118.77631</c:v>
                </c:pt>
                <c:pt idx="1618">
                  <c:v>-119.27671</c:v>
                </c:pt>
                <c:pt idx="1619">
                  <c:v>-119.77702</c:v>
                </c:pt>
                <c:pt idx="1620">
                  <c:v>-120.27793</c:v>
                </c:pt>
                <c:pt idx="1621">
                  <c:v>-120.77971</c:v>
                </c:pt>
                <c:pt idx="1622">
                  <c:v>-121.28154</c:v>
                </c:pt>
                <c:pt idx="1623">
                  <c:v>-121.78303</c:v>
                </c:pt>
                <c:pt idx="1624">
                  <c:v>-122.28371</c:v>
                </c:pt>
                <c:pt idx="1625">
                  <c:v>-122.78352</c:v>
                </c:pt>
                <c:pt idx="1626">
                  <c:v>-123.28211</c:v>
                </c:pt>
                <c:pt idx="1627">
                  <c:v>-123.77796</c:v>
                </c:pt>
                <c:pt idx="1628">
                  <c:v>-124.27034</c:v>
                </c:pt>
                <c:pt idx="1629">
                  <c:v>-124.75938</c:v>
                </c:pt>
                <c:pt idx="1630">
                  <c:v>-125.24462</c:v>
                </c:pt>
                <c:pt idx="1631">
                  <c:v>-125.72609</c:v>
                </c:pt>
                <c:pt idx="1632">
                  <c:v>-126.20361</c:v>
                </c:pt>
                <c:pt idx="1633">
                  <c:v>-126.67693</c:v>
                </c:pt>
                <c:pt idx="1634">
                  <c:v>-127.14574</c:v>
                </c:pt>
                <c:pt idx="1635">
                  <c:v>-127.60992</c:v>
                </c:pt>
                <c:pt idx="1636">
                  <c:v>-128.06923</c:v>
                </c:pt>
                <c:pt idx="1637">
                  <c:v>-128.52282</c:v>
                </c:pt>
                <c:pt idx="1638">
                  <c:v>-128.97086</c:v>
                </c:pt>
                <c:pt idx="1639">
                  <c:v>-129.41283</c:v>
                </c:pt>
                <c:pt idx="1640">
                  <c:v>-129.84812</c:v>
                </c:pt>
                <c:pt idx="1641">
                  <c:v>-130.27787</c:v>
                </c:pt>
                <c:pt idx="1642">
                  <c:v>-130.70215</c:v>
                </c:pt>
                <c:pt idx="1643">
                  <c:v>-131.12078</c:v>
                </c:pt>
                <c:pt idx="1644">
                  <c:v>-131.53304</c:v>
                </c:pt>
                <c:pt idx="1645">
                  <c:v>-131.93996</c:v>
                </c:pt>
                <c:pt idx="1646">
                  <c:v>-132.34092</c:v>
                </c:pt>
                <c:pt idx="1647">
                  <c:v>-132.73613</c:v>
                </c:pt>
                <c:pt idx="1648">
                  <c:v>-133.12575</c:v>
                </c:pt>
                <c:pt idx="1649">
                  <c:v>-133.5099</c:v>
                </c:pt>
                <c:pt idx="1650">
                  <c:v>-133.88867</c:v>
                </c:pt>
                <c:pt idx="1651">
                  <c:v>-134.26206</c:v>
                </c:pt>
                <c:pt idx="1652">
                  <c:v>-134.63054</c:v>
                </c:pt>
                <c:pt idx="1653">
                  <c:v>-134.99382</c:v>
                </c:pt>
                <c:pt idx="1654">
                  <c:v>-135.35286</c:v>
                </c:pt>
                <c:pt idx="1655">
                  <c:v>-135.70814</c:v>
                </c:pt>
                <c:pt idx="1656">
                  <c:v>-136.05979</c:v>
                </c:pt>
                <c:pt idx="1657">
                  <c:v>-136.40725</c:v>
                </c:pt>
                <c:pt idx="1658">
                  <c:v>-136.75049</c:v>
                </c:pt>
                <c:pt idx="1659">
                  <c:v>-137.08936</c:v>
                </c:pt>
                <c:pt idx="1660">
                  <c:v>-137.42474</c:v>
                </c:pt>
                <c:pt idx="1661">
                  <c:v>-137.75646</c:v>
                </c:pt>
                <c:pt idx="1662">
                  <c:v>-138.08473</c:v>
                </c:pt>
                <c:pt idx="1663">
                  <c:v>-138.40989</c:v>
                </c:pt>
                <c:pt idx="1664">
                  <c:v>-138.7321</c:v>
                </c:pt>
                <c:pt idx="1665">
                  <c:v>-139.05166</c:v>
                </c:pt>
                <c:pt idx="1666">
                  <c:v>-139.36853</c:v>
                </c:pt>
                <c:pt idx="1667">
                  <c:v>-139.68251</c:v>
                </c:pt>
                <c:pt idx="1668">
                  <c:v>-139.99375</c:v>
                </c:pt>
                <c:pt idx="1669">
                  <c:v>-140.30276</c:v>
                </c:pt>
                <c:pt idx="1670">
                  <c:v>-140.61041</c:v>
                </c:pt>
                <c:pt idx="1671">
                  <c:v>-140.91675</c:v>
                </c:pt>
                <c:pt idx="1672">
                  <c:v>-141.22198</c:v>
                </c:pt>
                <c:pt idx="1673">
                  <c:v>-141.52604</c:v>
                </c:pt>
                <c:pt idx="1674">
                  <c:v>-141.82873</c:v>
                </c:pt>
                <c:pt idx="1675">
                  <c:v>-142.13114</c:v>
                </c:pt>
                <c:pt idx="1676">
                  <c:v>-142.43359</c:v>
                </c:pt>
                <c:pt idx="1677">
                  <c:v>-142.73645</c:v>
                </c:pt>
                <c:pt idx="1678">
                  <c:v>-143.04</c:v>
                </c:pt>
                <c:pt idx="1679">
                  <c:v>-143.34463</c:v>
                </c:pt>
                <c:pt idx="1680">
                  <c:v>-143.65049</c:v>
                </c:pt>
                <c:pt idx="1681">
                  <c:v>-143.95825</c:v>
                </c:pt>
                <c:pt idx="1682">
                  <c:v>-144.26774</c:v>
                </c:pt>
                <c:pt idx="1683">
                  <c:v>-144.57912</c:v>
                </c:pt>
                <c:pt idx="1684">
                  <c:v>-144.89254</c:v>
                </c:pt>
                <c:pt idx="1685">
                  <c:v>-145.20791</c:v>
                </c:pt>
                <c:pt idx="1686">
                  <c:v>-145.52537</c:v>
                </c:pt>
                <c:pt idx="1687">
                  <c:v>-145.84468</c:v>
                </c:pt>
                <c:pt idx="1688">
                  <c:v>-146.16612</c:v>
                </c:pt>
                <c:pt idx="1689">
                  <c:v>-146.48938</c:v>
                </c:pt>
                <c:pt idx="1690">
                  <c:v>-146.81489</c:v>
                </c:pt>
                <c:pt idx="1691">
                  <c:v>-147.14243</c:v>
                </c:pt>
                <c:pt idx="1692">
                  <c:v>-147.47148</c:v>
                </c:pt>
                <c:pt idx="1693">
                  <c:v>-147.80183</c:v>
                </c:pt>
                <c:pt idx="1694">
                  <c:v>-148.13377</c:v>
                </c:pt>
                <c:pt idx="1695">
                  <c:v>-148.46715</c:v>
                </c:pt>
                <c:pt idx="1696">
                  <c:v>-148.80147</c:v>
                </c:pt>
                <c:pt idx="1697">
                  <c:v>-149.13654</c:v>
                </c:pt>
                <c:pt idx="1698">
                  <c:v>-149.47219</c:v>
                </c:pt>
                <c:pt idx="1699">
                  <c:v>-149.8082</c:v>
                </c:pt>
                <c:pt idx="1700">
                  <c:v>-150.14424</c:v>
                </c:pt>
                <c:pt idx="1701">
                  <c:v>-150.48003</c:v>
                </c:pt>
                <c:pt idx="1702">
                  <c:v>-150.81531</c:v>
                </c:pt>
                <c:pt idx="1703">
                  <c:v>-151.14984</c:v>
                </c:pt>
                <c:pt idx="1704">
                  <c:v>-151.48318</c:v>
                </c:pt>
                <c:pt idx="1705">
                  <c:v>-151.81487</c:v>
                </c:pt>
                <c:pt idx="1706">
                  <c:v>-152.14484</c:v>
                </c:pt>
                <c:pt idx="1707">
                  <c:v>-152.47275</c:v>
                </c:pt>
                <c:pt idx="1708">
                  <c:v>-152.79844</c:v>
                </c:pt>
                <c:pt idx="1709">
                  <c:v>-153.1214</c:v>
                </c:pt>
                <c:pt idx="1710">
                  <c:v>-153.44155</c:v>
                </c:pt>
                <c:pt idx="1711">
                  <c:v>-153.75858</c:v>
                </c:pt>
                <c:pt idx="1712">
                  <c:v>-154.07211</c:v>
                </c:pt>
                <c:pt idx="1713">
                  <c:v>-154.38195</c:v>
                </c:pt>
                <c:pt idx="1714">
                  <c:v>-154.68789</c:v>
                </c:pt>
                <c:pt idx="1715">
                  <c:v>-154.98935</c:v>
                </c:pt>
                <c:pt idx="1716">
                  <c:v>-155.28634</c:v>
                </c:pt>
                <c:pt idx="1717">
                  <c:v>-155.57834</c:v>
                </c:pt>
                <c:pt idx="1718">
                  <c:v>-155.86525</c:v>
                </c:pt>
                <c:pt idx="1719">
                  <c:v>-156.1468</c:v>
                </c:pt>
                <c:pt idx="1720">
                  <c:v>-156.42269</c:v>
                </c:pt>
                <c:pt idx="1721">
                  <c:v>-156.69257</c:v>
                </c:pt>
                <c:pt idx="1722">
                  <c:v>-156.95631</c:v>
                </c:pt>
                <c:pt idx="1723">
                  <c:v>-157.21323</c:v>
                </c:pt>
                <c:pt idx="1724">
                  <c:v>-157.46278</c:v>
                </c:pt>
                <c:pt idx="1725">
                  <c:v>-157.70493</c:v>
                </c:pt>
                <c:pt idx="1726">
                  <c:v>-157.93968</c:v>
                </c:pt>
                <c:pt idx="1727">
                  <c:v>-158.16702</c:v>
                </c:pt>
                <c:pt idx="1728">
                  <c:v>-158.38673</c:v>
                </c:pt>
                <c:pt idx="1729">
                  <c:v>-158.59881</c:v>
                </c:pt>
                <c:pt idx="1730">
                  <c:v>-158.80321</c:v>
                </c:pt>
                <c:pt idx="1731">
                  <c:v>-158.99987</c:v>
                </c:pt>
                <c:pt idx="1732">
                  <c:v>-159.18885</c:v>
                </c:pt>
                <c:pt idx="1733">
                  <c:v>-159.36994</c:v>
                </c:pt>
                <c:pt idx="1734">
                  <c:v>-159.54289</c:v>
                </c:pt>
                <c:pt idx="1735">
                  <c:v>-159.70727</c:v>
                </c:pt>
                <c:pt idx="1736">
                  <c:v>-159.86285</c:v>
                </c:pt>
                <c:pt idx="1737">
                  <c:v>-160.00942</c:v>
                </c:pt>
                <c:pt idx="1738">
                  <c:v>-160.14677</c:v>
                </c:pt>
                <c:pt idx="1739">
                  <c:v>-160.27462</c:v>
                </c:pt>
                <c:pt idx="1740">
                  <c:v>-160.39328</c:v>
                </c:pt>
                <c:pt idx="1741">
                  <c:v>-160.5027</c:v>
                </c:pt>
                <c:pt idx="1742">
                  <c:v>-160.60302</c:v>
                </c:pt>
                <c:pt idx="1743">
                  <c:v>-160.69427</c:v>
                </c:pt>
                <c:pt idx="1744">
                  <c:v>-160.77641</c:v>
                </c:pt>
                <c:pt idx="1745">
                  <c:v>-160.84947</c:v>
                </c:pt>
                <c:pt idx="1746">
                  <c:v>-160.91361</c:v>
                </c:pt>
                <c:pt idx="1747">
                  <c:v>-160.9689</c:v>
                </c:pt>
                <c:pt idx="1748">
                  <c:v>-161.01549</c:v>
                </c:pt>
                <c:pt idx="1749">
                  <c:v>-161.05372</c:v>
                </c:pt>
                <c:pt idx="1750">
                  <c:v>-161.08363</c:v>
                </c:pt>
                <c:pt idx="1751">
                  <c:v>-161.10509</c:v>
                </c:pt>
                <c:pt idx="1752">
                  <c:v>-161.11803</c:v>
                </c:pt>
                <c:pt idx="1753">
                  <c:v>-161.12226</c:v>
                </c:pt>
                <c:pt idx="1754">
                  <c:v>-161.11773</c:v>
                </c:pt>
                <c:pt idx="1755">
                  <c:v>-161.10465</c:v>
                </c:pt>
                <c:pt idx="1756">
                  <c:v>-161.08258</c:v>
                </c:pt>
                <c:pt idx="1757">
                  <c:v>-161.05168</c:v>
                </c:pt>
                <c:pt idx="1758">
                  <c:v>-161.01233</c:v>
                </c:pt>
                <c:pt idx="1759">
                  <c:v>-160.96529</c:v>
                </c:pt>
                <c:pt idx="1760">
                  <c:v>-160.91179</c:v>
                </c:pt>
                <c:pt idx="1761">
                  <c:v>-160.85204</c:v>
                </c:pt>
                <c:pt idx="1762">
                  <c:v>-160.78643</c:v>
                </c:pt>
                <c:pt idx="1763">
                  <c:v>-160.71526</c:v>
                </c:pt>
                <c:pt idx="1764">
                  <c:v>-160.63867</c:v>
                </c:pt>
                <c:pt idx="1765">
                  <c:v>-160.55661</c:v>
                </c:pt>
                <c:pt idx="1766">
                  <c:v>-160.46889</c:v>
                </c:pt>
                <c:pt idx="1767">
                  <c:v>-160.37554</c:v>
                </c:pt>
                <c:pt idx="1768">
                  <c:v>-160.27694</c:v>
                </c:pt>
                <c:pt idx="1769">
                  <c:v>-160.17324</c:v>
                </c:pt>
                <c:pt idx="1770">
                  <c:v>-160.06448</c:v>
                </c:pt>
                <c:pt idx="1771">
                  <c:v>-159.95088</c:v>
                </c:pt>
                <c:pt idx="1772">
                  <c:v>-159.83264</c:v>
                </c:pt>
                <c:pt idx="1773">
                  <c:v>-159.70944</c:v>
                </c:pt>
                <c:pt idx="1774">
                  <c:v>-159.5815</c:v>
                </c:pt>
                <c:pt idx="1775">
                  <c:v>-159.44876</c:v>
                </c:pt>
                <c:pt idx="1776">
                  <c:v>-159.31125</c:v>
                </c:pt>
                <c:pt idx="1777">
                  <c:v>-159.16922</c:v>
                </c:pt>
                <c:pt idx="1778">
                  <c:v>-159.02276</c:v>
                </c:pt>
                <c:pt idx="1779">
                  <c:v>-158.8721</c:v>
                </c:pt>
                <c:pt idx="1780">
                  <c:v>-158.7173</c:v>
                </c:pt>
                <c:pt idx="1781">
                  <c:v>-158.55839</c:v>
                </c:pt>
                <c:pt idx="1782">
                  <c:v>-158.39548</c:v>
                </c:pt>
                <c:pt idx="1783">
                  <c:v>-158.22874</c:v>
                </c:pt>
                <c:pt idx="1784">
                  <c:v>-158.05831</c:v>
                </c:pt>
                <c:pt idx="1785">
                  <c:v>-157.88404</c:v>
                </c:pt>
                <c:pt idx="1786">
                  <c:v>-157.70611</c:v>
                </c:pt>
                <c:pt idx="1787">
                  <c:v>-157.52492</c:v>
                </c:pt>
                <c:pt idx="1788">
                  <c:v>-157.34094</c:v>
                </c:pt>
                <c:pt idx="1789">
                  <c:v>-157.15423</c:v>
                </c:pt>
                <c:pt idx="1790">
                  <c:v>-156.965</c:v>
                </c:pt>
                <c:pt idx="1791">
                  <c:v>-156.77351</c:v>
                </c:pt>
                <c:pt idx="1792">
                  <c:v>-156.57983</c:v>
                </c:pt>
                <c:pt idx="1793">
                  <c:v>-156.38466</c:v>
                </c:pt>
                <c:pt idx="1794">
                  <c:v>-156.188</c:v>
                </c:pt>
                <c:pt idx="1795">
                  <c:v>-155.98996</c:v>
                </c:pt>
                <c:pt idx="1796">
                  <c:v>-155.79051</c:v>
                </c:pt>
                <c:pt idx="1797">
                  <c:v>-155.58965</c:v>
                </c:pt>
                <c:pt idx="1798">
                  <c:v>-155.38782</c:v>
                </c:pt>
                <c:pt idx="1799">
                  <c:v>-155.18522</c:v>
                </c:pt>
                <c:pt idx="1800">
                  <c:v>-154.98193</c:v>
                </c:pt>
                <c:pt idx="1801">
                  <c:v>-154.77816</c:v>
                </c:pt>
                <c:pt idx="1802">
                  <c:v>-154.57398</c:v>
                </c:pt>
                <c:pt idx="1803">
                  <c:v>-154.36923</c:v>
                </c:pt>
                <c:pt idx="1804">
                  <c:v>-154.16377</c:v>
                </c:pt>
                <c:pt idx="1805">
                  <c:v>-153.95765</c:v>
                </c:pt>
                <c:pt idx="1806">
                  <c:v>-153.75086</c:v>
                </c:pt>
                <c:pt idx="1807">
                  <c:v>-153.54346</c:v>
                </c:pt>
                <c:pt idx="1808">
                  <c:v>-153.33552</c:v>
                </c:pt>
                <c:pt idx="1809">
                  <c:v>-153.12702</c:v>
                </c:pt>
                <c:pt idx="1810">
                  <c:v>-152.9179</c:v>
                </c:pt>
                <c:pt idx="1811">
                  <c:v>-152.7082</c:v>
                </c:pt>
                <c:pt idx="1812">
                  <c:v>-152.498</c:v>
                </c:pt>
                <c:pt idx="1813">
                  <c:v>-152.28763</c:v>
                </c:pt>
                <c:pt idx="1814">
                  <c:v>-152.07719</c:v>
                </c:pt>
                <c:pt idx="1815">
                  <c:v>-151.8667</c:v>
                </c:pt>
                <c:pt idx="1816">
                  <c:v>-151.65614</c:v>
                </c:pt>
                <c:pt idx="1817">
                  <c:v>-151.44531</c:v>
                </c:pt>
                <c:pt idx="1818">
                  <c:v>-151.23412</c:v>
                </c:pt>
                <c:pt idx="1819">
                  <c:v>-151.02201</c:v>
                </c:pt>
                <c:pt idx="1820">
                  <c:v>-150.80853</c:v>
                </c:pt>
                <c:pt idx="1821">
                  <c:v>-150.59325</c:v>
                </c:pt>
                <c:pt idx="1822">
                  <c:v>-150.37598</c:v>
                </c:pt>
                <c:pt idx="1823">
                  <c:v>-150.15649</c:v>
                </c:pt>
                <c:pt idx="1824">
                  <c:v>-149.93472</c:v>
                </c:pt>
                <c:pt idx="1825">
                  <c:v>-149.71077</c:v>
                </c:pt>
                <c:pt idx="1826">
                  <c:v>-149.48466</c:v>
                </c:pt>
                <c:pt idx="1827">
                  <c:v>-149.25643</c:v>
                </c:pt>
                <c:pt idx="1828">
                  <c:v>-149.02657</c:v>
                </c:pt>
                <c:pt idx="1829">
                  <c:v>-148.79537</c:v>
                </c:pt>
                <c:pt idx="1830">
                  <c:v>-148.56303</c:v>
                </c:pt>
                <c:pt idx="1831">
                  <c:v>-148.32952</c:v>
                </c:pt>
                <c:pt idx="1832">
                  <c:v>-148.095</c:v>
                </c:pt>
                <c:pt idx="1833">
                  <c:v>-147.85939</c:v>
                </c:pt>
                <c:pt idx="1834">
                  <c:v>-147.6228</c:v>
                </c:pt>
                <c:pt idx="1835">
                  <c:v>-147.38533</c:v>
                </c:pt>
                <c:pt idx="1836">
                  <c:v>-147.14717</c:v>
                </c:pt>
                <c:pt idx="1837">
                  <c:v>-146.90816</c:v>
                </c:pt>
                <c:pt idx="1838">
                  <c:v>-146.66847</c:v>
                </c:pt>
                <c:pt idx="1839">
                  <c:v>-146.42825</c:v>
                </c:pt>
                <c:pt idx="1840">
                  <c:v>-146.18791</c:v>
                </c:pt>
                <c:pt idx="1841">
                  <c:v>-145.94746</c:v>
                </c:pt>
                <c:pt idx="1842">
                  <c:v>-145.70674</c:v>
                </c:pt>
                <c:pt idx="1843">
                  <c:v>-145.46638</c:v>
                </c:pt>
                <c:pt idx="1844">
                  <c:v>-145.22631</c:v>
                </c:pt>
                <c:pt idx="1845">
                  <c:v>-144.98648</c:v>
                </c:pt>
                <c:pt idx="1846">
                  <c:v>-144.74699</c:v>
                </c:pt>
                <c:pt idx="1847">
                  <c:v>-144.50855</c:v>
                </c:pt>
                <c:pt idx="1848">
                  <c:v>-144.2712</c:v>
                </c:pt>
                <c:pt idx="1849">
                  <c:v>-144.03534</c:v>
                </c:pt>
                <c:pt idx="1850">
                  <c:v>-143.80072</c:v>
                </c:pt>
                <c:pt idx="1851">
                  <c:v>-143.56756</c:v>
                </c:pt>
                <c:pt idx="1852">
                  <c:v>-143.33578</c:v>
                </c:pt>
                <c:pt idx="1853">
                  <c:v>-143.1057</c:v>
                </c:pt>
                <c:pt idx="1854">
                  <c:v>-142.87719</c:v>
                </c:pt>
                <c:pt idx="1855">
                  <c:v>-142.65017</c:v>
                </c:pt>
                <c:pt idx="1856">
                  <c:v>-142.42477</c:v>
                </c:pt>
                <c:pt idx="1857">
                  <c:v>-142.20085</c:v>
                </c:pt>
                <c:pt idx="1858">
                  <c:v>-141.97847</c:v>
                </c:pt>
                <c:pt idx="1859">
                  <c:v>-141.75772</c:v>
                </c:pt>
                <c:pt idx="1860">
                  <c:v>-141.53862</c:v>
                </c:pt>
                <c:pt idx="1861">
                  <c:v>-141.32129</c:v>
                </c:pt>
                <c:pt idx="1862">
                  <c:v>-141.10596</c:v>
                </c:pt>
                <c:pt idx="1863">
                  <c:v>-140.89219</c:v>
                </c:pt>
                <c:pt idx="1864">
                  <c:v>-140.67969</c:v>
                </c:pt>
                <c:pt idx="1865">
                  <c:v>-140.46826</c:v>
                </c:pt>
                <c:pt idx="1866">
                  <c:v>-140.25812</c:v>
                </c:pt>
                <c:pt idx="1867">
                  <c:v>-140.0492</c:v>
                </c:pt>
                <c:pt idx="1868">
                  <c:v>-139.84209</c:v>
                </c:pt>
                <c:pt idx="1869">
                  <c:v>-139.63659</c:v>
                </c:pt>
                <c:pt idx="1870">
                  <c:v>-139.43263</c:v>
                </c:pt>
                <c:pt idx="1871">
                  <c:v>-139.22989</c:v>
                </c:pt>
                <c:pt idx="1872">
                  <c:v>-139.02804</c:v>
                </c:pt>
                <c:pt idx="1873">
                  <c:v>-138.82697</c:v>
                </c:pt>
                <c:pt idx="1874">
                  <c:v>-138.62658</c:v>
                </c:pt>
                <c:pt idx="1875">
                  <c:v>-138.4268</c:v>
                </c:pt>
                <c:pt idx="1876">
                  <c:v>-138.22747</c:v>
                </c:pt>
                <c:pt idx="1877">
                  <c:v>-138.02845</c:v>
                </c:pt>
                <c:pt idx="1878">
                  <c:v>-137.8296</c:v>
                </c:pt>
                <c:pt idx="1879">
                  <c:v>-137.63142</c:v>
                </c:pt>
                <c:pt idx="1880">
                  <c:v>-137.43379</c:v>
                </c:pt>
                <c:pt idx="1881">
                  <c:v>-137.23665</c:v>
                </c:pt>
                <c:pt idx="1882">
                  <c:v>-137.03971</c:v>
                </c:pt>
                <c:pt idx="1883">
                  <c:v>-136.84271</c:v>
                </c:pt>
                <c:pt idx="1884">
                  <c:v>-136.64572</c:v>
                </c:pt>
                <c:pt idx="1885">
                  <c:v>-136.44861</c:v>
                </c:pt>
                <c:pt idx="1886">
                  <c:v>-136.25141</c:v>
                </c:pt>
                <c:pt idx="1887">
                  <c:v>-136.05412</c:v>
                </c:pt>
                <c:pt idx="1888">
                  <c:v>-135.85723</c:v>
                </c:pt>
                <c:pt idx="1889">
                  <c:v>-135.66072</c:v>
                </c:pt>
                <c:pt idx="1890">
                  <c:v>-135.46449</c:v>
                </c:pt>
                <c:pt idx="1891">
                  <c:v>-135.26847</c:v>
                </c:pt>
                <c:pt idx="1892">
                  <c:v>-135.07267</c:v>
                </c:pt>
                <c:pt idx="1893">
                  <c:v>-134.87671</c:v>
                </c:pt>
                <c:pt idx="1894">
                  <c:v>-134.68047</c:v>
                </c:pt>
                <c:pt idx="1895">
                  <c:v>-134.48439</c:v>
                </c:pt>
                <c:pt idx="1896">
                  <c:v>-134.28866</c:v>
                </c:pt>
                <c:pt idx="1897">
                  <c:v>-134.09326</c:v>
                </c:pt>
                <c:pt idx="1898">
                  <c:v>-133.89813</c:v>
                </c:pt>
                <c:pt idx="1899">
                  <c:v>-133.70331</c:v>
                </c:pt>
                <c:pt idx="1900">
                  <c:v>-133.50879</c:v>
                </c:pt>
                <c:pt idx="1901">
                  <c:v>-133.31439</c:v>
                </c:pt>
                <c:pt idx="1902">
                  <c:v>-133.12009</c:v>
                </c:pt>
                <c:pt idx="1903">
                  <c:v>-132.92578</c:v>
                </c:pt>
                <c:pt idx="1904">
                  <c:v>-132.73177</c:v>
                </c:pt>
                <c:pt idx="1905">
                  <c:v>-132.5383</c:v>
                </c:pt>
                <c:pt idx="1906">
                  <c:v>-132.34528</c:v>
                </c:pt>
                <c:pt idx="1907">
                  <c:v>-132.15287</c:v>
                </c:pt>
                <c:pt idx="1908">
                  <c:v>-131.9613</c:v>
                </c:pt>
                <c:pt idx="1909">
                  <c:v>-131.77035</c:v>
                </c:pt>
                <c:pt idx="1910">
                  <c:v>-131.57994</c:v>
                </c:pt>
                <c:pt idx="1911">
                  <c:v>-131.39025</c:v>
                </c:pt>
                <c:pt idx="1912">
                  <c:v>-131.20126</c:v>
                </c:pt>
                <c:pt idx="1913">
                  <c:v>-131.01276</c:v>
                </c:pt>
                <c:pt idx="1914">
                  <c:v>-130.82481</c:v>
                </c:pt>
                <c:pt idx="1915">
                  <c:v>-130.63757</c:v>
                </c:pt>
                <c:pt idx="1916">
                  <c:v>-130.45099</c:v>
                </c:pt>
                <c:pt idx="1917">
                  <c:v>-130.26524</c:v>
                </c:pt>
                <c:pt idx="1918">
                  <c:v>-130.08037</c:v>
                </c:pt>
                <c:pt idx="1919">
                  <c:v>-129.89637</c:v>
                </c:pt>
                <c:pt idx="1920">
                  <c:v>-129.71303</c:v>
                </c:pt>
                <c:pt idx="1921">
                  <c:v>-129.53051</c:v>
                </c:pt>
                <c:pt idx="1922">
                  <c:v>-129.34876</c:v>
                </c:pt>
                <c:pt idx="1923">
                  <c:v>-129.16797</c:v>
                </c:pt>
                <c:pt idx="1924">
                  <c:v>-128.98844</c:v>
                </c:pt>
                <c:pt idx="1925">
                  <c:v>-128.80996</c:v>
                </c:pt>
                <c:pt idx="1926">
                  <c:v>-128.63244</c:v>
                </c:pt>
                <c:pt idx="1927">
                  <c:v>-128.45576</c:v>
                </c:pt>
                <c:pt idx="1928">
                  <c:v>-128.28032</c:v>
                </c:pt>
                <c:pt idx="1929">
                  <c:v>-128.10619</c:v>
                </c:pt>
                <c:pt idx="1930">
                  <c:v>-127.93308</c:v>
                </c:pt>
                <c:pt idx="1931">
                  <c:v>-127.76103</c:v>
                </c:pt>
                <c:pt idx="1932">
                  <c:v>-127.58992</c:v>
                </c:pt>
                <c:pt idx="1933">
                  <c:v>-127.41962</c:v>
                </c:pt>
                <c:pt idx="1934">
                  <c:v>-127.25019</c:v>
                </c:pt>
                <c:pt idx="1935">
                  <c:v>-127.08175</c:v>
                </c:pt>
                <c:pt idx="1936">
                  <c:v>-126.91444</c:v>
                </c:pt>
                <c:pt idx="1937">
                  <c:v>-126.74836</c:v>
                </c:pt>
                <c:pt idx="1938">
                  <c:v>-126.58373</c:v>
                </c:pt>
                <c:pt idx="1939">
                  <c:v>-126.42047</c:v>
                </c:pt>
                <c:pt idx="1940">
                  <c:v>-126.25898</c:v>
                </c:pt>
                <c:pt idx="1941">
                  <c:v>-126.09913</c:v>
                </c:pt>
                <c:pt idx="1942">
                  <c:v>-125.94092</c:v>
                </c:pt>
                <c:pt idx="1943">
                  <c:v>-125.7844</c:v>
                </c:pt>
                <c:pt idx="1944">
                  <c:v>-125.62933</c:v>
                </c:pt>
                <c:pt idx="1945">
                  <c:v>-125.47559</c:v>
                </c:pt>
                <c:pt idx="1946">
                  <c:v>-125.32311</c:v>
                </c:pt>
                <c:pt idx="1947">
                  <c:v>-125.17221</c:v>
                </c:pt>
                <c:pt idx="1948">
                  <c:v>-125.02291</c:v>
                </c:pt>
                <c:pt idx="1949">
                  <c:v>-124.87518</c:v>
                </c:pt>
                <c:pt idx="1950">
                  <c:v>-124.72894</c:v>
                </c:pt>
                <c:pt idx="1951">
                  <c:v>-124.58431</c:v>
                </c:pt>
                <c:pt idx="1952">
                  <c:v>-124.44122</c:v>
                </c:pt>
                <c:pt idx="1953">
                  <c:v>-124.29964</c:v>
                </c:pt>
                <c:pt idx="1954">
                  <c:v>-124.15953</c:v>
                </c:pt>
                <c:pt idx="1955">
                  <c:v>-124.02103</c:v>
                </c:pt>
                <c:pt idx="1956">
                  <c:v>-123.88411</c:v>
                </c:pt>
                <c:pt idx="1957">
                  <c:v>-123.74878</c:v>
                </c:pt>
                <c:pt idx="1958">
                  <c:v>-123.61501</c:v>
                </c:pt>
                <c:pt idx="1959">
                  <c:v>-123.48288</c:v>
                </c:pt>
                <c:pt idx="1960">
                  <c:v>-123.35252</c:v>
                </c:pt>
                <c:pt idx="1961">
                  <c:v>-123.22378</c:v>
                </c:pt>
                <c:pt idx="1962">
                  <c:v>-123.09688</c:v>
                </c:pt>
                <c:pt idx="1963">
                  <c:v>-122.97187</c:v>
                </c:pt>
                <c:pt idx="1964">
                  <c:v>-122.84879</c:v>
                </c:pt>
                <c:pt idx="1965">
                  <c:v>-122.7277</c:v>
                </c:pt>
                <c:pt idx="1966">
                  <c:v>-122.60851</c:v>
                </c:pt>
                <c:pt idx="1967">
                  <c:v>-122.4914</c:v>
                </c:pt>
                <c:pt idx="1968">
                  <c:v>-122.37618</c:v>
                </c:pt>
                <c:pt idx="1969">
                  <c:v>-122.2629</c:v>
                </c:pt>
                <c:pt idx="1970">
                  <c:v>-122.15154</c:v>
                </c:pt>
                <c:pt idx="1971">
                  <c:v>-122.04212</c:v>
                </c:pt>
                <c:pt idx="1972">
                  <c:v>-121.93458</c:v>
                </c:pt>
                <c:pt idx="1973">
                  <c:v>-121.82921</c:v>
                </c:pt>
                <c:pt idx="1974">
                  <c:v>-121.72597</c:v>
                </c:pt>
                <c:pt idx="1975">
                  <c:v>-121.62467</c:v>
                </c:pt>
                <c:pt idx="1976">
                  <c:v>-121.52549</c:v>
                </c:pt>
                <c:pt idx="1977">
                  <c:v>-121.42833</c:v>
                </c:pt>
                <c:pt idx="1978">
                  <c:v>-121.3331</c:v>
                </c:pt>
                <c:pt idx="1979">
                  <c:v>-121.23977</c:v>
                </c:pt>
                <c:pt idx="1980">
                  <c:v>-121.14841</c:v>
                </c:pt>
                <c:pt idx="1981">
                  <c:v>-121.05897</c:v>
                </c:pt>
                <c:pt idx="1982">
                  <c:v>-120.97117</c:v>
                </c:pt>
                <c:pt idx="1983">
                  <c:v>-120.88498</c:v>
                </c:pt>
                <c:pt idx="1984">
                  <c:v>-120.80033</c:v>
                </c:pt>
                <c:pt idx="1985">
                  <c:v>-120.71745</c:v>
                </c:pt>
                <c:pt idx="1986">
                  <c:v>-120.63576</c:v>
                </c:pt>
                <c:pt idx="1987">
                  <c:v>-120.55518</c:v>
                </c:pt>
                <c:pt idx="1988">
                  <c:v>-120.47568</c:v>
                </c:pt>
                <c:pt idx="1989">
                  <c:v>-120.39729</c:v>
                </c:pt>
                <c:pt idx="1990">
                  <c:v>-120.31991</c:v>
                </c:pt>
                <c:pt idx="1991">
                  <c:v>-120.24346</c:v>
                </c:pt>
                <c:pt idx="1992">
                  <c:v>-120.16787</c:v>
                </c:pt>
                <c:pt idx="1993">
                  <c:v>-120.09299</c:v>
                </c:pt>
                <c:pt idx="1994">
                  <c:v>-120.0187</c:v>
                </c:pt>
                <c:pt idx="1995">
                  <c:v>-119.94511</c:v>
                </c:pt>
                <c:pt idx="1996">
                  <c:v>-119.87215</c:v>
                </c:pt>
                <c:pt idx="1997">
                  <c:v>-119.79984</c:v>
                </c:pt>
                <c:pt idx="1998">
                  <c:v>-119.72809</c:v>
                </c:pt>
                <c:pt idx="1999">
                  <c:v>-119.65684</c:v>
                </c:pt>
                <c:pt idx="2000">
                  <c:v>-119.5861</c:v>
                </c:pt>
                <c:pt idx="2001">
                  <c:v>-119.51573</c:v>
                </c:pt>
                <c:pt idx="2002">
                  <c:v>-119.44562</c:v>
                </c:pt>
                <c:pt idx="2003">
                  <c:v>-119.3757</c:v>
                </c:pt>
                <c:pt idx="2004">
                  <c:v>-119.30586</c:v>
                </c:pt>
                <c:pt idx="2005">
                  <c:v>-119.23604</c:v>
                </c:pt>
                <c:pt idx="2006">
                  <c:v>-119.16622</c:v>
                </c:pt>
                <c:pt idx="2007">
                  <c:v>-119.09622</c:v>
                </c:pt>
                <c:pt idx="2008">
                  <c:v>-119.026</c:v>
                </c:pt>
                <c:pt idx="2009">
                  <c:v>-118.95545</c:v>
                </c:pt>
                <c:pt idx="2010">
                  <c:v>-118.88446</c:v>
                </c:pt>
                <c:pt idx="2011">
                  <c:v>-118.81293</c:v>
                </c:pt>
                <c:pt idx="2012">
                  <c:v>-118.7407</c:v>
                </c:pt>
                <c:pt idx="2013">
                  <c:v>-118.6675</c:v>
                </c:pt>
                <c:pt idx="2014">
                  <c:v>-118.59332</c:v>
                </c:pt>
                <c:pt idx="2015">
                  <c:v>-118.518</c:v>
                </c:pt>
                <c:pt idx="2016">
                  <c:v>-118.44157</c:v>
                </c:pt>
                <c:pt idx="2017">
                  <c:v>-118.36385</c:v>
                </c:pt>
                <c:pt idx="2018">
                  <c:v>-118.28465</c:v>
                </c:pt>
                <c:pt idx="2019">
                  <c:v>-118.2039</c:v>
                </c:pt>
                <c:pt idx="2020">
                  <c:v>-118.12138</c:v>
                </c:pt>
                <c:pt idx="2021">
                  <c:v>-118.03702</c:v>
                </c:pt>
                <c:pt idx="2022">
                  <c:v>-117.95065</c:v>
                </c:pt>
                <c:pt idx="2023">
                  <c:v>-117.86225</c:v>
                </c:pt>
                <c:pt idx="2024">
                  <c:v>-117.77173</c:v>
                </c:pt>
                <c:pt idx="2025">
                  <c:v>-117.67883</c:v>
                </c:pt>
                <c:pt idx="2026">
                  <c:v>-117.58349</c:v>
                </c:pt>
                <c:pt idx="2027">
                  <c:v>-117.48559</c:v>
                </c:pt>
                <c:pt idx="2028">
                  <c:v>-117.385</c:v>
                </c:pt>
                <c:pt idx="2029">
                  <c:v>-117.28163</c:v>
                </c:pt>
                <c:pt idx="2030">
                  <c:v>-117.17529</c:v>
                </c:pt>
                <c:pt idx="2031">
                  <c:v>-117.06576</c:v>
                </c:pt>
                <c:pt idx="2032">
                  <c:v>-116.95292</c:v>
                </c:pt>
                <c:pt idx="2033">
                  <c:v>-116.83672</c:v>
                </c:pt>
                <c:pt idx="2034">
                  <c:v>-116.71722</c:v>
                </c:pt>
                <c:pt idx="2035">
                  <c:v>-116.59414</c:v>
                </c:pt>
                <c:pt idx="2036">
                  <c:v>-116.46738</c:v>
                </c:pt>
                <c:pt idx="2037">
                  <c:v>-116.3368</c:v>
                </c:pt>
                <c:pt idx="2038">
                  <c:v>-116.20243</c:v>
                </c:pt>
                <c:pt idx="2039">
                  <c:v>-116.06421</c:v>
                </c:pt>
                <c:pt idx="2040">
                  <c:v>-115.92206</c:v>
                </c:pt>
                <c:pt idx="2041">
                  <c:v>-115.77583</c:v>
                </c:pt>
                <c:pt idx="2042">
                  <c:v>-115.62547</c:v>
                </c:pt>
                <c:pt idx="2043">
                  <c:v>-115.47111</c:v>
                </c:pt>
                <c:pt idx="2044">
                  <c:v>-115.31264</c:v>
                </c:pt>
                <c:pt idx="2045">
                  <c:v>-115.14978</c:v>
                </c:pt>
                <c:pt idx="2046">
                  <c:v>-114.98258</c:v>
                </c:pt>
                <c:pt idx="2047">
                  <c:v>-114.81109</c:v>
                </c:pt>
                <c:pt idx="2048">
                  <c:v>-114.63531</c:v>
                </c:pt>
                <c:pt idx="2049">
                  <c:v>-114.45525</c:v>
                </c:pt>
                <c:pt idx="2050">
                  <c:v>-114.271</c:v>
                </c:pt>
                <c:pt idx="2051">
                  <c:v>-114.08252</c:v>
                </c:pt>
                <c:pt idx="2052">
                  <c:v>-113.8899</c:v>
                </c:pt>
                <c:pt idx="2053">
                  <c:v>-113.69312</c:v>
                </c:pt>
                <c:pt idx="2054">
                  <c:v>-113.49232</c:v>
                </c:pt>
                <c:pt idx="2055">
                  <c:v>-113.28754</c:v>
                </c:pt>
                <c:pt idx="2056">
                  <c:v>-113.0788</c:v>
                </c:pt>
                <c:pt idx="2057">
                  <c:v>-112.86607</c:v>
                </c:pt>
                <c:pt idx="2058">
                  <c:v>-112.6494</c:v>
                </c:pt>
                <c:pt idx="2059">
                  <c:v>-112.42889</c:v>
                </c:pt>
                <c:pt idx="2060">
                  <c:v>-112.20484</c:v>
                </c:pt>
                <c:pt idx="2061">
                  <c:v>-111.97703</c:v>
                </c:pt>
                <c:pt idx="2062">
                  <c:v>-111.74593</c:v>
                </c:pt>
                <c:pt idx="2063">
                  <c:v>-111.51137</c:v>
                </c:pt>
                <c:pt idx="2064">
                  <c:v>-111.27363</c:v>
                </c:pt>
                <c:pt idx="2065">
                  <c:v>-111.03291</c:v>
                </c:pt>
                <c:pt idx="2066">
                  <c:v>-110.78951</c:v>
                </c:pt>
                <c:pt idx="2067">
                  <c:v>-110.54344</c:v>
                </c:pt>
                <c:pt idx="2068">
                  <c:v>-110.29485</c:v>
                </c:pt>
                <c:pt idx="2069">
                  <c:v>-110.04408</c:v>
                </c:pt>
                <c:pt idx="2070">
                  <c:v>-109.79126</c:v>
                </c:pt>
                <c:pt idx="2071">
                  <c:v>-109.53661</c:v>
                </c:pt>
                <c:pt idx="2072">
                  <c:v>-109.28045</c:v>
                </c:pt>
                <c:pt idx="2073">
                  <c:v>-109.02294</c:v>
                </c:pt>
                <c:pt idx="2074">
                  <c:v>-108.76434</c:v>
                </c:pt>
                <c:pt idx="2075">
                  <c:v>-108.50505</c:v>
                </c:pt>
                <c:pt idx="2076">
                  <c:v>-108.24534</c:v>
                </c:pt>
                <c:pt idx="2077">
                  <c:v>-107.98544</c:v>
                </c:pt>
                <c:pt idx="2078">
                  <c:v>-107.72564</c:v>
                </c:pt>
                <c:pt idx="2079">
                  <c:v>-107.46621</c:v>
                </c:pt>
                <c:pt idx="2080">
                  <c:v>-107.20744</c:v>
                </c:pt>
                <c:pt idx="2081">
                  <c:v>-106.94981</c:v>
                </c:pt>
                <c:pt idx="2082">
                  <c:v>-106.69367</c:v>
                </c:pt>
                <c:pt idx="2083">
                  <c:v>-106.43922</c:v>
                </c:pt>
                <c:pt idx="2084">
                  <c:v>-106.18677</c:v>
                </c:pt>
                <c:pt idx="2085">
                  <c:v>-105.93647</c:v>
                </c:pt>
                <c:pt idx="2086">
                  <c:v>-105.68874</c:v>
                </c:pt>
                <c:pt idx="2087">
                  <c:v>-105.44398</c:v>
                </c:pt>
                <c:pt idx="2088">
                  <c:v>-105.28839</c:v>
                </c:pt>
                <c:pt idx="2089">
                  <c:v>-105.16121</c:v>
                </c:pt>
                <c:pt idx="2090">
                  <c:v>-105.05868</c:v>
                </c:pt>
                <c:pt idx="2091">
                  <c:v>-104.93412</c:v>
                </c:pt>
                <c:pt idx="2092">
                  <c:v>-104.83666</c:v>
                </c:pt>
                <c:pt idx="2093">
                  <c:v>-104.7188</c:v>
                </c:pt>
                <c:pt idx="2094">
                  <c:v>-104.62964</c:v>
                </c:pt>
                <c:pt idx="2095">
                  <c:v>-104.52064</c:v>
                </c:pt>
                <c:pt idx="2096">
                  <c:v>-104.43975</c:v>
                </c:pt>
                <c:pt idx="2097">
                  <c:v>-104.33911</c:v>
                </c:pt>
                <c:pt idx="2098">
                  <c:v>-104.22386</c:v>
                </c:pt>
                <c:pt idx="2099">
                  <c:v>-104.0977</c:v>
                </c:pt>
                <c:pt idx="2100">
                  <c:v>-104.00755</c:v>
                </c:pt>
                <c:pt idx="2101">
                  <c:v>-103.90266</c:v>
                </c:pt>
                <c:pt idx="2102">
                  <c:v>-103.82988</c:v>
                </c:pt>
                <c:pt idx="2103">
                  <c:v>-103.74012</c:v>
                </c:pt>
                <c:pt idx="2104">
                  <c:v>-103.63807</c:v>
                </c:pt>
                <c:pt idx="2105">
                  <c:v>-103.52692</c:v>
                </c:pt>
                <c:pt idx="2106">
                  <c:v>-103.40897</c:v>
                </c:pt>
                <c:pt idx="2107">
                  <c:v>-103.2861</c:v>
                </c:pt>
                <c:pt idx="2108">
                  <c:v>-103.20397</c:v>
                </c:pt>
                <c:pt idx="2109">
                  <c:v>-103.11049</c:v>
                </c:pt>
                <c:pt idx="2110">
                  <c:v>-103.00837</c:v>
                </c:pt>
                <c:pt idx="2111">
                  <c:v>-102.94394</c:v>
                </c:pt>
                <c:pt idx="2112">
                  <c:v>-102.86608</c:v>
                </c:pt>
                <c:pt idx="2113">
                  <c:v>-102.77834</c:v>
                </c:pt>
                <c:pt idx="2114">
                  <c:v>-102.68325</c:v>
                </c:pt>
                <c:pt idx="2115">
                  <c:v>-102.58243</c:v>
                </c:pt>
                <c:pt idx="2116">
                  <c:v>-102.47735</c:v>
                </c:pt>
                <c:pt idx="2117">
                  <c:v>-102.41159</c:v>
                </c:pt>
                <c:pt idx="2118">
                  <c:v>-102.33511</c:v>
                </c:pt>
                <c:pt idx="2119">
                  <c:v>-102.25078</c:v>
                </c:pt>
                <c:pt idx="2120">
                  <c:v>-102.16007</c:v>
                </c:pt>
                <c:pt idx="2121">
                  <c:v>-102.06436</c:v>
                </c:pt>
                <c:pt idx="2122">
                  <c:v>-101.96484</c:v>
                </c:pt>
                <c:pt idx="2123">
                  <c:v>-101.90597</c:v>
                </c:pt>
                <c:pt idx="2124">
                  <c:v>-101.8346</c:v>
                </c:pt>
                <c:pt idx="2125">
                  <c:v>-101.75287</c:v>
                </c:pt>
                <c:pt idx="2126">
                  <c:v>-101.66209</c:v>
                </c:pt>
                <c:pt idx="2127">
                  <c:v>-101.60256</c:v>
                </c:pt>
                <c:pt idx="2128">
                  <c:v>-101.52848</c:v>
                </c:pt>
                <c:pt idx="2129">
                  <c:v>-101.44144</c:v>
                </c:pt>
                <c:pt idx="2130">
                  <c:v>-101.34282</c:v>
                </c:pt>
                <c:pt idx="2131">
                  <c:v>-101.23385</c:v>
                </c:pt>
                <c:pt idx="2132">
                  <c:v>-101.11398</c:v>
                </c:pt>
                <c:pt idx="2133">
                  <c:v>-100.9835</c:v>
                </c:pt>
                <c:pt idx="2134">
                  <c:v>-100.84245</c:v>
                </c:pt>
                <c:pt idx="2135">
                  <c:v>-100.72112</c:v>
                </c:pt>
                <c:pt idx="2136">
                  <c:v>-100.6237</c:v>
                </c:pt>
                <c:pt idx="2137">
                  <c:v>-100.49929</c:v>
                </c:pt>
                <c:pt idx="2138">
                  <c:v>-100.34934</c:v>
                </c:pt>
                <c:pt idx="2139">
                  <c:v>-100.1769</c:v>
                </c:pt>
                <c:pt idx="2140">
                  <c:v>-99.98272</c:v>
                </c:pt>
                <c:pt idx="2141">
                  <c:v>-99.766959</c:v>
                </c:pt>
                <c:pt idx="2142">
                  <c:v>-99.527436</c:v>
                </c:pt>
                <c:pt idx="2143">
                  <c:v>-99.288114</c:v>
                </c:pt>
                <c:pt idx="2144">
                  <c:v>-99.019213</c:v>
                </c:pt>
                <c:pt idx="2145">
                  <c:v>-98.72503</c:v>
                </c:pt>
                <c:pt idx="2146">
                  <c:v>-98.40399</c:v>
                </c:pt>
                <c:pt idx="2147">
                  <c:v>-98.060108</c:v>
                </c:pt>
                <c:pt idx="2148">
                  <c:v>-97.704826</c:v>
                </c:pt>
                <c:pt idx="2149">
                  <c:v>-97.326139</c:v>
                </c:pt>
                <c:pt idx="2150">
                  <c:v>-96.921362</c:v>
                </c:pt>
                <c:pt idx="2151">
                  <c:v>-96.530713</c:v>
                </c:pt>
                <c:pt idx="2152">
                  <c:v>-96.111416</c:v>
                </c:pt>
                <c:pt idx="2153">
                  <c:v>-95.664569</c:v>
                </c:pt>
                <c:pt idx="2154">
                  <c:v>-95.189372</c:v>
                </c:pt>
                <c:pt idx="2155">
                  <c:v>-94.691292</c:v>
                </c:pt>
                <c:pt idx="2156">
                  <c:v>-94.169175</c:v>
                </c:pt>
                <c:pt idx="2157">
                  <c:v>-93.625765</c:v>
                </c:pt>
                <c:pt idx="2158">
                  <c:v>-93.064701</c:v>
                </c:pt>
                <c:pt idx="2159">
                  <c:v>-92.484703</c:v>
                </c:pt>
                <c:pt idx="2160">
                  <c:v>-91.88522</c:v>
                </c:pt>
                <c:pt idx="2161">
                  <c:v>-91.26909</c:v>
                </c:pt>
                <c:pt idx="2162">
                  <c:v>-90.658694</c:v>
                </c:pt>
                <c:pt idx="2163">
                  <c:v>-90.029055</c:v>
                </c:pt>
                <c:pt idx="2164">
                  <c:v>-89.373946</c:v>
                </c:pt>
                <c:pt idx="2165">
                  <c:v>-88.702367</c:v>
                </c:pt>
                <c:pt idx="2166">
                  <c:v>-88.018705</c:v>
                </c:pt>
                <c:pt idx="2167">
                  <c:v>-87.319191</c:v>
                </c:pt>
                <c:pt idx="2168">
                  <c:v>-86.608203</c:v>
                </c:pt>
                <c:pt idx="2169">
                  <c:v>-85.887574</c:v>
                </c:pt>
                <c:pt idx="2170">
                  <c:v>-85.154578</c:v>
                </c:pt>
                <c:pt idx="2171">
                  <c:v>-84.418832</c:v>
                </c:pt>
                <c:pt idx="2172">
                  <c:v>-83.675956</c:v>
                </c:pt>
                <c:pt idx="2173">
                  <c:v>-82.920183</c:v>
                </c:pt>
                <c:pt idx="2174">
                  <c:v>-82.156246</c:v>
                </c:pt>
                <c:pt idx="2175">
                  <c:v>-81.386756</c:v>
                </c:pt>
                <c:pt idx="2176">
                  <c:v>-80.603817</c:v>
                </c:pt>
                <c:pt idx="2177">
                  <c:v>-79.817667</c:v>
                </c:pt>
                <c:pt idx="2178">
                  <c:v>-79.029683</c:v>
                </c:pt>
                <c:pt idx="2179">
                  <c:v>-78.236102</c:v>
                </c:pt>
                <c:pt idx="2180">
                  <c:v>-77.447594</c:v>
                </c:pt>
                <c:pt idx="2181">
                  <c:v>-76.666433</c:v>
                </c:pt>
                <c:pt idx="2182">
                  <c:v>-75.885679</c:v>
                </c:pt>
                <c:pt idx="2183">
                  <c:v>-75.108259</c:v>
                </c:pt>
                <c:pt idx="2184">
                  <c:v>-74.33154</c:v>
                </c:pt>
                <c:pt idx="2185">
                  <c:v>-73.543129</c:v>
                </c:pt>
                <c:pt idx="2186">
                  <c:v>-72.75629</c:v>
                </c:pt>
                <c:pt idx="2187">
                  <c:v>-71.980239</c:v>
                </c:pt>
                <c:pt idx="2188">
                  <c:v>-71.201052</c:v>
                </c:pt>
                <c:pt idx="2189">
                  <c:v>-70.413762</c:v>
                </c:pt>
                <c:pt idx="2190">
                  <c:v>-69.632861</c:v>
                </c:pt>
                <c:pt idx="2191">
                  <c:v>-68.878965</c:v>
                </c:pt>
                <c:pt idx="2192">
                  <c:v>-68.143552</c:v>
                </c:pt>
                <c:pt idx="2193">
                  <c:v>-67.427131</c:v>
                </c:pt>
                <c:pt idx="2194">
                  <c:v>-66.734605</c:v>
                </c:pt>
                <c:pt idx="2195">
                  <c:v>-66.087443</c:v>
                </c:pt>
                <c:pt idx="2196">
                  <c:v>-65.458515</c:v>
                </c:pt>
                <c:pt idx="2197">
                  <c:v>-64.837843</c:v>
                </c:pt>
                <c:pt idx="2198">
                  <c:v>-64.207114</c:v>
                </c:pt>
                <c:pt idx="2199">
                  <c:v>-63.587285</c:v>
                </c:pt>
                <c:pt idx="2200">
                  <c:v>-62.975025</c:v>
                </c:pt>
                <c:pt idx="2201">
                  <c:v>-62.359426</c:v>
                </c:pt>
                <c:pt idx="2202">
                  <c:v>-61.737608</c:v>
                </c:pt>
                <c:pt idx="2203">
                  <c:v>-61.124011</c:v>
                </c:pt>
                <c:pt idx="2204">
                  <c:v>-60.521189</c:v>
                </c:pt>
                <c:pt idx="2205">
                  <c:v>-59.920806</c:v>
                </c:pt>
                <c:pt idx="2206">
                  <c:v>-59.32587</c:v>
                </c:pt>
                <c:pt idx="2207">
                  <c:v>-58.736318</c:v>
                </c:pt>
                <c:pt idx="2208">
                  <c:v>-58.13871</c:v>
                </c:pt>
                <c:pt idx="2209">
                  <c:v>-57.550688</c:v>
                </c:pt>
                <c:pt idx="2210">
                  <c:v>-56.972081</c:v>
                </c:pt>
                <c:pt idx="2211">
                  <c:v>-56.403413</c:v>
                </c:pt>
                <c:pt idx="2212">
                  <c:v>-55.845424</c:v>
                </c:pt>
                <c:pt idx="2213">
                  <c:v>-55.293157</c:v>
                </c:pt>
                <c:pt idx="2214">
                  <c:v>-54.756184</c:v>
                </c:pt>
                <c:pt idx="2215">
                  <c:v>-54.232924</c:v>
                </c:pt>
                <c:pt idx="2216">
                  <c:v>-53.680372</c:v>
                </c:pt>
                <c:pt idx="2217">
                  <c:v>-53.135639</c:v>
                </c:pt>
                <c:pt idx="2218">
                  <c:v>-52.609029</c:v>
                </c:pt>
                <c:pt idx="2219">
                  <c:v>-52.102681</c:v>
                </c:pt>
                <c:pt idx="2220">
                  <c:v>-51.611605</c:v>
                </c:pt>
                <c:pt idx="2221">
                  <c:v>-51.125147</c:v>
                </c:pt>
                <c:pt idx="2222">
                  <c:v>-50.654975</c:v>
                </c:pt>
                <c:pt idx="2223">
                  <c:v>-50.185716</c:v>
                </c:pt>
                <c:pt idx="2224">
                  <c:v>-49.73294</c:v>
                </c:pt>
                <c:pt idx="2225">
                  <c:v>-49.301379</c:v>
                </c:pt>
                <c:pt idx="2226">
                  <c:v>-48.884886</c:v>
                </c:pt>
                <c:pt idx="2227">
                  <c:v>-48.471027</c:v>
                </c:pt>
                <c:pt idx="2228">
                  <c:v>-48.074419</c:v>
                </c:pt>
                <c:pt idx="2229">
                  <c:v>-47.684426</c:v>
                </c:pt>
                <c:pt idx="2230">
                  <c:v>-47.308242</c:v>
                </c:pt>
                <c:pt idx="2231">
                  <c:v>-46.947672</c:v>
                </c:pt>
                <c:pt idx="2232">
                  <c:v>-46.601447</c:v>
                </c:pt>
                <c:pt idx="2233">
                  <c:v>-46.250516</c:v>
                </c:pt>
                <c:pt idx="2234">
                  <c:v>-45.922179</c:v>
                </c:pt>
                <c:pt idx="2235">
                  <c:v>-45.607362</c:v>
                </c:pt>
                <c:pt idx="2236">
                  <c:v>-45.307056</c:v>
                </c:pt>
                <c:pt idx="2237">
                  <c:v>-44.991945</c:v>
                </c:pt>
                <c:pt idx="2238">
                  <c:v>-44.647814</c:v>
                </c:pt>
                <c:pt idx="2239">
                  <c:v>-44.340537</c:v>
                </c:pt>
                <c:pt idx="2240">
                  <c:v>-44.075794</c:v>
                </c:pt>
                <c:pt idx="2241">
                  <c:v>-43.824728</c:v>
                </c:pt>
                <c:pt idx="2242">
                  <c:v>-43.588457</c:v>
                </c:pt>
                <c:pt idx="2243">
                  <c:v>-43.378107</c:v>
                </c:pt>
                <c:pt idx="2244">
                  <c:v>-43.177477</c:v>
                </c:pt>
                <c:pt idx="2245">
                  <c:v>-42.998177</c:v>
                </c:pt>
                <c:pt idx="2246">
                  <c:v>-42.842697</c:v>
                </c:pt>
                <c:pt idx="2247">
                  <c:v>-42.693735</c:v>
                </c:pt>
                <c:pt idx="2248">
                  <c:v>-42.563026</c:v>
                </c:pt>
                <c:pt idx="2249">
                  <c:v>-42.459254</c:v>
                </c:pt>
                <c:pt idx="2250">
                  <c:v>-42.360139</c:v>
                </c:pt>
                <c:pt idx="2251">
                  <c:v>-42.28079</c:v>
                </c:pt>
                <c:pt idx="2252">
                  <c:v>-42.215078</c:v>
                </c:pt>
                <c:pt idx="2253">
                  <c:v>-42.155567</c:v>
                </c:pt>
                <c:pt idx="2254">
                  <c:v>-42.107419</c:v>
                </c:pt>
                <c:pt idx="2255">
                  <c:v>-42.087843</c:v>
                </c:pt>
                <c:pt idx="2256">
                  <c:v>-42.074755</c:v>
                </c:pt>
                <c:pt idx="2257">
                  <c:v>-42.075556</c:v>
                </c:pt>
                <c:pt idx="2258">
                  <c:v>-42.089915</c:v>
                </c:pt>
                <c:pt idx="2259">
                  <c:v>-42.084803</c:v>
                </c:pt>
                <c:pt idx="2260">
                  <c:v>-42.102522</c:v>
                </c:pt>
                <c:pt idx="2261">
                  <c:v>-42.147108</c:v>
                </c:pt>
                <c:pt idx="2262">
                  <c:v>-42.202012</c:v>
                </c:pt>
                <c:pt idx="2263">
                  <c:v>-42.256155</c:v>
                </c:pt>
                <c:pt idx="2264">
                  <c:v>-42.329049</c:v>
                </c:pt>
                <c:pt idx="2265">
                  <c:v>-42.411356</c:v>
                </c:pt>
                <c:pt idx="2266">
                  <c:v>-42.508352</c:v>
                </c:pt>
                <c:pt idx="2267">
                  <c:v>-42.619065</c:v>
                </c:pt>
                <c:pt idx="2268">
                  <c:v>-42.732571</c:v>
                </c:pt>
                <c:pt idx="2269">
                  <c:v>-42.860233</c:v>
                </c:pt>
                <c:pt idx="2270">
                  <c:v>-42.996381</c:v>
                </c:pt>
                <c:pt idx="2271">
                  <c:v>-43.136922</c:v>
                </c:pt>
                <c:pt idx="2272">
                  <c:v>-43.279809</c:v>
                </c:pt>
                <c:pt idx="2273">
                  <c:v>-43.432979</c:v>
                </c:pt>
                <c:pt idx="2274">
                  <c:v>-43.586344</c:v>
                </c:pt>
                <c:pt idx="2275">
                  <c:v>-43.746903</c:v>
                </c:pt>
                <c:pt idx="2276">
                  <c:v>-43.906519</c:v>
                </c:pt>
                <c:pt idx="2277">
                  <c:v>-44.068717</c:v>
                </c:pt>
                <c:pt idx="2278">
                  <c:v>-44.234968</c:v>
                </c:pt>
                <c:pt idx="2279">
                  <c:v>-44.402151</c:v>
                </c:pt>
                <c:pt idx="2280">
                  <c:v>-44.566612</c:v>
                </c:pt>
                <c:pt idx="2281">
                  <c:v>-44.736913</c:v>
                </c:pt>
                <c:pt idx="2282">
                  <c:v>-44.90843</c:v>
                </c:pt>
                <c:pt idx="2283">
                  <c:v>-45.078396</c:v>
                </c:pt>
                <c:pt idx="2284">
                  <c:v>-45.246469</c:v>
                </c:pt>
                <c:pt idx="2285">
                  <c:v>-45.415371</c:v>
                </c:pt>
                <c:pt idx="2286">
                  <c:v>-45.58168</c:v>
                </c:pt>
                <c:pt idx="2287">
                  <c:v>-45.747956</c:v>
                </c:pt>
                <c:pt idx="2288">
                  <c:v>-45.905804</c:v>
                </c:pt>
                <c:pt idx="2289">
                  <c:v>-46.062642</c:v>
                </c:pt>
                <c:pt idx="2290">
                  <c:v>-46.217523</c:v>
                </c:pt>
                <c:pt idx="2291">
                  <c:v>-46.367304</c:v>
                </c:pt>
                <c:pt idx="2292">
                  <c:v>-46.550058</c:v>
                </c:pt>
                <c:pt idx="2293">
                  <c:v>-46.678225</c:v>
                </c:pt>
                <c:pt idx="2294">
                  <c:v>-46.804231</c:v>
                </c:pt>
                <c:pt idx="2295">
                  <c:v>-46.971874</c:v>
                </c:pt>
                <c:pt idx="2296">
                  <c:v>-47.075715</c:v>
                </c:pt>
                <c:pt idx="2297">
                  <c:v>-47.184158</c:v>
                </c:pt>
                <c:pt idx="2298">
                  <c:v>-47.396111</c:v>
                </c:pt>
                <c:pt idx="2299">
                  <c:v>-47.475524</c:v>
                </c:pt>
                <c:pt idx="2300">
                  <c:v>-47.596117</c:v>
                </c:pt>
                <c:pt idx="2301">
                  <c:v>-47.669787</c:v>
                </c:pt>
                <c:pt idx="2302">
                  <c:v>-47.747643</c:v>
                </c:pt>
                <c:pt idx="2303">
                  <c:v>-47.864163</c:v>
                </c:pt>
                <c:pt idx="2304">
                  <c:v>-47.924859</c:v>
                </c:pt>
                <c:pt idx="2305">
                  <c:v>-48.024686</c:v>
                </c:pt>
                <c:pt idx="2306">
                  <c:v>-48.077872</c:v>
                </c:pt>
                <c:pt idx="2307">
                  <c:v>-48.159972</c:v>
                </c:pt>
                <c:pt idx="2308">
                  <c:v>-48.199938</c:v>
                </c:pt>
                <c:pt idx="2309">
                  <c:v>-48.271228</c:v>
                </c:pt>
                <c:pt idx="2310">
                  <c:v>-48.290764</c:v>
                </c:pt>
                <c:pt idx="2311">
                  <c:v>-48.355659</c:v>
                </c:pt>
                <c:pt idx="2312">
                  <c:v>-48.442007</c:v>
                </c:pt>
                <c:pt idx="2313">
                  <c:v>-48.445067</c:v>
                </c:pt>
                <c:pt idx="2314">
                  <c:v>-48.450246</c:v>
                </c:pt>
                <c:pt idx="2315">
                  <c:v>-48.48961</c:v>
                </c:pt>
                <c:pt idx="2316">
                  <c:v>-48.451992</c:v>
                </c:pt>
                <c:pt idx="2317">
                  <c:v>-48.491251</c:v>
                </c:pt>
                <c:pt idx="2318">
                  <c:v>-48.511667</c:v>
                </c:pt>
                <c:pt idx="2319">
                  <c:v>-48.45981</c:v>
                </c:pt>
                <c:pt idx="2320">
                  <c:v>-48.493736</c:v>
                </c:pt>
                <c:pt idx="2321">
                  <c:v>-48.511841</c:v>
                </c:pt>
                <c:pt idx="2322">
                  <c:v>-48.47092</c:v>
                </c:pt>
                <c:pt idx="2323">
                  <c:v>-48.560613</c:v>
                </c:pt>
                <c:pt idx="2324">
                  <c:v>-48.501054</c:v>
                </c:pt>
                <c:pt idx="2325">
                  <c:v>-48.54911</c:v>
                </c:pt>
                <c:pt idx="2326">
                  <c:v>-48.496053</c:v>
                </c:pt>
                <c:pt idx="2327">
                  <c:v>-48.403125</c:v>
                </c:pt>
                <c:pt idx="2328">
                  <c:v>-48.345772</c:v>
                </c:pt>
                <c:pt idx="2329">
                  <c:v>-48.418609</c:v>
                </c:pt>
                <c:pt idx="2330">
                  <c:v>-48.314779</c:v>
                </c:pt>
                <c:pt idx="2331">
                  <c:v>-48.179173</c:v>
                </c:pt>
                <c:pt idx="2332">
                  <c:v>-48.094273</c:v>
                </c:pt>
                <c:pt idx="2333">
                  <c:v>-48.06647</c:v>
                </c:pt>
                <c:pt idx="2334">
                  <c:v>-48.006279</c:v>
                </c:pt>
                <c:pt idx="2335">
                  <c:v>-47.884078</c:v>
                </c:pt>
                <c:pt idx="2336">
                  <c:v>-47.744081</c:v>
                </c:pt>
                <c:pt idx="2337">
                  <c:v>-47.698028</c:v>
                </c:pt>
                <c:pt idx="2338">
                  <c:v>-47.550298</c:v>
                </c:pt>
                <c:pt idx="2339">
                  <c:v>-47.433909</c:v>
                </c:pt>
                <c:pt idx="2340">
                  <c:v>-47.577306</c:v>
                </c:pt>
                <c:pt idx="2341">
                  <c:v>-47.415554</c:v>
                </c:pt>
                <c:pt idx="2342">
                  <c:v>-47.229767</c:v>
                </c:pt>
                <c:pt idx="2343">
                  <c:v>-47.106304</c:v>
                </c:pt>
                <c:pt idx="2344">
                  <c:v>-46.904962</c:v>
                </c:pt>
                <c:pt idx="2345">
                  <c:v>-46.783245</c:v>
                </c:pt>
                <c:pt idx="2346">
                  <c:v>-46.613683</c:v>
                </c:pt>
                <c:pt idx="2347">
                  <c:v>-46.515938</c:v>
                </c:pt>
                <c:pt idx="2348">
                  <c:v>-46.40714</c:v>
                </c:pt>
                <c:pt idx="2349">
                  <c:v>-46.237044</c:v>
                </c:pt>
                <c:pt idx="2350">
                  <c:v>-46.132803</c:v>
                </c:pt>
                <c:pt idx="2351">
                  <c:v>-45.989503</c:v>
                </c:pt>
                <c:pt idx="2352">
                  <c:v>-45.965312</c:v>
                </c:pt>
                <c:pt idx="2353">
                  <c:v>-45.685264</c:v>
                </c:pt>
                <c:pt idx="2354">
                  <c:v>-45.466171</c:v>
                </c:pt>
                <c:pt idx="2355">
                  <c:v>-45.322688</c:v>
                </c:pt>
                <c:pt idx="2356">
                  <c:v>-45.198582</c:v>
                </c:pt>
                <c:pt idx="2357">
                  <c:v>-44.948491</c:v>
                </c:pt>
                <c:pt idx="2358">
                  <c:v>-44.800998</c:v>
                </c:pt>
                <c:pt idx="2359">
                  <c:v>-44.546563</c:v>
                </c:pt>
                <c:pt idx="2360">
                  <c:v>-44.404983</c:v>
                </c:pt>
                <c:pt idx="2361">
                  <c:v>-44.217898</c:v>
                </c:pt>
                <c:pt idx="2362">
                  <c:v>-43.961998</c:v>
                </c:pt>
                <c:pt idx="2363">
                  <c:v>-43.914261</c:v>
                </c:pt>
                <c:pt idx="2364">
                  <c:v>-43.62332</c:v>
                </c:pt>
                <c:pt idx="2365">
                  <c:v>-43.484107</c:v>
                </c:pt>
                <c:pt idx="2366">
                  <c:v>-43.288332</c:v>
                </c:pt>
                <c:pt idx="2367">
                  <c:v>-43.040265</c:v>
                </c:pt>
                <c:pt idx="2368">
                  <c:v>-42.784753</c:v>
                </c:pt>
                <c:pt idx="2369">
                  <c:v>-42.555655</c:v>
                </c:pt>
                <c:pt idx="2370">
                  <c:v>-42.370138</c:v>
                </c:pt>
                <c:pt idx="2371">
                  <c:v>-42.201306</c:v>
                </c:pt>
                <c:pt idx="2372">
                  <c:v>-42.077899</c:v>
                </c:pt>
                <c:pt idx="2373">
                  <c:v>-41.758019</c:v>
                </c:pt>
                <c:pt idx="2374">
                  <c:v>-41.57772</c:v>
                </c:pt>
                <c:pt idx="2375">
                  <c:v>-41.328489</c:v>
                </c:pt>
                <c:pt idx="2376">
                  <c:v>-41.290316</c:v>
                </c:pt>
                <c:pt idx="2377">
                  <c:v>-41.008282</c:v>
                </c:pt>
                <c:pt idx="2378">
                  <c:v>-40.724071</c:v>
                </c:pt>
                <c:pt idx="2379">
                  <c:v>-40.551365</c:v>
                </c:pt>
                <c:pt idx="2380">
                  <c:v>-40.308511</c:v>
                </c:pt>
                <c:pt idx="2381">
                  <c:v>-40.145078</c:v>
                </c:pt>
                <c:pt idx="2382">
                  <c:v>-39.843245</c:v>
                </c:pt>
                <c:pt idx="2383">
                  <c:v>-39.600733</c:v>
                </c:pt>
                <c:pt idx="2384">
                  <c:v>-39.319868</c:v>
                </c:pt>
                <c:pt idx="2385">
                  <c:v>-39.133804</c:v>
                </c:pt>
                <c:pt idx="2386">
                  <c:v>-39.001024</c:v>
                </c:pt>
                <c:pt idx="2387">
                  <c:v>-38.690277</c:v>
                </c:pt>
                <c:pt idx="2388">
                  <c:v>-38.479825</c:v>
                </c:pt>
                <c:pt idx="2389">
                  <c:v>-38.181606</c:v>
                </c:pt>
                <c:pt idx="2390">
                  <c:v>-37.99149</c:v>
                </c:pt>
                <c:pt idx="2391">
                  <c:v>-37.864901</c:v>
                </c:pt>
                <c:pt idx="2392">
                  <c:v>-37.569342</c:v>
                </c:pt>
                <c:pt idx="2393">
                  <c:v>-37.384302</c:v>
                </c:pt>
                <c:pt idx="2394">
                  <c:v>-37.138503</c:v>
                </c:pt>
                <c:pt idx="2395">
                  <c:v>-36.852709</c:v>
                </c:pt>
                <c:pt idx="2396">
                  <c:v>-36.606124</c:v>
                </c:pt>
                <c:pt idx="2397">
                  <c:v>-36.370079</c:v>
                </c:pt>
                <c:pt idx="2398">
                  <c:v>-36.090105</c:v>
                </c:pt>
                <c:pt idx="2399">
                  <c:v>-35.929482</c:v>
                </c:pt>
                <c:pt idx="2400">
                  <c:v>-35.659511</c:v>
                </c:pt>
                <c:pt idx="2401">
                  <c:v>-35.388786</c:v>
                </c:pt>
                <c:pt idx="2402">
                  <c:v>-35.130559</c:v>
                </c:pt>
                <c:pt idx="2403">
                  <c:v>-35.000775</c:v>
                </c:pt>
                <c:pt idx="2404">
                  <c:v>-34.758619</c:v>
                </c:pt>
                <c:pt idx="2405">
                  <c:v>-34.541418</c:v>
                </c:pt>
                <c:pt idx="2406">
                  <c:v>-34.210304</c:v>
                </c:pt>
                <c:pt idx="2407">
                  <c:v>-33.977067</c:v>
                </c:pt>
                <c:pt idx="2408">
                  <c:v>-33.747118</c:v>
                </c:pt>
                <c:pt idx="2409">
                  <c:v>-33.453384</c:v>
                </c:pt>
                <c:pt idx="2410">
                  <c:v>-33.295395</c:v>
                </c:pt>
                <c:pt idx="2411">
                  <c:v>-32.981449</c:v>
                </c:pt>
                <c:pt idx="2412">
                  <c:v>-32.739082</c:v>
                </c:pt>
                <c:pt idx="2413">
                  <c:v>-32.482983</c:v>
                </c:pt>
                <c:pt idx="2414">
                  <c:v>-32.299105</c:v>
                </c:pt>
                <c:pt idx="2415">
                  <c:v>-32.09333</c:v>
                </c:pt>
                <c:pt idx="2416">
                  <c:v>-31.813685</c:v>
                </c:pt>
                <c:pt idx="2417">
                  <c:v>-31.480972</c:v>
                </c:pt>
                <c:pt idx="2418">
                  <c:v>-31.214066</c:v>
                </c:pt>
                <c:pt idx="2419">
                  <c:v>-30.967861</c:v>
                </c:pt>
                <c:pt idx="2420">
                  <c:v>-30.773781</c:v>
                </c:pt>
                <c:pt idx="2421">
                  <c:v>-30.505676</c:v>
                </c:pt>
                <c:pt idx="2422">
                  <c:v>-30.188371</c:v>
                </c:pt>
                <c:pt idx="2423">
                  <c:v>-30.104962</c:v>
                </c:pt>
                <c:pt idx="2424">
                  <c:v>-29.756162</c:v>
                </c:pt>
                <c:pt idx="2425">
                  <c:v>-29.604676</c:v>
                </c:pt>
                <c:pt idx="2426">
                  <c:v>-29.259091</c:v>
                </c:pt>
                <c:pt idx="2427">
                  <c:v>-29.034722</c:v>
                </c:pt>
                <c:pt idx="2428">
                  <c:v>-28.811531</c:v>
                </c:pt>
                <c:pt idx="2429">
                  <c:v>-28.648531</c:v>
                </c:pt>
                <c:pt idx="2430">
                  <c:v>-28.351472</c:v>
                </c:pt>
                <c:pt idx="2431">
                  <c:v>-28.061959</c:v>
                </c:pt>
                <c:pt idx="2432">
                  <c:v>-27.907938</c:v>
                </c:pt>
                <c:pt idx="2433">
                  <c:v>-27.753619</c:v>
                </c:pt>
                <c:pt idx="2434">
                  <c:v>-27.470558</c:v>
                </c:pt>
                <c:pt idx="2435">
                  <c:v>-27.21666</c:v>
                </c:pt>
                <c:pt idx="2436">
                  <c:v>-26.927393</c:v>
                </c:pt>
                <c:pt idx="2437">
                  <c:v>-26.693068</c:v>
                </c:pt>
                <c:pt idx="2438">
                  <c:v>-26.544756</c:v>
                </c:pt>
                <c:pt idx="2439">
                  <c:v>-26.298236</c:v>
                </c:pt>
                <c:pt idx="2440">
                  <c:v>-26.016502</c:v>
                </c:pt>
                <c:pt idx="2441">
                  <c:v>-25.907895</c:v>
                </c:pt>
                <c:pt idx="2442">
                  <c:v>-25.781419</c:v>
                </c:pt>
                <c:pt idx="2443">
                  <c:v>-25.508957</c:v>
                </c:pt>
                <c:pt idx="2444">
                  <c:v>-25.317348</c:v>
                </c:pt>
                <c:pt idx="2445">
                  <c:v>-25.158763</c:v>
                </c:pt>
                <c:pt idx="2446">
                  <c:v>-24.933317</c:v>
                </c:pt>
                <c:pt idx="2447">
                  <c:v>-24.681062</c:v>
                </c:pt>
                <c:pt idx="2448">
                  <c:v>-24.486011</c:v>
                </c:pt>
                <c:pt idx="2449">
                  <c:v>-24.246881</c:v>
                </c:pt>
                <c:pt idx="2450">
                  <c:v>-24.168832</c:v>
                </c:pt>
                <c:pt idx="2451">
                  <c:v>-24.000149</c:v>
                </c:pt>
                <c:pt idx="2452">
                  <c:v>-23.843841</c:v>
                </c:pt>
                <c:pt idx="2453">
                  <c:v>-23.586707</c:v>
                </c:pt>
                <c:pt idx="2454">
                  <c:v>-23.46606</c:v>
                </c:pt>
                <c:pt idx="2455">
                  <c:v>-23.226232</c:v>
                </c:pt>
                <c:pt idx="2456">
                  <c:v>-22.961355</c:v>
                </c:pt>
                <c:pt idx="2457">
                  <c:v>-22.842478</c:v>
                </c:pt>
                <c:pt idx="2458">
                  <c:v>-22.593023</c:v>
                </c:pt>
                <c:pt idx="2459">
                  <c:v>-22.615536</c:v>
                </c:pt>
                <c:pt idx="2460">
                  <c:v>-22.542144</c:v>
                </c:pt>
                <c:pt idx="2461">
                  <c:v>-22.302719</c:v>
                </c:pt>
                <c:pt idx="2462">
                  <c:v>-22.119116</c:v>
                </c:pt>
                <c:pt idx="2463">
                  <c:v>-21.99101</c:v>
                </c:pt>
                <c:pt idx="2464">
                  <c:v>-21.74556</c:v>
                </c:pt>
                <c:pt idx="2465">
                  <c:v>-21.763668</c:v>
                </c:pt>
                <c:pt idx="2466">
                  <c:v>-21.662241</c:v>
                </c:pt>
                <c:pt idx="2467">
                  <c:v>-21.525169</c:v>
                </c:pt>
                <c:pt idx="2468">
                  <c:v>-21.352977</c:v>
                </c:pt>
                <c:pt idx="2469">
                  <c:v>-21.232018</c:v>
                </c:pt>
                <c:pt idx="2470">
                  <c:v>-21.10741</c:v>
                </c:pt>
                <c:pt idx="2471">
                  <c:v>-21.034473</c:v>
                </c:pt>
                <c:pt idx="2472">
                  <c:v>-20.866823</c:v>
                </c:pt>
                <c:pt idx="2473">
                  <c:v>-20.768335</c:v>
                </c:pt>
                <c:pt idx="2474">
                  <c:v>-20.617546</c:v>
                </c:pt>
                <c:pt idx="2475">
                  <c:v>-20.514356</c:v>
                </c:pt>
                <c:pt idx="2476">
                  <c:v>-20.427303</c:v>
                </c:pt>
                <c:pt idx="2477">
                  <c:v>-20.231576</c:v>
                </c:pt>
                <c:pt idx="2478">
                  <c:v>-20.237445</c:v>
                </c:pt>
                <c:pt idx="2479">
                  <c:v>-20.047974</c:v>
                </c:pt>
                <c:pt idx="2480">
                  <c:v>-20.201243</c:v>
                </c:pt>
                <c:pt idx="2481">
                  <c:v>-19.988644</c:v>
                </c:pt>
                <c:pt idx="2482">
                  <c:v>-19.870483</c:v>
                </c:pt>
                <c:pt idx="2483">
                  <c:v>-19.751157</c:v>
                </c:pt>
                <c:pt idx="2484">
                  <c:v>-19.724028</c:v>
                </c:pt>
                <c:pt idx="2485">
                  <c:v>-19.693309</c:v>
                </c:pt>
                <c:pt idx="2486">
                  <c:v>-19.584296</c:v>
                </c:pt>
                <c:pt idx="2487">
                  <c:v>-19.439133</c:v>
                </c:pt>
                <c:pt idx="2488">
                  <c:v>-19.506745</c:v>
                </c:pt>
                <c:pt idx="2489">
                  <c:v>-19.438098</c:v>
                </c:pt>
                <c:pt idx="2490">
                  <c:v>-19.449269</c:v>
                </c:pt>
                <c:pt idx="2491">
                  <c:v>-19.440718</c:v>
                </c:pt>
                <c:pt idx="2492">
                  <c:v>-19.290242</c:v>
                </c:pt>
                <c:pt idx="2493">
                  <c:v>-19.321454</c:v>
                </c:pt>
                <c:pt idx="2494">
                  <c:v>-19.189563</c:v>
                </c:pt>
                <c:pt idx="2495">
                  <c:v>-19.123756</c:v>
                </c:pt>
                <c:pt idx="2496">
                  <c:v>-19.107469</c:v>
                </c:pt>
                <c:pt idx="2497">
                  <c:v>-19.140516</c:v>
                </c:pt>
                <c:pt idx="2498">
                  <c:v>-19.117929</c:v>
                </c:pt>
                <c:pt idx="2499">
                  <c:v>-19.055885</c:v>
                </c:pt>
                <c:pt idx="2500">
                  <c:v>-19.056339</c:v>
                </c:pt>
                <c:pt idx="2501">
                  <c:v>-19.108294</c:v>
                </c:pt>
                <c:pt idx="2502">
                  <c:v>-19.054419</c:v>
                </c:pt>
                <c:pt idx="2503">
                  <c:v>-19.017865</c:v>
                </c:pt>
                <c:pt idx="2504">
                  <c:v>-19.080521</c:v>
                </c:pt>
                <c:pt idx="2505">
                  <c:v>-19.064259</c:v>
                </c:pt>
                <c:pt idx="2506">
                  <c:v>-19.034208</c:v>
                </c:pt>
                <c:pt idx="2507">
                  <c:v>-19.100488</c:v>
                </c:pt>
                <c:pt idx="2508">
                  <c:v>-19.142596</c:v>
                </c:pt>
                <c:pt idx="2509">
                  <c:v>-19.114497</c:v>
                </c:pt>
                <c:pt idx="2510">
                  <c:v>-19.17282</c:v>
                </c:pt>
                <c:pt idx="2511">
                  <c:v>-19.151278</c:v>
                </c:pt>
                <c:pt idx="2512">
                  <c:v>-19.177726</c:v>
                </c:pt>
                <c:pt idx="2513">
                  <c:v>-19.254449</c:v>
                </c:pt>
                <c:pt idx="2514">
                  <c:v>-19.242742</c:v>
                </c:pt>
                <c:pt idx="2515">
                  <c:v>-19.363749</c:v>
                </c:pt>
                <c:pt idx="2516">
                  <c:v>-19.349857</c:v>
                </c:pt>
                <c:pt idx="2517">
                  <c:v>-19.381806</c:v>
                </c:pt>
                <c:pt idx="2518">
                  <c:v>-19.487335</c:v>
                </c:pt>
                <c:pt idx="2519">
                  <c:v>-19.516882</c:v>
                </c:pt>
                <c:pt idx="2520">
                  <c:v>-19.527078</c:v>
                </c:pt>
                <c:pt idx="2521">
                  <c:v>-19.647453</c:v>
                </c:pt>
                <c:pt idx="2522">
                  <c:v>-19.657855</c:v>
                </c:pt>
                <c:pt idx="2523">
                  <c:v>-19.746683</c:v>
                </c:pt>
                <c:pt idx="2524">
                  <c:v>-19.798897</c:v>
                </c:pt>
                <c:pt idx="2525">
                  <c:v>-19.851513</c:v>
                </c:pt>
                <c:pt idx="2526">
                  <c:v>-19.970746</c:v>
                </c:pt>
                <c:pt idx="2527">
                  <c:v>-20.021332</c:v>
                </c:pt>
                <c:pt idx="2528">
                  <c:v>-20.062762</c:v>
                </c:pt>
                <c:pt idx="2529">
                  <c:v>-20.155734</c:v>
                </c:pt>
                <c:pt idx="2530">
                  <c:v>-20.263008</c:v>
                </c:pt>
                <c:pt idx="2531">
                  <c:v>-20.366474</c:v>
                </c:pt>
                <c:pt idx="2532">
                  <c:v>-20.464081</c:v>
                </c:pt>
                <c:pt idx="2533">
                  <c:v>-20.640787</c:v>
                </c:pt>
                <c:pt idx="2534">
                  <c:v>-20.795849</c:v>
                </c:pt>
                <c:pt idx="2535">
                  <c:v>-20.961614</c:v>
                </c:pt>
                <c:pt idx="2536">
                  <c:v>-21.224111</c:v>
                </c:pt>
                <c:pt idx="2537">
                  <c:v>-21.415557</c:v>
                </c:pt>
                <c:pt idx="2538">
                  <c:v>-21.637934</c:v>
                </c:pt>
                <c:pt idx="2539">
                  <c:v>-21.861467</c:v>
                </c:pt>
                <c:pt idx="2540">
                  <c:v>-22.063972</c:v>
                </c:pt>
                <c:pt idx="2541">
                  <c:v>-22.291983</c:v>
                </c:pt>
                <c:pt idx="2542">
                  <c:v>-22.477478</c:v>
                </c:pt>
                <c:pt idx="2543">
                  <c:v>-22.679356</c:v>
                </c:pt>
                <c:pt idx="2544">
                  <c:v>-22.856008</c:v>
                </c:pt>
                <c:pt idx="2545">
                  <c:v>-23.061359</c:v>
                </c:pt>
                <c:pt idx="2546">
                  <c:v>-23.211655</c:v>
                </c:pt>
                <c:pt idx="2547">
                  <c:v>-23.365686</c:v>
                </c:pt>
                <c:pt idx="2548">
                  <c:v>-23.52207</c:v>
                </c:pt>
                <c:pt idx="2549">
                  <c:v>-23.661365</c:v>
                </c:pt>
                <c:pt idx="2550">
                  <c:v>-23.80556</c:v>
                </c:pt>
                <c:pt idx="2551">
                  <c:v>-23.912275</c:v>
                </c:pt>
                <c:pt idx="2552">
                  <c:v>-24.023419</c:v>
                </c:pt>
                <c:pt idx="2553">
                  <c:v>-24.127325</c:v>
                </c:pt>
                <c:pt idx="2554">
                  <c:v>-24.228545</c:v>
                </c:pt>
                <c:pt idx="2555">
                  <c:v>-24.315949</c:v>
                </c:pt>
                <c:pt idx="2556">
                  <c:v>-24.399234</c:v>
                </c:pt>
                <c:pt idx="2557">
                  <c:v>-24.469943</c:v>
                </c:pt>
                <c:pt idx="2558">
                  <c:v>-24.535186</c:v>
                </c:pt>
                <c:pt idx="2559">
                  <c:v>-24.584717</c:v>
                </c:pt>
                <c:pt idx="2560">
                  <c:v>-24.622873</c:v>
                </c:pt>
                <c:pt idx="2561">
                  <c:v>-24.652883</c:v>
                </c:pt>
                <c:pt idx="2562">
                  <c:v>-24.674866</c:v>
                </c:pt>
                <c:pt idx="2563">
                  <c:v>-24.689555</c:v>
                </c:pt>
                <c:pt idx="2564">
                  <c:v>-24.703918</c:v>
                </c:pt>
                <c:pt idx="2565">
                  <c:v>-24.717573</c:v>
                </c:pt>
                <c:pt idx="2566">
                  <c:v>-24.726835</c:v>
                </c:pt>
                <c:pt idx="2567">
                  <c:v>-24.732371</c:v>
                </c:pt>
                <c:pt idx="2568">
                  <c:v>-24.724302</c:v>
                </c:pt>
                <c:pt idx="2569">
                  <c:v>-24.701867</c:v>
                </c:pt>
                <c:pt idx="2570">
                  <c:v>-24.66051</c:v>
                </c:pt>
                <c:pt idx="2571">
                  <c:v>-24.599761</c:v>
                </c:pt>
                <c:pt idx="2572">
                  <c:v>-24.532537</c:v>
                </c:pt>
                <c:pt idx="2573">
                  <c:v>-24.482485</c:v>
                </c:pt>
                <c:pt idx="2574">
                  <c:v>-24.43838</c:v>
                </c:pt>
                <c:pt idx="2575">
                  <c:v>-24.407338</c:v>
                </c:pt>
                <c:pt idx="2576">
                  <c:v>-24.38345</c:v>
                </c:pt>
                <c:pt idx="2577">
                  <c:v>-24.363824</c:v>
                </c:pt>
                <c:pt idx="2578">
                  <c:v>-24.347084</c:v>
                </c:pt>
                <c:pt idx="2579">
                  <c:v>-24.330735</c:v>
                </c:pt>
                <c:pt idx="2580">
                  <c:v>-24.313159</c:v>
                </c:pt>
                <c:pt idx="2581">
                  <c:v>-24.293678</c:v>
                </c:pt>
                <c:pt idx="2582">
                  <c:v>-24.275678</c:v>
                </c:pt>
                <c:pt idx="2583">
                  <c:v>-24.253312</c:v>
                </c:pt>
                <c:pt idx="2584">
                  <c:v>-24.229298</c:v>
                </c:pt>
                <c:pt idx="2585">
                  <c:v>-24.202961</c:v>
                </c:pt>
                <c:pt idx="2586">
                  <c:v>-24.176514</c:v>
                </c:pt>
                <c:pt idx="2587">
                  <c:v>-24.148835</c:v>
                </c:pt>
                <c:pt idx="2588">
                  <c:v>-24.122898</c:v>
                </c:pt>
                <c:pt idx="2589">
                  <c:v>-24.095056</c:v>
                </c:pt>
                <c:pt idx="2590">
                  <c:v>-24.067196</c:v>
                </c:pt>
                <c:pt idx="2591">
                  <c:v>-24.041058</c:v>
                </c:pt>
                <c:pt idx="2592">
                  <c:v>-24.016286</c:v>
                </c:pt>
                <c:pt idx="2593">
                  <c:v>-23.992092</c:v>
                </c:pt>
                <c:pt idx="2594">
                  <c:v>-23.969958</c:v>
                </c:pt>
                <c:pt idx="2595">
                  <c:v>-23.931176</c:v>
                </c:pt>
                <c:pt idx="2596">
                  <c:v>-23.895066</c:v>
                </c:pt>
                <c:pt idx="2597">
                  <c:v>-23.863404</c:v>
                </c:pt>
                <c:pt idx="2598">
                  <c:v>-23.83502</c:v>
                </c:pt>
                <c:pt idx="2599">
                  <c:v>-23.80597</c:v>
                </c:pt>
                <c:pt idx="2600">
                  <c:v>-23.781871</c:v>
                </c:pt>
                <c:pt idx="2601">
                  <c:v>-23.752818</c:v>
                </c:pt>
                <c:pt idx="2602">
                  <c:v>-23.704595</c:v>
                </c:pt>
                <c:pt idx="2603">
                  <c:v>-23.659632</c:v>
                </c:pt>
                <c:pt idx="2604">
                  <c:v>-23.62827</c:v>
                </c:pt>
                <c:pt idx="2605">
                  <c:v>-23.608155</c:v>
                </c:pt>
                <c:pt idx="2606">
                  <c:v>-23.590906</c:v>
                </c:pt>
                <c:pt idx="2607">
                  <c:v>-23.570364</c:v>
                </c:pt>
                <c:pt idx="2608">
                  <c:v>-23.549457</c:v>
                </c:pt>
                <c:pt idx="2609">
                  <c:v>-23.525749</c:v>
                </c:pt>
                <c:pt idx="2610">
                  <c:v>-23.484222</c:v>
                </c:pt>
                <c:pt idx="2611">
                  <c:v>-23.415832</c:v>
                </c:pt>
                <c:pt idx="2612">
                  <c:v>-23.375611</c:v>
                </c:pt>
                <c:pt idx="2613">
                  <c:v>-23.335991</c:v>
                </c:pt>
                <c:pt idx="2614">
                  <c:v>-23.307908</c:v>
                </c:pt>
                <c:pt idx="2615">
                  <c:v>-23.285239</c:v>
                </c:pt>
                <c:pt idx="2616">
                  <c:v>-23.26584</c:v>
                </c:pt>
                <c:pt idx="2617">
                  <c:v>-23.246628</c:v>
                </c:pt>
                <c:pt idx="2618">
                  <c:v>-23.224716</c:v>
                </c:pt>
                <c:pt idx="2619">
                  <c:v>-23.188681</c:v>
                </c:pt>
                <c:pt idx="2620">
                  <c:v>-23.142167</c:v>
                </c:pt>
                <c:pt idx="2621">
                  <c:v>-23.108505</c:v>
                </c:pt>
                <c:pt idx="2622">
                  <c:v>-23.088058</c:v>
                </c:pt>
                <c:pt idx="2623">
                  <c:v>-23.07245</c:v>
                </c:pt>
                <c:pt idx="2624">
                  <c:v>-23.06142</c:v>
                </c:pt>
                <c:pt idx="2625">
                  <c:v>-23.055278</c:v>
                </c:pt>
                <c:pt idx="2626">
                  <c:v>-23.049147</c:v>
                </c:pt>
                <c:pt idx="2627">
                  <c:v>-23.041678</c:v>
                </c:pt>
                <c:pt idx="2628">
                  <c:v>-23.011992</c:v>
                </c:pt>
                <c:pt idx="2629">
                  <c:v>-22.984235</c:v>
                </c:pt>
                <c:pt idx="2630">
                  <c:v>-22.96438</c:v>
                </c:pt>
                <c:pt idx="2631">
                  <c:v>-22.957465</c:v>
                </c:pt>
                <c:pt idx="2632">
                  <c:v>-22.954945</c:v>
                </c:pt>
                <c:pt idx="2633">
                  <c:v>-22.952787</c:v>
                </c:pt>
                <c:pt idx="2634">
                  <c:v>-22.947788</c:v>
                </c:pt>
                <c:pt idx="2635">
                  <c:v>-22.941352</c:v>
                </c:pt>
                <c:pt idx="2636">
                  <c:v>-22.927809</c:v>
                </c:pt>
                <c:pt idx="2637">
                  <c:v>-22.913419</c:v>
                </c:pt>
                <c:pt idx="2638">
                  <c:v>-22.901764</c:v>
                </c:pt>
                <c:pt idx="2639">
                  <c:v>-22.894985</c:v>
                </c:pt>
                <c:pt idx="2640">
                  <c:v>-22.891568</c:v>
                </c:pt>
                <c:pt idx="2641">
                  <c:v>-22.888681</c:v>
                </c:pt>
                <c:pt idx="2642">
                  <c:v>-22.887871</c:v>
                </c:pt>
                <c:pt idx="2643">
                  <c:v>-22.888002</c:v>
                </c:pt>
                <c:pt idx="2644">
                  <c:v>-22.888192</c:v>
                </c:pt>
                <c:pt idx="2645">
                  <c:v>-22.888439</c:v>
                </c:pt>
                <c:pt idx="2646">
                  <c:v>-22.888743</c:v>
                </c:pt>
                <c:pt idx="2647">
                  <c:v>-22.890911</c:v>
                </c:pt>
                <c:pt idx="2648">
                  <c:v>-22.895558</c:v>
                </c:pt>
                <c:pt idx="2649">
                  <c:v>-22.901878</c:v>
                </c:pt>
                <c:pt idx="2650">
                  <c:v>-22.908623</c:v>
                </c:pt>
                <c:pt idx="2651">
                  <c:v>-22.917268</c:v>
                </c:pt>
                <c:pt idx="2652">
                  <c:v>-22.927163</c:v>
                </c:pt>
                <c:pt idx="2653">
                  <c:v>-22.938827</c:v>
                </c:pt>
                <c:pt idx="2654">
                  <c:v>-22.953129</c:v>
                </c:pt>
                <c:pt idx="2655">
                  <c:v>-22.968781</c:v>
                </c:pt>
                <c:pt idx="2656">
                  <c:v>-22.985605</c:v>
                </c:pt>
                <c:pt idx="2657">
                  <c:v>-23.004045</c:v>
                </c:pt>
                <c:pt idx="2658">
                  <c:v>-23.022365</c:v>
                </c:pt>
                <c:pt idx="2659">
                  <c:v>-23.043118</c:v>
                </c:pt>
                <c:pt idx="2660">
                  <c:v>-23.064221</c:v>
                </c:pt>
                <c:pt idx="2661">
                  <c:v>-23.084734</c:v>
                </c:pt>
                <c:pt idx="2662">
                  <c:v>-23.104885</c:v>
                </c:pt>
                <c:pt idx="2663">
                  <c:v>-23.125838</c:v>
                </c:pt>
                <c:pt idx="2664">
                  <c:v>-23.146302</c:v>
                </c:pt>
                <c:pt idx="2665">
                  <c:v>-23.169359</c:v>
                </c:pt>
                <c:pt idx="2666">
                  <c:v>-23.194124</c:v>
                </c:pt>
                <c:pt idx="2667">
                  <c:v>-23.221897</c:v>
                </c:pt>
                <c:pt idx="2668">
                  <c:v>-23.252183</c:v>
                </c:pt>
                <c:pt idx="2669">
                  <c:v>-23.284123</c:v>
                </c:pt>
                <c:pt idx="2670">
                  <c:v>-23.320272</c:v>
                </c:pt>
                <c:pt idx="2671">
                  <c:v>-23.358972</c:v>
                </c:pt>
                <c:pt idx="2672">
                  <c:v>-23.397922</c:v>
                </c:pt>
                <c:pt idx="2673">
                  <c:v>-23.438433</c:v>
                </c:pt>
                <c:pt idx="2674">
                  <c:v>-23.481026</c:v>
                </c:pt>
                <c:pt idx="2675">
                  <c:v>-23.524004</c:v>
                </c:pt>
                <c:pt idx="2676">
                  <c:v>-23.567899</c:v>
                </c:pt>
                <c:pt idx="2677">
                  <c:v>-23.613738</c:v>
                </c:pt>
                <c:pt idx="2678">
                  <c:v>-23.660112</c:v>
                </c:pt>
                <c:pt idx="2679">
                  <c:v>-23.707071</c:v>
                </c:pt>
                <c:pt idx="2680">
                  <c:v>-23.756018</c:v>
                </c:pt>
                <c:pt idx="2681">
                  <c:v>-23.806305</c:v>
                </c:pt>
                <c:pt idx="2682">
                  <c:v>-23.855229</c:v>
                </c:pt>
                <c:pt idx="2683">
                  <c:v>-23.904914</c:v>
                </c:pt>
                <c:pt idx="2684">
                  <c:v>-23.953232</c:v>
                </c:pt>
                <c:pt idx="2685">
                  <c:v>-23.999237</c:v>
                </c:pt>
                <c:pt idx="2686">
                  <c:v>-24.045406</c:v>
                </c:pt>
                <c:pt idx="2687">
                  <c:v>-24.092995</c:v>
                </c:pt>
                <c:pt idx="2688">
                  <c:v>-24.140979</c:v>
                </c:pt>
                <c:pt idx="2689">
                  <c:v>-24.19128</c:v>
                </c:pt>
                <c:pt idx="2690">
                  <c:v>-24.243016</c:v>
                </c:pt>
                <c:pt idx="2691">
                  <c:v>-24.29475</c:v>
                </c:pt>
                <c:pt idx="2692">
                  <c:v>-24.34659</c:v>
                </c:pt>
                <c:pt idx="2693">
                  <c:v>-24.399939</c:v>
                </c:pt>
                <c:pt idx="2694">
                  <c:v>-24.451846</c:v>
                </c:pt>
                <c:pt idx="2695">
                  <c:v>-24.504254</c:v>
                </c:pt>
                <c:pt idx="2696">
                  <c:v>-24.556786</c:v>
                </c:pt>
                <c:pt idx="2697">
                  <c:v>-24.608707</c:v>
                </c:pt>
                <c:pt idx="2698">
                  <c:v>-24.661133</c:v>
                </c:pt>
                <c:pt idx="2699">
                  <c:v>-24.71375</c:v>
                </c:pt>
                <c:pt idx="2700">
                  <c:v>-24.764636</c:v>
                </c:pt>
                <c:pt idx="2701">
                  <c:v>-24.816209</c:v>
                </c:pt>
                <c:pt idx="2702">
                  <c:v>-24.867227</c:v>
                </c:pt>
                <c:pt idx="2703">
                  <c:v>-24.917002</c:v>
                </c:pt>
                <c:pt idx="2704">
                  <c:v>-24.96715</c:v>
                </c:pt>
                <c:pt idx="2705">
                  <c:v>-25.017752</c:v>
                </c:pt>
                <c:pt idx="2706">
                  <c:v>-25.066842</c:v>
                </c:pt>
                <c:pt idx="2707">
                  <c:v>-25.117045</c:v>
                </c:pt>
                <c:pt idx="2708">
                  <c:v>-25.167909</c:v>
                </c:pt>
                <c:pt idx="2709">
                  <c:v>-25.217985</c:v>
                </c:pt>
                <c:pt idx="2710">
                  <c:v>-25.268382</c:v>
                </c:pt>
                <c:pt idx="2711">
                  <c:v>-25.319859</c:v>
                </c:pt>
                <c:pt idx="2712">
                  <c:v>-25.370327</c:v>
                </c:pt>
                <c:pt idx="2713">
                  <c:v>-25.421777</c:v>
                </c:pt>
                <c:pt idx="2714">
                  <c:v>-25.473822</c:v>
                </c:pt>
                <c:pt idx="2715">
                  <c:v>-25.525364</c:v>
                </c:pt>
                <c:pt idx="2716">
                  <c:v>-25.578321</c:v>
                </c:pt>
                <c:pt idx="2717">
                  <c:v>-25.632675</c:v>
                </c:pt>
                <c:pt idx="2718">
                  <c:v>-25.686941</c:v>
                </c:pt>
                <c:pt idx="2719">
                  <c:v>-25.743334</c:v>
                </c:pt>
                <c:pt idx="2720">
                  <c:v>-25.80061</c:v>
                </c:pt>
                <c:pt idx="2721">
                  <c:v>-25.859152</c:v>
                </c:pt>
                <c:pt idx="2722">
                  <c:v>-25.921606</c:v>
                </c:pt>
                <c:pt idx="2723">
                  <c:v>-25.98749</c:v>
                </c:pt>
                <c:pt idx="2724">
                  <c:v>-26.055632</c:v>
                </c:pt>
                <c:pt idx="2725">
                  <c:v>-26.130034</c:v>
                </c:pt>
                <c:pt idx="2726">
                  <c:v>-26.209166</c:v>
                </c:pt>
                <c:pt idx="2727">
                  <c:v>-26.293264</c:v>
                </c:pt>
                <c:pt idx="2728">
                  <c:v>-26.386097</c:v>
                </c:pt>
                <c:pt idx="2729">
                  <c:v>-26.488846</c:v>
                </c:pt>
                <c:pt idx="2730">
                  <c:v>-26.600984</c:v>
                </c:pt>
                <c:pt idx="2731">
                  <c:v>-26.725709</c:v>
                </c:pt>
                <c:pt idx="2732">
                  <c:v>-26.8474</c:v>
                </c:pt>
                <c:pt idx="2733">
                  <c:v>-26.965405</c:v>
                </c:pt>
                <c:pt idx="2734">
                  <c:v>-27.082243</c:v>
                </c:pt>
                <c:pt idx="2735">
                  <c:v>-27.194461</c:v>
                </c:pt>
                <c:pt idx="2736">
                  <c:v>-27.306142</c:v>
                </c:pt>
                <c:pt idx="2737">
                  <c:v>-27.415403</c:v>
                </c:pt>
                <c:pt idx="2738">
                  <c:v>-27.522606</c:v>
                </c:pt>
                <c:pt idx="2739">
                  <c:v>-27.625678</c:v>
                </c:pt>
                <c:pt idx="2740">
                  <c:v>-27.722512</c:v>
                </c:pt>
                <c:pt idx="2741">
                  <c:v>-27.80605</c:v>
                </c:pt>
                <c:pt idx="2742">
                  <c:v>-27.876904</c:v>
                </c:pt>
                <c:pt idx="2743">
                  <c:v>-27.938852</c:v>
                </c:pt>
                <c:pt idx="2744">
                  <c:v>-27.990876</c:v>
                </c:pt>
                <c:pt idx="2745">
                  <c:v>-28.033623</c:v>
                </c:pt>
                <c:pt idx="2746">
                  <c:v>-28.06724</c:v>
                </c:pt>
                <c:pt idx="2747">
                  <c:v>-28.093022</c:v>
                </c:pt>
                <c:pt idx="2748">
                  <c:v>-28.109775</c:v>
                </c:pt>
                <c:pt idx="2749">
                  <c:v>-28.120746</c:v>
                </c:pt>
                <c:pt idx="2750">
                  <c:v>-28.125655</c:v>
                </c:pt>
                <c:pt idx="2751">
                  <c:v>-28.125637</c:v>
                </c:pt>
                <c:pt idx="2752">
                  <c:v>-28.12214</c:v>
                </c:pt>
                <c:pt idx="2753">
                  <c:v>-28.115704</c:v>
                </c:pt>
                <c:pt idx="2754">
                  <c:v>-28.106519</c:v>
                </c:pt>
                <c:pt idx="2755">
                  <c:v>-28.095473</c:v>
                </c:pt>
                <c:pt idx="2756">
                  <c:v>-28.0805</c:v>
                </c:pt>
                <c:pt idx="2757">
                  <c:v>-28.06502</c:v>
                </c:pt>
                <c:pt idx="2758">
                  <c:v>-28.05115</c:v>
                </c:pt>
                <c:pt idx="2759">
                  <c:v>-28.036326</c:v>
                </c:pt>
                <c:pt idx="2760">
                  <c:v>-28.023294</c:v>
                </c:pt>
                <c:pt idx="2761">
                  <c:v>-28.011928</c:v>
                </c:pt>
                <c:pt idx="2762">
                  <c:v>-28.002272</c:v>
                </c:pt>
                <c:pt idx="2763">
                  <c:v>-27.993403</c:v>
                </c:pt>
                <c:pt idx="2764">
                  <c:v>-27.985636</c:v>
                </c:pt>
                <c:pt idx="2765">
                  <c:v>-27.979548</c:v>
                </c:pt>
                <c:pt idx="2766">
                  <c:v>-27.973892</c:v>
                </c:pt>
                <c:pt idx="2767">
                  <c:v>-27.96961</c:v>
                </c:pt>
                <c:pt idx="2768">
                  <c:v>-27.967598</c:v>
                </c:pt>
                <c:pt idx="2769">
                  <c:v>-27.966697</c:v>
                </c:pt>
                <c:pt idx="2770">
                  <c:v>-27.967298</c:v>
                </c:pt>
                <c:pt idx="2771">
                  <c:v>-27.969989</c:v>
                </c:pt>
                <c:pt idx="2772">
                  <c:v>-27.973476</c:v>
                </c:pt>
                <c:pt idx="2773">
                  <c:v>-27.979253</c:v>
                </c:pt>
                <c:pt idx="2774">
                  <c:v>-27.986576</c:v>
                </c:pt>
                <c:pt idx="2775">
                  <c:v>-27.994832</c:v>
                </c:pt>
                <c:pt idx="2776">
                  <c:v>-28.0045</c:v>
                </c:pt>
                <c:pt idx="2777">
                  <c:v>-28.016242</c:v>
                </c:pt>
                <c:pt idx="2778">
                  <c:v>-28.028812</c:v>
                </c:pt>
                <c:pt idx="2779">
                  <c:v>-28.041547</c:v>
                </c:pt>
                <c:pt idx="2780">
                  <c:v>-28.057033</c:v>
                </c:pt>
                <c:pt idx="2781">
                  <c:v>-28.073941</c:v>
                </c:pt>
                <c:pt idx="2782">
                  <c:v>-28.086776</c:v>
                </c:pt>
                <c:pt idx="2783">
                  <c:v>-28.101348</c:v>
                </c:pt>
                <c:pt idx="2784">
                  <c:v>-28.114204</c:v>
                </c:pt>
                <c:pt idx="2785">
                  <c:v>-28.129659</c:v>
                </c:pt>
                <c:pt idx="2786">
                  <c:v>-28.15101</c:v>
                </c:pt>
                <c:pt idx="2787">
                  <c:v>-28.178105</c:v>
                </c:pt>
                <c:pt idx="2788">
                  <c:v>-28.210437</c:v>
                </c:pt>
                <c:pt idx="2789">
                  <c:v>-28.248021</c:v>
                </c:pt>
                <c:pt idx="2790">
                  <c:v>-28.284763</c:v>
                </c:pt>
                <c:pt idx="2791">
                  <c:v>-28.322954</c:v>
                </c:pt>
                <c:pt idx="2792">
                  <c:v>-28.365992</c:v>
                </c:pt>
                <c:pt idx="2793">
                  <c:v>-28.412894</c:v>
                </c:pt>
                <c:pt idx="2794">
                  <c:v>-28.462916</c:v>
                </c:pt>
                <c:pt idx="2795">
                  <c:v>-28.514656</c:v>
                </c:pt>
                <c:pt idx="2796">
                  <c:v>-28.567202</c:v>
                </c:pt>
                <c:pt idx="2797">
                  <c:v>-28.620347</c:v>
                </c:pt>
                <c:pt idx="2798">
                  <c:v>-28.673903</c:v>
                </c:pt>
                <c:pt idx="2799">
                  <c:v>-28.727244</c:v>
                </c:pt>
                <c:pt idx="2800">
                  <c:v>-28.780607</c:v>
                </c:pt>
                <c:pt idx="2801">
                  <c:v>-28.836102</c:v>
                </c:pt>
                <c:pt idx="2802">
                  <c:v>-28.892715</c:v>
                </c:pt>
                <c:pt idx="2803">
                  <c:v>-28.949883</c:v>
                </c:pt>
                <c:pt idx="2804">
                  <c:v>-29.008824</c:v>
                </c:pt>
                <c:pt idx="2805">
                  <c:v>-29.068846</c:v>
                </c:pt>
                <c:pt idx="2806">
                  <c:v>-29.129434</c:v>
                </c:pt>
                <c:pt idx="2807">
                  <c:v>-29.192354</c:v>
                </c:pt>
                <c:pt idx="2808">
                  <c:v>-29.255812</c:v>
                </c:pt>
                <c:pt idx="2809">
                  <c:v>-29.320016</c:v>
                </c:pt>
                <c:pt idx="2810">
                  <c:v>-29.386511</c:v>
                </c:pt>
                <c:pt idx="2811">
                  <c:v>-29.454074</c:v>
                </c:pt>
                <c:pt idx="2812">
                  <c:v>-29.522514</c:v>
                </c:pt>
                <c:pt idx="2813">
                  <c:v>-29.59384</c:v>
                </c:pt>
                <c:pt idx="2814">
                  <c:v>-29.666302</c:v>
                </c:pt>
                <c:pt idx="2815">
                  <c:v>-29.740089</c:v>
                </c:pt>
                <c:pt idx="2816">
                  <c:v>-29.816146</c:v>
                </c:pt>
                <c:pt idx="2817">
                  <c:v>-29.893595</c:v>
                </c:pt>
                <c:pt idx="2818">
                  <c:v>-29.972337</c:v>
                </c:pt>
                <c:pt idx="2819">
                  <c:v>-30.054046</c:v>
                </c:pt>
                <c:pt idx="2820">
                  <c:v>-30.136797</c:v>
                </c:pt>
                <c:pt idx="2821">
                  <c:v>-30.220903</c:v>
                </c:pt>
                <c:pt idx="2822">
                  <c:v>-30.307469</c:v>
                </c:pt>
                <c:pt idx="2823">
                  <c:v>-30.395553</c:v>
                </c:pt>
                <c:pt idx="2824">
                  <c:v>-30.484365</c:v>
                </c:pt>
                <c:pt idx="2825">
                  <c:v>-30.57563</c:v>
                </c:pt>
                <c:pt idx="2826">
                  <c:v>-30.66775</c:v>
                </c:pt>
                <c:pt idx="2827">
                  <c:v>-30.761219</c:v>
                </c:pt>
                <c:pt idx="2828">
                  <c:v>-30.857068</c:v>
                </c:pt>
                <c:pt idx="2829">
                  <c:v>-30.954065</c:v>
                </c:pt>
                <c:pt idx="2830">
                  <c:v>-31.051303</c:v>
                </c:pt>
                <c:pt idx="2831">
                  <c:v>-31.151145</c:v>
                </c:pt>
                <c:pt idx="2832">
                  <c:v>-31.251771</c:v>
                </c:pt>
                <c:pt idx="2833">
                  <c:v>-31.352954</c:v>
                </c:pt>
                <c:pt idx="2834">
                  <c:v>-31.456494</c:v>
                </c:pt>
                <c:pt idx="2835">
                  <c:v>-31.561414</c:v>
                </c:pt>
                <c:pt idx="2836">
                  <c:v>-31.666753</c:v>
                </c:pt>
                <c:pt idx="2837">
                  <c:v>-31.774727</c:v>
                </c:pt>
                <c:pt idx="2838">
                  <c:v>-31.884245</c:v>
                </c:pt>
                <c:pt idx="2839">
                  <c:v>-31.995712</c:v>
                </c:pt>
                <c:pt idx="2840">
                  <c:v>-32.108631</c:v>
                </c:pt>
                <c:pt idx="2841">
                  <c:v>-32.221815</c:v>
                </c:pt>
                <c:pt idx="2842">
                  <c:v>-32.333734</c:v>
                </c:pt>
                <c:pt idx="2843">
                  <c:v>-32.447448</c:v>
                </c:pt>
                <c:pt idx="2844">
                  <c:v>-32.561</c:v>
                </c:pt>
                <c:pt idx="2845">
                  <c:v>-32.674197</c:v>
                </c:pt>
                <c:pt idx="2846">
                  <c:v>-32.789399</c:v>
                </c:pt>
                <c:pt idx="2847">
                  <c:v>-32.906189</c:v>
                </c:pt>
                <c:pt idx="2848">
                  <c:v>-33.022572</c:v>
                </c:pt>
                <c:pt idx="2849">
                  <c:v>-33.141794</c:v>
                </c:pt>
                <c:pt idx="2850">
                  <c:v>-33.261853</c:v>
                </c:pt>
                <c:pt idx="2851">
                  <c:v>-33.383238</c:v>
                </c:pt>
                <c:pt idx="2852">
                  <c:v>-33.507406</c:v>
                </c:pt>
                <c:pt idx="2853">
                  <c:v>-33.63419</c:v>
                </c:pt>
                <c:pt idx="2854">
                  <c:v>-33.761728</c:v>
                </c:pt>
                <c:pt idx="2855">
                  <c:v>-33.892473</c:v>
                </c:pt>
                <c:pt idx="2856">
                  <c:v>-34.025697</c:v>
                </c:pt>
                <c:pt idx="2857">
                  <c:v>-34.159368</c:v>
                </c:pt>
                <c:pt idx="2858">
                  <c:v>-34.295949</c:v>
                </c:pt>
                <c:pt idx="2859">
                  <c:v>-34.435158</c:v>
                </c:pt>
                <c:pt idx="2860">
                  <c:v>-34.57415</c:v>
                </c:pt>
                <c:pt idx="2861">
                  <c:v>-34.716783</c:v>
                </c:pt>
                <c:pt idx="2862">
                  <c:v>-34.861423</c:v>
                </c:pt>
                <c:pt idx="2863">
                  <c:v>-35.006854</c:v>
                </c:pt>
                <c:pt idx="2864">
                  <c:v>-35.155282</c:v>
                </c:pt>
                <c:pt idx="2865">
                  <c:v>-35.305602</c:v>
                </c:pt>
                <c:pt idx="2866">
                  <c:v>-35.456833</c:v>
                </c:pt>
                <c:pt idx="2867">
                  <c:v>-35.611065</c:v>
                </c:pt>
                <c:pt idx="2868">
                  <c:v>-35.767773</c:v>
                </c:pt>
                <c:pt idx="2869">
                  <c:v>-35.924647</c:v>
                </c:pt>
                <c:pt idx="2870">
                  <c:v>-36.085234</c:v>
                </c:pt>
                <c:pt idx="2871">
                  <c:v>-36.247367</c:v>
                </c:pt>
                <c:pt idx="2872">
                  <c:v>-36.411568</c:v>
                </c:pt>
                <c:pt idx="2873">
                  <c:v>-36.57796</c:v>
                </c:pt>
                <c:pt idx="2874">
                  <c:v>-36.744956</c:v>
                </c:pt>
                <c:pt idx="2875">
                  <c:v>-36.915328</c:v>
                </c:pt>
                <c:pt idx="2876">
                  <c:v>-37.087814</c:v>
                </c:pt>
                <c:pt idx="2877">
                  <c:v>-37.260167</c:v>
                </c:pt>
                <c:pt idx="2878">
                  <c:v>-37.434502</c:v>
                </c:pt>
                <c:pt idx="2879">
                  <c:v>-37.610763</c:v>
                </c:pt>
                <c:pt idx="2880">
                  <c:v>-37.789029</c:v>
                </c:pt>
                <c:pt idx="2881">
                  <c:v>-37.970439</c:v>
                </c:pt>
                <c:pt idx="2882">
                  <c:v>-38.153115</c:v>
                </c:pt>
                <c:pt idx="2883">
                  <c:v>-38.337227</c:v>
                </c:pt>
                <c:pt idx="2884">
                  <c:v>-38.523985</c:v>
                </c:pt>
                <c:pt idx="2885">
                  <c:v>-38.711253</c:v>
                </c:pt>
                <c:pt idx="2886">
                  <c:v>-38.899464</c:v>
                </c:pt>
                <c:pt idx="2887">
                  <c:v>-39.089904</c:v>
                </c:pt>
                <c:pt idx="2888">
                  <c:v>-39.281422</c:v>
                </c:pt>
                <c:pt idx="2889">
                  <c:v>-39.474425</c:v>
                </c:pt>
                <c:pt idx="2890">
                  <c:v>-39.669384</c:v>
                </c:pt>
                <c:pt idx="2891">
                  <c:v>-39.865526</c:v>
                </c:pt>
                <c:pt idx="2892">
                  <c:v>-40.06242</c:v>
                </c:pt>
                <c:pt idx="2893">
                  <c:v>-40.261849</c:v>
                </c:pt>
                <c:pt idx="2894">
                  <c:v>-40.461543</c:v>
                </c:pt>
                <c:pt idx="2895">
                  <c:v>-40.662925</c:v>
                </c:pt>
                <c:pt idx="2896">
                  <c:v>-40.866063</c:v>
                </c:pt>
                <c:pt idx="2897">
                  <c:v>-41.069471</c:v>
                </c:pt>
                <c:pt idx="2898">
                  <c:v>-41.273964</c:v>
                </c:pt>
                <c:pt idx="2899">
                  <c:v>-41.480266</c:v>
                </c:pt>
                <c:pt idx="2900">
                  <c:v>-41.686883</c:v>
                </c:pt>
                <c:pt idx="2901">
                  <c:v>-41.894332</c:v>
                </c:pt>
                <c:pt idx="2902">
                  <c:v>-42.103222</c:v>
                </c:pt>
                <c:pt idx="2903">
                  <c:v>-42.312098</c:v>
                </c:pt>
                <c:pt idx="2904">
                  <c:v>-42.521364</c:v>
                </c:pt>
                <c:pt idx="2905">
                  <c:v>-42.731445</c:v>
                </c:pt>
                <c:pt idx="2906">
                  <c:v>-42.941614</c:v>
                </c:pt>
                <c:pt idx="2907">
                  <c:v>-43.152368</c:v>
                </c:pt>
                <c:pt idx="2908">
                  <c:v>-43.363929</c:v>
                </c:pt>
                <c:pt idx="2909">
                  <c:v>-43.575151</c:v>
                </c:pt>
                <c:pt idx="2910">
                  <c:v>-43.787277</c:v>
                </c:pt>
                <c:pt idx="2911">
                  <c:v>-43.999549</c:v>
                </c:pt>
                <c:pt idx="2912">
                  <c:v>-44.211769</c:v>
                </c:pt>
                <c:pt idx="2913">
                  <c:v>-44.424308</c:v>
                </c:pt>
                <c:pt idx="2914">
                  <c:v>-44.637011</c:v>
                </c:pt>
                <c:pt idx="2915">
                  <c:v>-44.84899</c:v>
                </c:pt>
                <c:pt idx="2916">
                  <c:v>-45.061774</c:v>
                </c:pt>
                <c:pt idx="2917">
                  <c:v>-45.273858</c:v>
                </c:pt>
                <c:pt idx="2918">
                  <c:v>-45.485688</c:v>
                </c:pt>
                <c:pt idx="2919">
                  <c:v>-45.697735</c:v>
                </c:pt>
                <c:pt idx="2920">
                  <c:v>-45.909449</c:v>
                </c:pt>
                <c:pt idx="2921">
                  <c:v>-46.120558</c:v>
                </c:pt>
                <c:pt idx="2922">
                  <c:v>-46.331983</c:v>
                </c:pt>
                <c:pt idx="2923">
                  <c:v>-46.542583</c:v>
                </c:pt>
                <c:pt idx="2924">
                  <c:v>-46.752928</c:v>
                </c:pt>
                <c:pt idx="2925">
                  <c:v>-46.962836</c:v>
                </c:pt>
                <c:pt idx="2926">
                  <c:v>-47.172081</c:v>
                </c:pt>
                <c:pt idx="2927">
                  <c:v>-47.380863</c:v>
                </c:pt>
                <c:pt idx="2928">
                  <c:v>-47.588867</c:v>
                </c:pt>
                <c:pt idx="2929">
                  <c:v>-47.796352</c:v>
                </c:pt>
                <c:pt idx="2930">
                  <c:v>-48.00293</c:v>
                </c:pt>
                <c:pt idx="2931">
                  <c:v>-48.209027</c:v>
                </c:pt>
                <c:pt idx="2932">
                  <c:v>-48.413975</c:v>
                </c:pt>
                <c:pt idx="2933">
                  <c:v>-48.618078</c:v>
                </c:pt>
                <c:pt idx="2934">
                  <c:v>-48.820872</c:v>
                </c:pt>
                <c:pt idx="2935">
                  <c:v>-49.02318</c:v>
                </c:pt>
                <c:pt idx="2936">
                  <c:v>-49.224759</c:v>
                </c:pt>
                <c:pt idx="2937">
                  <c:v>-49.425879</c:v>
                </c:pt>
                <c:pt idx="2938">
                  <c:v>-49.626002</c:v>
                </c:pt>
                <c:pt idx="2939">
                  <c:v>-49.825488</c:v>
                </c:pt>
                <c:pt idx="2940">
                  <c:v>-50.023995</c:v>
                </c:pt>
                <c:pt idx="2941">
                  <c:v>-50.221835</c:v>
                </c:pt>
                <c:pt idx="2942">
                  <c:v>-50.418693</c:v>
                </c:pt>
                <c:pt idx="2943">
                  <c:v>-50.614778</c:v>
                </c:pt>
                <c:pt idx="2944">
                  <c:v>-50.809854</c:v>
                </c:pt>
                <c:pt idx="2945">
                  <c:v>-51.004065</c:v>
                </c:pt>
                <c:pt idx="2946">
                  <c:v>-51.197288</c:v>
                </c:pt>
                <c:pt idx="2947">
                  <c:v>-51.389649</c:v>
                </c:pt>
                <c:pt idx="2948">
                  <c:v>-51.581004</c:v>
                </c:pt>
                <c:pt idx="2949">
                  <c:v>-51.771403</c:v>
                </c:pt>
                <c:pt idx="2950">
                  <c:v>-51.96074</c:v>
                </c:pt>
                <c:pt idx="2951">
                  <c:v>-52.149082</c:v>
                </c:pt>
                <c:pt idx="2952">
                  <c:v>-52.336284</c:v>
                </c:pt>
                <c:pt idx="2953">
                  <c:v>-52.522172</c:v>
                </c:pt>
                <c:pt idx="2954">
                  <c:v>-52.70665</c:v>
                </c:pt>
                <c:pt idx="2955">
                  <c:v>-52.889918</c:v>
                </c:pt>
                <c:pt idx="2956">
                  <c:v>-53.072071</c:v>
                </c:pt>
                <c:pt idx="2957">
                  <c:v>-53.253466</c:v>
                </c:pt>
                <c:pt idx="2958">
                  <c:v>-53.43422</c:v>
                </c:pt>
                <c:pt idx="2959">
                  <c:v>-53.614296</c:v>
                </c:pt>
                <c:pt idx="2960">
                  <c:v>-53.793634</c:v>
                </c:pt>
                <c:pt idx="2961">
                  <c:v>-53.972303</c:v>
                </c:pt>
                <c:pt idx="2962">
                  <c:v>-54.150246</c:v>
                </c:pt>
                <c:pt idx="2963">
                  <c:v>-54.327408</c:v>
                </c:pt>
                <c:pt idx="2964">
                  <c:v>-54.503802</c:v>
                </c:pt>
                <c:pt idx="2965">
                  <c:v>-54.679448</c:v>
                </c:pt>
                <c:pt idx="2966">
                  <c:v>-54.854272</c:v>
                </c:pt>
                <c:pt idx="2967">
                  <c:v>-55.028252</c:v>
                </c:pt>
                <c:pt idx="2968">
                  <c:v>-55.201326</c:v>
                </c:pt>
                <c:pt idx="2969">
                  <c:v>-55.373471</c:v>
                </c:pt>
                <c:pt idx="2970">
                  <c:v>-55.544697</c:v>
                </c:pt>
                <c:pt idx="2971">
                  <c:v>-55.714939</c:v>
                </c:pt>
                <c:pt idx="2972">
                  <c:v>-55.884164</c:v>
                </c:pt>
                <c:pt idx="2973">
                  <c:v>-56.052367</c:v>
                </c:pt>
                <c:pt idx="2974">
                  <c:v>-56.219743</c:v>
                </c:pt>
                <c:pt idx="2975">
                  <c:v>-56.386432</c:v>
                </c:pt>
                <c:pt idx="2976">
                  <c:v>-56.552428</c:v>
                </c:pt>
                <c:pt idx="2977">
                  <c:v>-56.71771</c:v>
                </c:pt>
                <c:pt idx="2978">
                  <c:v>-56.882286</c:v>
                </c:pt>
                <c:pt idx="2979">
                  <c:v>-57.04608</c:v>
                </c:pt>
                <c:pt idx="2980">
                  <c:v>-57.209098</c:v>
                </c:pt>
                <c:pt idx="2981">
                  <c:v>-57.371261</c:v>
                </c:pt>
                <c:pt idx="2982">
                  <c:v>-57.532622</c:v>
                </c:pt>
                <c:pt idx="2983">
                  <c:v>-57.693147</c:v>
                </c:pt>
                <c:pt idx="2984">
                  <c:v>-57.852845</c:v>
                </c:pt>
                <c:pt idx="2985">
                  <c:v>-58.011621</c:v>
                </c:pt>
                <c:pt idx="2986">
                  <c:v>-58.169439</c:v>
                </c:pt>
                <c:pt idx="2987">
                  <c:v>-58.326214</c:v>
                </c:pt>
                <c:pt idx="2988">
                  <c:v>-58.482077</c:v>
                </c:pt>
                <c:pt idx="2989">
                  <c:v>-58.637162</c:v>
                </c:pt>
                <c:pt idx="2990">
                  <c:v>-58.791395</c:v>
                </c:pt>
                <c:pt idx="2991">
                  <c:v>-58.944743</c:v>
                </c:pt>
                <c:pt idx="2992">
                  <c:v>-59.09713</c:v>
                </c:pt>
                <c:pt idx="2993">
                  <c:v>-59.248606</c:v>
                </c:pt>
                <c:pt idx="2994">
                  <c:v>-59.39907</c:v>
                </c:pt>
                <c:pt idx="2995">
                  <c:v>-59.548426</c:v>
                </c:pt>
                <c:pt idx="2996">
                  <c:v>-59.696723</c:v>
                </c:pt>
                <c:pt idx="2997">
                  <c:v>-59.843891</c:v>
                </c:pt>
                <c:pt idx="2998">
                  <c:v>-59.98989</c:v>
                </c:pt>
                <c:pt idx="2999">
                  <c:v>-60.134672</c:v>
                </c:pt>
                <c:pt idx="3000">
                  <c:v>-60.392447</c:v>
                </c:pt>
                <c:pt idx="3001">
                  <c:v>-60.653719</c:v>
                </c:pt>
                <c:pt idx="3002">
                  <c:v>-60.915749</c:v>
                </c:pt>
                <c:pt idx="3003">
                  <c:v>-61.176365</c:v>
                </c:pt>
                <c:pt idx="3004">
                  <c:v>-61.433839</c:v>
                </c:pt>
                <c:pt idx="3005">
                  <c:v>-61.686557</c:v>
                </c:pt>
                <c:pt idx="3006">
                  <c:v>-61.933122</c:v>
                </c:pt>
                <c:pt idx="3007">
                  <c:v>-62.17283</c:v>
                </c:pt>
                <c:pt idx="3008">
                  <c:v>-62.405565</c:v>
                </c:pt>
                <c:pt idx="3009">
                  <c:v>-62.630448</c:v>
                </c:pt>
                <c:pt idx="3010">
                  <c:v>-62.846812</c:v>
                </c:pt>
                <c:pt idx="3011">
                  <c:v>-63.054472</c:v>
                </c:pt>
                <c:pt idx="3012">
                  <c:v>-63.252897</c:v>
                </c:pt>
                <c:pt idx="3013">
                  <c:v>-63.441353</c:v>
                </c:pt>
                <c:pt idx="3014">
                  <c:v>-63.619294</c:v>
                </c:pt>
                <c:pt idx="3015">
                  <c:v>-63.786351</c:v>
                </c:pt>
                <c:pt idx="3016">
                  <c:v>-63.942739</c:v>
                </c:pt>
                <c:pt idx="3017">
                  <c:v>-64.088099</c:v>
                </c:pt>
                <c:pt idx="3018">
                  <c:v>-64.222004</c:v>
                </c:pt>
                <c:pt idx="3019">
                  <c:v>-64.343925</c:v>
                </c:pt>
                <c:pt idx="3020">
                  <c:v>-64.453505</c:v>
                </c:pt>
                <c:pt idx="3021">
                  <c:v>-64.550521</c:v>
                </c:pt>
                <c:pt idx="3022">
                  <c:v>-64.634929</c:v>
                </c:pt>
                <c:pt idx="3023">
                  <c:v>-64.70662</c:v>
                </c:pt>
                <c:pt idx="3024">
                  <c:v>-64.765246</c:v>
                </c:pt>
                <c:pt idx="3025">
                  <c:v>-64.810642</c:v>
                </c:pt>
                <c:pt idx="3026">
                  <c:v>-64.843408</c:v>
                </c:pt>
                <c:pt idx="3027">
                  <c:v>-64.863636</c:v>
                </c:pt>
                <c:pt idx="3028">
                  <c:v>-64.871235</c:v>
                </c:pt>
                <c:pt idx="3029">
                  <c:v>-64.866502</c:v>
                </c:pt>
                <c:pt idx="3030">
                  <c:v>-64.849554</c:v>
                </c:pt>
                <c:pt idx="3031">
                  <c:v>-64.820553</c:v>
                </c:pt>
                <c:pt idx="3032">
                  <c:v>-64.779876</c:v>
                </c:pt>
                <c:pt idx="3033">
                  <c:v>-64.727592</c:v>
                </c:pt>
                <c:pt idx="3034">
                  <c:v>-64.664101</c:v>
                </c:pt>
                <c:pt idx="3035">
                  <c:v>-64.589736</c:v>
                </c:pt>
                <c:pt idx="3036">
                  <c:v>-64.504967</c:v>
                </c:pt>
                <c:pt idx="3037">
                  <c:v>-64.410248</c:v>
                </c:pt>
                <c:pt idx="3038">
                  <c:v>-64.30597</c:v>
                </c:pt>
                <c:pt idx="3039">
                  <c:v>-64.192633</c:v>
                </c:pt>
                <c:pt idx="3040">
                  <c:v>-64.070637</c:v>
                </c:pt>
                <c:pt idx="3041">
                  <c:v>-63.940678</c:v>
                </c:pt>
                <c:pt idx="3042">
                  <c:v>-63.803076</c:v>
                </c:pt>
                <c:pt idx="3043">
                  <c:v>-63.658218</c:v>
                </c:pt>
                <c:pt idx="3044">
                  <c:v>-63.506413</c:v>
                </c:pt>
                <c:pt idx="3045">
                  <c:v>-63.348267</c:v>
                </c:pt>
                <c:pt idx="3046">
                  <c:v>-63.184436</c:v>
                </c:pt>
                <c:pt idx="3047">
                  <c:v>-63.015415</c:v>
                </c:pt>
                <c:pt idx="3048">
                  <c:v>-62.841452</c:v>
                </c:pt>
                <c:pt idx="3049">
                  <c:v>-62.66308</c:v>
                </c:pt>
                <c:pt idx="3050">
                  <c:v>-62.480466</c:v>
                </c:pt>
                <c:pt idx="3051">
                  <c:v>-62.294277</c:v>
                </c:pt>
                <c:pt idx="3052">
                  <c:v>-62.10527</c:v>
                </c:pt>
                <c:pt idx="3053">
                  <c:v>-61.913616</c:v>
                </c:pt>
                <c:pt idx="3054">
                  <c:v>-61.719913</c:v>
                </c:pt>
                <c:pt idx="3055">
                  <c:v>-61.524039</c:v>
                </c:pt>
                <c:pt idx="3056">
                  <c:v>-61.326725</c:v>
                </c:pt>
                <c:pt idx="3057">
                  <c:v>-61.128749</c:v>
                </c:pt>
                <c:pt idx="3058">
                  <c:v>-60.930564</c:v>
                </c:pt>
                <c:pt idx="3059">
                  <c:v>-60.732622</c:v>
                </c:pt>
                <c:pt idx="3060">
                  <c:v>-60.535536</c:v>
                </c:pt>
                <c:pt idx="3061">
                  <c:v>-60.339717</c:v>
                </c:pt>
                <c:pt idx="3062">
                  <c:v>-60.145523</c:v>
                </c:pt>
                <c:pt idx="3063">
                  <c:v>-59.953241</c:v>
                </c:pt>
                <c:pt idx="3064">
                  <c:v>-59.764086</c:v>
                </c:pt>
                <c:pt idx="3065">
                  <c:v>-59.575815</c:v>
                </c:pt>
                <c:pt idx="3066">
                  <c:v>-59.387521</c:v>
                </c:pt>
                <c:pt idx="3067">
                  <c:v>-59.201455</c:v>
                </c:pt>
                <c:pt idx="3068">
                  <c:v>-59.019346</c:v>
                </c:pt>
                <c:pt idx="3069">
                  <c:v>-58.839872</c:v>
                </c:pt>
                <c:pt idx="3070">
                  <c:v>-58.663063</c:v>
                </c:pt>
                <c:pt idx="3071">
                  <c:v>-58.488913</c:v>
                </c:pt>
                <c:pt idx="3072">
                  <c:v>-58.31843</c:v>
                </c:pt>
                <c:pt idx="3073">
                  <c:v>-58.152201</c:v>
                </c:pt>
                <c:pt idx="3074">
                  <c:v>-57.988462</c:v>
                </c:pt>
                <c:pt idx="3075">
                  <c:v>-57.829456</c:v>
                </c:pt>
                <c:pt idx="3076">
                  <c:v>-57.671256</c:v>
                </c:pt>
                <c:pt idx="3077">
                  <c:v>-57.516732</c:v>
                </c:pt>
                <c:pt idx="3078">
                  <c:v>-57.366786</c:v>
                </c:pt>
                <c:pt idx="3079">
                  <c:v>-57.219283</c:v>
                </c:pt>
                <c:pt idx="3080">
                  <c:v>-57.076326</c:v>
                </c:pt>
                <c:pt idx="3081">
                  <c:v>-56.939077</c:v>
                </c:pt>
                <c:pt idx="3082">
                  <c:v>-56.803752</c:v>
                </c:pt>
                <c:pt idx="3083">
                  <c:v>-56.671261</c:v>
                </c:pt>
                <c:pt idx="3084">
                  <c:v>-56.543176</c:v>
                </c:pt>
                <c:pt idx="3085">
                  <c:v>-56.419727</c:v>
                </c:pt>
                <c:pt idx="3086">
                  <c:v>-56.300339</c:v>
                </c:pt>
                <c:pt idx="3087">
                  <c:v>-56.18533</c:v>
                </c:pt>
                <c:pt idx="3088">
                  <c:v>-56.072377</c:v>
                </c:pt>
                <c:pt idx="3089">
                  <c:v>-55.963521</c:v>
                </c:pt>
                <c:pt idx="3090">
                  <c:v>-55.856664</c:v>
                </c:pt>
                <c:pt idx="3091">
                  <c:v>-55.753484</c:v>
                </c:pt>
                <c:pt idx="3092">
                  <c:v>-55.655394</c:v>
                </c:pt>
                <c:pt idx="3093">
                  <c:v>-55.558329</c:v>
                </c:pt>
                <c:pt idx="3094">
                  <c:v>-55.461739</c:v>
                </c:pt>
                <c:pt idx="3095">
                  <c:v>-55.372083</c:v>
                </c:pt>
                <c:pt idx="3096">
                  <c:v>-55.282265</c:v>
                </c:pt>
                <c:pt idx="3097">
                  <c:v>-55.195921</c:v>
                </c:pt>
                <c:pt idx="3098">
                  <c:v>-55.112035</c:v>
                </c:pt>
                <c:pt idx="3099">
                  <c:v>-55.029423</c:v>
                </c:pt>
                <c:pt idx="3100">
                  <c:v>-54.947348</c:v>
                </c:pt>
                <c:pt idx="3101">
                  <c:v>-54.868598</c:v>
                </c:pt>
                <c:pt idx="3102">
                  <c:v>-54.792611</c:v>
                </c:pt>
                <c:pt idx="3103">
                  <c:v>-54.715336</c:v>
                </c:pt>
                <c:pt idx="3104">
                  <c:v>-54.639027</c:v>
                </c:pt>
                <c:pt idx="3105">
                  <c:v>-54.564281</c:v>
                </c:pt>
                <c:pt idx="3106">
                  <c:v>-54.491704</c:v>
                </c:pt>
                <c:pt idx="3107">
                  <c:v>-54.418194</c:v>
                </c:pt>
                <c:pt idx="3108">
                  <c:v>-54.346781</c:v>
                </c:pt>
                <c:pt idx="3109">
                  <c:v>-54.277462</c:v>
                </c:pt>
                <c:pt idx="3110">
                  <c:v>-54.201871</c:v>
                </c:pt>
                <c:pt idx="3111">
                  <c:v>-54.123286</c:v>
                </c:pt>
                <c:pt idx="3112">
                  <c:v>-54.048416</c:v>
                </c:pt>
                <c:pt idx="3113">
                  <c:v>-53.967384</c:v>
                </c:pt>
                <c:pt idx="3114">
                  <c:v>-53.892636</c:v>
                </c:pt>
                <c:pt idx="3115">
                  <c:v>-53.818392</c:v>
                </c:pt>
                <c:pt idx="3116">
                  <c:v>-53.745821</c:v>
                </c:pt>
                <c:pt idx="3117">
                  <c:v>-53.669575</c:v>
                </c:pt>
                <c:pt idx="3118">
                  <c:v>-53.595305</c:v>
                </c:pt>
                <c:pt idx="3119">
                  <c:v>-53.52101</c:v>
                </c:pt>
                <c:pt idx="3120">
                  <c:v>-53.449347</c:v>
                </c:pt>
                <c:pt idx="3121">
                  <c:v>-53.375124</c:v>
                </c:pt>
                <c:pt idx="3122">
                  <c:v>-53.300476</c:v>
                </c:pt>
                <c:pt idx="3123">
                  <c:v>-53.219253</c:v>
                </c:pt>
                <c:pt idx="3124">
                  <c:v>-53.138828</c:v>
                </c:pt>
                <c:pt idx="3125">
                  <c:v>-53.058327</c:v>
                </c:pt>
                <c:pt idx="3126">
                  <c:v>-52.979197</c:v>
                </c:pt>
                <c:pt idx="3127">
                  <c:v>-52.898593</c:v>
                </c:pt>
                <c:pt idx="3128">
                  <c:v>-52.817522</c:v>
                </c:pt>
                <c:pt idx="3129">
                  <c:v>-52.736673</c:v>
                </c:pt>
                <c:pt idx="3130">
                  <c:v>-52.648613</c:v>
                </c:pt>
                <c:pt idx="3131">
                  <c:v>-52.560792</c:v>
                </c:pt>
                <c:pt idx="3132">
                  <c:v>-52.472954</c:v>
                </c:pt>
                <c:pt idx="3133">
                  <c:v>-52.386405</c:v>
                </c:pt>
                <c:pt idx="3134">
                  <c:v>-52.301153</c:v>
                </c:pt>
                <c:pt idx="3135">
                  <c:v>-52.213312</c:v>
                </c:pt>
                <c:pt idx="3136">
                  <c:v>-52.124484</c:v>
                </c:pt>
                <c:pt idx="3137">
                  <c:v>-52.035959</c:v>
                </c:pt>
                <c:pt idx="3138">
                  <c:v>-51.938883</c:v>
                </c:pt>
                <c:pt idx="3139">
                  <c:v>-51.842522</c:v>
                </c:pt>
                <c:pt idx="3140">
                  <c:v>-51.747795</c:v>
                </c:pt>
                <c:pt idx="3141">
                  <c:v>-51.650283</c:v>
                </c:pt>
                <c:pt idx="3142">
                  <c:v>-51.553574</c:v>
                </c:pt>
                <c:pt idx="3143">
                  <c:v>-51.456893</c:v>
                </c:pt>
                <c:pt idx="3144">
                  <c:v>-51.357773</c:v>
                </c:pt>
                <c:pt idx="3145">
                  <c:v>-51.259835</c:v>
                </c:pt>
                <c:pt idx="3146">
                  <c:v>-51.161887</c:v>
                </c:pt>
                <c:pt idx="3147">
                  <c:v>-51.055117</c:v>
                </c:pt>
                <c:pt idx="3148">
                  <c:v>-50.951212</c:v>
                </c:pt>
                <c:pt idx="3149">
                  <c:v>-50.84681</c:v>
                </c:pt>
                <c:pt idx="3150">
                  <c:v>-50.741413</c:v>
                </c:pt>
                <c:pt idx="3151">
                  <c:v>-50.638111</c:v>
                </c:pt>
                <c:pt idx="3152">
                  <c:v>-50.534392</c:v>
                </c:pt>
                <c:pt idx="3153">
                  <c:v>-50.428049</c:v>
                </c:pt>
                <c:pt idx="3154">
                  <c:v>-50.324177</c:v>
                </c:pt>
                <c:pt idx="3155">
                  <c:v>-50.217962</c:v>
                </c:pt>
                <c:pt idx="3156">
                  <c:v>-50.110613</c:v>
                </c:pt>
                <c:pt idx="3157">
                  <c:v>-50.004601</c:v>
                </c:pt>
                <c:pt idx="3158">
                  <c:v>-49.897282</c:v>
                </c:pt>
                <c:pt idx="3159">
                  <c:v>-49.787694</c:v>
                </c:pt>
                <c:pt idx="3160">
                  <c:v>-49.680901</c:v>
                </c:pt>
                <c:pt idx="3161">
                  <c:v>-49.56863</c:v>
                </c:pt>
                <c:pt idx="3162">
                  <c:v>-49.458091</c:v>
                </c:pt>
                <c:pt idx="3163">
                  <c:v>-49.346993</c:v>
                </c:pt>
                <c:pt idx="3164">
                  <c:v>-49.235768</c:v>
                </c:pt>
                <c:pt idx="3165">
                  <c:v>-49.125272</c:v>
                </c:pt>
                <c:pt idx="3166">
                  <c:v>-49.015438</c:v>
                </c:pt>
                <c:pt idx="3167">
                  <c:v>-48.903698</c:v>
                </c:pt>
                <c:pt idx="3168">
                  <c:v>-48.777641</c:v>
                </c:pt>
                <c:pt idx="3169">
                  <c:v>-48.657482</c:v>
                </c:pt>
                <c:pt idx="3170">
                  <c:v>-48.541237</c:v>
                </c:pt>
                <c:pt idx="3171">
                  <c:v>-48.428619</c:v>
                </c:pt>
                <c:pt idx="3172">
                  <c:v>-48.318066</c:v>
                </c:pt>
                <c:pt idx="3173">
                  <c:v>-48.20736</c:v>
                </c:pt>
                <c:pt idx="3174">
                  <c:v>-48.098964</c:v>
                </c:pt>
                <c:pt idx="3175">
                  <c:v>-47.989954</c:v>
                </c:pt>
                <c:pt idx="3176">
                  <c:v>-47.881632</c:v>
                </c:pt>
                <c:pt idx="3177">
                  <c:v>-47.774891</c:v>
                </c:pt>
                <c:pt idx="3178">
                  <c:v>-47.668114</c:v>
                </c:pt>
                <c:pt idx="3179">
                  <c:v>-47.559164</c:v>
                </c:pt>
                <c:pt idx="3180">
                  <c:v>-47.452833</c:v>
                </c:pt>
                <c:pt idx="3181">
                  <c:v>-47.346532</c:v>
                </c:pt>
                <c:pt idx="3182">
                  <c:v>-47.239078</c:v>
                </c:pt>
                <c:pt idx="3183">
                  <c:v>-47.132352</c:v>
                </c:pt>
                <c:pt idx="3184">
                  <c:v>-47.025546</c:v>
                </c:pt>
                <c:pt idx="3185">
                  <c:v>-46.919222</c:v>
                </c:pt>
                <c:pt idx="3186">
                  <c:v>-46.816325</c:v>
                </c:pt>
                <c:pt idx="3187">
                  <c:v>-46.712785</c:v>
                </c:pt>
                <c:pt idx="3188">
                  <c:v>-46.6108</c:v>
                </c:pt>
                <c:pt idx="3189">
                  <c:v>-46.508983</c:v>
                </c:pt>
                <c:pt idx="3190">
                  <c:v>-46.410204</c:v>
                </c:pt>
                <c:pt idx="3191">
                  <c:v>-46.310897</c:v>
                </c:pt>
                <c:pt idx="3192">
                  <c:v>-46.212577</c:v>
                </c:pt>
                <c:pt idx="3193">
                  <c:v>-46.112939</c:v>
                </c:pt>
                <c:pt idx="3194">
                  <c:v>-46.014252</c:v>
                </c:pt>
                <c:pt idx="3195">
                  <c:v>-45.893296</c:v>
                </c:pt>
                <c:pt idx="3196">
                  <c:v>-45.780946</c:v>
                </c:pt>
                <c:pt idx="3197">
                  <c:v>-45.674239</c:v>
                </c:pt>
                <c:pt idx="3198">
                  <c:v>-45.57069</c:v>
                </c:pt>
                <c:pt idx="3199">
                  <c:v>-45.468418</c:v>
                </c:pt>
                <c:pt idx="3200">
                  <c:v>-45.369671</c:v>
                </c:pt>
                <c:pt idx="3201">
                  <c:v>-45.272567</c:v>
                </c:pt>
                <c:pt idx="3202">
                  <c:v>-45.178768</c:v>
                </c:pt>
                <c:pt idx="3203">
                  <c:v>-45.085987</c:v>
                </c:pt>
                <c:pt idx="3204">
                  <c:v>-44.994918</c:v>
                </c:pt>
                <c:pt idx="3205">
                  <c:v>-44.902521</c:v>
                </c:pt>
                <c:pt idx="3206">
                  <c:v>-44.811543</c:v>
                </c:pt>
                <c:pt idx="3207">
                  <c:v>-44.717674</c:v>
                </c:pt>
                <c:pt idx="3208">
                  <c:v>-44.628226</c:v>
                </c:pt>
                <c:pt idx="3209">
                  <c:v>-44.538571</c:v>
                </c:pt>
                <c:pt idx="3210">
                  <c:v>-44.447498</c:v>
                </c:pt>
                <c:pt idx="3211">
                  <c:v>-44.357323</c:v>
                </c:pt>
                <c:pt idx="3212">
                  <c:v>-44.267815</c:v>
                </c:pt>
                <c:pt idx="3213">
                  <c:v>-44.176642</c:v>
                </c:pt>
                <c:pt idx="3214">
                  <c:v>-44.059978</c:v>
                </c:pt>
                <c:pt idx="3215">
                  <c:v>-43.95369</c:v>
                </c:pt>
                <c:pt idx="3216">
                  <c:v>-43.851634</c:v>
                </c:pt>
                <c:pt idx="3217">
                  <c:v>-43.754402</c:v>
                </c:pt>
                <c:pt idx="3218">
                  <c:v>-43.659694</c:v>
                </c:pt>
                <c:pt idx="3219">
                  <c:v>-43.564093</c:v>
                </c:pt>
                <c:pt idx="3220">
                  <c:v>-43.471303</c:v>
                </c:pt>
                <c:pt idx="3221">
                  <c:v>-43.376704</c:v>
                </c:pt>
                <c:pt idx="3222">
                  <c:v>-43.281663</c:v>
                </c:pt>
                <c:pt idx="3223">
                  <c:v>-43.189279</c:v>
                </c:pt>
                <c:pt idx="3224">
                  <c:v>-43.095928</c:v>
                </c:pt>
                <c:pt idx="3225">
                  <c:v>-42.999583</c:v>
                </c:pt>
                <c:pt idx="3226">
                  <c:v>-42.904869</c:v>
                </c:pt>
                <c:pt idx="3227">
                  <c:v>-42.806418</c:v>
                </c:pt>
                <c:pt idx="3228">
                  <c:v>-42.705738</c:v>
                </c:pt>
                <c:pt idx="3229">
                  <c:v>-42.604049</c:v>
                </c:pt>
                <c:pt idx="3230">
                  <c:v>-42.500692</c:v>
                </c:pt>
                <c:pt idx="3231">
                  <c:v>-42.369935</c:v>
                </c:pt>
                <c:pt idx="3232">
                  <c:v>-42.250418</c:v>
                </c:pt>
                <c:pt idx="3233">
                  <c:v>-42.135191</c:v>
                </c:pt>
                <c:pt idx="3234">
                  <c:v>-42.021185</c:v>
                </c:pt>
                <c:pt idx="3235">
                  <c:v>-41.907944</c:v>
                </c:pt>
                <c:pt idx="3236">
                  <c:v>-41.794884</c:v>
                </c:pt>
                <c:pt idx="3237">
                  <c:v>-41.680894</c:v>
                </c:pt>
                <c:pt idx="3238">
                  <c:v>-41.564642</c:v>
                </c:pt>
                <c:pt idx="3239">
                  <c:v>-41.446972</c:v>
                </c:pt>
                <c:pt idx="3240">
                  <c:v>-41.327202</c:v>
                </c:pt>
                <c:pt idx="3241">
                  <c:v>-41.205745</c:v>
                </c:pt>
                <c:pt idx="3242">
                  <c:v>-41.082187</c:v>
                </c:pt>
                <c:pt idx="3243">
                  <c:v>-40.955903</c:v>
                </c:pt>
                <c:pt idx="3244">
                  <c:v>-40.827015</c:v>
                </c:pt>
                <c:pt idx="3245">
                  <c:v>-40.695161</c:v>
                </c:pt>
                <c:pt idx="3246">
                  <c:v>-40.53905</c:v>
                </c:pt>
                <c:pt idx="3247">
                  <c:v>-40.392029</c:v>
                </c:pt>
                <c:pt idx="3248">
                  <c:v>-40.247266</c:v>
                </c:pt>
                <c:pt idx="3249">
                  <c:v>-40.10372</c:v>
                </c:pt>
                <c:pt idx="3250">
                  <c:v>-39.959767</c:v>
                </c:pt>
                <c:pt idx="3251">
                  <c:v>-39.814723</c:v>
                </c:pt>
                <c:pt idx="3252">
                  <c:v>-39.667408</c:v>
                </c:pt>
                <c:pt idx="3253">
                  <c:v>-39.51808</c:v>
                </c:pt>
                <c:pt idx="3254">
                  <c:v>-39.366074</c:v>
                </c:pt>
                <c:pt idx="3255">
                  <c:v>-39.212956</c:v>
                </c:pt>
                <c:pt idx="3256">
                  <c:v>-39.055444</c:v>
                </c:pt>
                <c:pt idx="3257">
                  <c:v>-38.897677</c:v>
                </c:pt>
                <c:pt idx="3258">
                  <c:v>-38.736848</c:v>
                </c:pt>
                <c:pt idx="3259">
                  <c:v>-38.558361</c:v>
                </c:pt>
                <c:pt idx="3260">
                  <c:v>-38.3828</c:v>
                </c:pt>
                <c:pt idx="3261">
                  <c:v>-38.211465</c:v>
                </c:pt>
                <c:pt idx="3262">
                  <c:v>-38.038001</c:v>
                </c:pt>
                <c:pt idx="3263">
                  <c:v>-37.863913</c:v>
                </c:pt>
                <c:pt idx="3264">
                  <c:v>-37.691098</c:v>
                </c:pt>
                <c:pt idx="3265">
                  <c:v>-37.517167</c:v>
                </c:pt>
                <c:pt idx="3266">
                  <c:v>-37.339836</c:v>
                </c:pt>
                <c:pt idx="3267">
                  <c:v>-37.161455</c:v>
                </c:pt>
                <c:pt idx="3268">
                  <c:v>-36.981784</c:v>
                </c:pt>
                <c:pt idx="3269">
                  <c:v>-36.801194</c:v>
                </c:pt>
                <c:pt idx="3270">
                  <c:v>-36.619471</c:v>
                </c:pt>
                <c:pt idx="3271">
                  <c:v>-36.43599</c:v>
                </c:pt>
                <c:pt idx="3272">
                  <c:v>-36.246012</c:v>
                </c:pt>
                <c:pt idx="3273">
                  <c:v>-36.059288</c:v>
                </c:pt>
                <c:pt idx="3274">
                  <c:v>-35.870532</c:v>
                </c:pt>
                <c:pt idx="3275">
                  <c:v>-35.687506</c:v>
                </c:pt>
                <c:pt idx="3276">
                  <c:v>-35.502523</c:v>
                </c:pt>
                <c:pt idx="3277">
                  <c:v>-35.319742</c:v>
                </c:pt>
                <c:pt idx="3278">
                  <c:v>-35.128236</c:v>
                </c:pt>
                <c:pt idx="3279">
                  <c:v>-34.942349</c:v>
                </c:pt>
                <c:pt idx="3280">
                  <c:v>-34.753729</c:v>
                </c:pt>
                <c:pt idx="3281">
                  <c:v>-34.570453</c:v>
                </c:pt>
                <c:pt idx="3282">
                  <c:v>-34.383895</c:v>
                </c:pt>
                <c:pt idx="3283">
                  <c:v>-34.206011</c:v>
                </c:pt>
                <c:pt idx="3284">
                  <c:v>-34.025089</c:v>
                </c:pt>
                <c:pt idx="3285">
                  <c:v>-33.844336</c:v>
                </c:pt>
                <c:pt idx="3286">
                  <c:v>-33.671798</c:v>
                </c:pt>
                <c:pt idx="3287">
                  <c:v>-33.49191</c:v>
                </c:pt>
                <c:pt idx="3288">
                  <c:v>-33.318302</c:v>
                </c:pt>
                <c:pt idx="3289">
                  <c:v>-33.142584</c:v>
                </c:pt>
                <c:pt idx="3290">
                  <c:v>-32.955464</c:v>
                </c:pt>
                <c:pt idx="3291">
                  <c:v>-32.779163</c:v>
                </c:pt>
                <c:pt idx="3292">
                  <c:v>-32.610413</c:v>
                </c:pt>
                <c:pt idx="3293">
                  <c:v>-32.435841</c:v>
                </c:pt>
                <c:pt idx="3294">
                  <c:v>-32.272383</c:v>
                </c:pt>
                <c:pt idx="3295">
                  <c:v>-32.112114</c:v>
                </c:pt>
                <c:pt idx="3296">
                  <c:v>-31.945302</c:v>
                </c:pt>
                <c:pt idx="3297">
                  <c:v>-31.770061</c:v>
                </c:pt>
                <c:pt idx="3298">
                  <c:v>-31.616378</c:v>
                </c:pt>
                <c:pt idx="3299">
                  <c:v>-31.462069</c:v>
                </c:pt>
                <c:pt idx="3300">
                  <c:v>-31.296643</c:v>
                </c:pt>
                <c:pt idx="3301">
                  <c:v>-31.125833</c:v>
                </c:pt>
                <c:pt idx="3302">
                  <c:v>-30.970336</c:v>
                </c:pt>
                <c:pt idx="3303">
                  <c:v>-30.81806</c:v>
                </c:pt>
                <c:pt idx="3304">
                  <c:v>-30.691697</c:v>
                </c:pt>
                <c:pt idx="3305">
                  <c:v>-30.53806</c:v>
                </c:pt>
                <c:pt idx="3306">
                  <c:v>-30.375897</c:v>
                </c:pt>
                <c:pt idx="3307">
                  <c:v>-30.235783</c:v>
                </c:pt>
                <c:pt idx="3308">
                  <c:v>-30.097164</c:v>
                </c:pt>
                <c:pt idx="3309">
                  <c:v>-29.988692</c:v>
                </c:pt>
                <c:pt idx="3310">
                  <c:v>-29.847511</c:v>
                </c:pt>
                <c:pt idx="3311">
                  <c:v>-29.701365</c:v>
                </c:pt>
                <c:pt idx="3312">
                  <c:v>-29.564377</c:v>
                </c:pt>
                <c:pt idx="3313">
                  <c:v>-29.445274</c:v>
                </c:pt>
                <c:pt idx="3314">
                  <c:v>-29.341035</c:v>
                </c:pt>
                <c:pt idx="3315">
                  <c:v>-29.20702</c:v>
                </c:pt>
                <c:pt idx="3316">
                  <c:v>-29.080231</c:v>
                </c:pt>
                <c:pt idx="3317">
                  <c:v>-28.958666</c:v>
                </c:pt>
                <c:pt idx="3318">
                  <c:v>-28.874677</c:v>
                </c:pt>
                <c:pt idx="3319">
                  <c:v>-28.753735</c:v>
                </c:pt>
                <c:pt idx="3320">
                  <c:v>-28.642095</c:v>
                </c:pt>
                <c:pt idx="3321">
                  <c:v>-28.543889</c:v>
                </c:pt>
                <c:pt idx="3322">
                  <c:v>-28.470601</c:v>
                </c:pt>
                <c:pt idx="3323">
                  <c:v>-28.349524</c:v>
                </c:pt>
                <c:pt idx="3324">
                  <c:v>-28.258174</c:v>
                </c:pt>
                <c:pt idx="3325">
                  <c:v>-28.175065</c:v>
                </c:pt>
                <c:pt idx="3326">
                  <c:v>-28.065671</c:v>
                </c:pt>
                <c:pt idx="3327">
                  <c:v>-27.963949</c:v>
                </c:pt>
                <c:pt idx="3328">
                  <c:v>-27.912209</c:v>
                </c:pt>
                <c:pt idx="3329">
                  <c:v>-27.808213</c:v>
                </c:pt>
                <c:pt idx="3330">
                  <c:v>-27.716084</c:v>
                </c:pt>
                <c:pt idx="3331">
                  <c:v>-27.652142</c:v>
                </c:pt>
                <c:pt idx="3332">
                  <c:v>-27.560815</c:v>
                </c:pt>
                <c:pt idx="3333">
                  <c:v>-27.47409</c:v>
                </c:pt>
                <c:pt idx="3334">
                  <c:v>-27.421951</c:v>
                </c:pt>
                <c:pt idx="3335">
                  <c:v>-27.338859</c:v>
                </c:pt>
                <c:pt idx="3336">
                  <c:v>-27.303886</c:v>
                </c:pt>
                <c:pt idx="3337">
                  <c:v>-27.247967</c:v>
                </c:pt>
                <c:pt idx="3338">
                  <c:v>-27.150866</c:v>
                </c:pt>
                <c:pt idx="3339">
                  <c:v>-27.106595</c:v>
                </c:pt>
                <c:pt idx="3340">
                  <c:v>-27.021972</c:v>
                </c:pt>
                <c:pt idx="3341">
                  <c:v>-26.961917</c:v>
                </c:pt>
                <c:pt idx="3342">
                  <c:v>-26.913169</c:v>
                </c:pt>
                <c:pt idx="3343">
                  <c:v>-26.840344</c:v>
                </c:pt>
                <c:pt idx="3344">
                  <c:v>-26.818349</c:v>
                </c:pt>
                <c:pt idx="3345">
                  <c:v>-26.744638</c:v>
                </c:pt>
                <c:pt idx="3346">
                  <c:v>-26.707924</c:v>
                </c:pt>
                <c:pt idx="3347">
                  <c:v>-26.68318</c:v>
                </c:pt>
                <c:pt idx="3348">
                  <c:v>-26.639736</c:v>
                </c:pt>
                <c:pt idx="3349">
                  <c:v>-26.600422</c:v>
                </c:pt>
                <c:pt idx="3350">
                  <c:v>-26.561058</c:v>
                </c:pt>
                <c:pt idx="3351">
                  <c:v>-26.504857</c:v>
                </c:pt>
                <c:pt idx="3352">
                  <c:v>-26.47885</c:v>
                </c:pt>
                <c:pt idx="3353">
                  <c:v>-26.434155</c:v>
                </c:pt>
                <c:pt idx="3354">
                  <c:v>-26.418943</c:v>
                </c:pt>
                <c:pt idx="3355">
                  <c:v>-26.378916</c:v>
                </c:pt>
                <c:pt idx="3356">
                  <c:v>-26.399721</c:v>
                </c:pt>
                <c:pt idx="3357">
                  <c:v>-26.355938</c:v>
                </c:pt>
                <c:pt idx="3358">
                  <c:v>-26.323561</c:v>
                </c:pt>
                <c:pt idx="3359">
                  <c:v>-26.29607</c:v>
                </c:pt>
                <c:pt idx="3360">
                  <c:v>-26.27408</c:v>
                </c:pt>
                <c:pt idx="3361">
                  <c:v>-26.2538</c:v>
                </c:pt>
                <c:pt idx="3362">
                  <c:v>-26.237728</c:v>
                </c:pt>
                <c:pt idx="3363">
                  <c:v>-26.242006</c:v>
                </c:pt>
                <c:pt idx="3364">
                  <c:v>-26.242674</c:v>
                </c:pt>
                <c:pt idx="3365">
                  <c:v>-26.242944</c:v>
                </c:pt>
                <c:pt idx="3366">
                  <c:v>-26.205861</c:v>
                </c:pt>
                <c:pt idx="3367">
                  <c:v>-26.201246</c:v>
                </c:pt>
                <c:pt idx="3368">
                  <c:v>-26.21886</c:v>
                </c:pt>
                <c:pt idx="3369">
                  <c:v>-26.192076</c:v>
                </c:pt>
                <c:pt idx="3370">
                  <c:v>-26.196543</c:v>
                </c:pt>
                <c:pt idx="3371">
                  <c:v>-26.257828</c:v>
                </c:pt>
                <c:pt idx="3372">
                  <c:v>-26.23243</c:v>
                </c:pt>
                <c:pt idx="3373">
                  <c:v>-26.235587</c:v>
                </c:pt>
                <c:pt idx="3374">
                  <c:v>-26.266543</c:v>
                </c:pt>
                <c:pt idx="3375">
                  <c:v>-26.25285</c:v>
                </c:pt>
                <c:pt idx="3376">
                  <c:v>-26.265697</c:v>
                </c:pt>
                <c:pt idx="3377">
                  <c:v>-26.27842</c:v>
                </c:pt>
                <c:pt idx="3378">
                  <c:v>-26.337852</c:v>
                </c:pt>
                <c:pt idx="3379">
                  <c:v>-26.345102</c:v>
                </c:pt>
                <c:pt idx="3380">
                  <c:v>-26.355485</c:v>
                </c:pt>
                <c:pt idx="3381">
                  <c:v>-26.355776</c:v>
                </c:pt>
                <c:pt idx="3382">
                  <c:v>-26.379813</c:v>
                </c:pt>
                <c:pt idx="3383">
                  <c:v>-26.431437</c:v>
                </c:pt>
                <c:pt idx="3384">
                  <c:v>-26.43218</c:v>
                </c:pt>
                <c:pt idx="3385">
                  <c:v>-26.489252</c:v>
                </c:pt>
                <c:pt idx="3386">
                  <c:v>-26.510026</c:v>
                </c:pt>
                <c:pt idx="3387">
                  <c:v>-26.519914</c:v>
                </c:pt>
                <c:pt idx="3388">
                  <c:v>-26.556004</c:v>
                </c:pt>
                <c:pt idx="3389">
                  <c:v>-26.577002</c:v>
                </c:pt>
                <c:pt idx="3390">
                  <c:v>-26.632194</c:v>
                </c:pt>
                <c:pt idx="3391">
                  <c:v>-26.668547</c:v>
                </c:pt>
                <c:pt idx="3392">
                  <c:v>-26.707043</c:v>
                </c:pt>
                <c:pt idx="3393">
                  <c:v>-26.745011</c:v>
                </c:pt>
                <c:pt idx="3394">
                  <c:v>-26.786824</c:v>
                </c:pt>
                <c:pt idx="3395">
                  <c:v>-26.828686</c:v>
                </c:pt>
                <c:pt idx="3396">
                  <c:v>-26.84186</c:v>
                </c:pt>
                <c:pt idx="3397">
                  <c:v>-26.893863</c:v>
                </c:pt>
                <c:pt idx="3398">
                  <c:v>-26.944084</c:v>
                </c:pt>
                <c:pt idx="3399">
                  <c:v>-26.992743</c:v>
                </c:pt>
                <c:pt idx="3400">
                  <c:v>-27.04629</c:v>
                </c:pt>
                <c:pt idx="3401">
                  <c:v>-27.112413</c:v>
                </c:pt>
                <c:pt idx="3402">
                  <c:v>-27.146496</c:v>
                </c:pt>
                <c:pt idx="3403">
                  <c:v>-27.18807</c:v>
                </c:pt>
                <c:pt idx="3404">
                  <c:v>-27.23635</c:v>
                </c:pt>
                <c:pt idx="3405">
                  <c:v>-27.286655</c:v>
                </c:pt>
                <c:pt idx="3406">
                  <c:v>-27.356997</c:v>
                </c:pt>
                <c:pt idx="3407">
                  <c:v>-27.392506</c:v>
                </c:pt>
                <c:pt idx="3408">
                  <c:v>-27.468104</c:v>
                </c:pt>
                <c:pt idx="3409">
                  <c:v>-27.507225</c:v>
                </c:pt>
                <c:pt idx="3410">
                  <c:v>-27.587224</c:v>
                </c:pt>
                <c:pt idx="3411">
                  <c:v>-27.673798</c:v>
                </c:pt>
                <c:pt idx="3412">
                  <c:v>-27.72951</c:v>
                </c:pt>
                <c:pt idx="3413">
                  <c:v>-27.791764</c:v>
                </c:pt>
                <c:pt idx="3414">
                  <c:v>-27.857001</c:v>
                </c:pt>
                <c:pt idx="3415">
                  <c:v>-27.924958</c:v>
                </c:pt>
                <c:pt idx="3416">
                  <c:v>-27.995631</c:v>
                </c:pt>
                <c:pt idx="3417">
                  <c:v>-28.071794</c:v>
                </c:pt>
                <c:pt idx="3418">
                  <c:v>-28.147205</c:v>
                </c:pt>
                <c:pt idx="3419">
                  <c:v>-28.228498</c:v>
                </c:pt>
                <c:pt idx="3420">
                  <c:v>-28.311635</c:v>
                </c:pt>
                <c:pt idx="3421">
                  <c:v>-28.399153</c:v>
                </c:pt>
                <c:pt idx="3422">
                  <c:v>-28.486254</c:v>
                </c:pt>
                <c:pt idx="3423">
                  <c:v>-28.577441</c:v>
                </c:pt>
                <c:pt idx="3424">
                  <c:v>-28.670277</c:v>
                </c:pt>
                <c:pt idx="3425">
                  <c:v>-28.794545</c:v>
                </c:pt>
                <c:pt idx="3426">
                  <c:v>-28.885216</c:v>
                </c:pt>
                <c:pt idx="3427">
                  <c:v>-28.984464</c:v>
                </c:pt>
                <c:pt idx="3428">
                  <c:v>-29.082479</c:v>
                </c:pt>
                <c:pt idx="3429">
                  <c:v>-29.189251</c:v>
                </c:pt>
                <c:pt idx="3430">
                  <c:v>-29.294425</c:v>
                </c:pt>
                <c:pt idx="3431">
                  <c:v>-29.405659</c:v>
                </c:pt>
                <c:pt idx="3432">
                  <c:v>-29.51819</c:v>
                </c:pt>
                <c:pt idx="3433">
                  <c:v>-29.637357</c:v>
                </c:pt>
                <c:pt idx="3434">
                  <c:v>-29.755974</c:v>
                </c:pt>
                <c:pt idx="3435">
                  <c:v>-29.881005</c:v>
                </c:pt>
                <c:pt idx="3436">
                  <c:v>-29.993285</c:v>
                </c:pt>
                <c:pt idx="3437">
                  <c:v>-30.142067</c:v>
                </c:pt>
                <c:pt idx="3438">
                  <c:v>-30.259013</c:v>
                </c:pt>
                <c:pt idx="3439">
                  <c:v>-30.397677</c:v>
                </c:pt>
                <c:pt idx="3440">
                  <c:v>-30.541748</c:v>
                </c:pt>
                <c:pt idx="3441">
                  <c:v>-30.684219</c:v>
                </c:pt>
                <c:pt idx="3442">
                  <c:v>-30.834278</c:v>
                </c:pt>
                <c:pt idx="3443">
                  <c:v>-30.967436</c:v>
                </c:pt>
                <c:pt idx="3444">
                  <c:v>-31.138877</c:v>
                </c:pt>
                <c:pt idx="3445">
                  <c:v>-31.275863</c:v>
                </c:pt>
                <c:pt idx="3446">
                  <c:v>-31.452401</c:v>
                </c:pt>
                <c:pt idx="3447">
                  <c:v>-31.595437</c:v>
                </c:pt>
                <c:pt idx="3448">
                  <c:v>-31.75715</c:v>
                </c:pt>
                <c:pt idx="3449">
                  <c:v>-31.924971</c:v>
                </c:pt>
                <c:pt idx="3450">
                  <c:v>-32.077725</c:v>
                </c:pt>
                <c:pt idx="3451">
                  <c:v>-32.262477</c:v>
                </c:pt>
                <c:pt idx="3452">
                  <c:v>-32.417904</c:v>
                </c:pt>
                <c:pt idx="3453">
                  <c:v>-32.60635</c:v>
                </c:pt>
                <c:pt idx="3454">
                  <c:v>-32.761116</c:v>
                </c:pt>
                <c:pt idx="3455">
                  <c:v>-32.939302</c:v>
                </c:pt>
                <c:pt idx="3456">
                  <c:v>-33.113613</c:v>
                </c:pt>
                <c:pt idx="3457">
                  <c:v>-33.286423</c:v>
                </c:pt>
                <c:pt idx="3458">
                  <c:v>-33.446853</c:v>
                </c:pt>
                <c:pt idx="3459">
                  <c:v>-33.636742</c:v>
                </c:pt>
                <c:pt idx="3460">
                  <c:v>-33.792869</c:v>
                </c:pt>
                <c:pt idx="3461">
                  <c:v>-33.966014</c:v>
                </c:pt>
                <c:pt idx="3462">
                  <c:v>-34.138817</c:v>
                </c:pt>
                <c:pt idx="3463">
                  <c:v>-34.310894</c:v>
                </c:pt>
                <c:pt idx="3464">
                  <c:v>-34.466017</c:v>
                </c:pt>
                <c:pt idx="3465">
                  <c:v>-34.635398</c:v>
                </c:pt>
                <c:pt idx="3466">
                  <c:v>-34.804314</c:v>
                </c:pt>
                <c:pt idx="3467">
                  <c:v>-34.994288</c:v>
                </c:pt>
                <c:pt idx="3468">
                  <c:v>-35.135436</c:v>
                </c:pt>
                <c:pt idx="3469">
                  <c:v>-35.290401</c:v>
                </c:pt>
                <c:pt idx="3470">
                  <c:v>-35.447341</c:v>
                </c:pt>
                <c:pt idx="3471">
                  <c:v>-35.600619</c:v>
                </c:pt>
                <c:pt idx="3472">
                  <c:v>-35.733443</c:v>
                </c:pt>
                <c:pt idx="3473">
                  <c:v>-35.879794</c:v>
                </c:pt>
                <c:pt idx="3474">
                  <c:v>-36.021324</c:v>
                </c:pt>
                <c:pt idx="3475">
                  <c:v>-36.14661</c:v>
                </c:pt>
                <c:pt idx="3476">
                  <c:v>-36.297969</c:v>
                </c:pt>
                <c:pt idx="3477">
                  <c:v>-36.423931</c:v>
                </c:pt>
                <c:pt idx="3478">
                  <c:v>-36.533049</c:v>
                </c:pt>
                <c:pt idx="3479">
                  <c:v>-36.655597</c:v>
                </c:pt>
                <c:pt idx="3480">
                  <c:v>-36.773247</c:v>
                </c:pt>
                <c:pt idx="3481">
                  <c:v>-36.875434</c:v>
                </c:pt>
                <c:pt idx="3482">
                  <c:v>-36.987017</c:v>
                </c:pt>
                <c:pt idx="3483">
                  <c:v>-37.110788</c:v>
                </c:pt>
                <c:pt idx="3484">
                  <c:v>-37.208155</c:v>
                </c:pt>
                <c:pt idx="3485">
                  <c:v>-37.302394</c:v>
                </c:pt>
                <c:pt idx="3486">
                  <c:v>-37.391606</c:v>
                </c:pt>
                <c:pt idx="3487">
                  <c:v>-37.477974</c:v>
                </c:pt>
                <c:pt idx="3488">
                  <c:v>-37.561523</c:v>
                </c:pt>
                <c:pt idx="3489">
                  <c:v>-37.640364</c:v>
                </c:pt>
                <c:pt idx="3490">
                  <c:v>-37.718037</c:v>
                </c:pt>
                <c:pt idx="3491">
                  <c:v>-37.808663</c:v>
                </c:pt>
                <c:pt idx="3492">
                  <c:v>-37.876456</c:v>
                </c:pt>
                <c:pt idx="3493">
                  <c:v>-37.945089</c:v>
                </c:pt>
                <c:pt idx="3494">
                  <c:v>-38.012615</c:v>
                </c:pt>
                <c:pt idx="3495">
                  <c:v>-38.078183</c:v>
                </c:pt>
                <c:pt idx="3496">
                  <c:v>-38.142788</c:v>
                </c:pt>
                <c:pt idx="3497">
                  <c:v>-38.220179</c:v>
                </c:pt>
                <c:pt idx="3498">
                  <c:v>-38.281868</c:v>
                </c:pt>
                <c:pt idx="3499">
                  <c:v>-38.34673</c:v>
                </c:pt>
                <c:pt idx="3500">
                  <c:v>-38.414531</c:v>
                </c:pt>
                <c:pt idx="3501">
                  <c:v>-38.501323</c:v>
                </c:pt>
                <c:pt idx="3502">
                  <c:v>-38.579094</c:v>
                </c:pt>
                <c:pt idx="3503">
                  <c:v>-38.701845</c:v>
                </c:pt>
                <c:pt idx="3504">
                  <c:v>-38.888519</c:v>
                </c:pt>
                <c:pt idx="3505">
                  <c:v>-39.093941</c:v>
                </c:pt>
                <c:pt idx="3506">
                  <c:v>-39.330514</c:v>
                </c:pt>
                <c:pt idx="3507">
                  <c:v>-39.530018</c:v>
                </c:pt>
                <c:pt idx="3508">
                  <c:v>-39.740938</c:v>
                </c:pt>
                <c:pt idx="3509">
                  <c:v>-39.91913</c:v>
                </c:pt>
                <c:pt idx="3510">
                  <c:v>-40.118012</c:v>
                </c:pt>
                <c:pt idx="3511">
                  <c:v>-40.269656</c:v>
                </c:pt>
                <c:pt idx="3512">
                  <c:v>-40.436419</c:v>
                </c:pt>
                <c:pt idx="3513">
                  <c:v>-40.583881</c:v>
                </c:pt>
                <c:pt idx="3514">
                  <c:v>-40.719924</c:v>
                </c:pt>
                <c:pt idx="3515">
                  <c:v>-40.842888</c:v>
                </c:pt>
                <c:pt idx="3516">
                  <c:v>-40.967447</c:v>
                </c:pt>
                <c:pt idx="3517">
                  <c:v>-41.076957</c:v>
                </c:pt>
                <c:pt idx="3518">
                  <c:v>-41.177032</c:v>
                </c:pt>
                <c:pt idx="3519">
                  <c:v>-41.266129</c:v>
                </c:pt>
                <c:pt idx="3520">
                  <c:v>-41.350014</c:v>
                </c:pt>
                <c:pt idx="3521">
                  <c:v>-41.446372</c:v>
                </c:pt>
                <c:pt idx="3522">
                  <c:v>-41.526545</c:v>
                </c:pt>
                <c:pt idx="3523">
                  <c:v>-41.604433</c:v>
                </c:pt>
                <c:pt idx="3524">
                  <c:v>-41.66766</c:v>
                </c:pt>
                <c:pt idx="3525">
                  <c:v>-41.731325</c:v>
                </c:pt>
                <c:pt idx="3526">
                  <c:v>-41.793088</c:v>
                </c:pt>
                <c:pt idx="3527">
                  <c:v>-41.860751</c:v>
                </c:pt>
                <c:pt idx="3528">
                  <c:v>-41.920097</c:v>
                </c:pt>
                <c:pt idx="3529">
                  <c:v>-41.986852</c:v>
                </c:pt>
                <c:pt idx="3530">
                  <c:v>-42.050334</c:v>
                </c:pt>
                <c:pt idx="3531">
                  <c:v>-42.119834</c:v>
                </c:pt>
                <c:pt idx="3532">
                  <c:v>-42.187974</c:v>
                </c:pt>
                <c:pt idx="3533">
                  <c:v>-42.263435</c:v>
                </c:pt>
                <c:pt idx="3534">
                  <c:v>-42.346029</c:v>
                </c:pt>
                <c:pt idx="3535">
                  <c:v>-42.433996</c:v>
                </c:pt>
                <c:pt idx="3536">
                  <c:v>-42.53168</c:v>
                </c:pt>
                <c:pt idx="3537">
                  <c:v>-42.638448</c:v>
                </c:pt>
                <c:pt idx="3538">
                  <c:v>-42.750488</c:v>
                </c:pt>
                <c:pt idx="3539">
                  <c:v>-42.870298</c:v>
                </c:pt>
                <c:pt idx="3540">
                  <c:v>-42.997596</c:v>
                </c:pt>
                <c:pt idx="3541">
                  <c:v>-43.133614</c:v>
                </c:pt>
                <c:pt idx="3542">
                  <c:v>-43.280674</c:v>
                </c:pt>
                <c:pt idx="3543">
                  <c:v>-43.41813</c:v>
                </c:pt>
                <c:pt idx="3544">
                  <c:v>-43.571777</c:v>
                </c:pt>
                <c:pt idx="3545">
                  <c:v>-43.734304</c:v>
                </c:pt>
                <c:pt idx="3546">
                  <c:v>-43.899436</c:v>
                </c:pt>
                <c:pt idx="3547">
                  <c:v>-44.07886</c:v>
                </c:pt>
                <c:pt idx="3548">
                  <c:v>-44.245161</c:v>
                </c:pt>
                <c:pt idx="3549">
                  <c:v>-44.428693</c:v>
                </c:pt>
                <c:pt idx="3550">
                  <c:v>-44.61255</c:v>
                </c:pt>
                <c:pt idx="3551">
                  <c:v>-44.795394</c:v>
                </c:pt>
                <c:pt idx="3552">
                  <c:v>-44.988617</c:v>
                </c:pt>
                <c:pt idx="3553">
                  <c:v>-45.177529</c:v>
                </c:pt>
                <c:pt idx="3554">
                  <c:v>-45.384522</c:v>
                </c:pt>
                <c:pt idx="3555">
                  <c:v>-45.585554</c:v>
                </c:pt>
                <c:pt idx="3556">
                  <c:v>-45.799563</c:v>
                </c:pt>
                <c:pt idx="3557">
                  <c:v>-46.008083</c:v>
                </c:pt>
                <c:pt idx="3558">
                  <c:v>-46.232616</c:v>
                </c:pt>
                <c:pt idx="3559">
                  <c:v>-46.456415</c:v>
                </c:pt>
                <c:pt idx="3560">
                  <c:v>-46.693398</c:v>
                </c:pt>
                <c:pt idx="3561">
                  <c:v>-46.931686</c:v>
                </c:pt>
                <c:pt idx="3562">
                  <c:v>-47.177575</c:v>
                </c:pt>
                <c:pt idx="3563">
                  <c:v>-47.449472</c:v>
                </c:pt>
                <c:pt idx="3564">
                  <c:v>-47.726184</c:v>
                </c:pt>
                <c:pt idx="3565">
                  <c:v>-48.031005</c:v>
                </c:pt>
                <c:pt idx="3566">
                  <c:v>-48.377257</c:v>
                </c:pt>
                <c:pt idx="3567">
                  <c:v>-48.765726</c:v>
                </c:pt>
                <c:pt idx="3568">
                  <c:v>-49.164481</c:v>
                </c:pt>
                <c:pt idx="3569">
                  <c:v>-49.561618</c:v>
                </c:pt>
                <c:pt idx="3570">
                  <c:v>-49.904483</c:v>
                </c:pt>
                <c:pt idx="3571">
                  <c:v>-50.177957</c:v>
                </c:pt>
                <c:pt idx="3572">
                  <c:v>-50.421396</c:v>
                </c:pt>
                <c:pt idx="3573">
                  <c:v>-50.630419</c:v>
                </c:pt>
                <c:pt idx="3574">
                  <c:v>-50.820967</c:v>
                </c:pt>
                <c:pt idx="3575">
                  <c:v>-50.987714</c:v>
                </c:pt>
                <c:pt idx="3576">
                  <c:v>-51.141411</c:v>
                </c:pt>
                <c:pt idx="3577">
                  <c:v>-51.284785</c:v>
                </c:pt>
                <c:pt idx="3578">
                  <c:v>-51.407144</c:v>
                </c:pt>
                <c:pt idx="3579">
                  <c:v>-51.526429</c:v>
                </c:pt>
                <c:pt idx="3580">
                  <c:v>-51.635484</c:v>
                </c:pt>
                <c:pt idx="3581">
                  <c:v>-51.742506</c:v>
                </c:pt>
                <c:pt idx="3582">
                  <c:v>-51.85913</c:v>
                </c:pt>
                <c:pt idx="3583">
                  <c:v>-51.972459</c:v>
                </c:pt>
                <c:pt idx="3584">
                  <c:v>-52.090029</c:v>
                </c:pt>
                <c:pt idx="3585">
                  <c:v>-52.211528</c:v>
                </c:pt>
                <c:pt idx="3586">
                  <c:v>-52.336927</c:v>
                </c:pt>
                <c:pt idx="3587">
                  <c:v>-52.47247</c:v>
                </c:pt>
                <c:pt idx="3588">
                  <c:v>-52.610752</c:v>
                </c:pt>
                <c:pt idx="3589">
                  <c:v>-52.750606</c:v>
                </c:pt>
                <c:pt idx="3590">
                  <c:v>-52.887503</c:v>
                </c:pt>
                <c:pt idx="3591">
                  <c:v>-53.029127</c:v>
                </c:pt>
                <c:pt idx="3592">
                  <c:v>-53.174787</c:v>
                </c:pt>
                <c:pt idx="3593">
                  <c:v>-53.32399</c:v>
                </c:pt>
                <c:pt idx="3594">
                  <c:v>-53.474846</c:v>
                </c:pt>
                <c:pt idx="3595">
                  <c:v>-53.628059</c:v>
                </c:pt>
                <c:pt idx="3596">
                  <c:v>-53.783822</c:v>
                </c:pt>
                <c:pt idx="3597">
                  <c:v>-53.942181</c:v>
                </c:pt>
                <c:pt idx="3598">
                  <c:v>-54.100598</c:v>
                </c:pt>
                <c:pt idx="3599">
                  <c:v>-54.25796</c:v>
                </c:pt>
                <c:pt idx="3600">
                  <c:v>-54.408195</c:v>
                </c:pt>
                <c:pt idx="3601">
                  <c:v>-54.558567</c:v>
                </c:pt>
                <c:pt idx="3602">
                  <c:v>-54.709311</c:v>
                </c:pt>
                <c:pt idx="3603">
                  <c:v>-54.859418</c:v>
                </c:pt>
                <c:pt idx="3604">
                  <c:v>-55.009597</c:v>
                </c:pt>
                <c:pt idx="3605">
                  <c:v>-55.1598</c:v>
                </c:pt>
                <c:pt idx="3606">
                  <c:v>-55.309281</c:v>
                </c:pt>
                <c:pt idx="3607">
                  <c:v>-55.457924</c:v>
                </c:pt>
                <c:pt idx="3608">
                  <c:v>-55.598617</c:v>
                </c:pt>
                <c:pt idx="3609">
                  <c:v>-55.741</c:v>
                </c:pt>
                <c:pt idx="3610">
                  <c:v>-55.883764</c:v>
                </c:pt>
                <c:pt idx="3611">
                  <c:v>-56.026083</c:v>
                </c:pt>
                <c:pt idx="3612">
                  <c:v>-56.167382</c:v>
                </c:pt>
                <c:pt idx="3613">
                  <c:v>-56.295478</c:v>
                </c:pt>
                <c:pt idx="3614">
                  <c:v>-56.424572</c:v>
                </c:pt>
                <c:pt idx="3615">
                  <c:v>-56.5486</c:v>
                </c:pt>
                <c:pt idx="3616">
                  <c:v>-56.673934</c:v>
                </c:pt>
                <c:pt idx="3617">
                  <c:v>-56.799688</c:v>
                </c:pt>
                <c:pt idx="3618">
                  <c:v>-56.923912</c:v>
                </c:pt>
                <c:pt idx="3619">
                  <c:v>-57.046641</c:v>
                </c:pt>
                <c:pt idx="3620">
                  <c:v>-57.167344</c:v>
                </c:pt>
                <c:pt idx="3621">
                  <c:v>-57.285908</c:v>
                </c:pt>
                <c:pt idx="3622">
                  <c:v>-57.402119</c:v>
                </c:pt>
                <c:pt idx="3623">
                  <c:v>-57.515622</c:v>
                </c:pt>
                <c:pt idx="3624">
                  <c:v>-57.626498</c:v>
                </c:pt>
                <c:pt idx="3625">
                  <c:v>-57.734485</c:v>
                </c:pt>
                <c:pt idx="3626">
                  <c:v>-57.839513</c:v>
                </c:pt>
                <c:pt idx="3627">
                  <c:v>-57.941533</c:v>
                </c:pt>
                <c:pt idx="3628">
                  <c:v>-58.040455</c:v>
                </c:pt>
                <c:pt idx="3629">
                  <c:v>-58.136364</c:v>
                </c:pt>
                <c:pt idx="3630">
                  <c:v>-58.229335</c:v>
                </c:pt>
                <c:pt idx="3631">
                  <c:v>-58.319516</c:v>
                </c:pt>
                <c:pt idx="3632">
                  <c:v>-58.406945</c:v>
                </c:pt>
                <c:pt idx="3633">
                  <c:v>-58.49169</c:v>
                </c:pt>
                <c:pt idx="3634">
                  <c:v>-58.573719</c:v>
                </c:pt>
                <c:pt idx="3635">
                  <c:v>-58.653103</c:v>
                </c:pt>
                <c:pt idx="3636">
                  <c:v>-58.729788</c:v>
                </c:pt>
                <c:pt idx="3637">
                  <c:v>-58.803766</c:v>
                </c:pt>
                <c:pt idx="3638">
                  <c:v>-58.875171</c:v>
                </c:pt>
                <c:pt idx="3639">
                  <c:v>-58.944494</c:v>
                </c:pt>
                <c:pt idx="3640">
                  <c:v>-59.011025</c:v>
                </c:pt>
                <c:pt idx="3641">
                  <c:v>-59.075174</c:v>
                </c:pt>
                <c:pt idx="3642">
                  <c:v>-59.136987</c:v>
                </c:pt>
                <c:pt idx="3643">
                  <c:v>-59.196474</c:v>
                </c:pt>
                <c:pt idx="3644">
                  <c:v>-59.253628</c:v>
                </c:pt>
                <c:pt idx="3645">
                  <c:v>-59.308496</c:v>
                </c:pt>
                <c:pt idx="3646">
                  <c:v>-59.361268</c:v>
                </c:pt>
                <c:pt idx="3647">
                  <c:v>-59.411994</c:v>
                </c:pt>
                <c:pt idx="3648">
                  <c:v>-59.460669</c:v>
                </c:pt>
                <c:pt idx="3649">
                  <c:v>-59.5074</c:v>
                </c:pt>
                <c:pt idx="3650">
                  <c:v>-59.552313</c:v>
                </c:pt>
                <c:pt idx="3651">
                  <c:v>-59.595453</c:v>
                </c:pt>
                <c:pt idx="3652">
                  <c:v>-59.636809</c:v>
                </c:pt>
                <c:pt idx="3653">
                  <c:v>-59.676412</c:v>
                </c:pt>
                <c:pt idx="3654">
                  <c:v>-59.714253</c:v>
                </c:pt>
                <c:pt idx="3655">
                  <c:v>-59.750289</c:v>
                </c:pt>
                <c:pt idx="3656">
                  <c:v>-59.784589</c:v>
                </c:pt>
                <c:pt idx="3657">
                  <c:v>-59.817172</c:v>
                </c:pt>
                <c:pt idx="3658">
                  <c:v>-59.848027</c:v>
                </c:pt>
                <c:pt idx="3659">
                  <c:v>-59.877063</c:v>
                </c:pt>
                <c:pt idx="3660">
                  <c:v>-59.904442</c:v>
                </c:pt>
                <c:pt idx="3661">
                  <c:v>-59.930236</c:v>
                </c:pt>
                <c:pt idx="3662">
                  <c:v>-59.954506</c:v>
                </c:pt>
                <c:pt idx="3663">
                  <c:v>-59.97723</c:v>
                </c:pt>
                <c:pt idx="3664">
                  <c:v>-59.998467</c:v>
                </c:pt>
                <c:pt idx="3665">
                  <c:v>-60.018133</c:v>
                </c:pt>
                <c:pt idx="3666">
                  <c:v>-60.036147</c:v>
                </c:pt>
                <c:pt idx="3667">
                  <c:v>-60.052537</c:v>
                </c:pt>
                <c:pt idx="3668">
                  <c:v>-60.06728</c:v>
                </c:pt>
                <c:pt idx="3669">
                  <c:v>-60.080306</c:v>
                </c:pt>
                <c:pt idx="3670">
                  <c:v>-60.091849</c:v>
                </c:pt>
                <c:pt idx="3671">
                  <c:v>-60.101878</c:v>
                </c:pt>
                <c:pt idx="3672">
                  <c:v>-60.110372</c:v>
                </c:pt>
                <c:pt idx="3673">
                  <c:v>-60.117361</c:v>
                </c:pt>
                <c:pt idx="3674">
                  <c:v>-60.122873</c:v>
                </c:pt>
                <c:pt idx="3675">
                  <c:v>-60.126971</c:v>
                </c:pt>
                <c:pt idx="3676">
                  <c:v>-60.129653</c:v>
                </c:pt>
                <c:pt idx="3677">
                  <c:v>-60.130894</c:v>
                </c:pt>
                <c:pt idx="3678">
                  <c:v>-60.130678</c:v>
                </c:pt>
                <c:pt idx="3679">
                  <c:v>-60.128801</c:v>
                </c:pt>
                <c:pt idx="3680">
                  <c:v>-60.125438</c:v>
                </c:pt>
                <c:pt idx="3681">
                  <c:v>-60.120481</c:v>
                </c:pt>
                <c:pt idx="3682">
                  <c:v>-60.113965</c:v>
                </c:pt>
                <c:pt idx="3683">
                  <c:v>-60.105953</c:v>
                </c:pt>
                <c:pt idx="3684">
                  <c:v>-60.096392</c:v>
                </c:pt>
                <c:pt idx="3685">
                  <c:v>-60.085246</c:v>
                </c:pt>
                <c:pt idx="3686">
                  <c:v>-60.07252</c:v>
                </c:pt>
                <c:pt idx="3687">
                  <c:v>-60.058195</c:v>
                </c:pt>
                <c:pt idx="3688">
                  <c:v>-60.042155</c:v>
                </c:pt>
                <c:pt idx="3689">
                  <c:v>-60.024418</c:v>
                </c:pt>
                <c:pt idx="3690">
                  <c:v>-60.005059</c:v>
                </c:pt>
                <c:pt idx="3691">
                  <c:v>-59.983927</c:v>
                </c:pt>
                <c:pt idx="3692">
                  <c:v>-59.961093</c:v>
                </c:pt>
                <c:pt idx="3693">
                  <c:v>-59.936502</c:v>
                </c:pt>
                <c:pt idx="3694">
                  <c:v>-59.910104</c:v>
                </c:pt>
                <c:pt idx="3695">
                  <c:v>-59.881944</c:v>
                </c:pt>
                <c:pt idx="3696">
                  <c:v>-59.851969</c:v>
                </c:pt>
                <c:pt idx="3697">
                  <c:v>-59.82011</c:v>
                </c:pt>
                <c:pt idx="3698">
                  <c:v>-59.786411</c:v>
                </c:pt>
                <c:pt idx="3699">
                  <c:v>-59.750856</c:v>
                </c:pt>
                <c:pt idx="3700">
                  <c:v>-59.713468</c:v>
                </c:pt>
                <c:pt idx="3701">
                  <c:v>-59.674291</c:v>
                </c:pt>
                <c:pt idx="3702">
                  <c:v>-59.633246</c:v>
                </c:pt>
                <c:pt idx="3703">
                  <c:v>-59.590201</c:v>
                </c:pt>
                <c:pt idx="3704">
                  <c:v>-59.545129</c:v>
                </c:pt>
                <c:pt idx="3705">
                  <c:v>-59.497905</c:v>
                </c:pt>
                <c:pt idx="3706">
                  <c:v>-59.448523</c:v>
                </c:pt>
                <c:pt idx="3707">
                  <c:v>-59.396902</c:v>
                </c:pt>
                <c:pt idx="3708">
                  <c:v>-59.343234</c:v>
                </c:pt>
                <c:pt idx="3709">
                  <c:v>-59.287656</c:v>
                </c:pt>
                <c:pt idx="3710">
                  <c:v>-59.230003</c:v>
                </c:pt>
                <c:pt idx="3711">
                  <c:v>-59.170174</c:v>
                </c:pt>
                <c:pt idx="3712">
                  <c:v>-59.108233</c:v>
                </c:pt>
                <c:pt idx="3713">
                  <c:v>-59.044151</c:v>
                </c:pt>
                <c:pt idx="3714">
                  <c:v>-58.977939</c:v>
                </c:pt>
                <c:pt idx="3715">
                  <c:v>-58.909598</c:v>
                </c:pt>
                <c:pt idx="3716">
                  <c:v>-58.839099</c:v>
                </c:pt>
                <c:pt idx="3717">
                  <c:v>-58.76636</c:v>
                </c:pt>
                <c:pt idx="3718">
                  <c:v>-58.6915</c:v>
                </c:pt>
                <c:pt idx="3719">
                  <c:v>-58.61452</c:v>
                </c:pt>
                <c:pt idx="3720">
                  <c:v>-58.535282</c:v>
                </c:pt>
                <c:pt idx="3721">
                  <c:v>-58.453671</c:v>
                </c:pt>
                <c:pt idx="3722">
                  <c:v>-58.369802</c:v>
                </c:pt>
                <c:pt idx="3723">
                  <c:v>-58.28369</c:v>
                </c:pt>
                <c:pt idx="3724">
                  <c:v>-58.195374</c:v>
                </c:pt>
                <c:pt idx="3725">
                  <c:v>-58.104879</c:v>
                </c:pt>
                <c:pt idx="3726">
                  <c:v>-58.012207</c:v>
                </c:pt>
                <c:pt idx="3727">
                  <c:v>-57.917296</c:v>
                </c:pt>
                <c:pt idx="3728">
                  <c:v>-57.820181</c:v>
                </c:pt>
                <c:pt idx="3729">
                  <c:v>-57.720916</c:v>
                </c:pt>
                <c:pt idx="3730">
                  <c:v>-57.619514</c:v>
                </c:pt>
                <c:pt idx="3731">
                  <c:v>-57.515964</c:v>
                </c:pt>
                <c:pt idx="3732">
                  <c:v>-57.410273</c:v>
                </c:pt>
                <c:pt idx="3733">
                  <c:v>-57.302373</c:v>
                </c:pt>
                <c:pt idx="3734">
                  <c:v>-57.192334</c:v>
                </c:pt>
                <c:pt idx="3735">
                  <c:v>-57.080075</c:v>
                </c:pt>
                <c:pt idx="3736">
                  <c:v>-56.965583</c:v>
                </c:pt>
                <c:pt idx="3737">
                  <c:v>-56.848878</c:v>
                </c:pt>
                <c:pt idx="3738">
                  <c:v>-56.729958</c:v>
                </c:pt>
                <c:pt idx="3739">
                  <c:v>-56.608761</c:v>
                </c:pt>
                <c:pt idx="3740">
                  <c:v>-56.485393</c:v>
                </c:pt>
                <c:pt idx="3741">
                  <c:v>-56.359923</c:v>
                </c:pt>
                <c:pt idx="3742">
                  <c:v>-56.232391</c:v>
                </c:pt>
                <c:pt idx="3743">
                  <c:v>-56.102839</c:v>
                </c:pt>
                <c:pt idx="3744">
                  <c:v>-55.971262</c:v>
                </c:pt>
                <c:pt idx="3745">
                  <c:v>-55.837703</c:v>
                </c:pt>
                <c:pt idx="3746">
                  <c:v>-55.702169</c:v>
                </c:pt>
                <c:pt idx="3747">
                  <c:v>-55.56471</c:v>
                </c:pt>
                <c:pt idx="3748">
                  <c:v>-55.425342</c:v>
                </c:pt>
                <c:pt idx="3749">
                  <c:v>-55.284056</c:v>
                </c:pt>
                <c:pt idx="3750">
                  <c:v>-55.1409</c:v>
                </c:pt>
                <c:pt idx="3751">
                  <c:v>-54.995875</c:v>
                </c:pt>
                <c:pt idx="3752">
                  <c:v>-54.84904</c:v>
                </c:pt>
                <c:pt idx="3753">
                  <c:v>-54.70038</c:v>
                </c:pt>
                <c:pt idx="3754">
                  <c:v>-54.549952</c:v>
                </c:pt>
                <c:pt idx="3755">
                  <c:v>-54.397933</c:v>
                </c:pt>
                <c:pt idx="3756">
                  <c:v>-54.244288</c:v>
                </c:pt>
                <c:pt idx="3757">
                  <c:v>-54.089025</c:v>
                </c:pt>
                <c:pt idx="3758">
                  <c:v>-53.932134</c:v>
                </c:pt>
                <c:pt idx="3759">
                  <c:v>-53.77362</c:v>
                </c:pt>
                <c:pt idx="3760">
                  <c:v>-53.613466</c:v>
                </c:pt>
                <c:pt idx="3761">
                  <c:v>-53.451766</c:v>
                </c:pt>
                <c:pt idx="3762">
                  <c:v>-53.288602</c:v>
                </c:pt>
                <c:pt idx="3763">
                  <c:v>-53.12401</c:v>
                </c:pt>
                <c:pt idx="3764">
                  <c:v>-52.958047</c:v>
                </c:pt>
                <c:pt idx="3765">
                  <c:v>-52.79076</c:v>
                </c:pt>
                <c:pt idx="3766">
                  <c:v>-52.622174</c:v>
                </c:pt>
                <c:pt idx="3767">
                  <c:v>-52.452492</c:v>
                </c:pt>
                <c:pt idx="3768">
                  <c:v>-52.281579</c:v>
                </c:pt>
                <c:pt idx="3769">
                  <c:v>-52.109428</c:v>
                </c:pt>
                <c:pt idx="3770">
                  <c:v>-51.936099</c:v>
                </c:pt>
                <c:pt idx="3771">
                  <c:v>-51.761668</c:v>
                </c:pt>
                <c:pt idx="3772">
                  <c:v>-51.586127</c:v>
                </c:pt>
                <c:pt idx="3773">
                  <c:v>-51.409542</c:v>
                </c:pt>
                <c:pt idx="3774">
                  <c:v>-51.231923</c:v>
                </c:pt>
                <c:pt idx="3775">
                  <c:v>-51.053375</c:v>
                </c:pt>
                <c:pt idx="3776">
                  <c:v>-50.873935</c:v>
                </c:pt>
                <c:pt idx="3777">
                  <c:v>-50.693661</c:v>
                </c:pt>
                <c:pt idx="3778">
                  <c:v>-50.512546</c:v>
                </c:pt>
                <c:pt idx="3779">
                  <c:v>-50.330603</c:v>
                </c:pt>
                <c:pt idx="3780">
                  <c:v>-50.147855</c:v>
                </c:pt>
                <c:pt idx="3781">
                  <c:v>-49.964367</c:v>
                </c:pt>
                <c:pt idx="3782">
                  <c:v>-49.780183</c:v>
                </c:pt>
                <c:pt idx="3783">
                  <c:v>-49.59536</c:v>
                </c:pt>
                <c:pt idx="3784">
                  <c:v>-49.409926</c:v>
                </c:pt>
                <c:pt idx="3785">
                  <c:v>-49.22392</c:v>
                </c:pt>
                <c:pt idx="3786">
                  <c:v>-49.03737</c:v>
                </c:pt>
                <c:pt idx="3787">
                  <c:v>-48.850333</c:v>
                </c:pt>
                <c:pt idx="3788">
                  <c:v>-48.662839</c:v>
                </c:pt>
                <c:pt idx="3789">
                  <c:v>-48.474894</c:v>
                </c:pt>
                <c:pt idx="3790">
                  <c:v>-48.286537</c:v>
                </c:pt>
                <c:pt idx="3791">
                  <c:v>-48.097902</c:v>
                </c:pt>
                <c:pt idx="3792">
                  <c:v>-47.908916</c:v>
                </c:pt>
                <c:pt idx="3793">
                  <c:v>-47.719597</c:v>
                </c:pt>
                <c:pt idx="3794">
                  <c:v>-47.529996</c:v>
                </c:pt>
                <c:pt idx="3795">
                  <c:v>-47.340177</c:v>
                </c:pt>
                <c:pt idx="3796">
                  <c:v>-47.150559</c:v>
                </c:pt>
                <c:pt idx="3797">
                  <c:v>-46.960503</c:v>
                </c:pt>
                <c:pt idx="3798">
                  <c:v>-46.770432</c:v>
                </c:pt>
                <c:pt idx="3799">
                  <c:v>-46.580495</c:v>
                </c:pt>
                <c:pt idx="3800">
                  <c:v>-46.390648</c:v>
                </c:pt>
                <c:pt idx="3801">
                  <c:v>-46.200792</c:v>
                </c:pt>
                <c:pt idx="3802">
                  <c:v>-46.011001</c:v>
                </c:pt>
                <c:pt idx="3803">
                  <c:v>-45.821287</c:v>
                </c:pt>
                <c:pt idx="3804">
                  <c:v>-45.631748</c:v>
                </c:pt>
                <c:pt idx="3805">
                  <c:v>-45.442416</c:v>
                </c:pt>
                <c:pt idx="3806">
                  <c:v>-45.253261</c:v>
                </c:pt>
                <c:pt idx="3807">
                  <c:v>-45.064333</c:v>
                </c:pt>
                <c:pt idx="3808">
                  <c:v>-44.875736</c:v>
                </c:pt>
                <c:pt idx="3809">
                  <c:v>-44.687493</c:v>
                </c:pt>
                <c:pt idx="3810">
                  <c:v>-44.499661</c:v>
                </c:pt>
                <c:pt idx="3811">
                  <c:v>-44.312234</c:v>
                </c:pt>
                <c:pt idx="3812">
                  <c:v>-44.125294</c:v>
                </c:pt>
                <c:pt idx="3813">
                  <c:v>-43.938828</c:v>
                </c:pt>
                <c:pt idx="3814">
                  <c:v>-43.752859</c:v>
                </c:pt>
                <c:pt idx="3815">
                  <c:v>-43.567848</c:v>
                </c:pt>
                <c:pt idx="3816">
                  <c:v>-43.383171</c:v>
                </c:pt>
                <c:pt idx="3817">
                  <c:v>-43.19921</c:v>
                </c:pt>
                <c:pt idx="3818">
                  <c:v>-43.016016</c:v>
                </c:pt>
                <c:pt idx="3819">
                  <c:v>-42.833559</c:v>
                </c:pt>
                <c:pt idx="3820">
                  <c:v>-42.652009</c:v>
                </c:pt>
                <c:pt idx="3821">
                  <c:v>-42.471348</c:v>
                </c:pt>
                <c:pt idx="3822">
                  <c:v>-42.291697</c:v>
                </c:pt>
                <c:pt idx="3823">
                  <c:v>-42.113016</c:v>
                </c:pt>
                <c:pt idx="3824">
                  <c:v>-41.935373</c:v>
                </c:pt>
                <c:pt idx="3825">
                  <c:v>-41.758718</c:v>
                </c:pt>
                <c:pt idx="3826">
                  <c:v>-41.583153</c:v>
                </c:pt>
                <c:pt idx="3827">
                  <c:v>-41.408684</c:v>
                </c:pt>
                <c:pt idx="3828">
                  <c:v>-41.235401</c:v>
                </c:pt>
                <c:pt idx="3829">
                  <c:v>-41.06326</c:v>
                </c:pt>
                <c:pt idx="3830">
                  <c:v>-40.892323</c:v>
                </c:pt>
                <c:pt idx="3831">
                  <c:v>-40.722688</c:v>
                </c:pt>
                <c:pt idx="3832">
                  <c:v>-40.554807</c:v>
                </c:pt>
                <c:pt idx="3833">
                  <c:v>-40.388287</c:v>
                </c:pt>
                <c:pt idx="3834">
                  <c:v>-40.223361</c:v>
                </c:pt>
                <c:pt idx="3835">
                  <c:v>-40.059933</c:v>
                </c:pt>
                <c:pt idx="3836">
                  <c:v>-39.897956</c:v>
                </c:pt>
                <c:pt idx="3837">
                  <c:v>-39.737575</c:v>
                </c:pt>
                <c:pt idx="3838">
                  <c:v>-39.57879</c:v>
                </c:pt>
                <c:pt idx="3839">
                  <c:v>-39.421675</c:v>
                </c:pt>
                <c:pt idx="3840">
                  <c:v>-39.266111</c:v>
                </c:pt>
                <c:pt idx="3841">
                  <c:v>-39.112424</c:v>
                </c:pt>
                <c:pt idx="3842">
                  <c:v>-38.96054</c:v>
                </c:pt>
                <c:pt idx="3843">
                  <c:v>-38.810607</c:v>
                </c:pt>
                <c:pt idx="3844">
                  <c:v>-38.662619</c:v>
                </c:pt>
                <c:pt idx="3845">
                  <c:v>-38.516606</c:v>
                </c:pt>
                <c:pt idx="3846">
                  <c:v>-38.372591</c:v>
                </c:pt>
                <c:pt idx="3847">
                  <c:v>-38.230581</c:v>
                </c:pt>
                <c:pt idx="3848">
                  <c:v>-38.09059</c:v>
                </c:pt>
                <c:pt idx="3849">
                  <c:v>-37.952847</c:v>
                </c:pt>
                <c:pt idx="3850">
                  <c:v>-37.816985</c:v>
                </c:pt>
                <c:pt idx="3851">
                  <c:v>-37.683308</c:v>
                </c:pt>
                <c:pt idx="3852">
                  <c:v>-37.55188</c:v>
                </c:pt>
                <c:pt idx="3853">
                  <c:v>-37.422666</c:v>
                </c:pt>
                <c:pt idx="3854">
                  <c:v>-37.295751</c:v>
                </c:pt>
                <c:pt idx="3855">
                  <c:v>-37.171101</c:v>
                </c:pt>
                <c:pt idx="3856">
                  <c:v>-37.048821</c:v>
                </c:pt>
                <c:pt idx="3857">
                  <c:v>-36.929064</c:v>
                </c:pt>
                <c:pt idx="3858">
                  <c:v>-36.811846</c:v>
                </c:pt>
                <c:pt idx="3859">
                  <c:v>-36.696763</c:v>
                </c:pt>
                <c:pt idx="3860">
                  <c:v>-36.58397</c:v>
                </c:pt>
                <c:pt idx="3861">
                  <c:v>-36.473625</c:v>
                </c:pt>
                <c:pt idx="3862">
                  <c:v>-36.365695</c:v>
                </c:pt>
                <c:pt idx="3863">
                  <c:v>-36.260256</c:v>
                </c:pt>
                <c:pt idx="3864">
                  <c:v>-36.157337</c:v>
                </c:pt>
                <c:pt idx="3865">
                  <c:v>-36.056917</c:v>
                </c:pt>
                <c:pt idx="3866">
                  <c:v>-35.958983</c:v>
                </c:pt>
                <c:pt idx="3867">
                  <c:v>-35.86364</c:v>
                </c:pt>
                <c:pt idx="3868">
                  <c:v>-35.770764</c:v>
                </c:pt>
                <c:pt idx="3869">
                  <c:v>-35.680426</c:v>
                </c:pt>
                <c:pt idx="3870">
                  <c:v>-35.592683</c:v>
                </c:pt>
                <c:pt idx="3871">
                  <c:v>-35.507598</c:v>
                </c:pt>
                <c:pt idx="3872">
                  <c:v>-35.424962</c:v>
                </c:pt>
                <c:pt idx="3873">
                  <c:v>-35.344815</c:v>
                </c:pt>
                <c:pt idx="3874">
                  <c:v>-35.267262</c:v>
                </c:pt>
                <c:pt idx="3875">
                  <c:v>-35.192302</c:v>
                </c:pt>
                <c:pt idx="3876">
                  <c:v>-35.119955</c:v>
                </c:pt>
                <c:pt idx="3877">
                  <c:v>-35.050203</c:v>
                </c:pt>
                <c:pt idx="3878">
                  <c:v>-34.982909</c:v>
                </c:pt>
                <c:pt idx="3879">
                  <c:v>-34.918196</c:v>
                </c:pt>
                <c:pt idx="3880">
                  <c:v>-34.856122</c:v>
                </c:pt>
                <c:pt idx="3881">
                  <c:v>-34.796699</c:v>
                </c:pt>
                <c:pt idx="3882">
                  <c:v>-34.739855</c:v>
                </c:pt>
                <c:pt idx="3883">
                  <c:v>-34.685598</c:v>
                </c:pt>
                <c:pt idx="3884">
                  <c:v>-34.63389</c:v>
                </c:pt>
                <c:pt idx="3885">
                  <c:v>-34.584685</c:v>
                </c:pt>
                <c:pt idx="3886">
                  <c:v>-34.537971</c:v>
                </c:pt>
                <c:pt idx="3887">
                  <c:v>-34.493517</c:v>
                </c:pt>
                <c:pt idx="3888">
                  <c:v>-34.451421</c:v>
                </c:pt>
                <c:pt idx="3889">
                  <c:v>-34.411776</c:v>
                </c:pt>
                <c:pt idx="3890">
                  <c:v>-34.374549</c:v>
                </c:pt>
                <c:pt idx="3891">
                  <c:v>-34.339716</c:v>
                </c:pt>
                <c:pt idx="3892">
                  <c:v>-34.307254</c:v>
                </c:pt>
                <c:pt idx="3893">
                  <c:v>-34.27715</c:v>
                </c:pt>
                <c:pt idx="3894">
                  <c:v>-34.249302</c:v>
                </c:pt>
                <c:pt idx="3895">
                  <c:v>-34.22375</c:v>
                </c:pt>
                <c:pt idx="3896">
                  <c:v>-34.200508</c:v>
                </c:pt>
                <c:pt idx="3897">
                  <c:v>-34.179506</c:v>
                </c:pt>
                <c:pt idx="3898">
                  <c:v>-34.160632</c:v>
                </c:pt>
                <c:pt idx="3899">
                  <c:v>-34.144004</c:v>
                </c:pt>
                <c:pt idx="3900">
                  <c:v>-34.129473</c:v>
                </c:pt>
                <c:pt idx="3901">
                  <c:v>-34.116953</c:v>
                </c:pt>
                <c:pt idx="3902">
                  <c:v>-34.106458</c:v>
                </c:pt>
                <c:pt idx="3903">
                  <c:v>-34.098045</c:v>
                </c:pt>
                <c:pt idx="3904">
                  <c:v>-34.091719</c:v>
                </c:pt>
                <c:pt idx="3905">
                  <c:v>-34.087415</c:v>
                </c:pt>
                <c:pt idx="3906">
                  <c:v>-34.085093</c:v>
                </c:pt>
                <c:pt idx="3907">
                  <c:v>-34.084704</c:v>
                </c:pt>
                <c:pt idx="3908">
                  <c:v>-34.086062</c:v>
                </c:pt>
                <c:pt idx="3909">
                  <c:v>-34.089284</c:v>
                </c:pt>
                <c:pt idx="3910">
                  <c:v>-34.094326</c:v>
                </c:pt>
                <c:pt idx="3911">
                  <c:v>-34.101129</c:v>
                </c:pt>
                <c:pt idx="3912">
                  <c:v>-34.109697</c:v>
                </c:pt>
                <c:pt idx="3913">
                  <c:v>-34.119949</c:v>
                </c:pt>
                <c:pt idx="3914">
                  <c:v>-34.131826</c:v>
                </c:pt>
                <c:pt idx="3915">
                  <c:v>-34.145284</c:v>
                </c:pt>
                <c:pt idx="3916">
                  <c:v>-34.160257</c:v>
                </c:pt>
                <c:pt idx="3917">
                  <c:v>-34.176715</c:v>
                </c:pt>
                <c:pt idx="3918">
                  <c:v>-34.194614</c:v>
                </c:pt>
                <c:pt idx="3919">
                  <c:v>-34.213787</c:v>
                </c:pt>
                <c:pt idx="3920">
                  <c:v>-34.234106</c:v>
                </c:pt>
                <c:pt idx="3921">
                  <c:v>-34.255722</c:v>
                </c:pt>
                <c:pt idx="3922">
                  <c:v>-34.278521</c:v>
                </c:pt>
                <c:pt idx="3923">
                  <c:v>-34.302428</c:v>
                </c:pt>
                <c:pt idx="3924">
                  <c:v>-34.327367</c:v>
                </c:pt>
                <c:pt idx="3925">
                  <c:v>-34.353234</c:v>
                </c:pt>
                <c:pt idx="3926">
                  <c:v>-34.379978</c:v>
                </c:pt>
                <c:pt idx="3927">
                  <c:v>-34.407458</c:v>
                </c:pt>
                <c:pt idx="3928">
                  <c:v>-34.43562</c:v>
                </c:pt>
                <c:pt idx="3929">
                  <c:v>-34.464433</c:v>
                </c:pt>
                <c:pt idx="3930">
                  <c:v>-34.493804</c:v>
                </c:pt>
                <c:pt idx="3931">
                  <c:v>-34.523666</c:v>
                </c:pt>
                <c:pt idx="3932">
                  <c:v>-34.553668</c:v>
                </c:pt>
                <c:pt idx="3933">
                  <c:v>-34.584052</c:v>
                </c:pt>
                <c:pt idx="3934">
                  <c:v>-34.614742</c:v>
                </c:pt>
                <c:pt idx="3935">
                  <c:v>-34.645591</c:v>
                </c:pt>
                <c:pt idx="3936">
                  <c:v>-34.676576</c:v>
                </c:pt>
                <c:pt idx="3937">
                  <c:v>-34.707622</c:v>
                </c:pt>
                <c:pt idx="3938">
                  <c:v>-34.738569</c:v>
                </c:pt>
                <c:pt idx="3939">
                  <c:v>-34.769292</c:v>
                </c:pt>
                <c:pt idx="3940">
                  <c:v>-34.799677</c:v>
                </c:pt>
                <c:pt idx="3941">
                  <c:v>-34.82961</c:v>
                </c:pt>
                <c:pt idx="3942">
                  <c:v>-34.859057</c:v>
                </c:pt>
                <c:pt idx="3943">
                  <c:v>-34.887852</c:v>
                </c:pt>
                <c:pt idx="3944">
                  <c:v>-34.91574</c:v>
                </c:pt>
                <c:pt idx="3945">
                  <c:v>-34.942704</c:v>
                </c:pt>
                <c:pt idx="3946">
                  <c:v>-34.968562</c:v>
                </c:pt>
                <c:pt idx="3947">
                  <c:v>-34.993387</c:v>
                </c:pt>
                <c:pt idx="3948">
                  <c:v>-35.017064</c:v>
                </c:pt>
                <c:pt idx="3949">
                  <c:v>-35.039466</c:v>
                </c:pt>
                <c:pt idx="3950">
                  <c:v>-35.060557</c:v>
                </c:pt>
                <c:pt idx="3951">
                  <c:v>-35.080076</c:v>
                </c:pt>
                <c:pt idx="3952">
                  <c:v>-35.098046</c:v>
                </c:pt>
                <c:pt idx="3953">
                  <c:v>-35.114724</c:v>
                </c:pt>
                <c:pt idx="3954">
                  <c:v>-35.1299</c:v>
                </c:pt>
                <c:pt idx="3955">
                  <c:v>-35.143444</c:v>
                </c:pt>
                <c:pt idx="3956">
                  <c:v>-35.155268</c:v>
                </c:pt>
                <c:pt idx="3957">
                  <c:v>-35.165406</c:v>
                </c:pt>
                <c:pt idx="3958">
                  <c:v>-35.173619</c:v>
                </c:pt>
                <c:pt idx="3959">
                  <c:v>-35.179987</c:v>
                </c:pt>
                <c:pt idx="3960">
                  <c:v>-35.184384</c:v>
                </c:pt>
                <c:pt idx="3961">
                  <c:v>-35.186706</c:v>
                </c:pt>
                <c:pt idx="3962">
                  <c:v>-35.186968</c:v>
                </c:pt>
                <c:pt idx="3963">
                  <c:v>-35.185127</c:v>
                </c:pt>
                <c:pt idx="3964">
                  <c:v>-35.181155</c:v>
                </c:pt>
                <c:pt idx="3965">
                  <c:v>-35.174982</c:v>
                </c:pt>
                <c:pt idx="3966">
                  <c:v>-35.166599</c:v>
                </c:pt>
                <c:pt idx="3967">
                  <c:v>-35.156012</c:v>
                </c:pt>
                <c:pt idx="3968">
                  <c:v>-35.143233</c:v>
                </c:pt>
                <c:pt idx="3969">
                  <c:v>-35.128197</c:v>
                </c:pt>
                <c:pt idx="3970">
                  <c:v>-35.110924</c:v>
                </c:pt>
                <c:pt idx="3971">
                  <c:v>-35.09167</c:v>
                </c:pt>
                <c:pt idx="3972">
                  <c:v>-35.070093</c:v>
                </c:pt>
                <c:pt idx="3973">
                  <c:v>-35.046166</c:v>
                </c:pt>
                <c:pt idx="3974">
                  <c:v>-35.019931</c:v>
                </c:pt>
                <c:pt idx="3975">
                  <c:v>-34.991468</c:v>
                </c:pt>
                <c:pt idx="3976">
                  <c:v>-34.960885</c:v>
                </c:pt>
                <c:pt idx="3977">
                  <c:v>-34.928185</c:v>
                </c:pt>
                <c:pt idx="3978">
                  <c:v>-34.893521</c:v>
                </c:pt>
                <c:pt idx="3979">
                  <c:v>-34.856828</c:v>
                </c:pt>
                <c:pt idx="3980">
                  <c:v>-34.818089</c:v>
                </c:pt>
                <c:pt idx="3981">
                  <c:v>-34.777355</c:v>
                </c:pt>
                <c:pt idx="3982">
                  <c:v>-34.734675</c:v>
                </c:pt>
                <c:pt idx="3983">
                  <c:v>-34.690345</c:v>
                </c:pt>
                <c:pt idx="3984">
                  <c:v>-34.644236</c:v>
                </c:pt>
                <c:pt idx="3985">
                  <c:v>-34.596416</c:v>
                </c:pt>
                <c:pt idx="3986">
                  <c:v>-34.546983</c:v>
                </c:pt>
                <c:pt idx="3987">
                  <c:v>-34.496005</c:v>
                </c:pt>
                <c:pt idx="3988">
                  <c:v>-34.443569</c:v>
                </c:pt>
                <c:pt idx="3989">
                  <c:v>-34.38982</c:v>
                </c:pt>
                <c:pt idx="3990">
                  <c:v>-34.334789</c:v>
                </c:pt>
                <c:pt idx="3991">
                  <c:v>-34.278667</c:v>
                </c:pt>
                <c:pt idx="3992">
                  <c:v>-34.221605</c:v>
                </c:pt>
                <c:pt idx="3993">
                  <c:v>-34.163627</c:v>
                </c:pt>
                <c:pt idx="3994">
                  <c:v>-34.104798</c:v>
                </c:pt>
                <c:pt idx="3995">
                  <c:v>-34.045218</c:v>
                </c:pt>
                <c:pt idx="3996">
                  <c:v>-33.985149</c:v>
                </c:pt>
                <c:pt idx="3997">
                  <c:v>-33.924524</c:v>
                </c:pt>
                <c:pt idx="3998">
                  <c:v>-33.863539</c:v>
                </c:pt>
                <c:pt idx="3999">
                  <c:v>-33.802398</c:v>
                </c:pt>
                <c:pt idx="4000">
                  <c:v>-33.741075</c:v>
                </c:pt>
                <c:pt idx="4001">
                  <c:v>-33.679719</c:v>
                </c:pt>
                <c:pt idx="4002">
                  <c:v>-33.618426</c:v>
                </c:pt>
                <c:pt idx="4003">
                  <c:v>-33.557318</c:v>
                </c:pt>
                <c:pt idx="4004">
                  <c:v>-33.496488</c:v>
                </c:pt>
                <c:pt idx="4005">
                  <c:v>-33.436039</c:v>
                </c:pt>
                <c:pt idx="4006">
                  <c:v>-33.376074</c:v>
                </c:pt>
                <c:pt idx="4007">
                  <c:v>-33.316695</c:v>
                </c:pt>
                <c:pt idx="4008">
                  <c:v>-33.258079</c:v>
                </c:pt>
                <c:pt idx="4009">
                  <c:v>-33.2005</c:v>
                </c:pt>
                <c:pt idx="4010">
                  <c:v>-33.143817</c:v>
                </c:pt>
                <c:pt idx="4011">
                  <c:v>-33.088128</c:v>
                </c:pt>
                <c:pt idx="4012">
                  <c:v>-33.033572</c:v>
                </c:pt>
                <c:pt idx="4013">
                  <c:v>-32.980249</c:v>
                </c:pt>
                <c:pt idx="4014">
                  <c:v>-32.928331</c:v>
                </c:pt>
                <c:pt idx="4015">
                  <c:v>-32.877863</c:v>
                </c:pt>
                <c:pt idx="4016">
                  <c:v>-32.828774</c:v>
                </c:pt>
                <c:pt idx="4017">
                  <c:v>-32.781235</c:v>
                </c:pt>
                <c:pt idx="4018">
                  <c:v>-32.735372</c:v>
                </c:pt>
                <c:pt idx="4019">
                  <c:v>-32.691271</c:v>
                </c:pt>
                <c:pt idx="4020">
                  <c:v>-32.649043</c:v>
                </c:pt>
                <c:pt idx="4021">
                  <c:v>-32.609048</c:v>
                </c:pt>
                <c:pt idx="4022">
                  <c:v>-32.571132</c:v>
                </c:pt>
                <c:pt idx="4023">
                  <c:v>-32.535397</c:v>
                </c:pt>
                <c:pt idx="4024">
                  <c:v>-32.501903</c:v>
                </c:pt>
                <c:pt idx="4025">
                  <c:v>-32.470697</c:v>
                </c:pt>
                <c:pt idx="4026">
                  <c:v>-32.44182</c:v>
                </c:pt>
                <c:pt idx="4027">
                  <c:v>-32.415358</c:v>
                </c:pt>
                <c:pt idx="4028">
                  <c:v>-32.391426</c:v>
                </c:pt>
                <c:pt idx="4029">
                  <c:v>-32.370184</c:v>
                </c:pt>
                <c:pt idx="4030">
                  <c:v>-32.351708</c:v>
                </c:pt>
                <c:pt idx="4031">
                  <c:v>-32.335956</c:v>
                </c:pt>
                <c:pt idx="4032">
                  <c:v>-32.323032</c:v>
                </c:pt>
                <c:pt idx="4033">
                  <c:v>-32.313425</c:v>
                </c:pt>
                <c:pt idx="4034">
                  <c:v>-32.306802</c:v>
                </c:pt>
                <c:pt idx="4035">
                  <c:v>-32.303239</c:v>
                </c:pt>
                <c:pt idx="4036">
                  <c:v>-32.302769</c:v>
                </c:pt>
                <c:pt idx="4037">
                  <c:v>-32.305458</c:v>
                </c:pt>
                <c:pt idx="4038">
                  <c:v>-32.311351</c:v>
                </c:pt>
                <c:pt idx="4039">
                  <c:v>-32.320498</c:v>
                </c:pt>
                <c:pt idx="4040">
                  <c:v>-32.332933</c:v>
                </c:pt>
                <c:pt idx="4041">
                  <c:v>-32.348811</c:v>
                </c:pt>
                <c:pt idx="4042">
                  <c:v>-32.368082</c:v>
                </c:pt>
                <c:pt idx="4043">
                  <c:v>-32.390704</c:v>
                </c:pt>
                <c:pt idx="4044">
                  <c:v>-32.416875</c:v>
                </c:pt>
                <c:pt idx="4045">
                  <c:v>-32.446682</c:v>
                </c:pt>
                <c:pt idx="4046">
                  <c:v>-32.480004</c:v>
                </c:pt>
                <c:pt idx="4047">
                  <c:v>-32.516918</c:v>
                </c:pt>
                <c:pt idx="4048">
                  <c:v>-32.557429</c:v>
                </c:pt>
                <c:pt idx="4049">
                  <c:v>-32.601619</c:v>
                </c:pt>
                <c:pt idx="4050">
                  <c:v>-32.649463</c:v>
                </c:pt>
                <c:pt idx="4051">
                  <c:v>-32.700972</c:v>
                </c:pt>
                <c:pt idx="4052">
                  <c:v>-32.756236</c:v>
                </c:pt>
                <c:pt idx="4053">
                  <c:v>-32.81536</c:v>
                </c:pt>
                <c:pt idx="4054">
                  <c:v>-32.878435</c:v>
                </c:pt>
                <c:pt idx="4055">
                  <c:v>-32.945621</c:v>
                </c:pt>
                <c:pt idx="4056">
                  <c:v>-33.017153</c:v>
                </c:pt>
                <c:pt idx="4057">
                  <c:v>-33.092797</c:v>
                </c:pt>
                <c:pt idx="4058">
                  <c:v>-33.172562</c:v>
                </c:pt>
                <c:pt idx="4059">
                  <c:v>-33.256466</c:v>
                </c:pt>
                <c:pt idx="4060">
                  <c:v>-33.344583</c:v>
                </c:pt>
                <c:pt idx="4061">
                  <c:v>-33.436905</c:v>
                </c:pt>
                <c:pt idx="4062">
                  <c:v>-33.533449</c:v>
                </c:pt>
                <c:pt idx="4063">
                  <c:v>-33.634312</c:v>
                </c:pt>
                <c:pt idx="4064">
                  <c:v>-33.739473</c:v>
                </c:pt>
                <c:pt idx="4065">
                  <c:v>-33.84896</c:v>
                </c:pt>
                <c:pt idx="4066">
                  <c:v>-33.962909</c:v>
                </c:pt>
                <c:pt idx="4067">
                  <c:v>-34.081347</c:v>
                </c:pt>
                <c:pt idx="4068">
                  <c:v>-34.203982</c:v>
                </c:pt>
                <c:pt idx="4069">
                  <c:v>-34.330879</c:v>
                </c:pt>
                <c:pt idx="4070">
                  <c:v>-34.461943</c:v>
                </c:pt>
                <c:pt idx="4071">
                  <c:v>-34.597154</c:v>
                </c:pt>
                <c:pt idx="4072">
                  <c:v>-34.736533</c:v>
                </c:pt>
                <c:pt idx="4073">
                  <c:v>-34.880099</c:v>
                </c:pt>
                <c:pt idx="4074">
                  <c:v>-35.027868</c:v>
                </c:pt>
                <c:pt idx="4075">
                  <c:v>-35.17985</c:v>
                </c:pt>
                <c:pt idx="4076">
                  <c:v>-35.336025</c:v>
                </c:pt>
                <c:pt idx="4077">
                  <c:v>-35.49671</c:v>
                </c:pt>
                <c:pt idx="4078">
                  <c:v>-35.661698</c:v>
                </c:pt>
                <c:pt idx="4079">
                  <c:v>-35.830867</c:v>
                </c:pt>
                <c:pt idx="4080">
                  <c:v>-36.004228</c:v>
                </c:pt>
                <c:pt idx="4081">
                  <c:v>-36.181724</c:v>
                </c:pt>
                <c:pt idx="4082">
                  <c:v>-36.363372</c:v>
                </c:pt>
                <c:pt idx="4083">
                  <c:v>-36.549188</c:v>
                </c:pt>
                <c:pt idx="4084">
                  <c:v>-36.739108</c:v>
                </c:pt>
                <c:pt idx="4085">
                  <c:v>-36.933046</c:v>
                </c:pt>
                <c:pt idx="4086">
                  <c:v>-37.130986</c:v>
                </c:pt>
                <c:pt idx="4087">
                  <c:v>-37.332884</c:v>
                </c:pt>
                <c:pt idx="4088">
                  <c:v>-37.538914</c:v>
                </c:pt>
                <c:pt idx="4089">
                  <c:v>-37.748736</c:v>
                </c:pt>
                <c:pt idx="4090">
                  <c:v>-37.962286</c:v>
                </c:pt>
                <c:pt idx="4091">
                  <c:v>-38.179507</c:v>
                </c:pt>
                <c:pt idx="4092">
                  <c:v>-38.400356</c:v>
                </c:pt>
                <c:pt idx="4093">
                  <c:v>-38.624773</c:v>
                </c:pt>
                <c:pt idx="4094">
                  <c:v>-38.852699</c:v>
                </c:pt>
                <c:pt idx="4095">
                  <c:v>-39.084069</c:v>
                </c:pt>
                <c:pt idx="4096">
                  <c:v>-39.318826</c:v>
                </c:pt>
                <c:pt idx="4097">
                  <c:v>-39.556888</c:v>
                </c:pt>
                <c:pt idx="4098">
                  <c:v>-39.798333</c:v>
                </c:pt>
                <c:pt idx="4099">
                  <c:v>-40.043115</c:v>
                </c:pt>
                <c:pt idx="4100">
                  <c:v>-40.290951</c:v>
                </c:pt>
                <c:pt idx="4101">
                  <c:v>-40.541739</c:v>
                </c:pt>
                <c:pt idx="4102">
                  <c:v>-40.795415</c:v>
                </c:pt>
                <c:pt idx="4103">
                  <c:v>-41.051882</c:v>
                </c:pt>
                <c:pt idx="4104">
                  <c:v>-41.311066</c:v>
                </c:pt>
                <c:pt idx="4105">
                  <c:v>-41.572901</c:v>
                </c:pt>
                <c:pt idx="4106">
                  <c:v>-41.837268</c:v>
                </c:pt>
                <c:pt idx="4107">
                  <c:v>-42.10407</c:v>
                </c:pt>
                <c:pt idx="4108">
                  <c:v>-42.373203</c:v>
                </c:pt>
                <c:pt idx="4109">
                  <c:v>-42.644704</c:v>
                </c:pt>
                <c:pt idx="4110">
                  <c:v>-42.918499</c:v>
                </c:pt>
                <c:pt idx="4111">
                  <c:v>-43.194285</c:v>
                </c:pt>
                <c:pt idx="4112">
                  <c:v>-43.471982</c:v>
                </c:pt>
                <c:pt idx="4113">
                  <c:v>-43.751507</c:v>
                </c:pt>
                <c:pt idx="4114">
                  <c:v>-44.032781</c:v>
                </c:pt>
                <c:pt idx="4115">
                  <c:v>-44.315703</c:v>
                </c:pt>
                <c:pt idx="4116">
                  <c:v>-44.600216</c:v>
                </c:pt>
                <c:pt idx="4117">
                  <c:v>-44.886228</c:v>
                </c:pt>
                <c:pt idx="4118">
                  <c:v>-45.173564</c:v>
                </c:pt>
                <c:pt idx="4119">
                  <c:v>-45.462158</c:v>
                </c:pt>
                <c:pt idx="4120">
                  <c:v>-45.751878</c:v>
                </c:pt>
                <c:pt idx="4121">
                  <c:v>-46.042786</c:v>
                </c:pt>
                <c:pt idx="4122">
                  <c:v>-46.334718</c:v>
                </c:pt>
                <c:pt idx="4123">
                  <c:v>-46.627507</c:v>
                </c:pt>
                <c:pt idx="4124">
                  <c:v>-46.921085</c:v>
                </c:pt>
                <c:pt idx="4125">
                  <c:v>-47.215388</c:v>
                </c:pt>
                <c:pt idx="4126">
                  <c:v>-47.510342</c:v>
                </c:pt>
                <c:pt idx="4127">
                  <c:v>-47.805876</c:v>
                </c:pt>
                <c:pt idx="4128">
                  <c:v>-48.101895</c:v>
                </c:pt>
                <c:pt idx="4129">
                  <c:v>-48.398372</c:v>
                </c:pt>
                <c:pt idx="4130">
                  <c:v>-48.695183</c:v>
                </c:pt>
                <c:pt idx="4131">
                  <c:v>-48.992235</c:v>
                </c:pt>
                <c:pt idx="4132">
                  <c:v>-49.289433</c:v>
                </c:pt>
                <c:pt idx="4133">
                  <c:v>-49.586695</c:v>
                </c:pt>
                <c:pt idx="4134">
                  <c:v>-49.884081</c:v>
                </c:pt>
                <c:pt idx="4135">
                  <c:v>-50.181414</c:v>
                </c:pt>
                <c:pt idx="4136">
                  <c:v>-50.478572</c:v>
                </c:pt>
                <c:pt idx="4137">
                  <c:v>-50.775424</c:v>
                </c:pt>
                <c:pt idx="4138">
                  <c:v>-51.071878</c:v>
                </c:pt>
                <c:pt idx="4139">
                  <c:v>-51.36784</c:v>
                </c:pt>
                <c:pt idx="4140">
                  <c:v>-51.663207</c:v>
                </c:pt>
                <c:pt idx="4141">
                  <c:v>-51.957929</c:v>
                </c:pt>
                <c:pt idx="4142">
                  <c:v>-52.251869</c:v>
                </c:pt>
                <c:pt idx="4143">
                  <c:v>-52.544962</c:v>
                </c:pt>
                <c:pt idx="4144">
                  <c:v>-52.837124</c:v>
                </c:pt>
                <c:pt idx="4145">
                  <c:v>-53.128277</c:v>
                </c:pt>
                <c:pt idx="4146">
                  <c:v>-53.418345</c:v>
                </c:pt>
                <c:pt idx="4147">
                  <c:v>-53.707241</c:v>
                </c:pt>
                <c:pt idx="4148">
                  <c:v>-53.994943</c:v>
                </c:pt>
                <c:pt idx="4149">
                  <c:v>-54.281481</c:v>
                </c:pt>
                <c:pt idx="4150">
                  <c:v>-54.566661</c:v>
                </c:pt>
                <c:pt idx="4151">
                  <c:v>-54.850388</c:v>
                </c:pt>
                <c:pt idx="4152">
                  <c:v>-55.132578</c:v>
                </c:pt>
                <c:pt idx="4153">
                  <c:v>-55.413215</c:v>
                </c:pt>
                <c:pt idx="4154">
                  <c:v>-55.692164</c:v>
                </c:pt>
                <c:pt idx="4155">
                  <c:v>-55.969413</c:v>
                </c:pt>
                <c:pt idx="4156">
                  <c:v>-56.244935</c:v>
                </c:pt>
                <c:pt idx="4157">
                  <c:v>-56.51862</c:v>
                </c:pt>
                <c:pt idx="4158">
                  <c:v>-56.790429</c:v>
                </c:pt>
                <c:pt idx="4159">
                  <c:v>-57.060363</c:v>
                </c:pt>
                <c:pt idx="4160">
                  <c:v>-57.328285</c:v>
                </c:pt>
                <c:pt idx="4161">
                  <c:v>-57.59423</c:v>
                </c:pt>
                <c:pt idx="4162">
                  <c:v>-57.858202</c:v>
                </c:pt>
                <c:pt idx="4163">
                  <c:v>-58.119921</c:v>
                </c:pt>
                <c:pt idx="4164">
                  <c:v>-58.37921</c:v>
                </c:pt>
                <c:pt idx="4165">
                  <c:v>-58.635902</c:v>
                </c:pt>
                <c:pt idx="4166">
                  <c:v>-58.890028</c:v>
                </c:pt>
                <c:pt idx="4167">
                  <c:v>-59.141408</c:v>
                </c:pt>
                <c:pt idx="4168">
                  <c:v>-59.390034</c:v>
                </c:pt>
                <c:pt idx="4169">
                  <c:v>-59.635897</c:v>
                </c:pt>
                <c:pt idx="4170">
                  <c:v>-59.878912</c:v>
                </c:pt>
                <c:pt idx="4171">
                  <c:v>-60.119066</c:v>
                </c:pt>
                <c:pt idx="4172">
                  <c:v>-60.356508</c:v>
                </c:pt>
                <c:pt idx="4173">
                  <c:v>-60.591132</c:v>
                </c:pt>
                <c:pt idx="4174">
                  <c:v>-60.822646</c:v>
                </c:pt>
                <c:pt idx="4175">
                  <c:v>-61.051055</c:v>
                </c:pt>
                <c:pt idx="4176">
                  <c:v>-61.27646</c:v>
                </c:pt>
                <c:pt idx="4177">
                  <c:v>-61.498635</c:v>
                </c:pt>
                <c:pt idx="4178">
                  <c:v>-61.717746</c:v>
                </c:pt>
                <c:pt idx="4179">
                  <c:v>-61.934345</c:v>
                </c:pt>
                <c:pt idx="4180">
                  <c:v>-62.148202</c:v>
                </c:pt>
                <c:pt idx="4181">
                  <c:v>-62.359087</c:v>
                </c:pt>
                <c:pt idx="4182">
                  <c:v>-62.566674</c:v>
                </c:pt>
                <c:pt idx="4183">
                  <c:v>-62.771465</c:v>
                </c:pt>
                <c:pt idx="4184">
                  <c:v>-62.973155</c:v>
                </c:pt>
                <c:pt idx="4185">
                  <c:v>-63.171783</c:v>
                </c:pt>
                <c:pt idx="4186">
                  <c:v>-63.367237</c:v>
                </c:pt>
                <c:pt idx="4187">
                  <c:v>-63.559542</c:v>
                </c:pt>
                <c:pt idx="4188">
                  <c:v>-63.748748</c:v>
                </c:pt>
                <c:pt idx="4189">
                  <c:v>-63.934597</c:v>
                </c:pt>
                <c:pt idx="4190">
                  <c:v>-64.117316</c:v>
                </c:pt>
                <c:pt idx="4191">
                  <c:v>-64.297003</c:v>
                </c:pt>
                <c:pt idx="4192">
                  <c:v>-64.473228</c:v>
                </c:pt>
                <c:pt idx="4193">
                  <c:v>-64.64601</c:v>
                </c:pt>
                <c:pt idx="4194">
                  <c:v>-64.815534</c:v>
                </c:pt>
                <c:pt idx="4195">
                  <c:v>-64.981683</c:v>
                </c:pt>
                <c:pt idx="4196">
                  <c:v>-65.144338</c:v>
                </c:pt>
                <c:pt idx="4197">
                  <c:v>-65.303636</c:v>
                </c:pt>
                <c:pt idx="4198">
                  <c:v>-65.459445</c:v>
                </c:pt>
                <c:pt idx="4199">
                  <c:v>-65.611989</c:v>
                </c:pt>
                <c:pt idx="4200">
                  <c:v>-65.760994</c:v>
                </c:pt>
                <c:pt idx="4201">
                  <c:v>-65.906968</c:v>
                </c:pt>
                <c:pt idx="4202">
                  <c:v>-66.049835</c:v>
                </c:pt>
                <c:pt idx="4203">
                  <c:v>-66.189644</c:v>
                </c:pt>
                <c:pt idx="4204">
                  <c:v>-66.326448</c:v>
                </c:pt>
                <c:pt idx="4205">
                  <c:v>-66.460292</c:v>
                </c:pt>
                <c:pt idx="4206">
                  <c:v>-66.590999</c:v>
                </c:pt>
                <c:pt idx="4207">
                  <c:v>-66.718521</c:v>
                </c:pt>
                <c:pt idx="4208">
                  <c:v>-66.843101</c:v>
                </c:pt>
                <c:pt idx="4209">
                  <c:v>-66.964629</c:v>
                </c:pt>
                <c:pt idx="4210">
                  <c:v>-67.083123</c:v>
                </c:pt>
                <c:pt idx="4211">
                  <c:v>-67.198883</c:v>
                </c:pt>
                <c:pt idx="4212">
                  <c:v>-67.31186</c:v>
                </c:pt>
                <c:pt idx="4213">
                  <c:v>-67.421804</c:v>
                </c:pt>
                <c:pt idx="4214">
                  <c:v>-67.52897</c:v>
                </c:pt>
                <c:pt idx="4215">
                  <c:v>-67.63359</c:v>
                </c:pt>
                <c:pt idx="4216">
                  <c:v>-67.735542</c:v>
                </c:pt>
                <c:pt idx="4217">
                  <c:v>-67.834813</c:v>
                </c:pt>
                <c:pt idx="4218">
                  <c:v>-67.931507</c:v>
                </c:pt>
                <c:pt idx="4219">
                  <c:v>-68.025679</c:v>
                </c:pt>
                <c:pt idx="4220">
                  <c:v>-68.116915</c:v>
                </c:pt>
                <c:pt idx="4221">
                  <c:v>-68.205184</c:v>
                </c:pt>
                <c:pt idx="4222">
                  <c:v>-68.291569</c:v>
                </c:pt>
                <c:pt idx="4223">
                  <c:v>-68.374863</c:v>
                </c:pt>
                <c:pt idx="4224">
                  <c:v>-68.458045</c:v>
                </c:pt>
                <c:pt idx="4225">
                  <c:v>-68.538989</c:v>
                </c:pt>
                <c:pt idx="4226">
                  <c:v>-68.617633</c:v>
                </c:pt>
                <c:pt idx="4227">
                  <c:v>-68.694192</c:v>
                </c:pt>
                <c:pt idx="4228">
                  <c:v>-68.767432</c:v>
                </c:pt>
                <c:pt idx="4229">
                  <c:v>-68.839101</c:v>
                </c:pt>
                <c:pt idx="4230">
                  <c:v>-68.912483</c:v>
                </c:pt>
                <c:pt idx="4231">
                  <c:v>-68.982629</c:v>
                </c:pt>
                <c:pt idx="4232">
                  <c:v>-69.050128</c:v>
                </c:pt>
                <c:pt idx="4233">
                  <c:v>-69.115226</c:v>
                </c:pt>
                <c:pt idx="4234">
                  <c:v>-69.177905</c:v>
                </c:pt>
                <c:pt idx="4235">
                  <c:v>-69.237</c:v>
                </c:pt>
                <c:pt idx="4236">
                  <c:v>-69.293992</c:v>
                </c:pt>
                <c:pt idx="4237">
                  <c:v>-69.348256</c:v>
                </c:pt>
                <c:pt idx="4238">
                  <c:v>-69.404956</c:v>
                </c:pt>
                <c:pt idx="4239">
                  <c:v>-69.457372</c:v>
                </c:pt>
                <c:pt idx="4240">
                  <c:v>-69.5059</c:v>
                </c:pt>
                <c:pt idx="4241">
                  <c:v>-69.550701</c:v>
                </c:pt>
                <c:pt idx="4242">
                  <c:v>-69.591741</c:v>
                </c:pt>
                <c:pt idx="4243">
                  <c:v>-69.628897</c:v>
                </c:pt>
                <c:pt idx="4244">
                  <c:v>-69.662033</c:v>
                </c:pt>
                <c:pt idx="4245">
                  <c:v>-69.690774</c:v>
                </c:pt>
                <c:pt idx="4246">
                  <c:v>-69.715113</c:v>
                </c:pt>
                <c:pt idx="4247">
                  <c:v>-69.735055</c:v>
                </c:pt>
                <c:pt idx="4248">
                  <c:v>-69.750529</c:v>
                </c:pt>
                <c:pt idx="4249">
                  <c:v>-69.761418</c:v>
                </c:pt>
                <c:pt idx="4250">
                  <c:v>-69.767614</c:v>
                </c:pt>
                <c:pt idx="4251">
                  <c:v>-69.769406</c:v>
                </c:pt>
                <c:pt idx="4252">
                  <c:v>-69.773894</c:v>
                </c:pt>
                <c:pt idx="4253">
                  <c:v>-69.771042</c:v>
                </c:pt>
                <c:pt idx="4254">
                  <c:v>-69.761076</c:v>
                </c:pt>
                <c:pt idx="4255">
                  <c:v>-69.744369</c:v>
                </c:pt>
                <c:pt idx="4256">
                  <c:v>-69.72131</c:v>
                </c:pt>
                <c:pt idx="4257">
                  <c:v>-69.691817</c:v>
                </c:pt>
                <c:pt idx="4258">
                  <c:v>-69.656316</c:v>
                </c:pt>
                <c:pt idx="4259">
                  <c:v>-69.615494</c:v>
                </c:pt>
                <c:pt idx="4260">
                  <c:v>-69.568697</c:v>
                </c:pt>
                <c:pt idx="4261">
                  <c:v>-69.516078</c:v>
                </c:pt>
                <c:pt idx="4262">
                  <c:v>-69.457744</c:v>
                </c:pt>
                <c:pt idx="4263">
                  <c:v>-69.393929</c:v>
                </c:pt>
                <c:pt idx="4264">
                  <c:v>-69.324646</c:v>
                </c:pt>
                <c:pt idx="4265">
                  <c:v>-69.250282</c:v>
                </c:pt>
                <c:pt idx="4266">
                  <c:v>-69.171301</c:v>
                </c:pt>
                <c:pt idx="4267">
                  <c:v>-69.087685</c:v>
                </c:pt>
                <c:pt idx="4268">
                  <c:v>-68.999297</c:v>
                </c:pt>
                <c:pt idx="4269">
                  <c:v>-68.90642</c:v>
                </c:pt>
                <c:pt idx="4270">
                  <c:v>-68.809295</c:v>
                </c:pt>
                <c:pt idx="4271">
                  <c:v>-68.708047</c:v>
                </c:pt>
                <c:pt idx="4272">
                  <c:v>-68.603174</c:v>
                </c:pt>
                <c:pt idx="4273">
                  <c:v>-68.494809</c:v>
                </c:pt>
                <c:pt idx="4274">
                  <c:v>-68.382784</c:v>
                </c:pt>
                <c:pt idx="4275">
                  <c:v>-68.267668</c:v>
                </c:pt>
                <c:pt idx="4276">
                  <c:v>-68.14946</c:v>
                </c:pt>
                <c:pt idx="4277">
                  <c:v>-68.028499</c:v>
                </c:pt>
                <c:pt idx="4278">
                  <c:v>-67.904945</c:v>
                </c:pt>
                <c:pt idx="4279">
                  <c:v>-67.778962</c:v>
                </c:pt>
                <c:pt idx="4280">
                  <c:v>-67.650916</c:v>
                </c:pt>
                <c:pt idx="4281">
                  <c:v>-67.520977</c:v>
                </c:pt>
                <c:pt idx="4282">
                  <c:v>-67.389341</c:v>
                </c:pt>
                <c:pt idx="4283">
                  <c:v>-67.256337</c:v>
                </c:pt>
                <c:pt idx="4284">
                  <c:v>-67.137423</c:v>
                </c:pt>
                <c:pt idx="4285">
                  <c:v>-67.01053</c:v>
                </c:pt>
                <c:pt idx="4286">
                  <c:v>-66.879863</c:v>
                </c:pt>
                <c:pt idx="4287">
                  <c:v>-66.746745</c:v>
                </c:pt>
                <c:pt idx="4288">
                  <c:v>-66.61198</c:v>
                </c:pt>
                <c:pt idx="4289">
                  <c:v>-66.475635</c:v>
                </c:pt>
                <c:pt idx="4290">
                  <c:v>-66.33791</c:v>
                </c:pt>
                <c:pt idx="4291">
                  <c:v>-66.199156</c:v>
                </c:pt>
                <c:pt idx="4292">
                  <c:v>-66.059692</c:v>
                </c:pt>
                <c:pt idx="4293">
                  <c:v>-65.919786</c:v>
                </c:pt>
                <c:pt idx="4294">
                  <c:v>-65.779659</c:v>
                </c:pt>
                <c:pt idx="4295">
                  <c:v>-65.639799</c:v>
                </c:pt>
                <c:pt idx="4296">
                  <c:v>-65.499543</c:v>
                </c:pt>
                <c:pt idx="4297">
                  <c:v>-65.359224</c:v>
                </c:pt>
                <c:pt idx="4298">
                  <c:v>-65.219074</c:v>
                </c:pt>
                <c:pt idx="4299">
                  <c:v>-65.079267</c:v>
                </c:pt>
                <c:pt idx="4300">
                  <c:v>-64.939915</c:v>
                </c:pt>
                <c:pt idx="4301">
                  <c:v>-64.801109</c:v>
                </c:pt>
                <c:pt idx="4302">
                  <c:v>-64.662981</c:v>
                </c:pt>
                <c:pt idx="4303">
                  <c:v>-64.525609</c:v>
                </c:pt>
                <c:pt idx="4304">
                  <c:v>-64.388972</c:v>
                </c:pt>
                <c:pt idx="4305">
                  <c:v>-64.253059</c:v>
                </c:pt>
                <c:pt idx="4306">
                  <c:v>-64.117879</c:v>
                </c:pt>
                <c:pt idx="4307">
                  <c:v>-63.983319</c:v>
                </c:pt>
                <c:pt idx="4308">
                  <c:v>-63.849707</c:v>
                </c:pt>
                <c:pt idx="4309">
                  <c:v>-63.71707</c:v>
                </c:pt>
                <c:pt idx="4310">
                  <c:v>-63.585445</c:v>
                </c:pt>
                <c:pt idx="4311">
                  <c:v>-63.454822</c:v>
                </c:pt>
                <c:pt idx="4312">
                  <c:v>-63.325275</c:v>
                </c:pt>
                <c:pt idx="4313">
                  <c:v>-63.196753</c:v>
                </c:pt>
                <c:pt idx="4314">
                  <c:v>-63.069254</c:v>
                </c:pt>
                <c:pt idx="4315">
                  <c:v>-62.942734</c:v>
                </c:pt>
                <c:pt idx="4316">
                  <c:v>-62.817168</c:v>
                </c:pt>
                <c:pt idx="4317">
                  <c:v>-62.692635</c:v>
                </c:pt>
                <c:pt idx="4318">
                  <c:v>-62.569157</c:v>
                </c:pt>
                <c:pt idx="4319">
                  <c:v>-62.446742</c:v>
                </c:pt>
                <c:pt idx="4320">
                  <c:v>-62.325249</c:v>
                </c:pt>
                <c:pt idx="4321">
                  <c:v>-62.214927</c:v>
                </c:pt>
                <c:pt idx="4322">
                  <c:v>-62.106187</c:v>
                </c:pt>
                <c:pt idx="4323">
                  <c:v>-61.995643</c:v>
                </c:pt>
                <c:pt idx="4324">
                  <c:v>-61.884369</c:v>
                </c:pt>
                <c:pt idx="4325">
                  <c:v>-61.772638</c:v>
                </c:pt>
                <c:pt idx="4326">
                  <c:v>-61.662223</c:v>
                </c:pt>
                <c:pt idx="4327">
                  <c:v>-61.551844</c:v>
                </c:pt>
                <c:pt idx="4328">
                  <c:v>-61.441819</c:v>
                </c:pt>
                <c:pt idx="4329">
                  <c:v>-61.332171</c:v>
                </c:pt>
                <c:pt idx="4330">
                  <c:v>-61.222955</c:v>
                </c:pt>
                <c:pt idx="4331">
                  <c:v>-61.114114</c:v>
                </c:pt>
                <c:pt idx="4332">
                  <c:v>-61.005675</c:v>
                </c:pt>
                <c:pt idx="4333">
                  <c:v>-60.898034</c:v>
                </c:pt>
                <c:pt idx="4334">
                  <c:v>-60.790908</c:v>
                </c:pt>
                <c:pt idx="4335">
                  <c:v>-60.684188</c:v>
                </c:pt>
                <c:pt idx="4336">
                  <c:v>-60.578615</c:v>
                </c:pt>
                <c:pt idx="4337">
                  <c:v>-60.473514</c:v>
                </c:pt>
                <c:pt idx="4338">
                  <c:v>-60.368839</c:v>
                </c:pt>
                <c:pt idx="4339">
                  <c:v>-60.264898</c:v>
                </c:pt>
                <c:pt idx="4340">
                  <c:v>-60.161588</c:v>
                </c:pt>
                <c:pt idx="4341">
                  <c:v>-60.058842</c:v>
                </c:pt>
                <c:pt idx="4342">
                  <c:v>-59.95682</c:v>
                </c:pt>
                <c:pt idx="4343">
                  <c:v>-59.855124</c:v>
                </c:pt>
                <c:pt idx="4344">
                  <c:v>-59.753752</c:v>
                </c:pt>
                <c:pt idx="4345">
                  <c:v>-59.652809</c:v>
                </c:pt>
                <c:pt idx="4346">
                  <c:v>-59.552149</c:v>
                </c:pt>
                <c:pt idx="4347">
                  <c:v>-59.451667</c:v>
                </c:pt>
                <c:pt idx="4348">
                  <c:v>-59.351347</c:v>
                </c:pt>
                <c:pt idx="4349">
                  <c:v>-59.251188</c:v>
                </c:pt>
                <c:pt idx="4350">
                  <c:v>-59.151342</c:v>
                </c:pt>
                <c:pt idx="4351">
                  <c:v>-59.051707</c:v>
                </c:pt>
                <c:pt idx="4352">
                  <c:v>-58.95225</c:v>
                </c:pt>
                <c:pt idx="4353">
                  <c:v>-58.85401</c:v>
                </c:pt>
                <c:pt idx="4354">
                  <c:v>-58.755503</c:v>
                </c:pt>
                <c:pt idx="4355">
                  <c:v>-58.656915</c:v>
                </c:pt>
                <c:pt idx="4356">
                  <c:v>-58.558179</c:v>
                </c:pt>
                <c:pt idx="4357">
                  <c:v>-58.459502</c:v>
                </c:pt>
                <c:pt idx="4358">
                  <c:v>-58.360484</c:v>
                </c:pt>
                <c:pt idx="4359">
                  <c:v>-58.2616</c:v>
                </c:pt>
                <c:pt idx="4360">
                  <c:v>-58.16238</c:v>
                </c:pt>
                <c:pt idx="4361">
                  <c:v>-58.063296</c:v>
                </c:pt>
                <c:pt idx="4362">
                  <c:v>-57.963975</c:v>
                </c:pt>
                <c:pt idx="4363">
                  <c:v>-57.864768</c:v>
                </c:pt>
                <c:pt idx="4364">
                  <c:v>-57.765336</c:v>
                </c:pt>
                <c:pt idx="4365">
                  <c:v>-57.66579</c:v>
                </c:pt>
                <c:pt idx="4366">
                  <c:v>-57.565986</c:v>
                </c:pt>
                <c:pt idx="4367">
                  <c:v>-57.466057</c:v>
                </c:pt>
                <c:pt idx="4368">
                  <c:v>-57.365722</c:v>
                </c:pt>
                <c:pt idx="4369">
                  <c:v>-57.265113</c:v>
                </c:pt>
                <c:pt idx="4370">
                  <c:v>-57.163969</c:v>
                </c:pt>
                <c:pt idx="4371">
                  <c:v>-57.062472</c:v>
                </c:pt>
                <c:pt idx="4372">
                  <c:v>-56.960306</c:v>
                </c:pt>
                <c:pt idx="4373">
                  <c:v>-56.857728</c:v>
                </c:pt>
                <c:pt idx="4374">
                  <c:v>-56.754501</c:v>
                </c:pt>
                <c:pt idx="4375">
                  <c:v>-56.650779</c:v>
                </c:pt>
                <c:pt idx="4376">
                  <c:v>-56.546273</c:v>
                </c:pt>
                <c:pt idx="4377">
                  <c:v>-56.441148</c:v>
                </c:pt>
                <c:pt idx="4378">
                  <c:v>-56.335118</c:v>
                </c:pt>
                <c:pt idx="4379">
                  <c:v>-56.228372</c:v>
                </c:pt>
                <c:pt idx="4380">
                  <c:v>-56.120586</c:v>
                </c:pt>
                <c:pt idx="4381">
                  <c:v>-56.011923</c:v>
                </c:pt>
                <c:pt idx="4382">
                  <c:v>-55.902108</c:v>
                </c:pt>
                <c:pt idx="4383">
                  <c:v>-55.791274</c:v>
                </c:pt>
                <c:pt idx="4384">
                  <c:v>-55.679251</c:v>
                </c:pt>
                <c:pt idx="4385">
                  <c:v>-55.566092</c:v>
                </c:pt>
                <c:pt idx="4386">
                  <c:v>-55.451668</c:v>
                </c:pt>
                <c:pt idx="4387">
                  <c:v>-55.335953</c:v>
                </c:pt>
                <c:pt idx="4388">
                  <c:v>-55.218913</c:v>
                </c:pt>
                <c:pt idx="4389">
                  <c:v>-55.100524</c:v>
                </c:pt>
                <c:pt idx="4390">
                  <c:v>-54.980712</c:v>
                </c:pt>
                <c:pt idx="4391">
                  <c:v>-54.859473</c:v>
                </c:pt>
                <c:pt idx="4392">
                  <c:v>-54.736764</c:v>
                </c:pt>
                <c:pt idx="4393">
                  <c:v>-54.612565</c:v>
                </c:pt>
                <c:pt idx="4394">
                  <c:v>-54.486817</c:v>
                </c:pt>
                <c:pt idx="4395">
                  <c:v>-54.3595</c:v>
                </c:pt>
                <c:pt idx="4396">
                  <c:v>-54.230612</c:v>
                </c:pt>
                <c:pt idx="4397">
                  <c:v>-54.100134</c:v>
                </c:pt>
                <c:pt idx="4398">
                  <c:v>-53.968044</c:v>
                </c:pt>
                <c:pt idx="4399">
                  <c:v>-53.834344</c:v>
                </c:pt>
                <c:pt idx="4400">
                  <c:v>-53.698897</c:v>
                </c:pt>
                <c:pt idx="4401">
                  <c:v>-53.561591</c:v>
                </c:pt>
                <c:pt idx="4402">
                  <c:v>-53.422491</c:v>
                </c:pt>
                <c:pt idx="4403">
                  <c:v>-53.281706</c:v>
                </c:pt>
                <c:pt idx="4404">
                  <c:v>-53.139219</c:v>
                </c:pt>
                <c:pt idx="4405">
                  <c:v>-52.995063</c:v>
                </c:pt>
                <c:pt idx="4406">
                  <c:v>-52.849193</c:v>
                </c:pt>
                <c:pt idx="4407">
                  <c:v>-52.701747</c:v>
                </c:pt>
                <c:pt idx="4408">
                  <c:v>-52.552734</c:v>
                </c:pt>
                <c:pt idx="4409">
                  <c:v>-52.402201</c:v>
                </c:pt>
                <c:pt idx="4410">
                  <c:v>-52.250145</c:v>
                </c:pt>
                <c:pt idx="4411">
                  <c:v>-52.096582</c:v>
                </c:pt>
                <c:pt idx="4412">
                  <c:v>-51.941581</c:v>
                </c:pt>
                <c:pt idx="4413">
                  <c:v>-51.785254</c:v>
                </c:pt>
                <c:pt idx="4414">
                  <c:v>-51.627599</c:v>
                </c:pt>
                <c:pt idx="4415">
                  <c:v>-51.468641</c:v>
                </c:pt>
                <c:pt idx="4416">
                  <c:v>-51.30842</c:v>
                </c:pt>
                <c:pt idx="4417">
                  <c:v>-51.147029</c:v>
                </c:pt>
                <c:pt idx="4418">
                  <c:v>-50.984551</c:v>
                </c:pt>
                <c:pt idx="4419">
                  <c:v>-50.821062</c:v>
                </c:pt>
                <c:pt idx="4420">
                  <c:v>-50.656564</c:v>
                </c:pt>
                <c:pt idx="4421">
                  <c:v>-50.491146</c:v>
                </c:pt>
                <c:pt idx="4422">
                  <c:v>-50.324888</c:v>
                </c:pt>
                <c:pt idx="4423">
                  <c:v>-50.157863</c:v>
                </c:pt>
                <c:pt idx="4424">
                  <c:v>-49.990131</c:v>
                </c:pt>
                <c:pt idx="4425">
                  <c:v>-49.82177</c:v>
                </c:pt>
                <c:pt idx="4426">
                  <c:v>-49.652807</c:v>
                </c:pt>
                <c:pt idx="4427">
                  <c:v>-49.450757</c:v>
                </c:pt>
                <c:pt idx="4428">
                  <c:v>-49.260933</c:v>
                </c:pt>
                <c:pt idx="4429">
                  <c:v>-49.077663</c:v>
                </c:pt>
                <c:pt idx="4430">
                  <c:v>-48.899528</c:v>
                </c:pt>
                <c:pt idx="4431">
                  <c:v>-48.722575</c:v>
                </c:pt>
                <c:pt idx="4432">
                  <c:v>-48.549552</c:v>
                </c:pt>
                <c:pt idx="4433">
                  <c:v>-48.37823</c:v>
                </c:pt>
                <c:pt idx="4434">
                  <c:v>-48.208266</c:v>
                </c:pt>
                <c:pt idx="4435">
                  <c:v>-48.039311</c:v>
                </c:pt>
                <c:pt idx="4436">
                  <c:v>-47.871116</c:v>
                </c:pt>
                <c:pt idx="4437">
                  <c:v>-47.703483</c:v>
                </c:pt>
                <c:pt idx="4438">
                  <c:v>-47.536443</c:v>
                </c:pt>
                <c:pt idx="4439">
                  <c:v>-47.370013</c:v>
                </c:pt>
                <c:pt idx="4440">
                  <c:v>-47.204149</c:v>
                </c:pt>
                <c:pt idx="4441">
                  <c:v>-47.038843</c:v>
                </c:pt>
                <c:pt idx="4442">
                  <c:v>-46.874286</c:v>
                </c:pt>
                <c:pt idx="4443">
                  <c:v>-46.710603</c:v>
                </c:pt>
                <c:pt idx="4444">
                  <c:v>-46.547894</c:v>
                </c:pt>
                <c:pt idx="4445">
                  <c:v>-46.386225</c:v>
                </c:pt>
                <c:pt idx="4446">
                  <c:v>-46.225644</c:v>
                </c:pt>
                <c:pt idx="4447">
                  <c:v>-46.066252</c:v>
                </c:pt>
                <c:pt idx="4448">
                  <c:v>-45.908195</c:v>
                </c:pt>
                <c:pt idx="4449">
                  <c:v>-45.751667</c:v>
                </c:pt>
                <c:pt idx="4450">
                  <c:v>-45.596633</c:v>
                </c:pt>
                <c:pt idx="4451">
                  <c:v>-45.443307</c:v>
                </c:pt>
                <c:pt idx="4452">
                  <c:v>-45.291779</c:v>
                </c:pt>
                <c:pt idx="4453">
                  <c:v>-45.142069</c:v>
                </c:pt>
                <c:pt idx="4454">
                  <c:v>-44.994302</c:v>
                </c:pt>
                <c:pt idx="4455">
                  <c:v>-44.849505</c:v>
                </c:pt>
                <c:pt idx="4456">
                  <c:v>-44.669898</c:v>
                </c:pt>
                <c:pt idx="4457">
                  <c:v>-44.506723</c:v>
                </c:pt>
                <c:pt idx="4458">
                  <c:v>-44.353445</c:v>
                </c:pt>
                <c:pt idx="4459">
                  <c:v>-44.205498</c:v>
                </c:pt>
                <c:pt idx="4460">
                  <c:v>-44.065066</c:v>
                </c:pt>
                <c:pt idx="4461">
                  <c:v>-43.930437</c:v>
                </c:pt>
                <c:pt idx="4462">
                  <c:v>-43.799923</c:v>
                </c:pt>
                <c:pt idx="4463">
                  <c:v>-43.672998</c:v>
                </c:pt>
                <c:pt idx="4464">
                  <c:v>-43.549307</c:v>
                </c:pt>
                <c:pt idx="4465">
                  <c:v>-43.428611</c:v>
                </c:pt>
                <c:pt idx="4466">
                  <c:v>-43.310869</c:v>
                </c:pt>
                <c:pt idx="4467">
                  <c:v>-43.19592</c:v>
                </c:pt>
                <c:pt idx="4468">
                  <c:v>-43.054868</c:v>
                </c:pt>
                <c:pt idx="4469">
                  <c:v>-42.92612</c:v>
                </c:pt>
                <c:pt idx="4470">
                  <c:v>-42.80579</c:v>
                </c:pt>
                <c:pt idx="4471">
                  <c:v>-42.692708</c:v>
                </c:pt>
                <c:pt idx="4472">
                  <c:v>-42.588284</c:v>
                </c:pt>
                <c:pt idx="4473">
                  <c:v>-42.488794</c:v>
                </c:pt>
                <c:pt idx="4474">
                  <c:v>-42.39344</c:v>
                </c:pt>
                <c:pt idx="4475">
                  <c:v>-42.301855</c:v>
                </c:pt>
                <c:pt idx="4476">
                  <c:v>-42.213471</c:v>
                </c:pt>
                <c:pt idx="4477">
                  <c:v>-42.128245</c:v>
                </c:pt>
                <c:pt idx="4478">
                  <c:v>-42.046391</c:v>
                </c:pt>
                <c:pt idx="4479">
                  <c:v>-41.933276</c:v>
                </c:pt>
                <c:pt idx="4480">
                  <c:v>-41.838268</c:v>
                </c:pt>
                <c:pt idx="4481">
                  <c:v>-41.754502</c:v>
                </c:pt>
                <c:pt idx="4482">
                  <c:v>-41.674302</c:v>
                </c:pt>
                <c:pt idx="4483">
                  <c:v>-41.60396</c:v>
                </c:pt>
                <c:pt idx="4484">
                  <c:v>-41.539023</c:v>
                </c:pt>
                <c:pt idx="4485">
                  <c:v>-41.478646</c:v>
                </c:pt>
                <c:pt idx="4486">
                  <c:v>-41.422269</c:v>
                </c:pt>
                <c:pt idx="4487">
                  <c:v>-41.369481</c:v>
                </c:pt>
                <c:pt idx="4488">
                  <c:v>-41.320079</c:v>
                </c:pt>
                <c:pt idx="4489">
                  <c:v>-41.273923</c:v>
                </c:pt>
                <c:pt idx="4490">
                  <c:v>-41.230557</c:v>
                </c:pt>
                <c:pt idx="4491">
                  <c:v>-41.189956</c:v>
                </c:pt>
                <c:pt idx="4492">
                  <c:v>-41.152008</c:v>
                </c:pt>
                <c:pt idx="4493">
                  <c:v>-41.116722</c:v>
                </c:pt>
                <c:pt idx="4494">
                  <c:v>-41.084119</c:v>
                </c:pt>
                <c:pt idx="4495">
                  <c:v>-41.054222</c:v>
                </c:pt>
                <c:pt idx="4496">
                  <c:v>-41.004914</c:v>
                </c:pt>
                <c:pt idx="4497">
                  <c:v>-40.966217</c:v>
                </c:pt>
                <c:pt idx="4498">
                  <c:v>-40.934931</c:v>
                </c:pt>
                <c:pt idx="4499">
                  <c:v>-40.911487</c:v>
                </c:pt>
                <c:pt idx="4500">
                  <c:v>-40.865308</c:v>
                </c:pt>
                <c:pt idx="4501">
                  <c:v>-40.835236</c:v>
                </c:pt>
                <c:pt idx="4502">
                  <c:v>-40.81481</c:v>
                </c:pt>
                <c:pt idx="4503">
                  <c:v>-40.800713</c:v>
                </c:pt>
                <c:pt idx="4504">
                  <c:v>-40.7942</c:v>
                </c:pt>
                <c:pt idx="4505">
                  <c:v>-40.792181</c:v>
                </c:pt>
                <c:pt idx="4506">
                  <c:v>-40.793865</c:v>
                </c:pt>
                <c:pt idx="4507">
                  <c:v>-40.798446</c:v>
                </c:pt>
                <c:pt idx="4508">
                  <c:v>-40.80548</c:v>
                </c:pt>
                <c:pt idx="4509">
                  <c:v>-40.815572</c:v>
                </c:pt>
                <c:pt idx="4510">
                  <c:v>-40.826836</c:v>
                </c:pt>
                <c:pt idx="4511">
                  <c:v>-40.839862</c:v>
                </c:pt>
                <c:pt idx="4512">
                  <c:v>-40.854507</c:v>
                </c:pt>
                <c:pt idx="4513">
                  <c:v>-40.870891</c:v>
                </c:pt>
                <c:pt idx="4514">
                  <c:v>-40.888711</c:v>
                </c:pt>
                <c:pt idx="4515">
                  <c:v>-40.892312</c:v>
                </c:pt>
                <c:pt idx="4516">
                  <c:v>-40.903594</c:v>
                </c:pt>
                <c:pt idx="4517">
                  <c:v>-40.921658</c:v>
                </c:pt>
                <c:pt idx="4518">
                  <c:v>-40.942771</c:v>
                </c:pt>
                <c:pt idx="4519">
                  <c:v>-40.966921</c:v>
                </c:pt>
                <c:pt idx="4520">
                  <c:v>-40.977983</c:v>
                </c:pt>
                <c:pt idx="4521">
                  <c:v>-40.998103</c:v>
                </c:pt>
                <c:pt idx="4522">
                  <c:v>-41.023831</c:v>
                </c:pt>
                <c:pt idx="4523">
                  <c:v>-41.054088</c:v>
                </c:pt>
                <c:pt idx="4524">
                  <c:v>-41.088062</c:v>
                </c:pt>
                <c:pt idx="4525">
                  <c:v>-41.123806</c:v>
                </c:pt>
                <c:pt idx="4526">
                  <c:v>-41.160938</c:v>
                </c:pt>
                <c:pt idx="4527">
                  <c:v>-41.190559</c:v>
                </c:pt>
                <c:pt idx="4528">
                  <c:v>-41.224852</c:v>
                </c:pt>
                <c:pt idx="4529">
                  <c:v>-41.262831</c:v>
                </c:pt>
                <c:pt idx="4530">
                  <c:v>-41.302812</c:v>
                </c:pt>
                <c:pt idx="4531">
                  <c:v>-41.344902</c:v>
                </c:pt>
                <c:pt idx="4532">
                  <c:v>-41.38892</c:v>
                </c:pt>
                <c:pt idx="4533">
                  <c:v>-41.428448</c:v>
                </c:pt>
                <c:pt idx="4534">
                  <c:v>-41.472151</c:v>
                </c:pt>
                <c:pt idx="4535">
                  <c:v>-41.515221</c:v>
                </c:pt>
                <c:pt idx="4536">
                  <c:v>-41.562168</c:v>
                </c:pt>
                <c:pt idx="4537">
                  <c:v>-41.612214</c:v>
                </c:pt>
                <c:pt idx="4538">
                  <c:v>-41.665274</c:v>
                </c:pt>
                <c:pt idx="4539">
                  <c:v>-41.716048</c:v>
                </c:pt>
                <c:pt idx="4540">
                  <c:v>-41.770776</c:v>
                </c:pt>
                <c:pt idx="4541">
                  <c:v>-41.827894</c:v>
                </c:pt>
                <c:pt idx="4542">
                  <c:v>-41.886476</c:v>
                </c:pt>
                <c:pt idx="4543">
                  <c:v>-41.946466</c:v>
                </c:pt>
                <c:pt idx="4544">
                  <c:v>-42.007653</c:v>
                </c:pt>
                <c:pt idx="4545">
                  <c:v>-42.069513</c:v>
                </c:pt>
                <c:pt idx="4546">
                  <c:v>-42.131607</c:v>
                </c:pt>
                <c:pt idx="4547">
                  <c:v>-42.194117</c:v>
                </c:pt>
                <c:pt idx="4548">
                  <c:v>-42.257295</c:v>
                </c:pt>
                <c:pt idx="4549">
                  <c:v>-42.320668</c:v>
                </c:pt>
                <c:pt idx="4550">
                  <c:v>-42.38421</c:v>
                </c:pt>
                <c:pt idx="4551">
                  <c:v>-42.447978</c:v>
                </c:pt>
                <c:pt idx="4552">
                  <c:v>-42.512371</c:v>
                </c:pt>
                <c:pt idx="4553">
                  <c:v>-42.577967</c:v>
                </c:pt>
                <c:pt idx="4554">
                  <c:v>-42.644756</c:v>
                </c:pt>
                <c:pt idx="4555">
                  <c:v>-42.712763</c:v>
                </c:pt>
                <c:pt idx="4556">
                  <c:v>-42.781817</c:v>
                </c:pt>
                <c:pt idx="4557">
                  <c:v>-42.852111</c:v>
                </c:pt>
                <c:pt idx="4558">
                  <c:v>-42.923704</c:v>
                </c:pt>
                <c:pt idx="4559">
                  <c:v>-42.997026</c:v>
                </c:pt>
                <c:pt idx="4560">
                  <c:v>-43.071957</c:v>
                </c:pt>
                <c:pt idx="4561">
                  <c:v>-43.148583</c:v>
                </c:pt>
                <c:pt idx="4562">
                  <c:v>-43.227149</c:v>
                </c:pt>
                <c:pt idx="4563">
                  <c:v>-43.307187</c:v>
                </c:pt>
                <c:pt idx="4564">
                  <c:v>-43.388785</c:v>
                </c:pt>
                <c:pt idx="4565">
                  <c:v>-43.471921</c:v>
                </c:pt>
                <c:pt idx="4566">
                  <c:v>-43.556492</c:v>
                </c:pt>
                <c:pt idx="4567">
                  <c:v>-43.642724</c:v>
                </c:pt>
                <c:pt idx="4568">
                  <c:v>-43.731869</c:v>
                </c:pt>
                <c:pt idx="4569">
                  <c:v>-43.822007</c:v>
                </c:pt>
                <c:pt idx="4570">
                  <c:v>-43.914077</c:v>
                </c:pt>
                <c:pt idx="4571">
                  <c:v>-44.008262</c:v>
                </c:pt>
                <c:pt idx="4572">
                  <c:v>-44.104464</c:v>
                </c:pt>
                <c:pt idx="4573">
                  <c:v>-44.202744</c:v>
                </c:pt>
                <c:pt idx="4574">
                  <c:v>-44.303051</c:v>
                </c:pt>
                <c:pt idx="4575">
                  <c:v>-44.405442</c:v>
                </c:pt>
                <c:pt idx="4576">
                  <c:v>-44.509861</c:v>
                </c:pt>
                <c:pt idx="4577">
                  <c:v>-44.616509</c:v>
                </c:pt>
                <c:pt idx="4578">
                  <c:v>-44.725026</c:v>
                </c:pt>
                <c:pt idx="4579">
                  <c:v>-44.83522</c:v>
                </c:pt>
                <c:pt idx="4580">
                  <c:v>-44.947081</c:v>
                </c:pt>
                <c:pt idx="4581">
                  <c:v>-45.060617</c:v>
                </c:pt>
                <c:pt idx="4582">
                  <c:v>-45.175935</c:v>
                </c:pt>
                <c:pt idx="4583">
                  <c:v>-45.292965</c:v>
                </c:pt>
                <c:pt idx="4584">
                  <c:v>-45.411678</c:v>
                </c:pt>
                <c:pt idx="4585">
                  <c:v>-45.532064</c:v>
                </c:pt>
                <c:pt idx="4586">
                  <c:v>-45.654102</c:v>
                </c:pt>
                <c:pt idx="4587">
                  <c:v>-45.778087</c:v>
                </c:pt>
                <c:pt idx="4588">
                  <c:v>-45.903794</c:v>
                </c:pt>
                <c:pt idx="4589">
                  <c:v>-46.030656</c:v>
                </c:pt>
                <c:pt idx="4590">
                  <c:v>-46.158915</c:v>
                </c:pt>
                <c:pt idx="4591">
                  <c:v>-46.288539</c:v>
                </c:pt>
                <c:pt idx="4592">
                  <c:v>-46.419532</c:v>
                </c:pt>
                <c:pt idx="4593">
                  <c:v>-46.551544</c:v>
                </c:pt>
                <c:pt idx="4594">
                  <c:v>-46.684709</c:v>
                </c:pt>
                <c:pt idx="4595">
                  <c:v>-46.81865</c:v>
                </c:pt>
                <c:pt idx="4596">
                  <c:v>-46.953251</c:v>
                </c:pt>
                <c:pt idx="4597">
                  <c:v>-47.088706</c:v>
                </c:pt>
                <c:pt idx="4598">
                  <c:v>-47.225218</c:v>
                </c:pt>
                <c:pt idx="4599">
                  <c:v>-47.362473</c:v>
                </c:pt>
                <c:pt idx="4600">
                  <c:v>-47.500355</c:v>
                </c:pt>
                <c:pt idx="4601">
                  <c:v>-47.638597</c:v>
                </c:pt>
                <c:pt idx="4602">
                  <c:v>-47.777022</c:v>
                </c:pt>
                <c:pt idx="4603">
                  <c:v>-47.915518</c:v>
                </c:pt>
                <c:pt idx="4604">
                  <c:v>-48.054005</c:v>
                </c:pt>
                <c:pt idx="4605">
                  <c:v>-48.192507</c:v>
                </c:pt>
                <c:pt idx="4606">
                  <c:v>-48.331046</c:v>
                </c:pt>
                <c:pt idx="4607">
                  <c:v>-48.469531</c:v>
                </c:pt>
                <c:pt idx="4608">
                  <c:v>-48.607942</c:v>
                </c:pt>
                <c:pt idx="4609">
                  <c:v>-48.74652</c:v>
                </c:pt>
                <c:pt idx="4610">
                  <c:v>-48.884905</c:v>
                </c:pt>
                <c:pt idx="4611">
                  <c:v>-49.023151</c:v>
                </c:pt>
                <c:pt idx="4612">
                  <c:v>-49.161227</c:v>
                </c:pt>
                <c:pt idx="4613">
                  <c:v>-49.299102</c:v>
                </c:pt>
                <c:pt idx="4614">
                  <c:v>-49.436661</c:v>
                </c:pt>
                <c:pt idx="4615">
                  <c:v>-49.573714</c:v>
                </c:pt>
                <c:pt idx="4616">
                  <c:v>-49.710191</c:v>
                </c:pt>
                <c:pt idx="4617">
                  <c:v>-49.846005</c:v>
                </c:pt>
                <c:pt idx="4618">
                  <c:v>-49.981114</c:v>
                </c:pt>
                <c:pt idx="4619">
                  <c:v>-50.115465</c:v>
                </c:pt>
                <c:pt idx="4620">
                  <c:v>-50.249128</c:v>
                </c:pt>
                <c:pt idx="4621">
                  <c:v>-50.382161</c:v>
                </c:pt>
                <c:pt idx="4622">
                  <c:v>-50.514171</c:v>
                </c:pt>
                <c:pt idx="4623">
                  <c:v>-50.645094</c:v>
                </c:pt>
                <c:pt idx="4624">
                  <c:v>-50.774922</c:v>
                </c:pt>
                <c:pt idx="4625">
                  <c:v>-50.903663</c:v>
                </c:pt>
                <c:pt idx="4626">
                  <c:v>-51.031309</c:v>
                </c:pt>
                <c:pt idx="4627">
                  <c:v>-51.157829</c:v>
                </c:pt>
                <c:pt idx="4628">
                  <c:v>-51.283124</c:v>
                </c:pt>
                <c:pt idx="4629">
                  <c:v>-51.407169</c:v>
                </c:pt>
                <c:pt idx="4630">
                  <c:v>-51.529852</c:v>
                </c:pt>
                <c:pt idx="4631">
                  <c:v>-51.6511</c:v>
                </c:pt>
                <c:pt idx="4632">
                  <c:v>-51.770921</c:v>
                </c:pt>
                <c:pt idx="4633">
                  <c:v>-51.889502</c:v>
                </c:pt>
                <c:pt idx="4634">
                  <c:v>-52.006694</c:v>
                </c:pt>
                <c:pt idx="4635">
                  <c:v>-52.122346</c:v>
                </c:pt>
                <c:pt idx="4636">
                  <c:v>-52.236485</c:v>
                </c:pt>
                <c:pt idx="4637">
                  <c:v>-52.349131</c:v>
                </c:pt>
                <c:pt idx="4638">
                  <c:v>-52.460198</c:v>
                </c:pt>
                <c:pt idx="4639">
                  <c:v>-52.56963</c:v>
                </c:pt>
                <c:pt idx="4640">
                  <c:v>-52.677351</c:v>
                </c:pt>
                <c:pt idx="4641">
                  <c:v>-52.783375</c:v>
                </c:pt>
                <c:pt idx="4642">
                  <c:v>-52.887778</c:v>
                </c:pt>
                <c:pt idx="4643">
                  <c:v>-52.99053</c:v>
                </c:pt>
                <c:pt idx="4644">
                  <c:v>-53.091659</c:v>
                </c:pt>
                <c:pt idx="4645">
                  <c:v>-53.191303</c:v>
                </c:pt>
                <c:pt idx="4646">
                  <c:v>-53.289569</c:v>
                </c:pt>
                <c:pt idx="4647">
                  <c:v>-53.386659</c:v>
                </c:pt>
                <c:pt idx="4648">
                  <c:v>-53.482521</c:v>
                </c:pt>
                <c:pt idx="4649">
                  <c:v>-53.577201</c:v>
                </c:pt>
                <c:pt idx="4650">
                  <c:v>-53.670685</c:v>
                </c:pt>
                <c:pt idx="4651">
                  <c:v>-53.76308</c:v>
                </c:pt>
                <c:pt idx="4652">
                  <c:v>-53.854469</c:v>
                </c:pt>
                <c:pt idx="4653">
                  <c:v>-53.944906</c:v>
                </c:pt>
                <c:pt idx="4654">
                  <c:v>-54.034507</c:v>
                </c:pt>
                <c:pt idx="4655">
                  <c:v>-54.12335</c:v>
                </c:pt>
                <c:pt idx="4656">
                  <c:v>-54.211456</c:v>
                </c:pt>
                <c:pt idx="4657">
                  <c:v>-54.298908</c:v>
                </c:pt>
                <c:pt idx="4658">
                  <c:v>-54.38574</c:v>
                </c:pt>
                <c:pt idx="4659">
                  <c:v>-54.471846</c:v>
                </c:pt>
                <c:pt idx="4660">
                  <c:v>-54.557326</c:v>
                </c:pt>
                <c:pt idx="4661">
                  <c:v>-54.642405</c:v>
                </c:pt>
                <c:pt idx="4662">
                  <c:v>-54.72698</c:v>
                </c:pt>
                <c:pt idx="4663">
                  <c:v>-54.811206</c:v>
                </c:pt>
                <c:pt idx="4664">
                  <c:v>-54.895005</c:v>
                </c:pt>
                <c:pt idx="4665">
                  <c:v>-54.978526</c:v>
                </c:pt>
                <c:pt idx="4666">
                  <c:v>-55.06183</c:v>
                </c:pt>
                <c:pt idx="4667">
                  <c:v>-55.144856</c:v>
                </c:pt>
                <c:pt idx="4668">
                  <c:v>-55.227755</c:v>
                </c:pt>
                <c:pt idx="4669">
                  <c:v>-55.310827</c:v>
                </c:pt>
                <c:pt idx="4670">
                  <c:v>-55.393952</c:v>
                </c:pt>
                <c:pt idx="4671">
                  <c:v>-55.477226</c:v>
                </c:pt>
                <c:pt idx="4672">
                  <c:v>-55.560783</c:v>
                </c:pt>
                <c:pt idx="4673">
                  <c:v>-55.644586</c:v>
                </c:pt>
                <c:pt idx="4674">
                  <c:v>-55.728811</c:v>
                </c:pt>
                <c:pt idx="4675">
                  <c:v>-55.813621</c:v>
                </c:pt>
                <c:pt idx="4676">
                  <c:v>-55.899027</c:v>
                </c:pt>
                <c:pt idx="4677">
                  <c:v>-55.985432</c:v>
                </c:pt>
                <c:pt idx="4678">
                  <c:v>-56.072902</c:v>
                </c:pt>
                <c:pt idx="4679">
                  <c:v>-56.161153</c:v>
                </c:pt>
                <c:pt idx="4680">
                  <c:v>-56.249898</c:v>
                </c:pt>
                <c:pt idx="4681">
                  <c:v>-56.33938</c:v>
                </c:pt>
                <c:pt idx="4682">
                  <c:v>-56.430037</c:v>
                </c:pt>
                <c:pt idx="4683">
                  <c:v>-56.522106</c:v>
                </c:pt>
                <c:pt idx="4684">
                  <c:v>-56.615178</c:v>
                </c:pt>
                <c:pt idx="4685">
                  <c:v>-56.709325</c:v>
                </c:pt>
                <c:pt idx="4686">
                  <c:v>-56.804619</c:v>
                </c:pt>
                <c:pt idx="4687">
                  <c:v>-56.901128</c:v>
                </c:pt>
                <c:pt idx="4688">
                  <c:v>-56.999241</c:v>
                </c:pt>
                <c:pt idx="4689">
                  <c:v>-57.098515</c:v>
                </c:pt>
                <c:pt idx="4690">
                  <c:v>-57.198902</c:v>
                </c:pt>
                <c:pt idx="4691">
                  <c:v>-57.300452</c:v>
                </c:pt>
                <c:pt idx="4692">
                  <c:v>-57.403187</c:v>
                </c:pt>
                <c:pt idx="4693">
                  <c:v>-57.507233</c:v>
                </c:pt>
                <c:pt idx="4694">
                  <c:v>-57.612574</c:v>
                </c:pt>
                <c:pt idx="4695">
                  <c:v>-57.718982</c:v>
                </c:pt>
                <c:pt idx="4696">
                  <c:v>-57.826529</c:v>
                </c:pt>
                <c:pt idx="4697">
                  <c:v>-57.935107</c:v>
                </c:pt>
                <c:pt idx="4698">
                  <c:v>-58.044754</c:v>
                </c:pt>
                <c:pt idx="4699">
                  <c:v>-58.155731</c:v>
                </c:pt>
                <c:pt idx="4700">
                  <c:v>-58.267822</c:v>
                </c:pt>
                <c:pt idx="4701">
                  <c:v>-58.38072</c:v>
                </c:pt>
                <c:pt idx="4702">
                  <c:v>-58.494313</c:v>
                </c:pt>
                <c:pt idx="4703">
                  <c:v>-58.608655</c:v>
                </c:pt>
                <c:pt idx="4704">
                  <c:v>-58.723478</c:v>
                </c:pt>
                <c:pt idx="4705">
                  <c:v>-58.838622</c:v>
                </c:pt>
                <c:pt idx="4706">
                  <c:v>-58.954296</c:v>
                </c:pt>
                <c:pt idx="4707">
                  <c:v>-59.06997</c:v>
                </c:pt>
                <c:pt idx="4708">
                  <c:v>-59.185428</c:v>
                </c:pt>
                <c:pt idx="4709">
                  <c:v>-59.300724</c:v>
                </c:pt>
                <c:pt idx="4710">
                  <c:v>-59.415936</c:v>
                </c:pt>
                <c:pt idx="4711">
                  <c:v>-59.531088</c:v>
                </c:pt>
                <c:pt idx="4712">
                  <c:v>-59.646321</c:v>
                </c:pt>
                <c:pt idx="4713">
                  <c:v>-59.761624</c:v>
                </c:pt>
                <c:pt idx="4714">
                  <c:v>-59.876417</c:v>
                </c:pt>
                <c:pt idx="4715">
                  <c:v>-59.990859</c:v>
                </c:pt>
                <c:pt idx="4716">
                  <c:v>-60.104677</c:v>
                </c:pt>
                <c:pt idx="4717">
                  <c:v>-60.21749</c:v>
                </c:pt>
                <c:pt idx="4718">
                  <c:v>-60.329265</c:v>
                </c:pt>
                <c:pt idx="4719">
                  <c:v>-60.439736</c:v>
                </c:pt>
                <c:pt idx="4720">
                  <c:v>-60.548703</c:v>
                </c:pt>
                <c:pt idx="4721">
                  <c:v>-60.656112</c:v>
                </c:pt>
                <c:pt idx="4722">
                  <c:v>-60.761997</c:v>
                </c:pt>
                <c:pt idx="4723">
                  <c:v>-60.866161</c:v>
                </c:pt>
                <c:pt idx="4724">
                  <c:v>-60.968037</c:v>
                </c:pt>
                <c:pt idx="4725">
                  <c:v>-61.067595</c:v>
                </c:pt>
                <c:pt idx="4726">
                  <c:v>-61.166068</c:v>
                </c:pt>
                <c:pt idx="4727">
                  <c:v>-61.261091</c:v>
                </c:pt>
                <c:pt idx="4728">
                  <c:v>-61.353467</c:v>
                </c:pt>
                <c:pt idx="4729">
                  <c:v>-61.443193</c:v>
                </c:pt>
                <c:pt idx="4730">
                  <c:v>-61.53041</c:v>
                </c:pt>
                <c:pt idx="4731">
                  <c:v>-61.615355</c:v>
                </c:pt>
                <c:pt idx="4732">
                  <c:v>-61.696884</c:v>
                </c:pt>
                <c:pt idx="4733">
                  <c:v>-61.774831</c:v>
                </c:pt>
                <c:pt idx="4734">
                  <c:v>-61.850154</c:v>
                </c:pt>
                <c:pt idx="4735">
                  <c:v>-61.925441</c:v>
                </c:pt>
                <c:pt idx="4736">
                  <c:v>-61.99698</c:v>
                </c:pt>
                <c:pt idx="4737">
                  <c:v>-62.065089</c:v>
                </c:pt>
                <c:pt idx="4738">
                  <c:v>-62.12999</c:v>
                </c:pt>
                <c:pt idx="4739">
                  <c:v>-62.191607</c:v>
                </c:pt>
                <c:pt idx="4740">
                  <c:v>-62.248782</c:v>
                </c:pt>
                <c:pt idx="4741">
                  <c:v>-62.30312</c:v>
                </c:pt>
                <c:pt idx="4742">
                  <c:v>-62.354261</c:v>
                </c:pt>
                <c:pt idx="4743">
                  <c:v>-62.402455</c:v>
                </c:pt>
                <c:pt idx="4744">
                  <c:v>-62.447757</c:v>
                </c:pt>
                <c:pt idx="4745">
                  <c:v>-62.490229</c:v>
                </c:pt>
                <c:pt idx="4746">
                  <c:v>-62.529712</c:v>
                </c:pt>
                <c:pt idx="4747">
                  <c:v>-62.566207</c:v>
                </c:pt>
                <c:pt idx="4748">
                  <c:v>-62.599724</c:v>
                </c:pt>
                <c:pt idx="4749">
                  <c:v>-62.630134</c:v>
                </c:pt>
                <c:pt idx="4750">
                  <c:v>-62.657486</c:v>
                </c:pt>
                <c:pt idx="4751">
                  <c:v>-62.680709</c:v>
                </c:pt>
                <c:pt idx="4752">
                  <c:v>-62.701541</c:v>
                </c:pt>
                <c:pt idx="4753">
                  <c:v>-62.719962</c:v>
                </c:pt>
                <c:pt idx="4754">
                  <c:v>-62.735935</c:v>
                </c:pt>
                <c:pt idx="4755">
                  <c:v>-62.749243</c:v>
                </c:pt>
                <c:pt idx="4756">
                  <c:v>-62.760217</c:v>
                </c:pt>
                <c:pt idx="4757">
                  <c:v>-62.768506</c:v>
                </c:pt>
                <c:pt idx="4758">
                  <c:v>-62.774319</c:v>
                </c:pt>
                <c:pt idx="4759">
                  <c:v>-62.777627</c:v>
                </c:pt>
                <c:pt idx="4760">
                  <c:v>-62.778519</c:v>
                </c:pt>
                <c:pt idx="4761">
                  <c:v>-62.777125</c:v>
                </c:pt>
                <c:pt idx="4762">
                  <c:v>-62.773586</c:v>
                </c:pt>
                <c:pt idx="4763">
                  <c:v>-62.767785</c:v>
                </c:pt>
                <c:pt idx="4764">
                  <c:v>-62.759812</c:v>
                </c:pt>
                <c:pt idx="4765">
                  <c:v>-62.749742</c:v>
                </c:pt>
                <c:pt idx="4766">
                  <c:v>-62.735941</c:v>
                </c:pt>
                <c:pt idx="4767">
                  <c:v>-62.720631</c:v>
                </c:pt>
                <c:pt idx="4768">
                  <c:v>-62.703819</c:v>
                </c:pt>
                <c:pt idx="4769">
                  <c:v>-62.68527</c:v>
                </c:pt>
                <c:pt idx="4770">
                  <c:v>-62.665025</c:v>
                </c:pt>
                <c:pt idx="4771">
                  <c:v>-62.643148</c:v>
                </c:pt>
                <c:pt idx="4772">
                  <c:v>-62.619652</c:v>
                </c:pt>
                <c:pt idx="4773">
                  <c:v>-62.594629</c:v>
                </c:pt>
                <c:pt idx="4774">
                  <c:v>-62.568078</c:v>
                </c:pt>
                <c:pt idx="4775">
                  <c:v>-62.54021</c:v>
                </c:pt>
                <c:pt idx="4776">
                  <c:v>-62.510819</c:v>
                </c:pt>
                <c:pt idx="4777">
                  <c:v>-62.479968</c:v>
                </c:pt>
                <c:pt idx="4778">
                  <c:v>-62.447709</c:v>
                </c:pt>
                <c:pt idx="4779">
                  <c:v>-62.414076</c:v>
                </c:pt>
                <c:pt idx="4780">
                  <c:v>-62.37914</c:v>
                </c:pt>
                <c:pt idx="4781">
                  <c:v>-62.342966</c:v>
                </c:pt>
                <c:pt idx="4782">
                  <c:v>-62.305599</c:v>
                </c:pt>
                <c:pt idx="4783">
                  <c:v>-62.267057</c:v>
                </c:pt>
                <c:pt idx="4784">
                  <c:v>-62.227531</c:v>
                </c:pt>
                <c:pt idx="4785">
                  <c:v>-62.186961</c:v>
                </c:pt>
                <c:pt idx="4786">
                  <c:v>-62.145421</c:v>
                </c:pt>
                <c:pt idx="4787">
                  <c:v>-62.102879</c:v>
                </c:pt>
                <c:pt idx="4788">
                  <c:v>-62.059378</c:v>
                </c:pt>
                <c:pt idx="4789">
                  <c:v>-62.014857</c:v>
                </c:pt>
                <c:pt idx="4790">
                  <c:v>-61.969504</c:v>
                </c:pt>
                <c:pt idx="4791">
                  <c:v>-61.923347</c:v>
                </c:pt>
                <c:pt idx="4792">
                  <c:v>-61.876401</c:v>
                </c:pt>
                <c:pt idx="4793">
                  <c:v>-61.828626</c:v>
                </c:pt>
                <c:pt idx="4794">
                  <c:v>-61.779668</c:v>
                </c:pt>
                <c:pt idx="4795">
                  <c:v>-61.730407</c:v>
                </c:pt>
                <c:pt idx="4796">
                  <c:v>-61.680655</c:v>
                </c:pt>
                <c:pt idx="4797">
                  <c:v>-61.630443</c:v>
                </c:pt>
                <c:pt idx="4798">
                  <c:v>-61.579722</c:v>
                </c:pt>
                <c:pt idx="4799">
                  <c:v>-61.528496</c:v>
                </c:pt>
                <c:pt idx="4800">
                  <c:v>-61.476812</c:v>
                </c:pt>
                <c:pt idx="4801">
                  <c:v>-61.424587</c:v>
                </c:pt>
                <c:pt idx="4802">
                  <c:v>-61.37189</c:v>
                </c:pt>
                <c:pt idx="4803">
                  <c:v>-61.318667</c:v>
                </c:pt>
                <c:pt idx="4804">
                  <c:v>-61.264948</c:v>
                </c:pt>
                <c:pt idx="4805">
                  <c:v>-61.210857</c:v>
                </c:pt>
                <c:pt idx="4806">
                  <c:v>-61.156313</c:v>
                </c:pt>
                <c:pt idx="4807">
                  <c:v>-61.10151</c:v>
                </c:pt>
                <c:pt idx="4808">
                  <c:v>-61.04632</c:v>
                </c:pt>
                <c:pt idx="4809">
                  <c:v>-60.990815</c:v>
                </c:pt>
                <c:pt idx="4810">
                  <c:v>-60.934981</c:v>
                </c:pt>
                <c:pt idx="4811">
                  <c:v>-60.878896</c:v>
                </c:pt>
                <c:pt idx="4812">
                  <c:v>-60.822469</c:v>
                </c:pt>
                <c:pt idx="4813">
                  <c:v>-60.765809</c:v>
                </c:pt>
                <c:pt idx="4814">
                  <c:v>-60.709075</c:v>
                </c:pt>
                <c:pt idx="4815">
                  <c:v>-60.651942</c:v>
                </c:pt>
                <c:pt idx="4816">
                  <c:v>-60.594769</c:v>
                </c:pt>
                <c:pt idx="4817">
                  <c:v>-60.53744</c:v>
                </c:pt>
                <c:pt idx="4818">
                  <c:v>-60.479869</c:v>
                </c:pt>
                <c:pt idx="4819">
                  <c:v>-60.421987</c:v>
                </c:pt>
                <c:pt idx="4820">
                  <c:v>-60.363809</c:v>
                </c:pt>
                <c:pt idx="4821">
                  <c:v>-60.305411</c:v>
                </c:pt>
                <c:pt idx="4822">
                  <c:v>-60.246966</c:v>
                </c:pt>
                <c:pt idx="4823">
                  <c:v>-60.18841</c:v>
                </c:pt>
                <c:pt idx="4824">
                  <c:v>-60.129779</c:v>
                </c:pt>
                <c:pt idx="4825">
                  <c:v>-60.071194</c:v>
                </c:pt>
                <c:pt idx="4826">
                  <c:v>-60.012649</c:v>
                </c:pt>
                <c:pt idx="4827">
                  <c:v>-59.954006</c:v>
                </c:pt>
                <c:pt idx="4828">
                  <c:v>-59.895169</c:v>
                </c:pt>
                <c:pt idx="4829">
                  <c:v>-59.836108</c:v>
                </c:pt>
                <c:pt idx="4830">
                  <c:v>-59.776752</c:v>
                </c:pt>
                <c:pt idx="4831">
                  <c:v>-59.717044</c:v>
                </c:pt>
                <c:pt idx="4832">
                  <c:v>-59.656968</c:v>
                </c:pt>
                <c:pt idx="4833">
                  <c:v>-59.596506</c:v>
                </c:pt>
                <c:pt idx="4834">
                  <c:v>-59.535678</c:v>
                </c:pt>
                <c:pt idx="4835">
                  <c:v>-59.474429</c:v>
                </c:pt>
                <c:pt idx="4836">
                  <c:v>-59.412751</c:v>
                </c:pt>
                <c:pt idx="4837">
                  <c:v>-59.350746</c:v>
                </c:pt>
                <c:pt idx="4838">
                  <c:v>-59.288423</c:v>
                </c:pt>
                <c:pt idx="4839">
                  <c:v>-59.225884</c:v>
                </c:pt>
                <c:pt idx="4840">
                  <c:v>-59.163126</c:v>
                </c:pt>
                <c:pt idx="4841">
                  <c:v>-59.100072</c:v>
                </c:pt>
                <c:pt idx="4842">
                  <c:v>-59.036711</c:v>
                </c:pt>
                <c:pt idx="4843">
                  <c:v>-58.973004</c:v>
                </c:pt>
                <c:pt idx="4844">
                  <c:v>-58.908855</c:v>
                </c:pt>
                <c:pt idx="4845">
                  <c:v>-58.844216</c:v>
                </c:pt>
                <c:pt idx="4846">
                  <c:v>-58.779086</c:v>
                </c:pt>
                <c:pt idx="4847">
                  <c:v>-58.713295</c:v>
                </c:pt>
                <c:pt idx="4848">
                  <c:v>-58.647011</c:v>
                </c:pt>
                <c:pt idx="4849">
                  <c:v>-58.580318</c:v>
                </c:pt>
                <c:pt idx="4850">
                  <c:v>-58.513119</c:v>
                </c:pt>
                <c:pt idx="4851">
                  <c:v>-58.445363</c:v>
                </c:pt>
                <c:pt idx="4852">
                  <c:v>-58.385034</c:v>
                </c:pt>
                <c:pt idx="4853">
                  <c:v>-58.320654</c:v>
                </c:pt>
                <c:pt idx="4854">
                  <c:v>-58.254119</c:v>
                </c:pt>
                <c:pt idx="4855">
                  <c:v>-58.185789</c:v>
                </c:pt>
                <c:pt idx="4856">
                  <c:v>-58.115878</c:v>
                </c:pt>
                <c:pt idx="4857">
                  <c:v>-58.044978</c:v>
                </c:pt>
                <c:pt idx="4858">
                  <c:v>-57.973202</c:v>
                </c:pt>
                <c:pt idx="4859">
                  <c:v>-57.90069</c:v>
                </c:pt>
                <c:pt idx="4860">
                  <c:v>-57.827445</c:v>
                </c:pt>
                <c:pt idx="4861">
                  <c:v>-57.753351</c:v>
                </c:pt>
                <c:pt idx="4862">
                  <c:v>-57.678305</c:v>
                </c:pt>
                <c:pt idx="4863">
                  <c:v>-57.602327</c:v>
                </c:pt>
                <c:pt idx="4864">
                  <c:v>-57.525244</c:v>
                </c:pt>
                <c:pt idx="4865">
                  <c:v>-57.425048</c:v>
                </c:pt>
                <c:pt idx="4866">
                  <c:v>-57.332629</c:v>
                </c:pt>
                <c:pt idx="4867">
                  <c:v>-57.244451</c:v>
                </c:pt>
                <c:pt idx="4868">
                  <c:v>-57.15854</c:v>
                </c:pt>
                <c:pt idx="4869">
                  <c:v>-57.073788</c:v>
                </c:pt>
                <c:pt idx="4870">
                  <c:v>-56.989373</c:v>
                </c:pt>
                <c:pt idx="4871">
                  <c:v>-56.90468</c:v>
                </c:pt>
                <c:pt idx="4872">
                  <c:v>-56.819373</c:v>
                </c:pt>
                <c:pt idx="4873">
                  <c:v>-56.733168</c:v>
                </c:pt>
                <c:pt idx="4874">
                  <c:v>-56.645833</c:v>
                </c:pt>
                <c:pt idx="4875">
                  <c:v>-56.564926</c:v>
                </c:pt>
                <c:pt idx="4876">
                  <c:v>-56.478693</c:v>
                </c:pt>
                <c:pt idx="4877">
                  <c:v>-56.389854</c:v>
                </c:pt>
                <c:pt idx="4878">
                  <c:v>-56.299143</c:v>
                </c:pt>
                <c:pt idx="4879">
                  <c:v>-56.206574</c:v>
                </c:pt>
                <c:pt idx="4880">
                  <c:v>-56.112125</c:v>
                </c:pt>
                <c:pt idx="4881">
                  <c:v>-56.015894</c:v>
                </c:pt>
                <c:pt idx="4882">
                  <c:v>-55.917878</c:v>
                </c:pt>
                <c:pt idx="4883">
                  <c:v>-55.818343</c:v>
                </c:pt>
                <c:pt idx="4884">
                  <c:v>-55.717135</c:v>
                </c:pt>
                <c:pt idx="4885">
                  <c:v>-55.614257</c:v>
                </c:pt>
                <c:pt idx="4886">
                  <c:v>-55.509649</c:v>
                </c:pt>
                <c:pt idx="4887">
                  <c:v>-55.403454</c:v>
                </c:pt>
                <c:pt idx="4888">
                  <c:v>-55.295657</c:v>
                </c:pt>
                <c:pt idx="4889">
                  <c:v>-55.186285</c:v>
                </c:pt>
                <c:pt idx="4890">
                  <c:v>-55.075272</c:v>
                </c:pt>
                <c:pt idx="4891">
                  <c:v>-54.962712</c:v>
                </c:pt>
                <c:pt idx="4892">
                  <c:v>-54.848593</c:v>
                </c:pt>
                <c:pt idx="4893">
                  <c:v>-54.732964</c:v>
                </c:pt>
                <c:pt idx="4894">
                  <c:v>-54.615771</c:v>
                </c:pt>
                <c:pt idx="4895">
                  <c:v>-54.496895</c:v>
                </c:pt>
                <c:pt idx="4896">
                  <c:v>-54.376403</c:v>
                </c:pt>
                <c:pt idx="4897">
                  <c:v>-54.254275</c:v>
                </c:pt>
                <c:pt idx="4898">
                  <c:v>-54.130526</c:v>
                </c:pt>
                <c:pt idx="4899">
                  <c:v>-54.00985</c:v>
                </c:pt>
                <c:pt idx="4900">
                  <c:v>-53.886701</c:v>
                </c:pt>
                <c:pt idx="4901">
                  <c:v>-53.761096</c:v>
                </c:pt>
                <c:pt idx="4902">
                  <c:v>-53.633209</c:v>
                </c:pt>
                <c:pt idx="4903">
                  <c:v>-53.503195</c:v>
                </c:pt>
                <c:pt idx="4904">
                  <c:v>-53.371192</c:v>
                </c:pt>
                <c:pt idx="4905">
                  <c:v>-53.237367</c:v>
                </c:pt>
                <c:pt idx="4906">
                  <c:v>-53.101808</c:v>
                </c:pt>
                <c:pt idx="4907">
                  <c:v>-52.964557</c:v>
                </c:pt>
                <c:pt idx="4908">
                  <c:v>-52.825787</c:v>
                </c:pt>
                <c:pt idx="4909">
                  <c:v>-52.685622</c:v>
                </c:pt>
                <c:pt idx="4910">
                  <c:v>-52.544038</c:v>
                </c:pt>
                <c:pt idx="4911">
                  <c:v>-52.401085</c:v>
                </c:pt>
                <c:pt idx="4912">
                  <c:v>-52.25685</c:v>
                </c:pt>
                <c:pt idx="4913">
                  <c:v>-52.078099</c:v>
                </c:pt>
                <c:pt idx="4914">
                  <c:v>-51.911635</c:v>
                </c:pt>
                <c:pt idx="4915">
                  <c:v>-51.752097</c:v>
                </c:pt>
                <c:pt idx="4916">
                  <c:v>-51.596433</c:v>
                </c:pt>
                <c:pt idx="4917">
                  <c:v>-51.443171</c:v>
                </c:pt>
                <c:pt idx="4918">
                  <c:v>-51.291124</c:v>
                </c:pt>
                <c:pt idx="4919">
                  <c:v>-51.139372</c:v>
                </c:pt>
                <c:pt idx="4920">
                  <c:v>-50.98737</c:v>
                </c:pt>
                <c:pt idx="4921">
                  <c:v>-50.834386</c:v>
                </c:pt>
                <c:pt idx="4922">
                  <c:v>-50.680994</c:v>
                </c:pt>
                <c:pt idx="4923">
                  <c:v>-50.526998</c:v>
                </c:pt>
                <c:pt idx="4924">
                  <c:v>-50.372207</c:v>
                </c:pt>
                <c:pt idx="4925">
                  <c:v>-50.216562</c:v>
                </c:pt>
                <c:pt idx="4926">
                  <c:v>-50.06005</c:v>
                </c:pt>
                <c:pt idx="4927">
                  <c:v>-49.902664</c:v>
                </c:pt>
                <c:pt idx="4928">
                  <c:v>-49.744441</c:v>
                </c:pt>
                <c:pt idx="4929">
                  <c:v>-49.585717</c:v>
                </c:pt>
                <c:pt idx="4930">
                  <c:v>-49.426393</c:v>
                </c:pt>
                <c:pt idx="4931">
                  <c:v>-49.266509</c:v>
                </c:pt>
                <c:pt idx="4932">
                  <c:v>-49.106134</c:v>
                </c:pt>
                <c:pt idx="4933">
                  <c:v>-48.945403</c:v>
                </c:pt>
                <c:pt idx="4934">
                  <c:v>-48.784354</c:v>
                </c:pt>
                <c:pt idx="4935">
                  <c:v>-48.623003</c:v>
                </c:pt>
                <c:pt idx="4936">
                  <c:v>-48.461394</c:v>
                </c:pt>
                <c:pt idx="4937">
                  <c:v>-48.299563</c:v>
                </c:pt>
                <c:pt idx="4938">
                  <c:v>-48.137603</c:v>
                </c:pt>
                <c:pt idx="4939">
                  <c:v>-47.975595</c:v>
                </c:pt>
                <c:pt idx="4940">
                  <c:v>-47.813582</c:v>
                </c:pt>
                <c:pt idx="4941">
                  <c:v>-47.651627</c:v>
                </c:pt>
                <c:pt idx="4942">
                  <c:v>-47.494997</c:v>
                </c:pt>
                <c:pt idx="4943">
                  <c:v>-47.337362</c:v>
                </c:pt>
                <c:pt idx="4944">
                  <c:v>-47.178853</c:v>
                </c:pt>
                <c:pt idx="4945">
                  <c:v>-47.019833</c:v>
                </c:pt>
                <c:pt idx="4946">
                  <c:v>-46.860546</c:v>
                </c:pt>
                <c:pt idx="4947">
                  <c:v>-46.669214</c:v>
                </c:pt>
                <c:pt idx="4948">
                  <c:v>-46.491701</c:v>
                </c:pt>
                <c:pt idx="4949">
                  <c:v>-46.321933</c:v>
                </c:pt>
                <c:pt idx="4950">
                  <c:v>-46.156739</c:v>
                </c:pt>
                <c:pt idx="4951">
                  <c:v>-45.995428</c:v>
                </c:pt>
                <c:pt idx="4952">
                  <c:v>-45.836873</c:v>
                </c:pt>
                <c:pt idx="4953">
                  <c:v>-45.680212</c:v>
                </c:pt>
                <c:pt idx="4954">
                  <c:v>-45.525052</c:v>
                </c:pt>
                <c:pt idx="4955">
                  <c:v>-45.371011</c:v>
                </c:pt>
                <c:pt idx="4956">
                  <c:v>-45.217792</c:v>
                </c:pt>
                <c:pt idx="4957">
                  <c:v>-45.065222</c:v>
                </c:pt>
                <c:pt idx="4958">
                  <c:v>-44.913227</c:v>
                </c:pt>
                <c:pt idx="4959">
                  <c:v>-44.761835</c:v>
                </c:pt>
                <c:pt idx="4960">
                  <c:v>-44.611101</c:v>
                </c:pt>
                <c:pt idx="4961">
                  <c:v>-44.461023</c:v>
                </c:pt>
                <c:pt idx="4962">
                  <c:v>-44.311642</c:v>
                </c:pt>
                <c:pt idx="4963">
                  <c:v>-44.162885</c:v>
                </c:pt>
                <c:pt idx="4964">
                  <c:v>-44.014808</c:v>
                </c:pt>
                <c:pt idx="4965">
                  <c:v>-43.867454</c:v>
                </c:pt>
                <c:pt idx="4966">
                  <c:v>-43.720882</c:v>
                </c:pt>
                <c:pt idx="4967">
                  <c:v>-43.575142</c:v>
                </c:pt>
                <c:pt idx="4968">
                  <c:v>-43.430271</c:v>
                </c:pt>
                <c:pt idx="4969">
                  <c:v>-43.286222</c:v>
                </c:pt>
                <c:pt idx="4970">
                  <c:v>-43.143086</c:v>
                </c:pt>
                <c:pt idx="4971">
                  <c:v>-43.000902</c:v>
                </c:pt>
                <c:pt idx="4972">
                  <c:v>-42.859731</c:v>
                </c:pt>
                <c:pt idx="4973">
                  <c:v>-42.719611</c:v>
                </c:pt>
                <c:pt idx="4974">
                  <c:v>-42.580564</c:v>
                </c:pt>
                <c:pt idx="4975">
                  <c:v>-42.442648</c:v>
                </c:pt>
                <c:pt idx="4976">
                  <c:v>-42.30589</c:v>
                </c:pt>
                <c:pt idx="4977">
                  <c:v>-42.170398</c:v>
                </c:pt>
                <c:pt idx="4978">
                  <c:v>-42.03613</c:v>
                </c:pt>
                <c:pt idx="4979">
                  <c:v>-41.879067</c:v>
                </c:pt>
                <c:pt idx="4980">
                  <c:v>-41.733648</c:v>
                </c:pt>
                <c:pt idx="4981">
                  <c:v>-41.596635</c:v>
                </c:pt>
                <c:pt idx="4982">
                  <c:v>-41.462845</c:v>
                </c:pt>
                <c:pt idx="4983">
                  <c:v>-41.332728</c:v>
                </c:pt>
                <c:pt idx="4984">
                  <c:v>-41.205591</c:v>
                </c:pt>
                <c:pt idx="4985">
                  <c:v>-41.080863</c:v>
                </c:pt>
                <c:pt idx="4986">
                  <c:v>-40.958145</c:v>
                </c:pt>
                <c:pt idx="4987">
                  <c:v>-40.837258</c:v>
                </c:pt>
                <c:pt idx="4988">
                  <c:v>-40.718043</c:v>
                </c:pt>
                <c:pt idx="4989">
                  <c:v>-40.600356</c:v>
                </c:pt>
                <c:pt idx="4990">
                  <c:v>-40.484151</c:v>
                </c:pt>
                <c:pt idx="4991">
                  <c:v>-40.369382</c:v>
                </c:pt>
                <c:pt idx="4992">
                  <c:v>-40.255981</c:v>
                </c:pt>
                <c:pt idx="4993">
                  <c:v>-40.143994</c:v>
                </c:pt>
                <c:pt idx="4994">
                  <c:v>-40.033441</c:v>
                </c:pt>
                <c:pt idx="4995">
                  <c:v>-39.924358</c:v>
                </c:pt>
                <c:pt idx="4996">
                  <c:v>-39.816685</c:v>
                </c:pt>
                <c:pt idx="4997">
                  <c:v>-39.710204</c:v>
                </c:pt>
                <c:pt idx="4998">
                  <c:v>-39.60501</c:v>
                </c:pt>
                <c:pt idx="4999">
                  <c:v>-39.501264</c:v>
                </c:pt>
                <c:pt idx="5000">
                  <c:v>-39.399055</c:v>
                </c:pt>
                <c:pt idx="5001">
                  <c:v>-39.298477</c:v>
                </c:pt>
                <c:pt idx="5002">
                  <c:v>-39.199598</c:v>
                </c:pt>
                <c:pt idx="5003">
                  <c:v>-39.102401</c:v>
                </c:pt>
                <c:pt idx="5004">
                  <c:v>-39.007037</c:v>
                </c:pt>
                <c:pt idx="5005">
                  <c:v>-38.913498</c:v>
                </c:pt>
                <c:pt idx="5006">
                  <c:v>-38.821741</c:v>
                </c:pt>
                <c:pt idx="5007">
                  <c:v>-38.73178</c:v>
                </c:pt>
                <c:pt idx="5008">
                  <c:v>-38.643593</c:v>
                </c:pt>
                <c:pt idx="5009">
                  <c:v>-38.557163</c:v>
                </c:pt>
                <c:pt idx="5010">
                  <c:v>-38.472457</c:v>
                </c:pt>
                <c:pt idx="5011">
                  <c:v>-38.389338</c:v>
                </c:pt>
                <c:pt idx="5012">
                  <c:v>-38.307786</c:v>
                </c:pt>
                <c:pt idx="5013">
                  <c:v>-38.227948</c:v>
                </c:pt>
                <c:pt idx="5014">
                  <c:v>-38.149937</c:v>
                </c:pt>
                <c:pt idx="5015">
                  <c:v>-38.073814</c:v>
                </c:pt>
                <c:pt idx="5016">
                  <c:v>-37.999627</c:v>
                </c:pt>
                <c:pt idx="5017">
                  <c:v>-37.91572</c:v>
                </c:pt>
                <c:pt idx="5018">
                  <c:v>-37.839309</c:v>
                </c:pt>
                <c:pt idx="5019">
                  <c:v>-37.767609</c:v>
                </c:pt>
                <c:pt idx="5020">
                  <c:v>-37.699362</c:v>
                </c:pt>
                <c:pt idx="5021">
                  <c:v>-37.634144</c:v>
                </c:pt>
                <c:pt idx="5022">
                  <c:v>-37.571671</c:v>
                </c:pt>
                <c:pt idx="5023">
                  <c:v>-37.511586</c:v>
                </c:pt>
                <c:pt idx="5024">
                  <c:v>-37.453702</c:v>
                </c:pt>
                <c:pt idx="5025">
                  <c:v>-37.397905</c:v>
                </c:pt>
                <c:pt idx="5026">
                  <c:v>-37.343815</c:v>
                </c:pt>
                <c:pt idx="5027">
                  <c:v>-37.291481</c:v>
                </c:pt>
                <c:pt idx="5028">
                  <c:v>-37.240957</c:v>
                </c:pt>
                <c:pt idx="5029">
                  <c:v>-37.192278</c:v>
                </c:pt>
                <c:pt idx="5030">
                  <c:v>-37.145477</c:v>
                </c:pt>
                <c:pt idx="5031">
                  <c:v>-37.100573</c:v>
                </c:pt>
                <c:pt idx="5032">
                  <c:v>-37.057555</c:v>
                </c:pt>
                <c:pt idx="5033">
                  <c:v>-37.016426</c:v>
                </c:pt>
                <c:pt idx="5034">
                  <c:v>-36.977162</c:v>
                </c:pt>
                <c:pt idx="5035">
                  <c:v>-36.939732</c:v>
                </c:pt>
                <c:pt idx="5036">
                  <c:v>-36.904068</c:v>
                </c:pt>
                <c:pt idx="5037">
                  <c:v>-36.870212</c:v>
                </c:pt>
                <c:pt idx="5038">
                  <c:v>-36.838177</c:v>
                </c:pt>
                <c:pt idx="5039">
                  <c:v>-36.807956</c:v>
                </c:pt>
                <c:pt idx="5040">
                  <c:v>-36.779523</c:v>
                </c:pt>
                <c:pt idx="5041">
                  <c:v>-36.75283</c:v>
                </c:pt>
                <c:pt idx="5042">
                  <c:v>-36.727563</c:v>
                </c:pt>
                <c:pt idx="5043">
                  <c:v>-36.703865</c:v>
                </c:pt>
                <c:pt idx="5044">
                  <c:v>-36.681866</c:v>
                </c:pt>
                <c:pt idx="5045">
                  <c:v>-36.661599</c:v>
                </c:pt>
                <c:pt idx="5046">
                  <c:v>-36.643092</c:v>
                </c:pt>
                <c:pt idx="5047">
                  <c:v>-36.626316</c:v>
                </c:pt>
                <c:pt idx="5048">
                  <c:v>-36.611238</c:v>
                </c:pt>
                <c:pt idx="5049">
                  <c:v>-36.588273</c:v>
                </c:pt>
                <c:pt idx="5050">
                  <c:v>-36.570585</c:v>
                </c:pt>
                <c:pt idx="5051">
                  <c:v>-36.556983</c:v>
                </c:pt>
                <c:pt idx="5052">
                  <c:v>-36.546569</c:v>
                </c:pt>
                <c:pt idx="5053">
                  <c:v>-36.538766</c:v>
                </c:pt>
                <c:pt idx="5054">
                  <c:v>-36.533448</c:v>
                </c:pt>
                <c:pt idx="5055">
                  <c:v>-36.530523</c:v>
                </c:pt>
                <c:pt idx="5056">
                  <c:v>-36.529159</c:v>
                </c:pt>
                <c:pt idx="5057">
                  <c:v>-36.529235</c:v>
                </c:pt>
                <c:pt idx="5058">
                  <c:v>-36.530779</c:v>
                </c:pt>
                <c:pt idx="5059">
                  <c:v>-36.533873</c:v>
                </c:pt>
                <c:pt idx="5060">
                  <c:v>-36.538412</c:v>
                </c:pt>
                <c:pt idx="5061">
                  <c:v>-36.544282</c:v>
                </c:pt>
                <c:pt idx="5062">
                  <c:v>-36.551399</c:v>
                </c:pt>
                <c:pt idx="5063">
                  <c:v>-36.559967</c:v>
                </c:pt>
                <c:pt idx="5064">
                  <c:v>-36.569376</c:v>
                </c:pt>
                <c:pt idx="5065">
                  <c:v>-36.579876</c:v>
                </c:pt>
                <c:pt idx="5066">
                  <c:v>-36.591648</c:v>
                </c:pt>
                <c:pt idx="5067">
                  <c:v>-36.604705</c:v>
                </c:pt>
                <c:pt idx="5068">
                  <c:v>-36.618982</c:v>
                </c:pt>
                <c:pt idx="5069">
                  <c:v>-36.63442</c:v>
                </c:pt>
                <c:pt idx="5070">
                  <c:v>-36.651087</c:v>
                </c:pt>
                <c:pt idx="5071">
                  <c:v>-36.668975</c:v>
                </c:pt>
                <c:pt idx="5072">
                  <c:v>-36.687993</c:v>
                </c:pt>
                <c:pt idx="5073">
                  <c:v>-36.708093</c:v>
                </c:pt>
                <c:pt idx="5074">
                  <c:v>-36.729245</c:v>
                </c:pt>
                <c:pt idx="5075">
                  <c:v>-36.751604</c:v>
                </c:pt>
                <c:pt idx="5076">
                  <c:v>-36.775189</c:v>
                </c:pt>
                <c:pt idx="5077">
                  <c:v>-36.799554</c:v>
                </c:pt>
                <c:pt idx="5078">
                  <c:v>-36.82488</c:v>
                </c:pt>
                <c:pt idx="5079">
                  <c:v>-36.851237</c:v>
                </c:pt>
                <c:pt idx="5080">
                  <c:v>-36.878487</c:v>
                </c:pt>
                <c:pt idx="5081">
                  <c:v>-36.906574</c:v>
                </c:pt>
                <c:pt idx="5082">
                  <c:v>-36.935449</c:v>
                </c:pt>
                <c:pt idx="5083">
                  <c:v>-36.965077</c:v>
                </c:pt>
                <c:pt idx="5084">
                  <c:v>-36.99553</c:v>
                </c:pt>
                <c:pt idx="5085">
                  <c:v>-37.025821</c:v>
                </c:pt>
                <c:pt idx="5086">
                  <c:v>-37.057686</c:v>
                </c:pt>
                <c:pt idx="5087">
                  <c:v>-37.090726</c:v>
                </c:pt>
                <c:pt idx="5088">
                  <c:v>-37.124711</c:v>
                </c:pt>
                <c:pt idx="5089">
                  <c:v>-37.159599</c:v>
                </c:pt>
                <c:pt idx="5090">
                  <c:v>-37.195426</c:v>
                </c:pt>
                <c:pt idx="5091">
                  <c:v>-37.232091</c:v>
                </c:pt>
                <c:pt idx="5092">
                  <c:v>-37.269529</c:v>
                </c:pt>
                <c:pt idx="5093">
                  <c:v>-37.307903</c:v>
                </c:pt>
                <c:pt idx="5094">
                  <c:v>-37.347356</c:v>
                </c:pt>
                <c:pt idx="5095">
                  <c:v>-37.387579</c:v>
                </c:pt>
                <c:pt idx="5096">
                  <c:v>-37.428596</c:v>
                </c:pt>
                <c:pt idx="5097">
                  <c:v>-37.470273</c:v>
                </c:pt>
                <c:pt idx="5098">
                  <c:v>-37.512739</c:v>
                </c:pt>
                <c:pt idx="5099">
                  <c:v>-37.55598</c:v>
                </c:pt>
                <c:pt idx="5100">
                  <c:v>-37.599969</c:v>
                </c:pt>
                <c:pt idx="5101">
                  <c:v>-37.644638</c:v>
                </c:pt>
                <c:pt idx="5102">
                  <c:v>-37.690099</c:v>
                </c:pt>
                <c:pt idx="5103">
                  <c:v>-37.736521</c:v>
                </c:pt>
                <c:pt idx="5104">
                  <c:v>-37.783652</c:v>
                </c:pt>
                <c:pt idx="5105">
                  <c:v>-37.83145</c:v>
                </c:pt>
                <c:pt idx="5106">
                  <c:v>-37.886644</c:v>
                </c:pt>
                <c:pt idx="5107">
                  <c:v>-37.933804</c:v>
                </c:pt>
                <c:pt idx="5108">
                  <c:v>-37.989002</c:v>
                </c:pt>
                <c:pt idx="5109">
                  <c:v>-38.043111</c:v>
                </c:pt>
                <c:pt idx="5110">
                  <c:v>-38.091113</c:v>
                </c:pt>
                <c:pt idx="5111">
                  <c:v>-38.147319</c:v>
                </c:pt>
                <c:pt idx="5112">
                  <c:v>-38.20326</c:v>
                </c:pt>
                <c:pt idx="5113">
                  <c:v>-38.26011</c:v>
                </c:pt>
                <c:pt idx="5114">
                  <c:v>-38.317465</c:v>
                </c:pt>
                <c:pt idx="5115">
                  <c:v>-38.375404</c:v>
                </c:pt>
                <c:pt idx="5116">
                  <c:v>-38.427259</c:v>
                </c:pt>
                <c:pt idx="5117">
                  <c:v>-38.489538</c:v>
                </c:pt>
                <c:pt idx="5118">
                  <c:v>-38.551965</c:v>
                </c:pt>
                <c:pt idx="5119">
                  <c:v>-38.614966</c:v>
                </c:pt>
                <c:pt idx="5120">
                  <c:v>-38.683686</c:v>
                </c:pt>
                <c:pt idx="5121">
                  <c:v>-38.747359</c:v>
                </c:pt>
                <c:pt idx="5122">
                  <c:v>-38.812013</c:v>
                </c:pt>
                <c:pt idx="5123">
                  <c:v>-38.88258</c:v>
                </c:pt>
                <c:pt idx="5124">
                  <c:v>-38.948352</c:v>
                </c:pt>
                <c:pt idx="5125">
                  <c:v>-39.028559</c:v>
                </c:pt>
                <c:pt idx="5126">
                  <c:v>-39.102166</c:v>
                </c:pt>
                <c:pt idx="5127">
                  <c:v>-39.180456</c:v>
                </c:pt>
                <c:pt idx="5128">
                  <c:v>-39.246385</c:v>
                </c:pt>
                <c:pt idx="5129">
                  <c:v>-39.318297</c:v>
                </c:pt>
                <c:pt idx="5130">
                  <c:v>-39.408472</c:v>
                </c:pt>
                <c:pt idx="5131">
                  <c:v>-39.479062</c:v>
                </c:pt>
                <c:pt idx="5132">
                  <c:v>-39.562103</c:v>
                </c:pt>
                <c:pt idx="5133">
                  <c:v>-39.66217</c:v>
                </c:pt>
                <c:pt idx="5134">
                  <c:v>-39.747461</c:v>
                </c:pt>
                <c:pt idx="5135">
                  <c:v>-39.825274</c:v>
                </c:pt>
                <c:pt idx="5136">
                  <c:v>-39.896775</c:v>
                </c:pt>
                <c:pt idx="5137">
                  <c:v>-40.021573</c:v>
                </c:pt>
                <c:pt idx="5138">
                  <c:v>-40.115239</c:v>
                </c:pt>
                <c:pt idx="5139">
                  <c:v>-40.197891</c:v>
                </c:pt>
                <c:pt idx="5140">
                  <c:v>-40.322664</c:v>
                </c:pt>
                <c:pt idx="5141">
                  <c:v>-40.420291</c:v>
                </c:pt>
                <c:pt idx="5142">
                  <c:v>-40.493232</c:v>
                </c:pt>
                <c:pt idx="5143">
                  <c:v>-40.605911</c:v>
                </c:pt>
                <c:pt idx="5144">
                  <c:v>-40.673809</c:v>
                </c:pt>
                <c:pt idx="5145">
                  <c:v>-40.816736</c:v>
                </c:pt>
                <c:pt idx="5146">
                  <c:v>-40.926392</c:v>
                </c:pt>
                <c:pt idx="5147">
                  <c:v>-41.010024</c:v>
                </c:pt>
                <c:pt idx="5148">
                  <c:v>-41.125309</c:v>
                </c:pt>
                <c:pt idx="5149">
                  <c:v>-41.239377</c:v>
                </c:pt>
                <c:pt idx="5150">
                  <c:v>-41.374306</c:v>
                </c:pt>
                <c:pt idx="5151">
                  <c:v>-41.461949</c:v>
                </c:pt>
                <c:pt idx="5152">
                  <c:v>-41.57186</c:v>
                </c:pt>
                <c:pt idx="5153">
                  <c:v>-41.692253</c:v>
                </c:pt>
                <c:pt idx="5154">
                  <c:v>-41.820104</c:v>
                </c:pt>
                <c:pt idx="5155">
                  <c:v>-41.930106</c:v>
                </c:pt>
                <c:pt idx="5156">
                  <c:v>-42.054296</c:v>
                </c:pt>
                <c:pt idx="5157">
                  <c:v>-42.169647</c:v>
                </c:pt>
                <c:pt idx="5158">
                  <c:v>-42.297853</c:v>
                </c:pt>
                <c:pt idx="5159">
                  <c:v>-42.406872</c:v>
                </c:pt>
                <c:pt idx="5160">
                  <c:v>-42.564625</c:v>
                </c:pt>
                <c:pt idx="5161">
                  <c:v>-42.668083</c:v>
                </c:pt>
                <c:pt idx="5162">
                  <c:v>-42.820527</c:v>
                </c:pt>
                <c:pt idx="5163">
                  <c:v>-42.936858</c:v>
                </c:pt>
                <c:pt idx="5164">
                  <c:v>-43.070503</c:v>
                </c:pt>
                <c:pt idx="5165">
                  <c:v>-43.189186</c:v>
                </c:pt>
                <c:pt idx="5166">
                  <c:v>-43.336097</c:v>
                </c:pt>
                <c:pt idx="5167">
                  <c:v>-43.45298</c:v>
                </c:pt>
                <c:pt idx="5168">
                  <c:v>-43.59833</c:v>
                </c:pt>
                <c:pt idx="5169">
                  <c:v>-43.738792</c:v>
                </c:pt>
                <c:pt idx="5170">
                  <c:v>-43.865533</c:v>
                </c:pt>
                <c:pt idx="5171">
                  <c:v>-43.995583</c:v>
                </c:pt>
                <c:pt idx="5172">
                  <c:v>-44.137057</c:v>
                </c:pt>
                <c:pt idx="5173">
                  <c:v>-44.276285</c:v>
                </c:pt>
                <c:pt idx="5174">
                  <c:v>-44.414321</c:v>
                </c:pt>
                <c:pt idx="5175">
                  <c:v>-44.551806</c:v>
                </c:pt>
                <c:pt idx="5176">
                  <c:v>-44.689161</c:v>
                </c:pt>
                <c:pt idx="5177">
                  <c:v>-44.826629</c:v>
                </c:pt>
                <c:pt idx="5178">
                  <c:v>-44.964372</c:v>
                </c:pt>
                <c:pt idx="5179">
                  <c:v>-45.102486</c:v>
                </c:pt>
                <c:pt idx="5180">
                  <c:v>-45.241026</c:v>
                </c:pt>
                <c:pt idx="5181">
                  <c:v>-45.379974</c:v>
                </c:pt>
                <c:pt idx="5182">
                  <c:v>-45.519349</c:v>
                </c:pt>
                <c:pt idx="5183">
                  <c:v>-45.659051</c:v>
                </c:pt>
                <c:pt idx="5184">
                  <c:v>-45.799053</c:v>
                </c:pt>
                <c:pt idx="5185">
                  <c:v>-45.93932</c:v>
                </c:pt>
                <c:pt idx="5186">
                  <c:v>-46.07982</c:v>
                </c:pt>
                <c:pt idx="5187">
                  <c:v>-46.220525</c:v>
                </c:pt>
                <c:pt idx="5188">
                  <c:v>-46.361334</c:v>
                </c:pt>
                <c:pt idx="5189">
                  <c:v>-46.502206</c:v>
                </c:pt>
                <c:pt idx="5190">
                  <c:v>-46.643026</c:v>
                </c:pt>
                <c:pt idx="5191">
                  <c:v>-46.783762</c:v>
                </c:pt>
                <c:pt idx="5192">
                  <c:v>-46.92431</c:v>
                </c:pt>
                <c:pt idx="5193">
                  <c:v>-47.064588</c:v>
                </c:pt>
                <c:pt idx="5194">
                  <c:v>-47.204521</c:v>
                </c:pt>
                <c:pt idx="5195">
                  <c:v>-47.344094</c:v>
                </c:pt>
                <c:pt idx="5196">
                  <c:v>-47.483229</c:v>
                </c:pt>
                <c:pt idx="5197">
                  <c:v>-47.621836</c:v>
                </c:pt>
                <c:pt idx="5198">
                  <c:v>-47.759852</c:v>
                </c:pt>
                <c:pt idx="5199">
                  <c:v>-47.897336</c:v>
                </c:pt>
                <c:pt idx="5200">
                  <c:v>-48.034226</c:v>
                </c:pt>
                <c:pt idx="5201">
                  <c:v>-48.170419</c:v>
                </c:pt>
                <c:pt idx="5202">
                  <c:v>-48.305831</c:v>
                </c:pt>
                <c:pt idx="5203">
                  <c:v>-48.440401</c:v>
                </c:pt>
                <c:pt idx="5204">
                  <c:v>-48.574058</c:v>
                </c:pt>
                <c:pt idx="5205">
                  <c:v>-48.706761</c:v>
                </c:pt>
                <c:pt idx="5206">
                  <c:v>-48.838611</c:v>
                </c:pt>
                <c:pt idx="5207">
                  <c:v>-48.969421</c:v>
                </c:pt>
                <c:pt idx="5208">
                  <c:v>-49.099044</c:v>
                </c:pt>
                <c:pt idx="5209">
                  <c:v>-49.227601</c:v>
                </c:pt>
                <c:pt idx="5210">
                  <c:v>-49.355289</c:v>
                </c:pt>
                <c:pt idx="5211">
                  <c:v>-49.48213</c:v>
                </c:pt>
                <c:pt idx="5212">
                  <c:v>-49.608014</c:v>
                </c:pt>
                <c:pt idx="5213">
                  <c:v>-49.732804</c:v>
                </c:pt>
                <c:pt idx="5214">
                  <c:v>-49.856465</c:v>
                </c:pt>
                <c:pt idx="5215">
                  <c:v>-49.9789</c:v>
                </c:pt>
                <c:pt idx="5216">
                  <c:v>-50.100022</c:v>
                </c:pt>
                <c:pt idx="5217">
                  <c:v>-50.21973</c:v>
                </c:pt>
                <c:pt idx="5218">
                  <c:v>-50.337921</c:v>
                </c:pt>
                <c:pt idx="5219">
                  <c:v>-50.454538</c:v>
                </c:pt>
                <c:pt idx="5220">
                  <c:v>-50.569501</c:v>
                </c:pt>
                <c:pt idx="5221">
                  <c:v>-50.682937</c:v>
                </c:pt>
                <c:pt idx="5222">
                  <c:v>-50.794769</c:v>
                </c:pt>
                <c:pt idx="5223">
                  <c:v>-50.90504</c:v>
                </c:pt>
                <c:pt idx="5224">
                  <c:v>-51.013725</c:v>
                </c:pt>
                <c:pt idx="5225">
                  <c:v>-51.120602</c:v>
                </c:pt>
                <c:pt idx="5226">
                  <c:v>-51.225776</c:v>
                </c:pt>
                <c:pt idx="5227">
                  <c:v>-51.32914</c:v>
                </c:pt>
                <c:pt idx="5228">
                  <c:v>-51.430836</c:v>
                </c:pt>
                <c:pt idx="5229">
                  <c:v>-51.530954</c:v>
                </c:pt>
                <c:pt idx="5230">
                  <c:v>-51.629548</c:v>
                </c:pt>
                <c:pt idx="5231">
                  <c:v>-51.726595</c:v>
                </c:pt>
                <c:pt idx="5232">
                  <c:v>-51.822165</c:v>
                </c:pt>
                <c:pt idx="5233">
                  <c:v>-51.916154</c:v>
                </c:pt>
                <c:pt idx="5234">
                  <c:v>-52.008572</c:v>
                </c:pt>
                <c:pt idx="5235">
                  <c:v>-52.099455</c:v>
                </c:pt>
                <c:pt idx="5236">
                  <c:v>-52.188751</c:v>
                </c:pt>
                <c:pt idx="5237">
                  <c:v>-52.27646</c:v>
                </c:pt>
                <c:pt idx="5238">
                  <c:v>-52.362653</c:v>
                </c:pt>
                <c:pt idx="5239">
                  <c:v>-52.447394</c:v>
                </c:pt>
                <c:pt idx="5240">
                  <c:v>-52.530673</c:v>
                </c:pt>
                <c:pt idx="5241">
                  <c:v>-52.612313</c:v>
                </c:pt>
                <c:pt idx="5242">
                  <c:v>-52.692474</c:v>
                </c:pt>
                <c:pt idx="5243">
                  <c:v>-52.771115</c:v>
                </c:pt>
                <c:pt idx="5244">
                  <c:v>-52.848284</c:v>
                </c:pt>
                <c:pt idx="5245">
                  <c:v>-52.924097</c:v>
                </c:pt>
                <c:pt idx="5246">
                  <c:v>-52.998369</c:v>
                </c:pt>
                <c:pt idx="5247">
                  <c:v>-53.071235</c:v>
                </c:pt>
                <c:pt idx="5248">
                  <c:v>-53.142778</c:v>
                </c:pt>
                <c:pt idx="5249">
                  <c:v>-53.21281</c:v>
                </c:pt>
                <c:pt idx="5250">
                  <c:v>-53.281375</c:v>
                </c:pt>
                <c:pt idx="5251">
                  <c:v>-53.348589</c:v>
                </c:pt>
                <c:pt idx="5252">
                  <c:v>-53.414451</c:v>
                </c:pt>
                <c:pt idx="5253">
                  <c:v>-53.478875</c:v>
                </c:pt>
                <c:pt idx="5254">
                  <c:v>-53.542006</c:v>
                </c:pt>
                <c:pt idx="5255">
                  <c:v>-53.603772</c:v>
                </c:pt>
                <c:pt idx="5256">
                  <c:v>-53.664209</c:v>
                </c:pt>
                <c:pt idx="5257">
                  <c:v>-53.723449</c:v>
                </c:pt>
                <c:pt idx="5258">
                  <c:v>-53.781449</c:v>
                </c:pt>
                <c:pt idx="5259">
                  <c:v>-53.838259</c:v>
                </c:pt>
                <c:pt idx="5260">
                  <c:v>-53.893975</c:v>
                </c:pt>
                <c:pt idx="5261">
                  <c:v>-53.948452</c:v>
                </c:pt>
                <c:pt idx="5262">
                  <c:v>-54.001722</c:v>
                </c:pt>
                <c:pt idx="5263">
                  <c:v>-54.053821</c:v>
                </c:pt>
                <c:pt idx="5264">
                  <c:v>-54.104832</c:v>
                </c:pt>
                <c:pt idx="5265">
                  <c:v>-54.154754</c:v>
                </c:pt>
                <c:pt idx="5266">
                  <c:v>-54.20362</c:v>
                </c:pt>
                <c:pt idx="5267">
                  <c:v>-54.251417</c:v>
                </c:pt>
                <c:pt idx="5268">
                  <c:v>-54.29819</c:v>
                </c:pt>
                <c:pt idx="5269">
                  <c:v>-54.343957</c:v>
                </c:pt>
                <c:pt idx="5270">
                  <c:v>-54.388737</c:v>
                </c:pt>
                <c:pt idx="5271">
                  <c:v>-54.432955</c:v>
                </c:pt>
                <c:pt idx="5272">
                  <c:v>-54.476771</c:v>
                </c:pt>
                <c:pt idx="5273">
                  <c:v>-54.519625</c:v>
                </c:pt>
                <c:pt idx="5274">
                  <c:v>-54.561418</c:v>
                </c:pt>
                <c:pt idx="5275">
                  <c:v>-54.602259</c:v>
                </c:pt>
                <c:pt idx="5276">
                  <c:v>-54.642239</c:v>
                </c:pt>
                <c:pt idx="5277">
                  <c:v>-54.681667</c:v>
                </c:pt>
                <c:pt idx="5278">
                  <c:v>-54.72035</c:v>
                </c:pt>
                <c:pt idx="5279">
                  <c:v>-54.75825</c:v>
                </c:pt>
                <c:pt idx="5280">
                  <c:v>-54.795336</c:v>
                </c:pt>
                <c:pt idx="5281">
                  <c:v>-54.831619</c:v>
                </c:pt>
                <c:pt idx="5282">
                  <c:v>-54.866825</c:v>
                </c:pt>
                <c:pt idx="5283">
                  <c:v>-54.900943</c:v>
                </c:pt>
                <c:pt idx="5284">
                  <c:v>-54.934277</c:v>
                </c:pt>
                <c:pt idx="5285">
                  <c:v>-54.966881</c:v>
                </c:pt>
                <c:pt idx="5286">
                  <c:v>-54.998753</c:v>
                </c:pt>
                <c:pt idx="5287">
                  <c:v>-55.029869</c:v>
                </c:pt>
                <c:pt idx="5288">
                  <c:v>-55.060377</c:v>
                </c:pt>
                <c:pt idx="5289">
                  <c:v>-55.09029</c:v>
                </c:pt>
                <c:pt idx="5290">
                  <c:v>-55.11966</c:v>
                </c:pt>
                <c:pt idx="5291">
                  <c:v>-55.148468</c:v>
                </c:pt>
                <c:pt idx="5292">
                  <c:v>-55.176661</c:v>
                </c:pt>
                <c:pt idx="5293">
                  <c:v>-55.204156</c:v>
                </c:pt>
                <c:pt idx="5294">
                  <c:v>-55.231023</c:v>
                </c:pt>
                <c:pt idx="5295">
                  <c:v>-55.257057</c:v>
                </c:pt>
                <c:pt idx="5296">
                  <c:v>-55.282376</c:v>
                </c:pt>
                <c:pt idx="5297">
                  <c:v>-55.30704</c:v>
                </c:pt>
                <c:pt idx="5298">
                  <c:v>-55.33111</c:v>
                </c:pt>
                <c:pt idx="5299">
                  <c:v>-55.354528</c:v>
                </c:pt>
                <c:pt idx="5300">
                  <c:v>-55.377303</c:v>
                </c:pt>
                <c:pt idx="5301">
                  <c:v>-55.399462</c:v>
                </c:pt>
                <c:pt idx="5302">
                  <c:v>-55.421117</c:v>
                </c:pt>
                <c:pt idx="5303">
                  <c:v>-55.442133</c:v>
                </c:pt>
                <c:pt idx="5304">
                  <c:v>-55.46255</c:v>
                </c:pt>
                <c:pt idx="5305">
                  <c:v>-55.482257</c:v>
                </c:pt>
                <c:pt idx="5306">
                  <c:v>-55.501332</c:v>
                </c:pt>
                <c:pt idx="5307">
                  <c:v>-55.519733</c:v>
                </c:pt>
                <c:pt idx="5308">
                  <c:v>-55.537125</c:v>
                </c:pt>
                <c:pt idx="5309">
                  <c:v>-55.553628</c:v>
                </c:pt>
                <c:pt idx="5310">
                  <c:v>-55.569301</c:v>
                </c:pt>
                <c:pt idx="5311">
                  <c:v>-55.584271</c:v>
                </c:pt>
                <c:pt idx="5312">
                  <c:v>-55.598644</c:v>
                </c:pt>
                <c:pt idx="5313">
                  <c:v>-55.612437</c:v>
                </c:pt>
                <c:pt idx="5314">
                  <c:v>-55.625709</c:v>
                </c:pt>
                <c:pt idx="5315">
                  <c:v>-55.638425</c:v>
                </c:pt>
                <c:pt idx="5316">
                  <c:v>-55.65061</c:v>
                </c:pt>
                <c:pt idx="5317">
                  <c:v>-55.662196</c:v>
                </c:pt>
                <c:pt idx="5318">
                  <c:v>-55.673094</c:v>
                </c:pt>
                <c:pt idx="5319">
                  <c:v>-55.683359</c:v>
                </c:pt>
                <c:pt idx="5320">
                  <c:v>-55.692983</c:v>
                </c:pt>
                <c:pt idx="5321">
                  <c:v>-55.701914</c:v>
                </c:pt>
                <c:pt idx="5322">
                  <c:v>-55.710126</c:v>
                </c:pt>
                <c:pt idx="5323">
                  <c:v>-55.71751</c:v>
                </c:pt>
                <c:pt idx="5324">
                  <c:v>-55.724155</c:v>
                </c:pt>
                <c:pt idx="5325">
                  <c:v>-55.730061</c:v>
                </c:pt>
                <c:pt idx="5326">
                  <c:v>-55.735176</c:v>
                </c:pt>
                <c:pt idx="5327">
                  <c:v>-55.739541</c:v>
                </c:pt>
                <c:pt idx="5328">
                  <c:v>-55.743191</c:v>
                </c:pt>
                <c:pt idx="5329">
                  <c:v>-55.74604</c:v>
                </c:pt>
                <c:pt idx="5330">
                  <c:v>-55.748095</c:v>
                </c:pt>
                <c:pt idx="5331">
                  <c:v>-55.749296</c:v>
                </c:pt>
                <c:pt idx="5332">
                  <c:v>-55.749847</c:v>
                </c:pt>
                <c:pt idx="5333">
                  <c:v>-55.74974</c:v>
                </c:pt>
                <c:pt idx="5334">
                  <c:v>-55.749061</c:v>
                </c:pt>
                <c:pt idx="5335">
                  <c:v>-55.747367</c:v>
                </c:pt>
                <c:pt idx="5336">
                  <c:v>-55.744675</c:v>
                </c:pt>
                <c:pt idx="5337">
                  <c:v>-55.74104</c:v>
                </c:pt>
                <c:pt idx="5338">
                  <c:v>-55.736443</c:v>
                </c:pt>
                <c:pt idx="5339">
                  <c:v>-55.730982</c:v>
                </c:pt>
                <c:pt idx="5340">
                  <c:v>-55.724486</c:v>
                </c:pt>
                <c:pt idx="5341">
                  <c:v>-55.717121</c:v>
                </c:pt>
                <c:pt idx="5342">
                  <c:v>-55.708886</c:v>
                </c:pt>
                <c:pt idx="5343">
                  <c:v>-55.699903</c:v>
                </c:pt>
                <c:pt idx="5344">
                  <c:v>-55.690135</c:v>
                </c:pt>
                <c:pt idx="5345">
                  <c:v>-55.679538</c:v>
                </c:pt>
                <c:pt idx="5346">
                  <c:v>-55.668102</c:v>
                </c:pt>
                <c:pt idx="5347">
                  <c:v>-55.655852</c:v>
                </c:pt>
                <c:pt idx="5348">
                  <c:v>-55.642789</c:v>
                </c:pt>
                <c:pt idx="5349">
                  <c:v>-55.629007</c:v>
                </c:pt>
                <c:pt idx="5350">
                  <c:v>-55.614535</c:v>
                </c:pt>
                <c:pt idx="5351">
                  <c:v>-55.599171</c:v>
                </c:pt>
                <c:pt idx="5352">
                  <c:v>-55.582824</c:v>
                </c:pt>
                <c:pt idx="5353">
                  <c:v>-55.56568</c:v>
                </c:pt>
                <c:pt idx="5354">
                  <c:v>-55.547854</c:v>
                </c:pt>
                <c:pt idx="5355">
                  <c:v>-55.529397</c:v>
                </c:pt>
                <c:pt idx="5356">
                  <c:v>-55.510389</c:v>
                </c:pt>
                <c:pt idx="5357">
                  <c:v>-55.491118</c:v>
                </c:pt>
                <c:pt idx="5358">
                  <c:v>-55.470855</c:v>
                </c:pt>
                <c:pt idx="5359">
                  <c:v>-55.449745</c:v>
                </c:pt>
                <c:pt idx="5360">
                  <c:v>-55.427906</c:v>
                </c:pt>
                <c:pt idx="5361">
                  <c:v>-55.405307</c:v>
                </c:pt>
                <c:pt idx="5362">
                  <c:v>-55.381937</c:v>
                </c:pt>
                <c:pt idx="5363">
                  <c:v>-55.357816</c:v>
                </c:pt>
                <c:pt idx="5364">
                  <c:v>-55.333063</c:v>
                </c:pt>
                <c:pt idx="5365">
                  <c:v>-55.307609</c:v>
                </c:pt>
                <c:pt idx="5366">
                  <c:v>-55.28167</c:v>
                </c:pt>
                <c:pt idx="5367">
                  <c:v>-55.25515</c:v>
                </c:pt>
                <c:pt idx="5368">
                  <c:v>-55.227949</c:v>
                </c:pt>
                <c:pt idx="5369">
                  <c:v>-55.20017</c:v>
                </c:pt>
                <c:pt idx="5370">
                  <c:v>-55.172046</c:v>
                </c:pt>
                <c:pt idx="5371">
                  <c:v>-55.143376</c:v>
                </c:pt>
                <c:pt idx="5372">
                  <c:v>-55.114104</c:v>
                </c:pt>
                <c:pt idx="5373">
                  <c:v>-55.084477</c:v>
                </c:pt>
                <c:pt idx="5374">
                  <c:v>-55.054595</c:v>
                </c:pt>
                <c:pt idx="5375">
                  <c:v>-55.024552</c:v>
                </c:pt>
                <c:pt idx="5376">
                  <c:v>-54.994499</c:v>
                </c:pt>
                <c:pt idx="5377">
                  <c:v>-54.963583</c:v>
                </c:pt>
                <c:pt idx="5378">
                  <c:v>-54.932124</c:v>
                </c:pt>
                <c:pt idx="5379">
                  <c:v>-54.900302</c:v>
                </c:pt>
                <c:pt idx="5380">
                  <c:v>-54.86824</c:v>
                </c:pt>
                <c:pt idx="5381">
                  <c:v>-54.835772</c:v>
                </c:pt>
                <c:pt idx="5382">
                  <c:v>-54.803109</c:v>
                </c:pt>
                <c:pt idx="5383">
                  <c:v>-54.77013</c:v>
                </c:pt>
                <c:pt idx="5384">
                  <c:v>-54.736946</c:v>
                </c:pt>
                <c:pt idx="5385">
                  <c:v>-54.70362</c:v>
                </c:pt>
                <c:pt idx="5386">
                  <c:v>-54.670025</c:v>
                </c:pt>
                <c:pt idx="5387">
                  <c:v>-54.636361</c:v>
                </c:pt>
                <c:pt idx="5388">
                  <c:v>-54.602553</c:v>
                </c:pt>
                <c:pt idx="5389">
                  <c:v>-54.568605</c:v>
                </c:pt>
                <c:pt idx="5390">
                  <c:v>-54.534748</c:v>
                </c:pt>
                <c:pt idx="5391">
                  <c:v>-54.500667</c:v>
                </c:pt>
                <c:pt idx="5392">
                  <c:v>-54.466504</c:v>
                </c:pt>
                <c:pt idx="5393">
                  <c:v>-54.432151</c:v>
                </c:pt>
                <c:pt idx="5394">
                  <c:v>-54.397646</c:v>
                </c:pt>
                <c:pt idx="5395">
                  <c:v>-54.362922</c:v>
                </c:pt>
                <c:pt idx="5396">
                  <c:v>-54.328039</c:v>
                </c:pt>
                <c:pt idx="5397">
                  <c:v>-54.293142</c:v>
                </c:pt>
                <c:pt idx="5398">
                  <c:v>-54.258348</c:v>
                </c:pt>
                <c:pt idx="5399">
                  <c:v>-54.223612</c:v>
                </c:pt>
                <c:pt idx="5400">
                  <c:v>-54.188895</c:v>
                </c:pt>
                <c:pt idx="5401">
                  <c:v>-54.154134</c:v>
                </c:pt>
                <c:pt idx="5402">
                  <c:v>-54.119405</c:v>
                </c:pt>
                <c:pt idx="5403">
                  <c:v>-54.08472</c:v>
                </c:pt>
                <c:pt idx="5404">
                  <c:v>-54.05005</c:v>
                </c:pt>
                <c:pt idx="5405">
                  <c:v>-54.015376</c:v>
                </c:pt>
                <c:pt idx="5406">
                  <c:v>-53.980676</c:v>
                </c:pt>
                <c:pt idx="5407">
                  <c:v>-53.945887</c:v>
                </c:pt>
                <c:pt idx="5408">
                  <c:v>-53.910942</c:v>
                </c:pt>
                <c:pt idx="5409">
                  <c:v>-53.875901</c:v>
                </c:pt>
                <c:pt idx="5410">
                  <c:v>-53.84075</c:v>
                </c:pt>
                <c:pt idx="5411">
                  <c:v>-53.805416</c:v>
                </c:pt>
                <c:pt idx="5412">
                  <c:v>-53.769884</c:v>
                </c:pt>
                <c:pt idx="5413">
                  <c:v>-53.734169</c:v>
                </c:pt>
                <c:pt idx="5414">
                  <c:v>-53.698253</c:v>
                </c:pt>
                <c:pt idx="5415">
                  <c:v>-53.661979</c:v>
                </c:pt>
                <c:pt idx="5416">
                  <c:v>-53.625401</c:v>
                </c:pt>
                <c:pt idx="5417">
                  <c:v>-53.588604</c:v>
                </c:pt>
                <c:pt idx="5418">
                  <c:v>-53.551486</c:v>
                </c:pt>
                <c:pt idx="5419">
                  <c:v>-53.514111</c:v>
                </c:pt>
                <c:pt idx="5420">
                  <c:v>-53.476516</c:v>
                </c:pt>
                <c:pt idx="5421">
                  <c:v>-53.438648</c:v>
                </c:pt>
                <c:pt idx="5422">
                  <c:v>-53.400425</c:v>
                </c:pt>
                <c:pt idx="5423">
                  <c:v>-53.361897</c:v>
                </c:pt>
                <c:pt idx="5424">
                  <c:v>-53.322987</c:v>
                </c:pt>
                <c:pt idx="5425">
                  <c:v>-53.283582</c:v>
                </c:pt>
                <c:pt idx="5426">
                  <c:v>-53.243724</c:v>
                </c:pt>
                <c:pt idx="5427">
                  <c:v>-53.203466</c:v>
                </c:pt>
                <c:pt idx="5428">
                  <c:v>-53.162782</c:v>
                </c:pt>
                <c:pt idx="5429">
                  <c:v>-53.121885</c:v>
                </c:pt>
                <c:pt idx="5430">
                  <c:v>-53.080588</c:v>
                </c:pt>
                <c:pt idx="5431">
                  <c:v>-53.038799</c:v>
                </c:pt>
                <c:pt idx="5432">
                  <c:v>-52.996431</c:v>
                </c:pt>
                <c:pt idx="5433">
                  <c:v>-52.953499</c:v>
                </c:pt>
                <c:pt idx="5434">
                  <c:v>-52.909938</c:v>
                </c:pt>
                <c:pt idx="5435">
                  <c:v>-52.865741</c:v>
                </c:pt>
                <c:pt idx="5436">
                  <c:v>-52.82084</c:v>
                </c:pt>
                <c:pt idx="5437">
                  <c:v>-52.775236</c:v>
                </c:pt>
                <c:pt idx="5438">
                  <c:v>-52.728969</c:v>
                </c:pt>
                <c:pt idx="5439">
                  <c:v>-52.682011</c:v>
                </c:pt>
                <c:pt idx="5440">
                  <c:v>-52.634369</c:v>
                </c:pt>
                <c:pt idx="5441">
                  <c:v>-52.58594</c:v>
                </c:pt>
                <c:pt idx="5442">
                  <c:v>-52.536726</c:v>
                </c:pt>
                <c:pt idx="5443">
                  <c:v>-52.486778</c:v>
                </c:pt>
                <c:pt idx="5444">
                  <c:v>-52.436086</c:v>
                </c:pt>
                <c:pt idx="5445">
                  <c:v>-52.384588</c:v>
                </c:pt>
                <c:pt idx="5446">
                  <c:v>-52.332338</c:v>
                </c:pt>
                <c:pt idx="5447">
                  <c:v>-52.279263</c:v>
                </c:pt>
                <c:pt idx="5448">
                  <c:v>-52.225417</c:v>
                </c:pt>
                <c:pt idx="5449">
                  <c:v>-52.170804</c:v>
                </c:pt>
                <c:pt idx="5450">
                  <c:v>-52.115496</c:v>
                </c:pt>
                <c:pt idx="5451">
                  <c:v>-52.059495</c:v>
                </c:pt>
                <c:pt idx="5452">
                  <c:v>-52.002834</c:v>
                </c:pt>
                <c:pt idx="5453">
                  <c:v>-51.945479</c:v>
                </c:pt>
                <c:pt idx="5454">
                  <c:v>-51.887454</c:v>
                </c:pt>
                <c:pt idx="5455">
                  <c:v>-51.828761</c:v>
                </c:pt>
                <c:pt idx="5456">
                  <c:v>-51.769389</c:v>
                </c:pt>
                <c:pt idx="5457">
                  <c:v>-51.709415</c:v>
                </c:pt>
                <c:pt idx="5458">
                  <c:v>-51.648861</c:v>
                </c:pt>
                <c:pt idx="5459">
                  <c:v>-51.587694</c:v>
                </c:pt>
                <c:pt idx="5460">
                  <c:v>-51.5259</c:v>
                </c:pt>
                <c:pt idx="5461">
                  <c:v>-51.463043</c:v>
                </c:pt>
                <c:pt idx="5462">
                  <c:v>-51.399342</c:v>
                </c:pt>
                <c:pt idx="5463">
                  <c:v>-51.334852</c:v>
                </c:pt>
                <c:pt idx="5464">
                  <c:v>-51.269832</c:v>
                </c:pt>
                <c:pt idx="5465">
                  <c:v>-51.204556</c:v>
                </c:pt>
                <c:pt idx="5466">
                  <c:v>-51.138895</c:v>
                </c:pt>
                <c:pt idx="5467">
                  <c:v>-51.072677</c:v>
                </c:pt>
                <c:pt idx="5468">
                  <c:v>-51.005895</c:v>
                </c:pt>
                <c:pt idx="5469">
                  <c:v>-50.938581</c:v>
                </c:pt>
                <c:pt idx="5470">
                  <c:v>-50.870761</c:v>
                </c:pt>
                <c:pt idx="5471">
                  <c:v>-50.802421</c:v>
                </c:pt>
                <c:pt idx="5472">
                  <c:v>-50.733588</c:v>
                </c:pt>
                <c:pt idx="5473">
                  <c:v>-50.66437</c:v>
                </c:pt>
                <c:pt idx="5474">
                  <c:v>-50.594807</c:v>
                </c:pt>
                <c:pt idx="5475">
                  <c:v>-50.524895</c:v>
                </c:pt>
                <c:pt idx="5476">
                  <c:v>-50.454576</c:v>
                </c:pt>
                <c:pt idx="5477">
                  <c:v>-50.383839</c:v>
                </c:pt>
                <c:pt idx="5478">
                  <c:v>-50.312678</c:v>
                </c:pt>
                <c:pt idx="5479">
                  <c:v>-50.241178</c:v>
                </c:pt>
                <c:pt idx="5480">
                  <c:v>-50.169346</c:v>
                </c:pt>
                <c:pt idx="5481">
                  <c:v>-50.09714</c:v>
                </c:pt>
                <c:pt idx="5482">
                  <c:v>-50.024584</c:v>
                </c:pt>
                <c:pt idx="5483">
                  <c:v>-49.951718</c:v>
                </c:pt>
                <c:pt idx="5484">
                  <c:v>-49.878555</c:v>
                </c:pt>
                <c:pt idx="5485">
                  <c:v>-49.805112</c:v>
                </c:pt>
                <c:pt idx="5486">
                  <c:v>-49.731415</c:v>
                </c:pt>
                <c:pt idx="5487">
                  <c:v>-49.657442</c:v>
                </c:pt>
                <c:pt idx="5488">
                  <c:v>-49.583215</c:v>
                </c:pt>
                <c:pt idx="5489">
                  <c:v>-49.508732</c:v>
                </c:pt>
                <c:pt idx="5490">
                  <c:v>-49.434024</c:v>
                </c:pt>
                <c:pt idx="5491">
                  <c:v>-49.359125</c:v>
                </c:pt>
                <c:pt idx="5492">
                  <c:v>-49.284072</c:v>
                </c:pt>
                <c:pt idx="5493">
                  <c:v>-49.208889</c:v>
                </c:pt>
                <c:pt idx="5494">
                  <c:v>-49.133596</c:v>
                </c:pt>
                <c:pt idx="5495">
                  <c:v>-49.058185</c:v>
                </c:pt>
                <c:pt idx="5496">
                  <c:v>-48.982663</c:v>
                </c:pt>
                <c:pt idx="5497">
                  <c:v>-48.907063</c:v>
                </c:pt>
                <c:pt idx="5498">
                  <c:v>-48.831353</c:v>
                </c:pt>
                <c:pt idx="5499">
                  <c:v>-48.755581</c:v>
                </c:pt>
                <c:pt idx="5500">
                  <c:v>-48.679895</c:v>
                </c:pt>
                <c:pt idx="5501">
                  <c:v>-48.604266</c:v>
                </c:pt>
                <c:pt idx="5502">
                  <c:v>-48.528666</c:v>
                </c:pt>
                <c:pt idx="5503">
                  <c:v>-48.453088</c:v>
                </c:pt>
                <c:pt idx="5504">
                  <c:v>-48.377508</c:v>
                </c:pt>
                <c:pt idx="5505">
                  <c:v>-48.302006</c:v>
                </c:pt>
                <c:pt idx="5506">
                  <c:v>-48.226511</c:v>
                </c:pt>
                <c:pt idx="5507">
                  <c:v>-48.151088</c:v>
                </c:pt>
                <c:pt idx="5508">
                  <c:v>-48.075716</c:v>
                </c:pt>
                <c:pt idx="5509">
                  <c:v>-48.000408</c:v>
                </c:pt>
                <c:pt idx="5510">
                  <c:v>-47.925173</c:v>
                </c:pt>
                <c:pt idx="5511">
                  <c:v>-47.85001</c:v>
                </c:pt>
                <c:pt idx="5512">
                  <c:v>-47.774925</c:v>
                </c:pt>
                <c:pt idx="5513">
                  <c:v>-47.699842</c:v>
                </c:pt>
                <c:pt idx="5514">
                  <c:v>-47.624843</c:v>
                </c:pt>
                <c:pt idx="5515">
                  <c:v>-47.549958</c:v>
                </c:pt>
                <c:pt idx="5516">
                  <c:v>-47.475191</c:v>
                </c:pt>
                <c:pt idx="5517">
                  <c:v>-47.400516</c:v>
                </c:pt>
                <c:pt idx="5518">
                  <c:v>-47.325975</c:v>
                </c:pt>
                <c:pt idx="5519">
                  <c:v>-47.251604</c:v>
                </c:pt>
                <c:pt idx="5520">
                  <c:v>-47.177437</c:v>
                </c:pt>
                <c:pt idx="5521">
                  <c:v>-47.103482</c:v>
                </c:pt>
                <c:pt idx="5522">
                  <c:v>-47.029717</c:v>
                </c:pt>
                <c:pt idx="5523">
                  <c:v>-46.956131</c:v>
                </c:pt>
                <c:pt idx="5524">
                  <c:v>-46.882707</c:v>
                </c:pt>
                <c:pt idx="5525">
                  <c:v>-46.809415</c:v>
                </c:pt>
                <c:pt idx="5526">
                  <c:v>-46.736216</c:v>
                </c:pt>
                <c:pt idx="5527">
                  <c:v>-46.663258</c:v>
                </c:pt>
                <c:pt idx="5528">
                  <c:v>-46.590605</c:v>
                </c:pt>
                <c:pt idx="5529">
                  <c:v>-46.518247</c:v>
                </c:pt>
                <c:pt idx="5530">
                  <c:v>-46.446176</c:v>
                </c:pt>
                <c:pt idx="5531">
                  <c:v>-46.374355</c:v>
                </c:pt>
                <c:pt idx="5532">
                  <c:v>-46.302763</c:v>
                </c:pt>
                <c:pt idx="5533">
                  <c:v>-46.231421</c:v>
                </c:pt>
                <c:pt idx="5534">
                  <c:v>-46.160259</c:v>
                </c:pt>
                <c:pt idx="5535">
                  <c:v>-46.0893</c:v>
                </c:pt>
                <c:pt idx="5536">
                  <c:v>-46.018607</c:v>
                </c:pt>
                <c:pt idx="5537">
                  <c:v>-45.948199</c:v>
                </c:pt>
                <c:pt idx="5538">
                  <c:v>-45.878062</c:v>
                </c:pt>
                <c:pt idx="5539">
                  <c:v>-45.808163</c:v>
                </c:pt>
                <c:pt idx="5540">
                  <c:v>-45.738487</c:v>
                </c:pt>
                <c:pt idx="5541">
                  <c:v>-45.669057</c:v>
                </c:pt>
                <c:pt idx="5542">
                  <c:v>-45.599901</c:v>
                </c:pt>
                <c:pt idx="5543">
                  <c:v>-45.531093</c:v>
                </c:pt>
                <c:pt idx="5544">
                  <c:v>-45.46254</c:v>
                </c:pt>
                <c:pt idx="5545">
                  <c:v>-45.394267</c:v>
                </c:pt>
                <c:pt idx="5546">
                  <c:v>-45.326493</c:v>
                </c:pt>
                <c:pt idx="5547">
                  <c:v>-45.259033</c:v>
                </c:pt>
                <c:pt idx="5548">
                  <c:v>-45.191919</c:v>
                </c:pt>
                <c:pt idx="5549">
                  <c:v>-45.125222</c:v>
                </c:pt>
                <c:pt idx="5550">
                  <c:v>-45.058851</c:v>
                </c:pt>
                <c:pt idx="5551">
                  <c:v>-44.992874</c:v>
                </c:pt>
                <c:pt idx="5552">
                  <c:v>-44.927233</c:v>
                </c:pt>
                <c:pt idx="5553">
                  <c:v>-44.861988</c:v>
                </c:pt>
                <c:pt idx="5554">
                  <c:v>-44.797062</c:v>
                </c:pt>
                <c:pt idx="5555">
                  <c:v>-44.732531</c:v>
                </c:pt>
                <c:pt idx="5556">
                  <c:v>-44.668309</c:v>
                </c:pt>
                <c:pt idx="5557">
                  <c:v>-44.604466</c:v>
                </c:pt>
                <c:pt idx="5558">
                  <c:v>-44.540984</c:v>
                </c:pt>
                <c:pt idx="5559">
                  <c:v>-44.477894</c:v>
                </c:pt>
                <c:pt idx="5560">
                  <c:v>-44.415161</c:v>
                </c:pt>
                <c:pt idx="5561">
                  <c:v>-44.352883</c:v>
                </c:pt>
                <c:pt idx="5562">
                  <c:v>-44.291005</c:v>
                </c:pt>
                <c:pt idx="5563">
                  <c:v>-44.229427</c:v>
                </c:pt>
                <c:pt idx="5564">
                  <c:v>-44.168311</c:v>
                </c:pt>
                <c:pt idx="5565">
                  <c:v>-44.107677</c:v>
                </c:pt>
                <c:pt idx="5566">
                  <c:v>-44.047508</c:v>
                </c:pt>
                <c:pt idx="5567">
                  <c:v>-43.987812</c:v>
                </c:pt>
                <c:pt idx="5568">
                  <c:v>-43.92854</c:v>
                </c:pt>
                <c:pt idx="5569">
                  <c:v>-43.869737</c:v>
                </c:pt>
                <c:pt idx="5570">
                  <c:v>-43.811367</c:v>
                </c:pt>
                <c:pt idx="5571">
                  <c:v>-43.753412</c:v>
                </c:pt>
                <c:pt idx="5572">
                  <c:v>-43.695921</c:v>
                </c:pt>
                <c:pt idx="5573">
                  <c:v>-43.638888</c:v>
                </c:pt>
                <c:pt idx="5574">
                  <c:v>-43.582315</c:v>
                </c:pt>
                <c:pt idx="5575">
                  <c:v>-43.526257</c:v>
                </c:pt>
                <c:pt idx="5576">
                  <c:v>-43.470683</c:v>
                </c:pt>
                <c:pt idx="5577">
                  <c:v>-43.415594</c:v>
                </c:pt>
                <c:pt idx="5578">
                  <c:v>-43.360988</c:v>
                </c:pt>
                <c:pt idx="5579">
                  <c:v>-43.306885</c:v>
                </c:pt>
                <c:pt idx="5580">
                  <c:v>-43.253252</c:v>
                </c:pt>
                <c:pt idx="5581">
                  <c:v>-43.200076</c:v>
                </c:pt>
                <c:pt idx="5582">
                  <c:v>-43.147377</c:v>
                </c:pt>
                <c:pt idx="5583">
                  <c:v>-43.095108</c:v>
                </c:pt>
                <c:pt idx="5584">
                  <c:v>-43.04325</c:v>
                </c:pt>
                <c:pt idx="5585">
                  <c:v>-42.991966</c:v>
                </c:pt>
                <c:pt idx="5586">
                  <c:v>-42.941184</c:v>
                </c:pt>
                <c:pt idx="5587">
                  <c:v>-42.890917</c:v>
                </c:pt>
                <c:pt idx="5588">
                  <c:v>-42.841135</c:v>
                </c:pt>
                <c:pt idx="5589">
                  <c:v>-42.791837</c:v>
                </c:pt>
                <c:pt idx="5590">
                  <c:v>-42.743014</c:v>
                </c:pt>
                <c:pt idx="5591">
                  <c:v>-42.694682</c:v>
                </c:pt>
                <c:pt idx="5592">
                  <c:v>-42.646821</c:v>
                </c:pt>
                <c:pt idx="5593">
                  <c:v>-42.599445</c:v>
                </c:pt>
                <c:pt idx="5594">
                  <c:v>-42.552545</c:v>
                </c:pt>
                <c:pt idx="5595">
                  <c:v>-42.506126</c:v>
                </c:pt>
                <c:pt idx="5596">
                  <c:v>-42.460155</c:v>
                </c:pt>
                <c:pt idx="5597">
                  <c:v>-42.414671</c:v>
                </c:pt>
                <c:pt idx="5598">
                  <c:v>-42.369631</c:v>
                </c:pt>
                <c:pt idx="5599">
                  <c:v>-42.325083</c:v>
                </c:pt>
                <c:pt idx="5600">
                  <c:v>-42.280974</c:v>
                </c:pt>
                <c:pt idx="5601">
                  <c:v>-42.23733</c:v>
                </c:pt>
                <c:pt idx="5602">
                  <c:v>-42.194183</c:v>
                </c:pt>
                <c:pt idx="5603">
                  <c:v>-42.151464</c:v>
                </c:pt>
                <c:pt idx="5604">
                  <c:v>-42.109092</c:v>
                </c:pt>
                <c:pt idx="5605">
                  <c:v>-42.067106</c:v>
                </c:pt>
                <c:pt idx="5606">
                  <c:v>-42.025476</c:v>
                </c:pt>
                <c:pt idx="5607">
                  <c:v>-41.984258</c:v>
                </c:pt>
                <c:pt idx="5608">
                  <c:v>-41.943544</c:v>
                </c:pt>
                <c:pt idx="5609">
                  <c:v>-41.903306</c:v>
                </c:pt>
                <c:pt idx="5610">
                  <c:v>-41.863467</c:v>
                </c:pt>
                <c:pt idx="5611">
                  <c:v>-41.824035</c:v>
                </c:pt>
                <c:pt idx="5612">
                  <c:v>-41.784957</c:v>
                </c:pt>
                <c:pt idx="5613">
                  <c:v>-41.746258</c:v>
                </c:pt>
                <c:pt idx="5614">
                  <c:v>-41.707917</c:v>
                </c:pt>
                <c:pt idx="5615">
                  <c:v>-41.669962</c:v>
                </c:pt>
                <c:pt idx="5616">
                  <c:v>-41.631856</c:v>
                </c:pt>
                <c:pt idx="5617">
                  <c:v>-41.597442</c:v>
                </c:pt>
                <c:pt idx="5618">
                  <c:v>-41.563819</c:v>
                </c:pt>
                <c:pt idx="5619">
                  <c:v>-41.529603</c:v>
                </c:pt>
                <c:pt idx="5620">
                  <c:v>-41.495892</c:v>
                </c:pt>
                <c:pt idx="5621">
                  <c:v>-41.46122</c:v>
                </c:pt>
                <c:pt idx="5622">
                  <c:v>-41.429543</c:v>
                </c:pt>
                <c:pt idx="5623">
                  <c:v>-41.395964</c:v>
                </c:pt>
                <c:pt idx="5624">
                  <c:v>-41.366089</c:v>
                </c:pt>
                <c:pt idx="5625">
                  <c:v>-41.333401</c:v>
                </c:pt>
                <c:pt idx="5626">
                  <c:v>-41.30288</c:v>
                </c:pt>
                <c:pt idx="5627">
                  <c:v>-41.276083</c:v>
                </c:pt>
                <c:pt idx="5628">
                  <c:v>-41.245875</c:v>
                </c:pt>
                <c:pt idx="5629">
                  <c:v>-41.216358</c:v>
                </c:pt>
                <c:pt idx="5630">
                  <c:v>-41.191337</c:v>
                </c:pt>
                <c:pt idx="5631">
                  <c:v>-41.161756</c:v>
                </c:pt>
                <c:pt idx="5632">
                  <c:v>-41.132977</c:v>
                </c:pt>
                <c:pt idx="5633">
                  <c:v>-41.108987</c:v>
                </c:pt>
                <c:pt idx="5634">
                  <c:v>-41.08018</c:v>
                </c:pt>
                <c:pt idx="5635">
                  <c:v>-41.052375</c:v>
                </c:pt>
                <c:pt idx="5636">
                  <c:v>-41.029908</c:v>
                </c:pt>
                <c:pt idx="5637">
                  <c:v>-41.002191</c:v>
                </c:pt>
                <c:pt idx="5638">
                  <c:v>-40.975654</c:v>
                </c:pt>
                <c:pt idx="5639">
                  <c:v>-40.950138</c:v>
                </c:pt>
                <c:pt idx="5640">
                  <c:v>-40.93086</c:v>
                </c:pt>
                <c:pt idx="5641">
                  <c:v>-40.904754</c:v>
                </c:pt>
                <c:pt idx="5642">
                  <c:v>-40.879595</c:v>
                </c:pt>
                <c:pt idx="5643">
                  <c:v>-40.861909</c:v>
                </c:pt>
                <c:pt idx="5644">
                  <c:v>-40.835998</c:v>
                </c:pt>
                <c:pt idx="5645">
                  <c:v>-40.811249</c:v>
                </c:pt>
                <c:pt idx="5646">
                  <c:v>-40.787833</c:v>
                </c:pt>
                <c:pt idx="5647">
                  <c:v>-40.772689</c:v>
                </c:pt>
                <c:pt idx="5648">
                  <c:v>-40.748119</c:v>
                </c:pt>
                <c:pt idx="5649">
                  <c:v>-40.724779</c:v>
                </c:pt>
                <c:pt idx="5650">
                  <c:v>-40.710455</c:v>
                </c:pt>
                <c:pt idx="5651">
                  <c:v>-40.686397</c:v>
                </c:pt>
                <c:pt idx="5652">
                  <c:v>-40.663504</c:v>
                </c:pt>
                <c:pt idx="5653">
                  <c:v>-40.641842</c:v>
                </c:pt>
                <c:pt idx="5654">
                  <c:v>-40.629146</c:v>
                </c:pt>
                <c:pt idx="5655">
                  <c:v>-40.598762</c:v>
                </c:pt>
                <c:pt idx="5656">
                  <c:v>-40.578208</c:v>
                </c:pt>
                <c:pt idx="5657">
                  <c:v>-40.566802</c:v>
                </c:pt>
                <c:pt idx="5658">
                  <c:v>-40.544293</c:v>
                </c:pt>
                <c:pt idx="5659">
                  <c:v>-40.52317</c:v>
                </c:pt>
                <c:pt idx="5660">
                  <c:v>-40.512105</c:v>
                </c:pt>
                <c:pt idx="5661">
                  <c:v>-40.489962</c:v>
                </c:pt>
                <c:pt idx="5662">
                  <c:v>-40.469417</c:v>
                </c:pt>
                <c:pt idx="5663">
                  <c:v>-40.459447</c:v>
                </c:pt>
                <c:pt idx="5664">
                  <c:v>-40.43793</c:v>
                </c:pt>
                <c:pt idx="5665">
                  <c:v>-40.417974</c:v>
                </c:pt>
                <c:pt idx="5666">
                  <c:v>-40.418872</c:v>
                </c:pt>
                <c:pt idx="5667">
                  <c:v>-40.394962</c:v>
                </c:pt>
                <c:pt idx="5668">
                  <c:v>-40.373704</c:v>
                </c:pt>
                <c:pt idx="5669">
                  <c:v>-40.364459</c:v>
                </c:pt>
                <c:pt idx="5670">
                  <c:v>-40.343711</c:v>
                </c:pt>
                <c:pt idx="5671">
                  <c:v>-40.325173</c:v>
                </c:pt>
                <c:pt idx="5672">
                  <c:v>-40.318403</c:v>
                </c:pt>
                <c:pt idx="5673">
                  <c:v>-40.299409</c:v>
                </c:pt>
                <c:pt idx="5674">
                  <c:v>-40.304053</c:v>
                </c:pt>
                <c:pt idx="5675">
                  <c:v>-40.282024</c:v>
                </c:pt>
                <c:pt idx="5676">
                  <c:v>-40.263346</c:v>
                </c:pt>
                <c:pt idx="5677">
                  <c:v>-40.257327</c:v>
                </c:pt>
                <c:pt idx="5678">
                  <c:v>-40.239248</c:v>
                </c:pt>
                <c:pt idx="5679">
                  <c:v>-40.233812</c:v>
                </c:pt>
                <c:pt idx="5680">
                  <c:v>-40.22893</c:v>
                </c:pt>
                <c:pt idx="5681">
                  <c:v>-40.220334</c:v>
                </c:pt>
                <c:pt idx="5682">
                  <c:v>-40.201847</c:v>
                </c:pt>
                <c:pt idx="5683">
                  <c:v>-40.195966</c:v>
                </c:pt>
                <c:pt idx="5684">
                  <c:v>-40.179565</c:v>
                </c:pt>
                <c:pt idx="5685">
                  <c:v>-40.187769</c:v>
                </c:pt>
                <c:pt idx="5686">
                  <c:v>-40.166909</c:v>
                </c:pt>
                <c:pt idx="5687">
                  <c:v>-40.163175</c:v>
                </c:pt>
                <c:pt idx="5688">
                  <c:v>-40.145912</c:v>
                </c:pt>
                <c:pt idx="5689">
                  <c:v>-40.169611</c:v>
                </c:pt>
                <c:pt idx="5690">
                  <c:v>-40.146989</c:v>
                </c:pt>
                <c:pt idx="5691">
                  <c:v>-40.139452</c:v>
                </c:pt>
                <c:pt idx="5692">
                  <c:v>-40.127802</c:v>
                </c:pt>
                <c:pt idx="5693">
                  <c:v>-40.135162</c:v>
                </c:pt>
                <c:pt idx="5694">
                  <c:v>-40.126262</c:v>
                </c:pt>
                <c:pt idx="5695">
                  <c:v>-40.114996</c:v>
                </c:pt>
                <c:pt idx="5696">
                  <c:v>-40.109981</c:v>
                </c:pt>
                <c:pt idx="5697">
                  <c:v>-40.117254</c:v>
                </c:pt>
                <c:pt idx="5698">
                  <c:v>-40.113985</c:v>
                </c:pt>
                <c:pt idx="5699">
                  <c:v>-40.1068</c:v>
                </c:pt>
                <c:pt idx="5700">
                  <c:v>-40.118787</c:v>
                </c:pt>
                <c:pt idx="5701">
                  <c:v>-40.10936</c:v>
                </c:pt>
                <c:pt idx="5702">
                  <c:v>-40.113861</c:v>
                </c:pt>
                <c:pt idx="5703">
                  <c:v>-40.117257</c:v>
                </c:pt>
                <c:pt idx="5704">
                  <c:v>-40.108185</c:v>
                </c:pt>
                <c:pt idx="5705">
                  <c:v>-40.122277</c:v>
                </c:pt>
                <c:pt idx="5706">
                  <c:v>-40.124224</c:v>
                </c:pt>
                <c:pt idx="5707">
                  <c:v>-40.115499</c:v>
                </c:pt>
                <c:pt idx="5708">
                  <c:v>-40.12099</c:v>
                </c:pt>
                <c:pt idx="5709">
                  <c:v>-40.11517</c:v>
                </c:pt>
                <c:pt idx="5710">
                  <c:v>-40.125311</c:v>
                </c:pt>
                <c:pt idx="5711">
                  <c:v>-40.131068</c:v>
                </c:pt>
                <c:pt idx="5712">
                  <c:v>-40.126167</c:v>
                </c:pt>
                <c:pt idx="5713">
                  <c:v>-40.156045</c:v>
                </c:pt>
                <c:pt idx="5714">
                  <c:v>-40.147457</c:v>
                </c:pt>
                <c:pt idx="5715">
                  <c:v>-40.166172</c:v>
                </c:pt>
                <c:pt idx="5716">
                  <c:v>-40.154663</c:v>
                </c:pt>
                <c:pt idx="5717">
                  <c:v>-40.162388</c:v>
                </c:pt>
                <c:pt idx="5718">
                  <c:v>-40.156399</c:v>
                </c:pt>
                <c:pt idx="5719">
                  <c:v>-40.18079</c:v>
                </c:pt>
                <c:pt idx="5720">
                  <c:v>-40.18236</c:v>
                </c:pt>
                <c:pt idx="5721">
                  <c:v>-40.195925</c:v>
                </c:pt>
                <c:pt idx="5722">
                  <c:v>-40.20904</c:v>
                </c:pt>
                <c:pt idx="5723">
                  <c:v>-40.222376</c:v>
                </c:pt>
                <c:pt idx="5724">
                  <c:v>-40.228754</c:v>
                </c:pt>
                <c:pt idx="5725">
                  <c:v>-40.222923</c:v>
                </c:pt>
                <c:pt idx="5726">
                  <c:v>-40.241212</c:v>
                </c:pt>
                <c:pt idx="5727">
                  <c:v>-40.252569</c:v>
                </c:pt>
                <c:pt idx="5728">
                  <c:v>-40.270545</c:v>
                </c:pt>
                <c:pt idx="5729">
                  <c:v>-40.284382</c:v>
                </c:pt>
                <c:pt idx="5730">
                  <c:v>-40.287066</c:v>
                </c:pt>
                <c:pt idx="5731">
                  <c:v>-40.312516</c:v>
                </c:pt>
                <c:pt idx="5732">
                  <c:v>-40.325524</c:v>
                </c:pt>
                <c:pt idx="5733">
                  <c:v>-40.341492</c:v>
                </c:pt>
                <c:pt idx="5734">
                  <c:v>-40.354064</c:v>
                </c:pt>
                <c:pt idx="5735">
                  <c:v>-40.366098</c:v>
                </c:pt>
                <c:pt idx="5736">
                  <c:v>-40.380178</c:v>
                </c:pt>
                <c:pt idx="5737">
                  <c:v>-40.385597</c:v>
                </c:pt>
                <c:pt idx="5738">
                  <c:v>-40.415475</c:v>
                </c:pt>
                <c:pt idx="5739">
                  <c:v>-40.432645</c:v>
                </c:pt>
                <c:pt idx="5740">
                  <c:v>-40.446063</c:v>
                </c:pt>
                <c:pt idx="5741">
                  <c:v>-40.469703</c:v>
                </c:pt>
                <c:pt idx="5742">
                  <c:v>-40.486065</c:v>
                </c:pt>
                <c:pt idx="5743">
                  <c:v>-40.49401</c:v>
                </c:pt>
                <c:pt idx="5744">
                  <c:v>-40.509903</c:v>
                </c:pt>
                <c:pt idx="5745">
                  <c:v>-40.53167</c:v>
                </c:pt>
                <c:pt idx="5746">
                  <c:v>-40.559307</c:v>
                </c:pt>
                <c:pt idx="5747">
                  <c:v>-40.566195</c:v>
                </c:pt>
                <c:pt idx="5748">
                  <c:v>-40.603292</c:v>
                </c:pt>
                <c:pt idx="5749">
                  <c:v>-40.608725</c:v>
                </c:pt>
                <c:pt idx="5750">
                  <c:v>-40.618535</c:v>
                </c:pt>
                <c:pt idx="5751">
                  <c:v>-40.659038</c:v>
                </c:pt>
                <c:pt idx="5752">
                  <c:v>-40.665492</c:v>
                </c:pt>
                <c:pt idx="5753">
                  <c:v>-40.684858</c:v>
                </c:pt>
                <c:pt idx="5754">
                  <c:v>-40.703165</c:v>
                </c:pt>
                <c:pt idx="5755">
                  <c:v>-40.73398</c:v>
                </c:pt>
                <c:pt idx="5756">
                  <c:v>-40.753703</c:v>
                </c:pt>
                <c:pt idx="5757">
                  <c:v>-40.770709</c:v>
                </c:pt>
                <c:pt idx="5758">
                  <c:v>-40.789497</c:v>
                </c:pt>
                <c:pt idx="5759">
                  <c:v>-40.808295</c:v>
                </c:pt>
                <c:pt idx="5760">
                  <c:v>-40.837721</c:v>
                </c:pt>
                <c:pt idx="5761">
                  <c:v>-40.85386</c:v>
                </c:pt>
                <c:pt idx="5762">
                  <c:v>-40.884949</c:v>
                </c:pt>
                <c:pt idx="5763">
                  <c:v>-40.909677</c:v>
                </c:pt>
                <c:pt idx="5764">
                  <c:v>-40.923733</c:v>
                </c:pt>
                <c:pt idx="5765">
                  <c:v>-40.939969</c:v>
                </c:pt>
                <c:pt idx="5766">
                  <c:v>-40.961466</c:v>
                </c:pt>
                <c:pt idx="5767">
                  <c:v>-40.979449</c:v>
                </c:pt>
                <c:pt idx="5768">
                  <c:v>-41.012927</c:v>
                </c:pt>
                <c:pt idx="5769">
                  <c:v>-41.037535</c:v>
                </c:pt>
                <c:pt idx="5770">
                  <c:v>-41.047303</c:v>
                </c:pt>
                <c:pt idx="5771">
                  <c:v>-41.074406</c:v>
                </c:pt>
                <c:pt idx="5772">
                  <c:v>-41.086079</c:v>
                </c:pt>
                <c:pt idx="5773">
                  <c:v>-41.123942</c:v>
                </c:pt>
                <c:pt idx="5774">
                  <c:v>-41.143173</c:v>
                </c:pt>
                <c:pt idx="5775">
                  <c:v>-41.16067</c:v>
                </c:pt>
                <c:pt idx="5776">
                  <c:v>-41.185481</c:v>
                </c:pt>
                <c:pt idx="5777">
                  <c:v>-41.210543</c:v>
                </c:pt>
                <c:pt idx="5778">
                  <c:v>-41.220527</c:v>
                </c:pt>
                <c:pt idx="5779">
                  <c:v>-41.24604</c:v>
                </c:pt>
                <c:pt idx="5780">
                  <c:v>-41.279943</c:v>
                </c:pt>
                <c:pt idx="5781">
                  <c:v>-41.293016</c:v>
                </c:pt>
                <c:pt idx="5782">
                  <c:v>-41.308316</c:v>
                </c:pt>
                <c:pt idx="5783">
                  <c:v>-41.339482</c:v>
                </c:pt>
                <c:pt idx="5784">
                  <c:v>-41.352778</c:v>
                </c:pt>
                <c:pt idx="5785">
                  <c:v>-41.375026</c:v>
                </c:pt>
                <c:pt idx="5786">
                  <c:v>-41.398516</c:v>
                </c:pt>
                <c:pt idx="5787">
                  <c:v>-41.418762</c:v>
                </c:pt>
                <c:pt idx="5788">
                  <c:v>-41.43575</c:v>
                </c:pt>
                <c:pt idx="5789">
                  <c:v>-41.456501</c:v>
                </c:pt>
                <c:pt idx="5790">
                  <c:v>-41.466786</c:v>
                </c:pt>
                <c:pt idx="5791">
                  <c:v>-41.497265</c:v>
                </c:pt>
                <c:pt idx="5792">
                  <c:v>-41.511278</c:v>
                </c:pt>
                <c:pt idx="5793">
                  <c:v>-41.531311</c:v>
                </c:pt>
                <c:pt idx="5794">
                  <c:v>-41.553194</c:v>
                </c:pt>
                <c:pt idx="5795">
                  <c:v>-41.578276</c:v>
                </c:pt>
                <c:pt idx="5796">
                  <c:v>-41.589377</c:v>
                </c:pt>
                <c:pt idx="5797">
                  <c:v>-41.602238</c:v>
                </c:pt>
                <c:pt idx="5798">
                  <c:v>-41.628062</c:v>
                </c:pt>
                <c:pt idx="5799">
                  <c:v>-41.639878</c:v>
                </c:pt>
                <c:pt idx="5800">
                  <c:v>-41.665587</c:v>
                </c:pt>
                <c:pt idx="5801">
                  <c:v>-41.67616</c:v>
                </c:pt>
                <c:pt idx="5802">
                  <c:v>-41.699504</c:v>
                </c:pt>
                <c:pt idx="5803">
                  <c:v>-41.710109</c:v>
                </c:pt>
                <c:pt idx="5804">
                  <c:v>-41.726865</c:v>
                </c:pt>
                <c:pt idx="5805">
                  <c:v>-41.745236</c:v>
                </c:pt>
                <c:pt idx="5806">
                  <c:v>-41.760316</c:v>
                </c:pt>
                <c:pt idx="5807">
                  <c:v>-41.780959</c:v>
                </c:pt>
                <c:pt idx="5808">
                  <c:v>-41.793904</c:v>
                </c:pt>
                <c:pt idx="5809">
                  <c:v>-41.809398</c:v>
                </c:pt>
                <c:pt idx="5810">
                  <c:v>-41.822607</c:v>
                </c:pt>
                <c:pt idx="5811">
                  <c:v>-41.832135</c:v>
                </c:pt>
                <c:pt idx="5812">
                  <c:v>-41.846614</c:v>
                </c:pt>
                <c:pt idx="5813">
                  <c:v>-41.867009</c:v>
                </c:pt>
                <c:pt idx="5814">
                  <c:v>-41.878939</c:v>
                </c:pt>
                <c:pt idx="5815">
                  <c:v>-41.891366</c:v>
                </c:pt>
                <c:pt idx="5816">
                  <c:v>-41.899631</c:v>
                </c:pt>
                <c:pt idx="5817">
                  <c:v>-41.916915</c:v>
                </c:pt>
                <c:pt idx="5818">
                  <c:v>-41.924769</c:v>
                </c:pt>
                <c:pt idx="5819">
                  <c:v>-41.941733</c:v>
                </c:pt>
                <c:pt idx="5820">
                  <c:v>-41.948896</c:v>
                </c:pt>
                <c:pt idx="5821">
                  <c:v>-41.964369</c:v>
                </c:pt>
                <c:pt idx="5822">
                  <c:v>-41.973769</c:v>
                </c:pt>
                <c:pt idx="5823">
                  <c:v>-41.983338</c:v>
                </c:pt>
                <c:pt idx="5824">
                  <c:v>-41.996783</c:v>
                </c:pt>
                <c:pt idx="5825">
                  <c:v>-42.004712</c:v>
                </c:pt>
                <c:pt idx="5826">
                  <c:v>-42.016969</c:v>
                </c:pt>
                <c:pt idx="5827">
                  <c:v>-42.023903</c:v>
                </c:pt>
                <c:pt idx="5828">
                  <c:v>-42.034579</c:v>
                </c:pt>
                <c:pt idx="5829">
                  <c:v>-42.040861</c:v>
                </c:pt>
                <c:pt idx="5830">
                  <c:v>-42.044748</c:v>
                </c:pt>
                <c:pt idx="5831">
                  <c:v>-42.055248</c:v>
                </c:pt>
                <c:pt idx="5832">
                  <c:v>-42.058972</c:v>
                </c:pt>
                <c:pt idx="5833">
                  <c:v>-42.068509</c:v>
                </c:pt>
                <c:pt idx="5834">
                  <c:v>-42.071591</c:v>
                </c:pt>
                <c:pt idx="5835">
                  <c:v>-42.080695</c:v>
                </c:pt>
                <c:pt idx="5836">
                  <c:v>-42.087721</c:v>
                </c:pt>
                <c:pt idx="5837">
                  <c:v>-42.091121</c:v>
                </c:pt>
                <c:pt idx="5838">
                  <c:v>-42.094531</c:v>
                </c:pt>
                <c:pt idx="5839">
                  <c:v>-42.097938</c:v>
                </c:pt>
                <c:pt idx="5840">
                  <c:v>-42.10118</c:v>
                </c:pt>
                <c:pt idx="5841">
                  <c:v>-42.107166</c:v>
                </c:pt>
                <c:pt idx="5842">
                  <c:v>-42.111927</c:v>
                </c:pt>
                <c:pt idx="5843">
                  <c:v>-42.113497</c:v>
                </c:pt>
                <c:pt idx="5844">
                  <c:v>-42.115131</c:v>
                </c:pt>
                <c:pt idx="5845">
                  <c:v>-42.11672</c:v>
                </c:pt>
                <c:pt idx="5846">
                  <c:v>-42.119872</c:v>
                </c:pt>
                <c:pt idx="5847">
                  <c:v>-42.120534</c:v>
                </c:pt>
                <c:pt idx="5848">
                  <c:v>-42.122354</c:v>
                </c:pt>
                <c:pt idx="5849">
                  <c:v>-42.122267</c:v>
                </c:pt>
                <c:pt idx="5850">
                  <c:v>-42.123017</c:v>
                </c:pt>
                <c:pt idx="5851">
                  <c:v>-42.121741</c:v>
                </c:pt>
                <c:pt idx="5852">
                  <c:v>-42.120344</c:v>
                </c:pt>
                <c:pt idx="5853">
                  <c:v>-42.120741</c:v>
                </c:pt>
                <c:pt idx="5854">
                  <c:v>-42.11878</c:v>
                </c:pt>
                <c:pt idx="5855">
                  <c:v>-42.116625</c:v>
                </c:pt>
                <c:pt idx="5856">
                  <c:v>-42.114153</c:v>
                </c:pt>
                <c:pt idx="5857">
                  <c:v>-42.111446</c:v>
                </c:pt>
                <c:pt idx="5858">
                  <c:v>-42.108386</c:v>
                </c:pt>
                <c:pt idx="5859">
                  <c:v>-42.105035</c:v>
                </c:pt>
                <c:pt idx="5860">
                  <c:v>-42.101301</c:v>
                </c:pt>
                <c:pt idx="5861">
                  <c:v>-42.097277</c:v>
                </c:pt>
                <c:pt idx="5862">
                  <c:v>-42.092802</c:v>
                </c:pt>
                <c:pt idx="5863">
                  <c:v>-42.088516</c:v>
                </c:pt>
                <c:pt idx="5864">
                  <c:v>-42.083569</c:v>
                </c:pt>
                <c:pt idx="5865">
                  <c:v>-42.07833</c:v>
                </c:pt>
                <c:pt idx="5866">
                  <c:v>-42.07242</c:v>
                </c:pt>
                <c:pt idx="5867">
                  <c:v>-42.066054</c:v>
                </c:pt>
                <c:pt idx="5868">
                  <c:v>-42.059154</c:v>
                </c:pt>
                <c:pt idx="5869">
                  <c:v>-42.051892</c:v>
                </c:pt>
                <c:pt idx="5870">
                  <c:v>-42.044162</c:v>
                </c:pt>
                <c:pt idx="5871">
                  <c:v>-42.036111</c:v>
                </c:pt>
                <c:pt idx="5872">
                  <c:v>-42.027626</c:v>
                </c:pt>
                <c:pt idx="5873">
                  <c:v>-42.018889</c:v>
                </c:pt>
                <c:pt idx="5874">
                  <c:v>-42.00988</c:v>
                </c:pt>
                <c:pt idx="5875">
                  <c:v>-42.000473</c:v>
                </c:pt>
                <c:pt idx="5876">
                  <c:v>-41.990658</c:v>
                </c:pt>
                <c:pt idx="5877">
                  <c:v>-41.980751</c:v>
                </c:pt>
                <c:pt idx="5878">
                  <c:v>-41.970104</c:v>
                </c:pt>
                <c:pt idx="5879">
                  <c:v>-41.958965</c:v>
                </c:pt>
                <c:pt idx="5880">
                  <c:v>-41.947382</c:v>
                </c:pt>
                <c:pt idx="5881">
                  <c:v>-41.93555</c:v>
                </c:pt>
                <c:pt idx="5882">
                  <c:v>-41.923392</c:v>
                </c:pt>
                <c:pt idx="5883">
                  <c:v>-41.91108</c:v>
                </c:pt>
                <c:pt idx="5884">
                  <c:v>-41.898511</c:v>
                </c:pt>
                <c:pt idx="5885">
                  <c:v>-41.885823</c:v>
                </c:pt>
                <c:pt idx="5886">
                  <c:v>-41.872859</c:v>
                </c:pt>
                <c:pt idx="5887">
                  <c:v>-41.859736</c:v>
                </c:pt>
                <c:pt idx="5888">
                  <c:v>-41.8463</c:v>
                </c:pt>
                <c:pt idx="5889">
                  <c:v>-41.832696</c:v>
                </c:pt>
                <c:pt idx="5890">
                  <c:v>-41.818836</c:v>
                </c:pt>
                <c:pt idx="5891">
                  <c:v>-41.801804</c:v>
                </c:pt>
                <c:pt idx="5892">
                  <c:v>-41.785891</c:v>
                </c:pt>
                <c:pt idx="5893">
                  <c:v>-41.770024</c:v>
                </c:pt>
                <c:pt idx="5894">
                  <c:v>-41.754228</c:v>
                </c:pt>
                <c:pt idx="5895">
                  <c:v>-41.738508</c:v>
                </c:pt>
                <c:pt idx="5896">
                  <c:v>-41.722702</c:v>
                </c:pt>
                <c:pt idx="5897">
                  <c:v>-41.706872</c:v>
                </c:pt>
                <c:pt idx="5898">
                  <c:v>-41.690893</c:v>
                </c:pt>
                <c:pt idx="5899">
                  <c:v>-41.674867</c:v>
                </c:pt>
                <c:pt idx="5900">
                  <c:v>-41.658651</c:v>
                </c:pt>
                <c:pt idx="5901">
                  <c:v>-41.642348</c:v>
                </c:pt>
                <c:pt idx="5902">
                  <c:v>-41.625963</c:v>
                </c:pt>
                <c:pt idx="5903">
                  <c:v>-41.609494</c:v>
                </c:pt>
                <c:pt idx="5904">
                  <c:v>-41.592799</c:v>
                </c:pt>
                <c:pt idx="5905">
                  <c:v>-41.576009</c:v>
                </c:pt>
                <c:pt idx="5906">
                  <c:v>-41.559028</c:v>
                </c:pt>
                <c:pt idx="5907">
                  <c:v>-41.542044</c:v>
                </c:pt>
                <c:pt idx="5908">
                  <c:v>-41.524954</c:v>
                </c:pt>
                <c:pt idx="5909">
                  <c:v>-41.507842</c:v>
                </c:pt>
                <c:pt idx="5910">
                  <c:v>-41.490491</c:v>
                </c:pt>
                <c:pt idx="5911">
                  <c:v>-41.473246</c:v>
                </c:pt>
                <c:pt idx="5912">
                  <c:v>-41.455958</c:v>
                </c:pt>
                <c:pt idx="5913">
                  <c:v>-41.434534</c:v>
                </c:pt>
                <c:pt idx="5914">
                  <c:v>-41.415018</c:v>
                </c:pt>
                <c:pt idx="5915">
                  <c:v>-41.396339</c:v>
                </c:pt>
                <c:pt idx="5916">
                  <c:v>-41.37815</c:v>
                </c:pt>
                <c:pt idx="5917">
                  <c:v>-41.360342</c:v>
                </c:pt>
                <c:pt idx="5918">
                  <c:v>-41.342756</c:v>
                </c:pt>
                <c:pt idx="5919">
                  <c:v>-41.325481</c:v>
                </c:pt>
                <c:pt idx="5920">
                  <c:v>-41.308363</c:v>
                </c:pt>
                <c:pt idx="5921">
                  <c:v>-41.291498</c:v>
                </c:pt>
                <c:pt idx="5922">
                  <c:v>-41.274613</c:v>
                </c:pt>
                <c:pt idx="5923">
                  <c:v>-41.257808</c:v>
                </c:pt>
                <c:pt idx="5924">
                  <c:v>-41.241102</c:v>
                </c:pt>
                <c:pt idx="5925">
                  <c:v>-41.224604</c:v>
                </c:pt>
                <c:pt idx="5926">
                  <c:v>-41.208188</c:v>
                </c:pt>
                <c:pt idx="5927">
                  <c:v>-41.191777</c:v>
                </c:pt>
                <c:pt idx="5928">
                  <c:v>-41.175389</c:v>
                </c:pt>
                <c:pt idx="5929">
                  <c:v>-41.159179</c:v>
                </c:pt>
                <c:pt idx="5930">
                  <c:v>-41.143043</c:v>
                </c:pt>
                <c:pt idx="5931">
                  <c:v>-41.127164</c:v>
                </c:pt>
                <c:pt idx="5932">
                  <c:v>-41.111415</c:v>
                </c:pt>
                <c:pt idx="5933">
                  <c:v>-41.095841</c:v>
                </c:pt>
                <c:pt idx="5934">
                  <c:v>-41.08037</c:v>
                </c:pt>
                <c:pt idx="5935">
                  <c:v>-41.065112</c:v>
                </c:pt>
                <c:pt idx="5936">
                  <c:v>-41.050017</c:v>
                </c:pt>
                <c:pt idx="5937">
                  <c:v>-41.035168</c:v>
                </c:pt>
                <c:pt idx="5938">
                  <c:v>-41.020506</c:v>
                </c:pt>
                <c:pt idx="5939">
                  <c:v>-41.006105</c:v>
                </c:pt>
                <c:pt idx="5940">
                  <c:v>-40.991879</c:v>
                </c:pt>
                <c:pt idx="5941">
                  <c:v>-40.977829</c:v>
                </c:pt>
                <c:pt idx="5942">
                  <c:v>-40.963884</c:v>
                </c:pt>
                <c:pt idx="5943">
                  <c:v>-40.950094</c:v>
                </c:pt>
                <c:pt idx="5944">
                  <c:v>-40.936529</c:v>
                </c:pt>
                <c:pt idx="5945">
                  <c:v>-40.923159</c:v>
                </c:pt>
                <c:pt idx="5946">
                  <c:v>-40.909946</c:v>
                </c:pt>
                <c:pt idx="5947">
                  <c:v>-40.896826</c:v>
                </c:pt>
                <c:pt idx="5948">
                  <c:v>-40.883845</c:v>
                </c:pt>
                <c:pt idx="5949">
                  <c:v>-40.871227</c:v>
                </c:pt>
                <c:pt idx="5950">
                  <c:v>-40.859602</c:v>
                </c:pt>
                <c:pt idx="5951">
                  <c:v>-40.848156</c:v>
                </c:pt>
                <c:pt idx="5952">
                  <c:v>-40.836539</c:v>
                </c:pt>
                <c:pt idx="5953">
                  <c:v>-40.825304</c:v>
                </c:pt>
                <c:pt idx="5954">
                  <c:v>-40.813858</c:v>
                </c:pt>
                <c:pt idx="5955">
                  <c:v>-40.802976</c:v>
                </c:pt>
                <c:pt idx="5956">
                  <c:v>-40.792149</c:v>
                </c:pt>
                <c:pt idx="5957">
                  <c:v>-40.781808</c:v>
                </c:pt>
                <c:pt idx="5958">
                  <c:v>-40.771399</c:v>
                </c:pt>
                <c:pt idx="5959">
                  <c:v>-40.761549</c:v>
                </c:pt>
                <c:pt idx="5960">
                  <c:v>-40.751634</c:v>
                </c:pt>
                <c:pt idx="5961">
                  <c:v>-40.742257</c:v>
                </c:pt>
                <c:pt idx="5962">
                  <c:v>-40.732816</c:v>
                </c:pt>
                <c:pt idx="5963">
                  <c:v>-40.723871</c:v>
                </c:pt>
                <c:pt idx="5964">
                  <c:v>-40.714836</c:v>
                </c:pt>
                <c:pt idx="5965">
                  <c:v>-40.706324</c:v>
                </c:pt>
                <c:pt idx="5966">
                  <c:v>-40.697819</c:v>
                </c:pt>
                <c:pt idx="5967">
                  <c:v>-40.68984</c:v>
                </c:pt>
                <c:pt idx="5968">
                  <c:v>-40.681823</c:v>
                </c:pt>
                <c:pt idx="5969">
                  <c:v>-40.674253</c:v>
                </c:pt>
                <c:pt idx="5970">
                  <c:v>-40.666648</c:v>
                </c:pt>
                <c:pt idx="5971">
                  <c:v>-40.659541</c:v>
                </c:pt>
                <c:pt idx="5972">
                  <c:v>-40.652316</c:v>
                </c:pt>
                <c:pt idx="5973">
                  <c:v>-40.645497</c:v>
                </c:pt>
                <c:pt idx="5974">
                  <c:v>-40.638577</c:v>
                </c:pt>
                <c:pt idx="5975">
                  <c:v>-40.63203</c:v>
                </c:pt>
                <c:pt idx="5976">
                  <c:v>-40.625476</c:v>
                </c:pt>
                <c:pt idx="5977">
                  <c:v>-40.619302</c:v>
                </c:pt>
                <c:pt idx="5978">
                  <c:v>-40.61309</c:v>
                </c:pt>
                <c:pt idx="5979">
                  <c:v>-40.607207</c:v>
                </c:pt>
                <c:pt idx="5980">
                  <c:v>-40.601375</c:v>
                </c:pt>
                <c:pt idx="5981">
                  <c:v>-40.595912</c:v>
                </c:pt>
                <c:pt idx="5982">
                  <c:v>-40.590419</c:v>
                </c:pt>
                <c:pt idx="5983">
                  <c:v>-40.585177</c:v>
                </c:pt>
                <c:pt idx="5984">
                  <c:v>-40.579848</c:v>
                </c:pt>
                <c:pt idx="5985">
                  <c:v>-40.574815</c:v>
                </c:pt>
                <c:pt idx="5986">
                  <c:v>-40.569773</c:v>
                </c:pt>
                <c:pt idx="5987">
                  <c:v>-40.564983</c:v>
                </c:pt>
                <c:pt idx="5988">
                  <c:v>-40.560195</c:v>
                </c:pt>
                <c:pt idx="5989">
                  <c:v>-40.555693</c:v>
                </c:pt>
                <c:pt idx="5990">
                  <c:v>-40.551148</c:v>
                </c:pt>
                <c:pt idx="5991">
                  <c:v>-40.546811</c:v>
                </c:pt>
                <c:pt idx="5992">
                  <c:v>-40.542412</c:v>
                </c:pt>
                <c:pt idx="5993">
                  <c:v>-40.538156</c:v>
                </c:pt>
                <c:pt idx="5994">
                  <c:v>-40.533844</c:v>
                </c:pt>
                <c:pt idx="5995">
                  <c:v>-40.529665</c:v>
                </c:pt>
                <c:pt idx="5996">
                  <c:v>-40.525465</c:v>
                </c:pt>
                <c:pt idx="5997">
                  <c:v>-40.521454</c:v>
                </c:pt>
                <c:pt idx="5998">
                  <c:v>-40.517381</c:v>
                </c:pt>
                <c:pt idx="5999">
                  <c:v>-40.513469</c:v>
                </c:pt>
                <c:pt idx="6000">
                  <c:v>-40.509544</c:v>
                </c:pt>
                <c:pt idx="6001">
                  <c:v>-40.50578</c:v>
                </c:pt>
                <c:pt idx="6002">
                  <c:v>-40.502008</c:v>
                </c:pt>
                <c:pt idx="6003">
                  <c:v>-40.49829</c:v>
                </c:pt>
                <c:pt idx="6004">
                  <c:v>-40.494507</c:v>
                </c:pt>
                <c:pt idx="6005">
                  <c:v>-40.490868</c:v>
                </c:pt>
                <c:pt idx="6006">
                  <c:v>-40.487114</c:v>
                </c:pt>
                <c:pt idx="6007">
                  <c:v>-40.483481</c:v>
                </c:pt>
                <c:pt idx="6008">
                  <c:v>-40.479842</c:v>
                </c:pt>
                <c:pt idx="6009">
                  <c:v>-40.476336</c:v>
                </c:pt>
                <c:pt idx="6010">
                  <c:v>-40.472747</c:v>
                </c:pt>
                <c:pt idx="6011">
                  <c:v>-40.469175</c:v>
                </c:pt>
                <c:pt idx="6012">
                  <c:v>-40.465592</c:v>
                </c:pt>
                <c:pt idx="6013">
                  <c:v>-40.462068</c:v>
                </c:pt>
                <c:pt idx="6014">
                  <c:v>-40.458564</c:v>
                </c:pt>
                <c:pt idx="6015">
                  <c:v>-40.455068</c:v>
                </c:pt>
                <c:pt idx="6016">
                  <c:v>-40.451501</c:v>
                </c:pt>
                <c:pt idx="6017">
                  <c:v>-40.447981</c:v>
                </c:pt>
                <c:pt idx="6018">
                  <c:v>-40.444411</c:v>
                </c:pt>
                <c:pt idx="6019">
                  <c:v>-40.440855</c:v>
                </c:pt>
                <c:pt idx="6020">
                  <c:v>-40.43725</c:v>
                </c:pt>
                <c:pt idx="6021">
                  <c:v>-40.433684</c:v>
                </c:pt>
                <c:pt idx="6022">
                  <c:v>-40.430059</c:v>
                </c:pt>
                <c:pt idx="6023">
                  <c:v>-40.42647</c:v>
                </c:pt>
                <c:pt idx="6024">
                  <c:v>-40.422818</c:v>
                </c:pt>
                <c:pt idx="6025">
                  <c:v>-40.419173</c:v>
                </c:pt>
                <c:pt idx="6026">
                  <c:v>-40.415442</c:v>
                </c:pt>
                <c:pt idx="6027">
                  <c:v>-40.411697</c:v>
                </c:pt>
                <c:pt idx="6028">
                  <c:v>-40.407857</c:v>
                </c:pt>
                <c:pt idx="6029">
                  <c:v>-40.404002</c:v>
                </c:pt>
                <c:pt idx="6030">
                  <c:v>-40.40004</c:v>
                </c:pt>
                <c:pt idx="6031">
                  <c:v>-40.39604</c:v>
                </c:pt>
                <c:pt idx="6032">
                  <c:v>-40.391926</c:v>
                </c:pt>
                <c:pt idx="6033">
                  <c:v>-40.387775</c:v>
                </c:pt>
                <c:pt idx="6034">
                  <c:v>-40.383512</c:v>
                </c:pt>
                <c:pt idx="6035">
                  <c:v>-40.379214</c:v>
                </c:pt>
                <c:pt idx="6036">
                  <c:v>-40.374816</c:v>
                </c:pt>
                <c:pt idx="6037">
                  <c:v>-40.370391</c:v>
                </c:pt>
                <c:pt idx="6038">
                  <c:v>-40.365858</c:v>
                </c:pt>
                <c:pt idx="6039">
                  <c:v>-40.361286</c:v>
                </c:pt>
                <c:pt idx="6040">
                  <c:v>-40.356604</c:v>
                </c:pt>
                <c:pt idx="6041">
                  <c:v>-40.351855</c:v>
                </c:pt>
                <c:pt idx="6042">
                  <c:v>-40.346957</c:v>
                </c:pt>
                <c:pt idx="6043">
                  <c:v>-40.341981</c:v>
                </c:pt>
                <c:pt idx="6044">
                  <c:v>-40.336861</c:v>
                </c:pt>
                <c:pt idx="6045">
                  <c:v>-40.331673</c:v>
                </c:pt>
                <c:pt idx="6046">
                  <c:v>-40.326325</c:v>
                </c:pt>
                <c:pt idx="6047">
                  <c:v>-40.320882</c:v>
                </c:pt>
                <c:pt idx="6048">
                  <c:v>-40.315252</c:v>
                </c:pt>
                <c:pt idx="6049">
                  <c:v>-40.309506</c:v>
                </c:pt>
                <c:pt idx="6050">
                  <c:v>-40.303641</c:v>
                </c:pt>
                <c:pt idx="6051">
                  <c:v>-40.29769</c:v>
                </c:pt>
                <c:pt idx="6052">
                  <c:v>-40.291639</c:v>
                </c:pt>
                <c:pt idx="6053">
                  <c:v>-40.285542</c:v>
                </c:pt>
                <c:pt idx="6054">
                  <c:v>-40.279322</c:v>
                </c:pt>
                <c:pt idx="6055">
                  <c:v>-40.273045</c:v>
                </c:pt>
                <c:pt idx="6056">
                  <c:v>-40.266646</c:v>
                </c:pt>
                <c:pt idx="6057">
                  <c:v>-40.260191</c:v>
                </c:pt>
                <c:pt idx="6058">
                  <c:v>-40.253607</c:v>
                </c:pt>
                <c:pt idx="6059">
                  <c:v>-40.246948</c:v>
                </c:pt>
                <c:pt idx="6060">
                  <c:v>-40.240148</c:v>
                </c:pt>
                <c:pt idx="6061">
                  <c:v>-40.233273</c:v>
                </c:pt>
                <c:pt idx="6062">
                  <c:v>-40.226253</c:v>
                </c:pt>
                <c:pt idx="6063">
                  <c:v>-40.219162</c:v>
                </c:pt>
                <c:pt idx="6064">
                  <c:v>-40.211953</c:v>
                </c:pt>
                <c:pt idx="6065">
                  <c:v>-40.204699</c:v>
                </c:pt>
                <c:pt idx="6066">
                  <c:v>-40.197321</c:v>
                </c:pt>
                <c:pt idx="6067">
                  <c:v>-40.189872</c:v>
                </c:pt>
                <c:pt idx="6068">
                  <c:v>-40.182285</c:v>
                </c:pt>
                <c:pt idx="6069">
                  <c:v>-40.174628</c:v>
                </c:pt>
                <c:pt idx="6070">
                  <c:v>-40.166836</c:v>
                </c:pt>
                <c:pt idx="6071">
                  <c:v>-40.158983</c:v>
                </c:pt>
                <c:pt idx="6072">
                  <c:v>-40.151004</c:v>
                </c:pt>
                <c:pt idx="6073">
                  <c:v>-40.142966</c:v>
                </c:pt>
                <c:pt idx="6074">
                  <c:v>-40.134806</c:v>
                </c:pt>
                <c:pt idx="6075">
                  <c:v>-40.126593</c:v>
                </c:pt>
                <c:pt idx="6076">
                  <c:v>-40.118256</c:v>
                </c:pt>
                <c:pt idx="6077">
                  <c:v>-40.109864</c:v>
                </c:pt>
                <c:pt idx="6078">
                  <c:v>-40.101345</c:v>
                </c:pt>
                <c:pt idx="6079">
                  <c:v>-40.092764</c:v>
                </c:pt>
                <c:pt idx="6080">
                  <c:v>-40.08406</c:v>
                </c:pt>
                <c:pt idx="6081">
                  <c:v>-40.0753</c:v>
                </c:pt>
                <c:pt idx="6082">
                  <c:v>-40.066425</c:v>
                </c:pt>
                <c:pt idx="6083">
                  <c:v>-40.057496</c:v>
                </c:pt>
                <c:pt idx="6084">
                  <c:v>-40.048438</c:v>
                </c:pt>
                <c:pt idx="6085">
                  <c:v>-40.039306</c:v>
                </c:pt>
                <c:pt idx="6086">
                  <c:v>-40.030025</c:v>
                </c:pt>
                <c:pt idx="6087">
                  <c:v>-40.0207</c:v>
                </c:pt>
                <c:pt idx="6088">
                  <c:v>-40.011308</c:v>
                </c:pt>
                <c:pt idx="6089">
                  <c:v>-40.001914</c:v>
                </c:pt>
                <c:pt idx="6090">
                  <c:v>-39.992454</c:v>
                </c:pt>
                <c:pt idx="6091">
                  <c:v>-39.982953</c:v>
                </c:pt>
                <c:pt idx="6092">
                  <c:v>-39.973365</c:v>
                </c:pt>
                <c:pt idx="6093">
                  <c:v>-39.963792</c:v>
                </c:pt>
                <c:pt idx="6094">
                  <c:v>-39.954173</c:v>
                </c:pt>
                <c:pt idx="6095">
                  <c:v>-39.944567</c:v>
                </c:pt>
                <c:pt idx="6096">
                  <c:v>-39.934907</c:v>
                </c:pt>
                <c:pt idx="6097">
                  <c:v>-39.925257</c:v>
                </c:pt>
                <c:pt idx="6098">
                  <c:v>-39.915547</c:v>
                </c:pt>
                <c:pt idx="6099">
                  <c:v>-39.905844</c:v>
                </c:pt>
                <c:pt idx="6100">
                  <c:v>-39.896089</c:v>
                </c:pt>
                <c:pt idx="6101">
                  <c:v>-39.88635</c:v>
                </c:pt>
                <c:pt idx="6102">
                  <c:v>-39.876558</c:v>
                </c:pt>
                <c:pt idx="6103">
                  <c:v>-39.866782</c:v>
                </c:pt>
                <c:pt idx="6104">
                  <c:v>-39.856964</c:v>
                </c:pt>
                <c:pt idx="6105">
                  <c:v>-39.847162</c:v>
                </c:pt>
                <c:pt idx="6106">
                  <c:v>-39.837303</c:v>
                </c:pt>
                <c:pt idx="6107">
                  <c:v>-39.827425</c:v>
                </c:pt>
                <c:pt idx="6108">
                  <c:v>-39.817474</c:v>
                </c:pt>
                <c:pt idx="6109">
                  <c:v>-39.807532</c:v>
                </c:pt>
                <c:pt idx="6110">
                  <c:v>-39.797527</c:v>
                </c:pt>
                <c:pt idx="6111">
                  <c:v>-39.787527</c:v>
                </c:pt>
                <c:pt idx="6112">
                  <c:v>-39.777457</c:v>
                </c:pt>
                <c:pt idx="6113">
                  <c:v>-39.767407</c:v>
                </c:pt>
                <c:pt idx="6114">
                  <c:v>-39.757311</c:v>
                </c:pt>
                <c:pt idx="6115">
                  <c:v>-39.747236</c:v>
                </c:pt>
                <c:pt idx="6116">
                  <c:v>-39.737122</c:v>
                </c:pt>
                <c:pt idx="6117">
                  <c:v>-39.727037</c:v>
                </c:pt>
                <c:pt idx="6118">
                  <c:v>-39.71688</c:v>
                </c:pt>
                <c:pt idx="6119">
                  <c:v>-39.706738</c:v>
                </c:pt>
                <c:pt idx="6120">
                  <c:v>-39.696566</c:v>
                </c:pt>
                <c:pt idx="6121">
                  <c:v>-39.68645</c:v>
                </c:pt>
                <c:pt idx="6122">
                  <c:v>-39.676324</c:v>
                </c:pt>
                <c:pt idx="6123">
                  <c:v>-39.666261</c:v>
                </c:pt>
                <c:pt idx="6124">
                  <c:v>-39.656194</c:v>
                </c:pt>
                <c:pt idx="6125">
                  <c:v>-39.646193</c:v>
                </c:pt>
                <c:pt idx="6126">
                  <c:v>-39.636174</c:v>
                </c:pt>
                <c:pt idx="6127">
                  <c:v>-39.626186</c:v>
                </c:pt>
                <c:pt idx="6128">
                  <c:v>-39.616176</c:v>
                </c:pt>
                <c:pt idx="6129">
                  <c:v>-39.606226</c:v>
                </c:pt>
                <c:pt idx="6130">
                  <c:v>-39.596283</c:v>
                </c:pt>
                <c:pt idx="6131">
                  <c:v>-39.58642</c:v>
                </c:pt>
                <c:pt idx="6132">
                  <c:v>-39.576564</c:v>
                </c:pt>
                <c:pt idx="6133">
                  <c:v>-39.566794</c:v>
                </c:pt>
                <c:pt idx="6134">
                  <c:v>-39.557046</c:v>
                </c:pt>
                <c:pt idx="6135">
                  <c:v>-39.547401</c:v>
                </c:pt>
                <c:pt idx="6136">
                  <c:v>-39.53775</c:v>
                </c:pt>
                <c:pt idx="6137">
                  <c:v>-39.528172</c:v>
                </c:pt>
                <c:pt idx="6138">
                  <c:v>-39.518596</c:v>
                </c:pt>
                <c:pt idx="6139">
                  <c:v>-39.509123</c:v>
                </c:pt>
                <c:pt idx="6140">
                  <c:v>-39.499684</c:v>
                </c:pt>
                <c:pt idx="6141">
                  <c:v>-39.490356</c:v>
                </c:pt>
                <c:pt idx="6142">
                  <c:v>-39.481062</c:v>
                </c:pt>
                <c:pt idx="6143">
                  <c:v>-39.47188</c:v>
                </c:pt>
                <c:pt idx="6144">
                  <c:v>-39.462738</c:v>
                </c:pt>
                <c:pt idx="6145">
                  <c:v>-39.453719</c:v>
                </c:pt>
                <c:pt idx="6146">
                  <c:v>-39.444747</c:v>
                </c:pt>
                <c:pt idx="6147">
                  <c:v>-39.435888</c:v>
                </c:pt>
                <c:pt idx="6148">
                  <c:v>-39.427069</c:v>
                </c:pt>
                <c:pt idx="6149">
                  <c:v>-39.418362</c:v>
                </c:pt>
                <c:pt idx="6150">
                  <c:v>-39.409713</c:v>
                </c:pt>
                <c:pt idx="6151">
                  <c:v>-39.40121</c:v>
                </c:pt>
                <c:pt idx="6152">
                  <c:v>-39.392771</c:v>
                </c:pt>
                <c:pt idx="6153">
                  <c:v>-39.384475</c:v>
                </c:pt>
                <c:pt idx="6154">
                  <c:v>-39.376241</c:v>
                </c:pt>
                <c:pt idx="6155">
                  <c:v>-39.368068</c:v>
                </c:pt>
                <c:pt idx="6156">
                  <c:v>-39.35992</c:v>
                </c:pt>
                <c:pt idx="6157">
                  <c:v>-39.351913</c:v>
                </c:pt>
                <c:pt idx="6158">
                  <c:v>-39.345496</c:v>
                </c:pt>
                <c:pt idx="6159">
                  <c:v>-39.338796</c:v>
                </c:pt>
                <c:pt idx="6160">
                  <c:v>-39.331819</c:v>
                </c:pt>
                <c:pt idx="6161">
                  <c:v>-39.324801</c:v>
                </c:pt>
                <c:pt idx="6162">
                  <c:v>-39.317771</c:v>
                </c:pt>
                <c:pt idx="6163">
                  <c:v>-39.310638</c:v>
                </c:pt>
                <c:pt idx="6164">
                  <c:v>-39.303525</c:v>
                </c:pt>
                <c:pt idx="6165">
                  <c:v>-39.296553</c:v>
                </c:pt>
                <c:pt idx="6166">
                  <c:v>-39.289567</c:v>
                </c:pt>
                <c:pt idx="6167">
                  <c:v>-39.282693</c:v>
                </c:pt>
                <c:pt idx="6168">
                  <c:v>-39.27715</c:v>
                </c:pt>
                <c:pt idx="6169">
                  <c:v>-39.271384</c:v>
                </c:pt>
                <c:pt idx="6170">
                  <c:v>-39.265445</c:v>
                </c:pt>
                <c:pt idx="6171">
                  <c:v>-39.259449</c:v>
                </c:pt>
                <c:pt idx="6172">
                  <c:v>-39.253322</c:v>
                </c:pt>
                <c:pt idx="6173">
                  <c:v>-39.247191</c:v>
                </c:pt>
                <c:pt idx="6174">
                  <c:v>-39.240965</c:v>
                </c:pt>
                <c:pt idx="6175">
                  <c:v>-39.234898</c:v>
                </c:pt>
                <c:pt idx="6176">
                  <c:v>-39.228738</c:v>
                </c:pt>
                <c:pt idx="6177">
                  <c:v>-39.222643</c:v>
                </c:pt>
                <c:pt idx="6178">
                  <c:v>-39.216531</c:v>
                </c:pt>
                <c:pt idx="6179">
                  <c:v>-39.210637</c:v>
                </c:pt>
                <c:pt idx="6180">
                  <c:v>-39.204798</c:v>
                </c:pt>
                <c:pt idx="6181">
                  <c:v>-39.199043</c:v>
                </c:pt>
                <c:pt idx="6182">
                  <c:v>-39.193155</c:v>
                </c:pt>
                <c:pt idx="6183">
                  <c:v>-39.187322</c:v>
                </c:pt>
                <c:pt idx="6184">
                  <c:v>-39.181471</c:v>
                </c:pt>
                <c:pt idx="6185">
                  <c:v>-39.175675</c:v>
                </c:pt>
                <c:pt idx="6186">
                  <c:v>-39.169746</c:v>
                </c:pt>
                <c:pt idx="6187">
                  <c:v>-39.163843</c:v>
                </c:pt>
                <c:pt idx="6188">
                  <c:v>-39.157882</c:v>
                </c:pt>
                <c:pt idx="6189">
                  <c:v>-39.15207</c:v>
                </c:pt>
                <c:pt idx="6190">
                  <c:v>-39.146303</c:v>
                </c:pt>
                <c:pt idx="6191">
                  <c:v>-39.140652</c:v>
                </c:pt>
                <c:pt idx="6192">
                  <c:v>-39.13502</c:v>
                </c:pt>
                <c:pt idx="6193">
                  <c:v>-39.129486</c:v>
                </c:pt>
                <c:pt idx="6194">
                  <c:v>-39.123927</c:v>
                </c:pt>
                <c:pt idx="6195">
                  <c:v>-39.11846</c:v>
                </c:pt>
                <c:pt idx="6196">
                  <c:v>-39.113013</c:v>
                </c:pt>
                <c:pt idx="6197">
                  <c:v>-39.107626</c:v>
                </c:pt>
                <c:pt idx="6198">
                  <c:v>-39.102201</c:v>
                </c:pt>
                <c:pt idx="6199">
                  <c:v>-39.098161</c:v>
                </c:pt>
                <c:pt idx="6200">
                  <c:v>-39.093809</c:v>
                </c:pt>
                <c:pt idx="6201">
                  <c:v>-39.089243</c:v>
                </c:pt>
                <c:pt idx="6202">
                  <c:v>-39.084463</c:v>
                </c:pt>
                <c:pt idx="6203">
                  <c:v>-39.079649</c:v>
                </c:pt>
                <c:pt idx="6204">
                  <c:v>-39.074613</c:v>
                </c:pt>
                <c:pt idx="6205">
                  <c:v>-39.069604</c:v>
                </c:pt>
                <c:pt idx="6206">
                  <c:v>-39.064535</c:v>
                </c:pt>
                <c:pt idx="6207">
                  <c:v>-39.059486</c:v>
                </c:pt>
                <c:pt idx="6208">
                  <c:v>-39.054401</c:v>
                </c:pt>
                <c:pt idx="6209">
                  <c:v>-39.04932</c:v>
                </c:pt>
                <c:pt idx="6210">
                  <c:v>-39.044029</c:v>
                </c:pt>
                <c:pt idx="6211">
                  <c:v>-39.038763</c:v>
                </c:pt>
                <c:pt idx="6212">
                  <c:v>-39.033494</c:v>
                </c:pt>
                <c:pt idx="6213">
                  <c:v>-39.028249</c:v>
                </c:pt>
                <c:pt idx="6214">
                  <c:v>-39.023047</c:v>
                </c:pt>
                <c:pt idx="6215">
                  <c:v>-39.017868</c:v>
                </c:pt>
                <c:pt idx="6216">
                  <c:v>-39.012799</c:v>
                </c:pt>
                <c:pt idx="6217">
                  <c:v>-39.007739</c:v>
                </c:pt>
                <c:pt idx="6218">
                  <c:v>-39.002789</c:v>
                </c:pt>
                <c:pt idx="6219">
                  <c:v>-38.997891</c:v>
                </c:pt>
                <c:pt idx="6220">
                  <c:v>-38.993055</c:v>
                </c:pt>
                <c:pt idx="6221">
                  <c:v>-38.988201</c:v>
                </c:pt>
                <c:pt idx="6222">
                  <c:v>-38.983479</c:v>
                </c:pt>
                <c:pt idx="6223">
                  <c:v>-38.9788</c:v>
                </c:pt>
                <c:pt idx="6224">
                  <c:v>-38.974133</c:v>
                </c:pt>
                <c:pt idx="6225">
                  <c:v>-38.969523</c:v>
                </c:pt>
                <c:pt idx="6226">
                  <c:v>-38.964885</c:v>
                </c:pt>
                <c:pt idx="6227">
                  <c:v>-38.96033</c:v>
                </c:pt>
                <c:pt idx="6228">
                  <c:v>-38.955813</c:v>
                </c:pt>
                <c:pt idx="6229">
                  <c:v>-38.951314</c:v>
                </c:pt>
                <c:pt idx="6230">
                  <c:v>-38.946861</c:v>
                </c:pt>
                <c:pt idx="6231">
                  <c:v>-38.942495</c:v>
                </c:pt>
                <c:pt idx="6232">
                  <c:v>-38.938129</c:v>
                </c:pt>
                <c:pt idx="6233">
                  <c:v>-38.933913</c:v>
                </c:pt>
                <c:pt idx="6234">
                  <c:v>-38.929652</c:v>
                </c:pt>
                <c:pt idx="6235">
                  <c:v>-38.925391</c:v>
                </c:pt>
                <c:pt idx="6236">
                  <c:v>-38.921236</c:v>
                </c:pt>
                <c:pt idx="6237">
                  <c:v>-38.917164</c:v>
                </c:pt>
                <c:pt idx="6238">
                  <c:v>-38.913251</c:v>
                </c:pt>
                <c:pt idx="6239">
                  <c:v>-38.909432</c:v>
                </c:pt>
                <c:pt idx="6240">
                  <c:v>-38.90575</c:v>
                </c:pt>
                <c:pt idx="6241">
                  <c:v>-38.902138</c:v>
                </c:pt>
                <c:pt idx="6242">
                  <c:v>-38.898659</c:v>
                </c:pt>
                <c:pt idx="6243">
                  <c:v>-38.895257</c:v>
                </c:pt>
                <c:pt idx="6244">
                  <c:v>-38.891958</c:v>
                </c:pt>
                <c:pt idx="6245">
                  <c:v>-38.889238</c:v>
                </c:pt>
                <c:pt idx="6246">
                  <c:v>-38.886521</c:v>
                </c:pt>
                <c:pt idx="6247">
                  <c:v>-38.883797</c:v>
                </c:pt>
                <c:pt idx="6248">
                  <c:v>-38.881082</c:v>
                </c:pt>
                <c:pt idx="6249">
                  <c:v>-38.87841</c:v>
                </c:pt>
                <c:pt idx="6250">
                  <c:v>-38.875726</c:v>
                </c:pt>
                <c:pt idx="6251">
                  <c:v>-38.873148</c:v>
                </c:pt>
                <c:pt idx="6252">
                  <c:v>-38.87063</c:v>
                </c:pt>
                <c:pt idx="6253">
                  <c:v>-38.868173</c:v>
                </c:pt>
                <c:pt idx="6254">
                  <c:v>-38.865805</c:v>
                </c:pt>
                <c:pt idx="6255">
                  <c:v>-38.863471</c:v>
                </c:pt>
                <c:pt idx="6256">
                  <c:v>-38.861274</c:v>
                </c:pt>
                <c:pt idx="6257">
                  <c:v>-38.859154</c:v>
                </c:pt>
                <c:pt idx="6258">
                  <c:v>-38.857111</c:v>
                </c:pt>
                <c:pt idx="6259">
                  <c:v>-38.855134</c:v>
                </c:pt>
                <c:pt idx="6260">
                  <c:v>-38.853227</c:v>
                </c:pt>
                <c:pt idx="6261">
                  <c:v>-38.851412</c:v>
                </c:pt>
                <c:pt idx="6262">
                  <c:v>-38.849651</c:v>
                </c:pt>
                <c:pt idx="6263">
                  <c:v>-38.848024</c:v>
                </c:pt>
                <c:pt idx="6264">
                  <c:v>-38.846478</c:v>
                </c:pt>
                <c:pt idx="6265">
                  <c:v>-38.844889</c:v>
                </c:pt>
                <c:pt idx="6266">
                  <c:v>-38.843322</c:v>
                </c:pt>
                <c:pt idx="6267">
                  <c:v>-38.841828</c:v>
                </c:pt>
                <c:pt idx="6268">
                  <c:v>-38.840423</c:v>
                </c:pt>
                <c:pt idx="6269">
                  <c:v>-38.8392</c:v>
                </c:pt>
                <c:pt idx="6270">
                  <c:v>-38.838061</c:v>
                </c:pt>
                <c:pt idx="6271">
                  <c:v>-38.836993</c:v>
                </c:pt>
                <c:pt idx="6272">
                  <c:v>-38.83598</c:v>
                </c:pt>
                <c:pt idx="6273">
                  <c:v>-38.835066</c:v>
                </c:pt>
                <c:pt idx="6274">
                  <c:v>-38.834222</c:v>
                </c:pt>
                <c:pt idx="6275">
                  <c:v>-38.833455</c:v>
                </c:pt>
                <c:pt idx="6276">
                  <c:v>-38.832743</c:v>
                </c:pt>
                <c:pt idx="6277">
                  <c:v>-38.832119</c:v>
                </c:pt>
                <c:pt idx="6278">
                  <c:v>-38.831547</c:v>
                </c:pt>
                <c:pt idx="6279">
                  <c:v>-38.831033</c:v>
                </c:pt>
                <c:pt idx="6280">
                  <c:v>-38.830548</c:v>
                </c:pt>
                <c:pt idx="6281">
                  <c:v>-38.830111</c:v>
                </c:pt>
                <c:pt idx="6282">
                  <c:v>-38.829706</c:v>
                </c:pt>
                <c:pt idx="6283">
                  <c:v>-38.829348</c:v>
                </c:pt>
                <c:pt idx="6284">
                  <c:v>-38.829013</c:v>
                </c:pt>
                <c:pt idx="6285">
                  <c:v>-38.828732</c:v>
                </c:pt>
                <c:pt idx="6286">
                  <c:v>-38.828489</c:v>
                </c:pt>
                <c:pt idx="6287">
                  <c:v>-38.828296</c:v>
                </c:pt>
                <c:pt idx="6288">
                  <c:v>-38.82814</c:v>
                </c:pt>
                <c:pt idx="6289">
                  <c:v>-38.828035</c:v>
                </c:pt>
                <c:pt idx="6290">
                  <c:v>-38.827967</c:v>
                </c:pt>
                <c:pt idx="6291">
                  <c:v>-38.827942</c:v>
                </c:pt>
                <c:pt idx="6292">
                  <c:v>-38.827944</c:v>
                </c:pt>
                <c:pt idx="6293">
                  <c:v>-38.827998</c:v>
                </c:pt>
                <c:pt idx="6294">
                  <c:v>-38.827865</c:v>
                </c:pt>
                <c:pt idx="6295">
                  <c:v>-38.827815</c:v>
                </c:pt>
                <c:pt idx="6296">
                  <c:v>-38.827818</c:v>
                </c:pt>
                <c:pt idx="6297">
                  <c:v>-38.827859</c:v>
                </c:pt>
                <c:pt idx="6298">
                  <c:v>-38.827917</c:v>
                </c:pt>
                <c:pt idx="6299">
                  <c:v>-38.827973</c:v>
                </c:pt>
                <c:pt idx="6300">
                  <c:v>-38.828035</c:v>
                </c:pt>
                <c:pt idx="6301">
                  <c:v>-38.828116</c:v>
                </c:pt>
                <c:pt idx="6302">
                  <c:v>-38.828214</c:v>
                </c:pt>
                <c:pt idx="6303">
                  <c:v>-38.828329</c:v>
                </c:pt>
                <c:pt idx="6304">
                  <c:v>-38.828452</c:v>
                </c:pt>
                <c:pt idx="6305">
                  <c:v>-38.828583</c:v>
                </c:pt>
                <c:pt idx="6306">
                  <c:v>-38.82872</c:v>
                </c:pt>
                <c:pt idx="6307">
                  <c:v>-38.828859</c:v>
                </c:pt>
                <c:pt idx="6308">
                  <c:v>-38.828996</c:v>
                </c:pt>
                <c:pt idx="6309">
                  <c:v>-38.829133</c:v>
                </c:pt>
                <c:pt idx="6310">
                  <c:v>-38.829276</c:v>
                </c:pt>
                <c:pt idx="6311">
                  <c:v>-38.829413</c:v>
                </c:pt>
                <c:pt idx="6312">
                  <c:v>-38.829549</c:v>
                </c:pt>
                <c:pt idx="6313">
                  <c:v>-38.829608</c:v>
                </c:pt>
                <c:pt idx="6314">
                  <c:v>-38.829643</c:v>
                </c:pt>
                <c:pt idx="6315">
                  <c:v>-38.829678</c:v>
                </c:pt>
                <c:pt idx="6316">
                  <c:v>-38.829729</c:v>
                </c:pt>
                <c:pt idx="6317">
                  <c:v>-38.829788</c:v>
                </c:pt>
                <c:pt idx="6318">
                  <c:v>-38.829867</c:v>
                </c:pt>
                <c:pt idx="6319">
                  <c:v>-38.829942</c:v>
                </c:pt>
                <c:pt idx="6320">
                  <c:v>-38.83001</c:v>
                </c:pt>
                <c:pt idx="6321">
                  <c:v>-38.830054</c:v>
                </c:pt>
                <c:pt idx="6322">
                  <c:v>-38.830068</c:v>
                </c:pt>
                <c:pt idx="6323">
                  <c:v>-38.830049</c:v>
                </c:pt>
                <c:pt idx="6324">
                  <c:v>-38.830003</c:v>
                </c:pt>
                <c:pt idx="6325">
                  <c:v>-38.829918</c:v>
                </c:pt>
                <c:pt idx="6326">
                  <c:v>-38.829802</c:v>
                </c:pt>
                <c:pt idx="6327">
                  <c:v>-38.829653</c:v>
                </c:pt>
                <c:pt idx="6328">
                  <c:v>-38.829489</c:v>
                </c:pt>
                <c:pt idx="6329">
                  <c:v>-38.829295</c:v>
                </c:pt>
                <c:pt idx="6330">
                  <c:v>-38.829068</c:v>
                </c:pt>
                <c:pt idx="6331">
                  <c:v>-38.828788</c:v>
                </c:pt>
                <c:pt idx="6332">
                  <c:v>-38.828468</c:v>
                </c:pt>
                <c:pt idx="6333">
                  <c:v>-38.828104</c:v>
                </c:pt>
                <c:pt idx="6334">
                  <c:v>-38.827702</c:v>
                </c:pt>
                <c:pt idx="6335">
                  <c:v>-38.82727</c:v>
                </c:pt>
                <c:pt idx="6336">
                  <c:v>-38.826795</c:v>
                </c:pt>
                <c:pt idx="6337">
                  <c:v>-38.826273</c:v>
                </c:pt>
                <c:pt idx="6338">
                  <c:v>-38.825712</c:v>
                </c:pt>
                <c:pt idx="6339">
                  <c:v>-38.82511</c:v>
                </c:pt>
                <c:pt idx="6340">
                  <c:v>-38.824456</c:v>
                </c:pt>
                <c:pt idx="6341">
                  <c:v>-38.823771</c:v>
                </c:pt>
                <c:pt idx="6342">
                  <c:v>-38.823053</c:v>
                </c:pt>
                <c:pt idx="6343">
                  <c:v>-38.822295</c:v>
                </c:pt>
                <c:pt idx="6344">
                  <c:v>-38.821503</c:v>
                </c:pt>
                <c:pt idx="6345">
                  <c:v>-38.820677</c:v>
                </c:pt>
                <c:pt idx="6346">
                  <c:v>-38.819821</c:v>
                </c:pt>
                <c:pt idx="6347">
                  <c:v>-38.818932</c:v>
                </c:pt>
                <c:pt idx="6348">
                  <c:v>-38.818022</c:v>
                </c:pt>
                <c:pt idx="6349">
                  <c:v>-38.817093</c:v>
                </c:pt>
                <c:pt idx="6350">
                  <c:v>-38.816153</c:v>
                </c:pt>
                <c:pt idx="6351">
                  <c:v>-38.815189</c:v>
                </c:pt>
                <c:pt idx="6352">
                  <c:v>-38.814215</c:v>
                </c:pt>
                <c:pt idx="6353">
                  <c:v>-38.813226</c:v>
                </c:pt>
                <c:pt idx="6354">
                  <c:v>-38.812227</c:v>
                </c:pt>
                <c:pt idx="6355">
                  <c:v>-38.811225</c:v>
                </c:pt>
                <c:pt idx="6356">
                  <c:v>-38.81023</c:v>
                </c:pt>
                <c:pt idx="6357">
                  <c:v>-38.809255</c:v>
                </c:pt>
                <c:pt idx="6358">
                  <c:v>-38.808319</c:v>
                </c:pt>
                <c:pt idx="6359">
                  <c:v>-38.807372</c:v>
                </c:pt>
                <c:pt idx="6360">
                  <c:v>-38.806382</c:v>
                </c:pt>
                <c:pt idx="6361">
                  <c:v>-38.805372</c:v>
                </c:pt>
                <c:pt idx="6362">
                  <c:v>-38.804316</c:v>
                </c:pt>
                <c:pt idx="6363">
                  <c:v>-38.803261</c:v>
                </c:pt>
                <c:pt idx="6364">
                  <c:v>-38.802195</c:v>
                </c:pt>
                <c:pt idx="6365">
                  <c:v>-38.801132</c:v>
                </c:pt>
                <c:pt idx="6366">
                  <c:v>-38.800063</c:v>
                </c:pt>
                <c:pt idx="6367">
                  <c:v>-38.798999</c:v>
                </c:pt>
                <c:pt idx="6368">
                  <c:v>-38.797932</c:v>
                </c:pt>
                <c:pt idx="6369">
                  <c:v>-38.796868</c:v>
                </c:pt>
                <c:pt idx="6370">
                  <c:v>-38.795799</c:v>
                </c:pt>
                <c:pt idx="6371">
                  <c:v>-38.794737</c:v>
                </c:pt>
                <c:pt idx="6372">
                  <c:v>-38.793676</c:v>
                </c:pt>
                <c:pt idx="6373">
                  <c:v>-38.792634</c:v>
                </c:pt>
                <c:pt idx="6374">
                  <c:v>-38.791604</c:v>
                </c:pt>
                <c:pt idx="6375">
                  <c:v>-38.790568</c:v>
                </c:pt>
                <c:pt idx="6376">
                  <c:v>-38.789534</c:v>
                </c:pt>
                <c:pt idx="6377">
                  <c:v>-38.788519</c:v>
                </c:pt>
                <c:pt idx="6378">
                  <c:v>-38.787507</c:v>
                </c:pt>
                <c:pt idx="6379">
                  <c:v>-38.786509</c:v>
                </c:pt>
                <c:pt idx="6380">
                  <c:v>-38.78552</c:v>
                </c:pt>
                <c:pt idx="6381">
                  <c:v>-38.784545</c:v>
                </c:pt>
                <c:pt idx="6382">
                  <c:v>-38.783571</c:v>
                </c:pt>
                <c:pt idx="6383">
                  <c:v>-38.782615</c:v>
                </c:pt>
                <c:pt idx="6384">
                  <c:v>-38.781674</c:v>
                </c:pt>
                <c:pt idx="6385">
                  <c:v>-38.780717</c:v>
                </c:pt>
                <c:pt idx="6386">
                  <c:v>-38.779746</c:v>
                </c:pt>
                <c:pt idx="6387">
                  <c:v>-38.778781</c:v>
                </c:pt>
                <c:pt idx="6388">
                  <c:v>-38.777812</c:v>
                </c:pt>
                <c:pt idx="6389">
                  <c:v>-38.776846</c:v>
                </c:pt>
                <c:pt idx="6390">
                  <c:v>-38.775866</c:v>
                </c:pt>
                <c:pt idx="6391">
                  <c:v>-38.774886</c:v>
                </c:pt>
                <c:pt idx="6392">
                  <c:v>-38.773898</c:v>
                </c:pt>
                <c:pt idx="6393">
                  <c:v>-38.772924</c:v>
                </c:pt>
                <c:pt idx="6394">
                  <c:v>-38.771919</c:v>
                </c:pt>
                <c:pt idx="6395">
                  <c:v>-38.77091</c:v>
                </c:pt>
                <c:pt idx="6396">
                  <c:v>-38.769895</c:v>
                </c:pt>
                <c:pt idx="6397">
                  <c:v>-38.768888</c:v>
                </c:pt>
                <c:pt idx="6398">
                  <c:v>-38.767858</c:v>
                </c:pt>
                <c:pt idx="6399">
                  <c:v>-38.766834</c:v>
                </c:pt>
                <c:pt idx="6400">
                  <c:v>-38.765801</c:v>
                </c:pt>
                <c:pt idx="6401">
                  <c:v>-38.764787</c:v>
                </c:pt>
                <c:pt idx="6402">
                  <c:v>-38.763803</c:v>
                </c:pt>
                <c:pt idx="6403">
                  <c:v>-38.762851</c:v>
                </c:pt>
                <c:pt idx="6404">
                  <c:v>-38.761887</c:v>
                </c:pt>
                <c:pt idx="6405">
                  <c:v>-38.76094</c:v>
                </c:pt>
                <c:pt idx="6406">
                  <c:v>-38.759997</c:v>
                </c:pt>
                <c:pt idx="6407">
                  <c:v>-38.759081</c:v>
                </c:pt>
                <c:pt idx="6408">
                  <c:v>-38.758169</c:v>
                </c:pt>
                <c:pt idx="6409">
                  <c:v>-38.75728</c:v>
                </c:pt>
                <c:pt idx="6410">
                  <c:v>-38.75638</c:v>
                </c:pt>
                <c:pt idx="6411">
                  <c:v>-38.755497</c:v>
                </c:pt>
                <c:pt idx="6412">
                  <c:v>-38.754603</c:v>
                </c:pt>
                <c:pt idx="6413">
                  <c:v>-38.753715</c:v>
                </c:pt>
                <c:pt idx="6414">
                  <c:v>-38.752812</c:v>
                </c:pt>
                <c:pt idx="6415">
                  <c:v>-38.751938</c:v>
                </c:pt>
                <c:pt idx="6416">
                  <c:v>-38.75106</c:v>
                </c:pt>
                <c:pt idx="6417">
                  <c:v>-38.750188</c:v>
                </c:pt>
                <c:pt idx="6418">
                  <c:v>-38.749288</c:v>
                </c:pt>
                <c:pt idx="6419">
                  <c:v>-38.7484</c:v>
                </c:pt>
                <c:pt idx="6420">
                  <c:v>-38.747494</c:v>
                </c:pt>
                <c:pt idx="6421">
                  <c:v>-38.746592</c:v>
                </c:pt>
                <c:pt idx="6422">
                  <c:v>-38.745666</c:v>
                </c:pt>
                <c:pt idx="6423">
                  <c:v>-38.744748</c:v>
                </c:pt>
                <c:pt idx="6424">
                  <c:v>-38.743806</c:v>
                </c:pt>
                <c:pt idx="6425">
                  <c:v>-38.742868</c:v>
                </c:pt>
                <c:pt idx="6426">
                  <c:v>-38.741894</c:v>
                </c:pt>
                <c:pt idx="6427">
                  <c:v>-38.74092</c:v>
                </c:pt>
                <c:pt idx="6428">
                  <c:v>-38.739909</c:v>
                </c:pt>
                <c:pt idx="6429">
                  <c:v>-38.738895</c:v>
                </c:pt>
                <c:pt idx="6430">
                  <c:v>-38.737848</c:v>
                </c:pt>
                <c:pt idx="6431">
                  <c:v>-38.736818</c:v>
                </c:pt>
                <c:pt idx="6432">
                  <c:v>-38.735769</c:v>
                </c:pt>
                <c:pt idx="6433">
                  <c:v>-38.734721</c:v>
                </c:pt>
                <c:pt idx="6434">
                  <c:v>-38.733653</c:v>
                </c:pt>
                <c:pt idx="6435">
                  <c:v>-38.732615</c:v>
                </c:pt>
                <c:pt idx="6436">
                  <c:v>-38.731556</c:v>
                </c:pt>
                <c:pt idx="6437">
                  <c:v>-38.730496</c:v>
                </c:pt>
                <c:pt idx="6438">
                  <c:v>-38.729407</c:v>
                </c:pt>
                <c:pt idx="6439">
                  <c:v>-38.728352</c:v>
                </c:pt>
                <c:pt idx="6440">
                  <c:v>-38.727315</c:v>
                </c:pt>
                <c:pt idx="6441">
                  <c:v>-38.726302</c:v>
                </c:pt>
                <c:pt idx="6442">
                  <c:v>-38.725186</c:v>
                </c:pt>
                <c:pt idx="6443">
                  <c:v>-38.724029</c:v>
                </c:pt>
                <c:pt idx="6444">
                  <c:v>-38.722811</c:v>
                </c:pt>
                <c:pt idx="6445">
                  <c:v>-38.721573</c:v>
                </c:pt>
                <c:pt idx="6446">
                  <c:v>-38.72029</c:v>
                </c:pt>
                <c:pt idx="6447">
                  <c:v>-38.718996</c:v>
                </c:pt>
                <c:pt idx="6448">
                  <c:v>-38.717623</c:v>
                </c:pt>
                <c:pt idx="6449">
                  <c:v>-38.71624</c:v>
                </c:pt>
                <c:pt idx="6450">
                  <c:v>-38.714801</c:v>
                </c:pt>
                <c:pt idx="6451">
                  <c:v>-38.713325</c:v>
                </c:pt>
                <c:pt idx="6452">
                  <c:v>-38.711803</c:v>
                </c:pt>
                <c:pt idx="6453">
                  <c:v>-38.710271</c:v>
                </c:pt>
                <c:pt idx="6454">
                  <c:v>-38.708678</c:v>
                </c:pt>
                <c:pt idx="6455">
                  <c:v>-38.707093</c:v>
                </c:pt>
                <c:pt idx="6456">
                  <c:v>-38.704696</c:v>
                </c:pt>
                <c:pt idx="6457">
                  <c:v>-38.70335</c:v>
                </c:pt>
                <c:pt idx="6458">
                  <c:v>-38.701023</c:v>
                </c:pt>
                <c:pt idx="6459">
                  <c:v>-38.699795</c:v>
                </c:pt>
                <c:pt idx="6460">
                  <c:v>-38.697525</c:v>
                </c:pt>
                <c:pt idx="6461">
                  <c:v>-38.696354</c:v>
                </c:pt>
                <c:pt idx="6462">
                  <c:v>-38.694082</c:v>
                </c:pt>
                <c:pt idx="6463">
                  <c:v>-38.69198</c:v>
                </c:pt>
                <c:pt idx="6464">
                  <c:v>-38.690984</c:v>
                </c:pt>
                <c:pt idx="6465">
                  <c:v>-38.688786</c:v>
                </c:pt>
                <c:pt idx="6466">
                  <c:v>-38.686719</c:v>
                </c:pt>
                <c:pt idx="6467">
                  <c:v>-38.685862</c:v>
                </c:pt>
                <c:pt idx="6468">
                  <c:v>-38.683655</c:v>
                </c:pt>
                <c:pt idx="6469">
                  <c:v>-38.681626</c:v>
                </c:pt>
                <c:pt idx="6470">
                  <c:v>-38.679683</c:v>
                </c:pt>
                <c:pt idx="6471">
                  <c:v>-38.678989</c:v>
                </c:pt>
                <c:pt idx="6472">
                  <c:v>-38.676816</c:v>
                </c:pt>
                <c:pt idx="6473">
                  <c:v>-38.674846</c:v>
                </c:pt>
                <c:pt idx="6474">
                  <c:v>-38.672973</c:v>
                </c:pt>
                <c:pt idx="6475">
                  <c:v>-38.671176</c:v>
                </c:pt>
                <c:pt idx="6476">
                  <c:v>-38.669441</c:v>
                </c:pt>
                <c:pt idx="6477">
                  <c:v>-38.66772</c:v>
                </c:pt>
                <c:pt idx="6478">
                  <c:v>-38.667383</c:v>
                </c:pt>
                <c:pt idx="6479">
                  <c:v>-38.665416</c:v>
                </c:pt>
                <c:pt idx="6480">
                  <c:v>-38.663591</c:v>
                </c:pt>
                <c:pt idx="6481">
                  <c:v>-38.66188</c:v>
                </c:pt>
                <c:pt idx="6482">
                  <c:v>-38.660194</c:v>
                </c:pt>
                <c:pt idx="6483">
                  <c:v>-38.658625</c:v>
                </c:pt>
                <c:pt idx="6484">
                  <c:v>-38.657091</c:v>
                </c:pt>
                <c:pt idx="6485">
                  <c:v>-38.655594</c:v>
                </c:pt>
                <c:pt idx="6486">
                  <c:v>-38.654136</c:v>
                </c:pt>
                <c:pt idx="6487">
                  <c:v>-38.652659</c:v>
                </c:pt>
                <c:pt idx="6488">
                  <c:v>-38.651258</c:v>
                </c:pt>
                <c:pt idx="6489">
                  <c:v>-38.649877</c:v>
                </c:pt>
                <c:pt idx="6490">
                  <c:v>-38.648494</c:v>
                </c:pt>
                <c:pt idx="6491">
                  <c:v>-38.64713</c:v>
                </c:pt>
                <c:pt idx="6492">
                  <c:v>-38.645719</c:v>
                </c:pt>
                <c:pt idx="6493">
                  <c:v>-38.644384</c:v>
                </c:pt>
                <c:pt idx="6494">
                  <c:v>-38.643045</c:v>
                </c:pt>
                <c:pt idx="6495">
                  <c:v>-38.641701</c:v>
                </c:pt>
                <c:pt idx="6496">
                  <c:v>-38.640378</c:v>
                </c:pt>
                <c:pt idx="6497">
                  <c:v>-38.639038</c:v>
                </c:pt>
                <c:pt idx="6498">
                  <c:v>-38.637737</c:v>
                </c:pt>
                <c:pt idx="6499">
                  <c:v>-38.636436</c:v>
                </c:pt>
                <c:pt idx="6500">
                  <c:v>-38.634139</c:v>
                </c:pt>
                <c:pt idx="6501">
                  <c:v>-38.631788</c:v>
                </c:pt>
                <c:pt idx="6502">
                  <c:v>-38.629528</c:v>
                </c:pt>
                <c:pt idx="6503">
                  <c:v>-38.627286</c:v>
                </c:pt>
                <c:pt idx="6504">
                  <c:v>-38.625048</c:v>
                </c:pt>
                <c:pt idx="6505">
                  <c:v>-38.623</c:v>
                </c:pt>
                <c:pt idx="6506">
                  <c:v>-38.621046</c:v>
                </c:pt>
                <c:pt idx="6507">
                  <c:v>-38.620786</c:v>
                </c:pt>
                <c:pt idx="6508">
                  <c:v>-38.618281</c:v>
                </c:pt>
                <c:pt idx="6509">
                  <c:v>-38.616017</c:v>
                </c:pt>
                <c:pt idx="6510">
                  <c:v>-38.613754</c:v>
                </c:pt>
                <c:pt idx="6511">
                  <c:v>-38.611662</c:v>
                </c:pt>
                <c:pt idx="6512">
                  <c:v>-38.609594</c:v>
                </c:pt>
                <c:pt idx="6513">
                  <c:v>-38.607539</c:v>
                </c:pt>
                <c:pt idx="6514">
                  <c:v>-38.605537</c:v>
                </c:pt>
                <c:pt idx="6515">
                  <c:v>-38.604914</c:v>
                </c:pt>
                <c:pt idx="6516">
                  <c:v>-38.602513</c:v>
                </c:pt>
                <c:pt idx="6517">
                  <c:v>-38.60032</c:v>
                </c:pt>
                <c:pt idx="6518">
                  <c:v>-38.598259</c:v>
                </c:pt>
                <c:pt idx="6519">
                  <c:v>-38.597404</c:v>
                </c:pt>
                <c:pt idx="6520">
                  <c:v>-38.595161</c:v>
                </c:pt>
                <c:pt idx="6521">
                  <c:v>-38.593155</c:v>
                </c:pt>
                <c:pt idx="6522">
                  <c:v>-38.592234</c:v>
                </c:pt>
                <c:pt idx="6523">
                  <c:v>-38.590154</c:v>
                </c:pt>
                <c:pt idx="6524">
                  <c:v>-38.589135</c:v>
                </c:pt>
                <c:pt idx="6525">
                  <c:v>-38.58712</c:v>
                </c:pt>
                <c:pt idx="6526">
                  <c:v>-38.586081</c:v>
                </c:pt>
                <c:pt idx="6527">
                  <c:v>-38.584936</c:v>
                </c:pt>
                <c:pt idx="6528">
                  <c:v>-38.583678</c:v>
                </c:pt>
                <c:pt idx="6529">
                  <c:v>-38.582388</c:v>
                </c:pt>
                <c:pt idx="6530">
                  <c:v>-38.581053</c:v>
                </c:pt>
                <c:pt idx="6531">
                  <c:v>-38.579786</c:v>
                </c:pt>
                <c:pt idx="6532">
                  <c:v>-38.578608</c:v>
                </c:pt>
                <c:pt idx="6533">
                  <c:v>-38.577569</c:v>
                </c:pt>
                <c:pt idx="6534">
                  <c:v>-38.576641</c:v>
                </c:pt>
                <c:pt idx="6535">
                  <c:v>-38.575866</c:v>
                </c:pt>
                <c:pt idx="6536">
                  <c:v>-38.575208</c:v>
                </c:pt>
                <c:pt idx="6537">
                  <c:v>-38.574757</c:v>
                </c:pt>
                <c:pt idx="6538">
                  <c:v>-38.574447</c:v>
                </c:pt>
                <c:pt idx="6539">
                  <c:v>-38.57436</c:v>
                </c:pt>
                <c:pt idx="6540">
                  <c:v>-38.574517</c:v>
                </c:pt>
                <c:pt idx="6541">
                  <c:v>-38.575002</c:v>
                </c:pt>
                <c:pt idx="6542">
                  <c:v>-38.575428</c:v>
                </c:pt>
                <c:pt idx="6543">
                  <c:v>-38.576042</c:v>
                </c:pt>
                <c:pt idx="6544">
                  <c:v>-38.576858</c:v>
                </c:pt>
                <c:pt idx="6545">
                  <c:v>-38.57789</c:v>
                </c:pt>
                <c:pt idx="6546">
                  <c:v>-38.579135</c:v>
                </c:pt>
                <c:pt idx="6547">
                  <c:v>-38.580556</c:v>
                </c:pt>
                <c:pt idx="6548">
                  <c:v>-38.582212</c:v>
                </c:pt>
                <c:pt idx="6549">
                  <c:v>-38.584079</c:v>
                </c:pt>
                <c:pt idx="6550">
                  <c:v>-38.586157</c:v>
                </c:pt>
                <c:pt idx="6551">
                  <c:v>-38.588458</c:v>
                </c:pt>
                <c:pt idx="6552">
                  <c:v>-38.591017</c:v>
                </c:pt>
                <c:pt idx="6553">
                  <c:v>-38.593853</c:v>
                </c:pt>
                <c:pt idx="6554">
                  <c:v>-38.596987</c:v>
                </c:pt>
                <c:pt idx="6555">
                  <c:v>-38.600413</c:v>
                </c:pt>
                <c:pt idx="6556">
                  <c:v>-38.604148</c:v>
                </c:pt>
                <c:pt idx="6557">
                  <c:v>-38.608197</c:v>
                </c:pt>
                <c:pt idx="6558">
                  <c:v>-38.612564</c:v>
                </c:pt>
                <c:pt idx="6559">
                  <c:v>-38.61725</c:v>
                </c:pt>
                <c:pt idx="6560">
                  <c:v>-38.62229</c:v>
                </c:pt>
                <c:pt idx="6561">
                  <c:v>-38.627658</c:v>
                </c:pt>
                <c:pt idx="6562">
                  <c:v>-38.633361</c:v>
                </c:pt>
                <c:pt idx="6563">
                  <c:v>-38.639415</c:v>
                </c:pt>
                <c:pt idx="6564">
                  <c:v>-38.645863</c:v>
                </c:pt>
                <c:pt idx="6565">
                  <c:v>-38.652759</c:v>
                </c:pt>
                <c:pt idx="6566">
                  <c:v>-38.660247</c:v>
                </c:pt>
                <c:pt idx="6567">
                  <c:v>-38.66767</c:v>
                </c:pt>
                <c:pt idx="6568">
                  <c:v>-38.675308</c:v>
                </c:pt>
                <c:pt idx="6569">
                  <c:v>-38.683042</c:v>
                </c:pt>
                <c:pt idx="6570">
                  <c:v>-38.691146</c:v>
                </c:pt>
                <c:pt idx="6571">
                  <c:v>-38.699923</c:v>
                </c:pt>
                <c:pt idx="6572">
                  <c:v>-38.709375</c:v>
                </c:pt>
                <c:pt idx="6573">
                  <c:v>-38.719321</c:v>
                </c:pt>
                <c:pt idx="6574">
                  <c:v>-38.729607</c:v>
                </c:pt>
                <c:pt idx="6575">
                  <c:v>-38.740259</c:v>
                </c:pt>
                <c:pt idx="6576">
                  <c:v>-38.751258</c:v>
                </c:pt>
                <c:pt idx="6577">
                  <c:v>-38.762625</c:v>
                </c:pt>
                <c:pt idx="6578">
                  <c:v>-38.774333</c:v>
                </c:pt>
                <c:pt idx="6579">
                  <c:v>-38.786403</c:v>
                </c:pt>
                <c:pt idx="6580">
                  <c:v>-38.798817</c:v>
                </c:pt>
                <c:pt idx="6581">
                  <c:v>-38.811492</c:v>
                </c:pt>
                <c:pt idx="6582">
                  <c:v>-38.824535</c:v>
                </c:pt>
                <c:pt idx="6583">
                  <c:v>-38.837979</c:v>
                </c:pt>
                <c:pt idx="6584">
                  <c:v>-38.851853</c:v>
                </c:pt>
                <c:pt idx="6585">
                  <c:v>-38.866215</c:v>
                </c:pt>
                <c:pt idx="6586">
                  <c:v>-38.881108</c:v>
                </c:pt>
                <c:pt idx="6587">
                  <c:v>-38.895916</c:v>
                </c:pt>
                <c:pt idx="6588">
                  <c:v>-38.910892</c:v>
                </c:pt>
                <c:pt idx="6589">
                  <c:v>-38.926135</c:v>
                </c:pt>
                <c:pt idx="6590">
                  <c:v>-38.941658</c:v>
                </c:pt>
                <c:pt idx="6591">
                  <c:v>-38.957458</c:v>
                </c:pt>
                <c:pt idx="6592">
                  <c:v>-38.973625</c:v>
                </c:pt>
                <c:pt idx="6593">
                  <c:v>-38.990083</c:v>
                </c:pt>
                <c:pt idx="6594">
                  <c:v>-39.006703</c:v>
                </c:pt>
                <c:pt idx="6595">
                  <c:v>-39.023432</c:v>
                </c:pt>
                <c:pt idx="6596">
                  <c:v>-39.040299</c:v>
                </c:pt>
                <c:pt idx="6597">
                  <c:v>-39.057135</c:v>
                </c:pt>
                <c:pt idx="6598">
                  <c:v>-39.074105</c:v>
                </c:pt>
                <c:pt idx="6599">
                  <c:v>-39.08983</c:v>
                </c:pt>
                <c:pt idx="6600">
                  <c:v>-39.10639</c:v>
                </c:pt>
                <c:pt idx="6601">
                  <c:v>-39.123357</c:v>
                </c:pt>
                <c:pt idx="6602">
                  <c:v>-39.140551</c:v>
                </c:pt>
                <c:pt idx="6603">
                  <c:v>-39.158062</c:v>
                </c:pt>
                <c:pt idx="6604">
                  <c:v>-39.176181</c:v>
                </c:pt>
                <c:pt idx="6605">
                  <c:v>-39.1949</c:v>
                </c:pt>
                <c:pt idx="6606">
                  <c:v>-39.214229</c:v>
                </c:pt>
                <c:pt idx="6607">
                  <c:v>-39.233274</c:v>
                </c:pt>
                <c:pt idx="6608">
                  <c:v>-39.252436</c:v>
                </c:pt>
                <c:pt idx="6609">
                  <c:v>-39.271638</c:v>
                </c:pt>
                <c:pt idx="6610">
                  <c:v>-39.290909</c:v>
                </c:pt>
                <c:pt idx="6611">
                  <c:v>-39.310276</c:v>
                </c:pt>
                <c:pt idx="6612">
                  <c:v>-39.329732</c:v>
                </c:pt>
                <c:pt idx="6613">
                  <c:v>-39.349427</c:v>
                </c:pt>
                <c:pt idx="6614">
                  <c:v>-39.369059</c:v>
                </c:pt>
                <c:pt idx="6615">
                  <c:v>-39.388478</c:v>
                </c:pt>
                <c:pt idx="6616">
                  <c:v>-39.407793</c:v>
                </c:pt>
                <c:pt idx="6617">
                  <c:v>-39.427021</c:v>
                </c:pt>
                <c:pt idx="6618">
                  <c:v>-39.446267</c:v>
                </c:pt>
                <c:pt idx="6619">
                  <c:v>-39.465453</c:v>
                </c:pt>
                <c:pt idx="6620">
                  <c:v>-39.484612</c:v>
                </c:pt>
                <c:pt idx="6621">
                  <c:v>-39.503696</c:v>
                </c:pt>
                <c:pt idx="6622">
                  <c:v>-39.522782</c:v>
                </c:pt>
                <c:pt idx="6623">
                  <c:v>-39.541777</c:v>
                </c:pt>
                <c:pt idx="6624">
                  <c:v>-39.560722</c:v>
                </c:pt>
                <c:pt idx="6625">
                  <c:v>-39.579649</c:v>
                </c:pt>
                <c:pt idx="6626">
                  <c:v>-39.598525</c:v>
                </c:pt>
                <c:pt idx="6627">
                  <c:v>-39.617336</c:v>
                </c:pt>
                <c:pt idx="6628">
                  <c:v>-39.63608</c:v>
                </c:pt>
                <c:pt idx="6629">
                  <c:v>-39.654771</c:v>
                </c:pt>
                <c:pt idx="6630">
                  <c:v>-39.673495</c:v>
                </c:pt>
                <c:pt idx="6631">
                  <c:v>-39.692287</c:v>
                </c:pt>
                <c:pt idx="6632">
                  <c:v>-39.710385</c:v>
                </c:pt>
                <c:pt idx="6633">
                  <c:v>-39.728196</c:v>
                </c:pt>
                <c:pt idx="6634">
                  <c:v>-39.746303</c:v>
                </c:pt>
                <c:pt idx="6635">
                  <c:v>-39.764451</c:v>
                </c:pt>
                <c:pt idx="6636">
                  <c:v>-39.782628</c:v>
                </c:pt>
                <c:pt idx="6637">
                  <c:v>-39.800712</c:v>
                </c:pt>
                <c:pt idx="6638">
                  <c:v>-39.818757</c:v>
                </c:pt>
                <c:pt idx="6639">
                  <c:v>-39.836756</c:v>
                </c:pt>
                <c:pt idx="6640">
                  <c:v>-39.854541</c:v>
                </c:pt>
                <c:pt idx="6641">
                  <c:v>-39.871958</c:v>
                </c:pt>
                <c:pt idx="6642">
                  <c:v>-39.88911</c:v>
                </c:pt>
                <c:pt idx="6643">
                  <c:v>-39.905878</c:v>
                </c:pt>
                <c:pt idx="6644">
                  <c:v>-39.922356</c:v>
                </c:pt>
                <c:pt idx="6645">
                  <c:v>-39.93858</c:v>
                </c:pt>
                <c:pt idx="6646">
                  <c:v>-39.9546</c:v>
                </c:pt>
                <c:pt idx="6647">
                  <c:v>-39.970381</c:v>
                </c:pt>
                <c:pt idx="6648">
                  <c:v>-39.986777</c:v>
                </c:pt>
                <c:pt idx="6649">
                  <c:v>-40.002649</c:v>
                </c:pt>
                <c:pt idx="6650">
                  <c:v>-40.018138</c:v>
                </c:pt>
                <c:pt idx="6651">
                  <c:v>-40.033269</c:v>
                </c:pt>
                <c:pt idx="6652">
                  <c:v>-40.048083</c:v>
                </c:pt>
                <c:pt idx="6653">
                  <c:v>-40.062586</c:v>
                </c:pt>
                <c:pt idx="6654">
                  <c:v>-40.076817</c:v>
                </c:pt>
                <c:pt idx="6655">
                  <c:v>-40.090826</c:v>
                </c:pt>
                <c:pt idx="6656">
                  <c:v>-40.104585</c:v>
                </c:pt>
                <c:pt idx="6657">
                  <c:v>-40.118073</c:v>
                </c:pt>
                <c:pt idx="6658">
                  <c:v>-40.129119</c:v>
                </c:pt>
                <c:pt idx="6659">
                  <c:v>-40.140904</c:v>
                </c:pt>
                <c:pt idx="6660">
                  <c:v>-40.15302</c:v>
                </c:pt>
                <c:pt idx="6661">
                  <c:v>-40.165236</c:v>
                </c:pt>
                <c:pt idx="6662">
                  <c:v>-40.17747</c:v>
                </c:pt>
                <c:pt idx="6663">
                  <c:v>-40.189472</c:v>
                </c:pt>
                <c:pt idx="6664">
                  <c:v>-40.201299</c:v>
                </c:pt>
                <c:pt idx="6665">
                  <c:v>-40.213182</c:v>
                </c:pt>
                <c:pt idx="6666">
                  <c:v>-40.225122</c:v>
                </c:pt>
                <c:pt idx="6667">
                  <c:v>-40.236962</c:v>
                </c:pt>
                <c:pt idx="6668">
                  <c:v>-40.248666</c:v>
                </c:pt>
                <c:pt idx="6669">
                  <c:v>-40.260163</c:v>
                </c:pt>
                <c:pt idx="6670">
                  <c:v>-40.271427</c:v>
                </c:pt>
                <c:pt idx="6671">
                  <c:v>-40.282396</c:v>
                </c:pt>
                <c:pt idx="6672">
                  <c:v>-40.293071</c:v>
                </c:pt>
                <c:pt idx="6673">
                  <c:v>-40.303462</c:v>
                </c:pt>
                <c:pt idx="6674">
                  <c:v>-40.313676</c:v>
                </c:pt>
                <c:pt idx="6675">
                  <c:v>-40.323571</c:v>
                </c:pt>
                <c:pt idx="6676">
                  <c:v>-40.333081</c:v>
                </c:pt>
                <c:pt idx="6677">
                  <c:v>-40.342298</c:v>
                </c:pt>
                <c:pt idx="6678">
                  <c:v>-40.351161</c:v>
                </c:pt>
                <c:pt idx="6679">
                  <c:v>-40.359744</c:v>
                </c:pt>
                <c:pt idx="6680">
                  <c:v>-40.367986</c:v>
                </c:pt>
                <c:pt idx="6681">
                  <c:v>-40.375941</c:v>
                </c:pt>
                <c:pt idx="6682">
                  <c:v>-40.383612</c:v>
                </c:pt>
                <c:pt idx="6683">
                  <c:v>-40.390989</c:v>
                </c:pt>
                <c:pt idx="6684">
                  <c:v>-40.39806</c:v>
                </c:pt>
                <c:pt idx="6685">
                  <c:v>-40.404867</c:v>
                </c:pt>
                <c:pt idx="6686">
                  <c:v>-40.411415</c:v>
                </c:pt>
                <c:pt idx="6687">
                  <c:v>-40.417737</c:v>
                </c:pt>
                <c:pt idx="6688">
                  <c:v>-40.423839</c:v>
                </c:pt>
                <c:pt idx="6689">
                  <c:v>-40.429725</c:v>
                </c:pt>
                <c:pt idx="6690">
                  <c:v>-40.435421</c:v>
                </c:pt>
                <c:pt idx="6691">
                  <c:v>-40.440934</c:v>
                </c:pt>
                <c:pt idx="6692">
                  <c:v>-40.446262</c:v>
                </c:pt>
                <c:pt idx="6693">
                  <c:v>-40.451382</c:v>
                </c:pt>
                <c:pt idx="6694">
                  <c:v>-40.456288</c:v>
                </c:pt>
                <c:pt idx="6695">
                  <c:v>-40.460969</c:v>
                </c:pt>
                <c:pt idx="6696">
                  <c:v>-40.465432</c:v>
                </c:pt>
                <c:pt idx="6697">
                  <c:v>-40.469661</c:v>
                </c:pt>
                <c:pt idx="6698">
                  <c:v>-40.473655</c:v>
                </c:pt>
                <c:pt idx="6699">
                  <c:v>-40.477421</c:v>
                </c:pt>
                <c:pt idx="6700">
                  <c:v>-40.480965</c:v>
                </c:pt>
                <c:pt idx="6701">
                  <c:v>-40.484248</c:v>
                </c:pt>
                <c:pt idx="6702">
                  <c:v>-40.487276</c:v>
                </c:pt>
                <c:pt idx="6703">
                  <c:v>-40.490005</c:v>
                </c:pt>
                <c:pt idx="6704">
                  <c:v>-40.492591</c:v>
                </c:pt>
                <c:pt idx="6705">
                  <c:v>-40.495166</c:v>
                </c:pt>
                <c:pt idx="6706">
                  <c:v>-40.497741</c:v>
                </c:pt>
                <c:pt idx="6707">
                  <c:v>-40.500268</c:v>
                </c:pt>
                <c:pt idx="6708">
                  <c:v>-40.502669</c:v>
                </c:pt>
                <c:pt idx="6709">
                  <c:v>-40.504877</c:v>
                </c:pt>
                <c:pt idx="6710">
                  <c:v>-40.506847</c:v>
                </c:pt>
                <c:pt idx="6711">
                  <c:v>-40.508549</c:v>
                </c:pt>
                <c:pt idx="6712">
                  <c:v>-40.509964</c:v>
                </c:pt>
                <c:pt idx="6713">
                  <c:v>-40.51108</c:v>
                </c:pt>
                <c:pt idx="6714">
                  <c:v>-40.511891</c:v>
                </c:pt>
                <c:pt idx="6715">
                  <c:v>-40.512427</c:v>
                </c:pt>
                <c:pt idx="6716">
                  <c:v>-40.512704</c:v>
                </c:pt>
                <c:pt idx="6717">
                  <c:v>-40.512738</c:v>
                </c:pt>
                <c:pt idx="6718">
                  <c:v>-40.512541</c:v>
                </c:pt>
                <c:pt idx="6719">
                  <c:v>-40.512119</c:v>
                </c:pt>
                <c:pt idx="6720">
                  <c:v>-40.51146</c:v>
                </c:pt>
                <c:pt idx="6721">
                  <c:v>-40.510555</c:v>
                </c:pt>
                <c:pt idx="6722">
                  <c:v>-40.509406</c:v>
                </c:pt>
                <c:pt idx="6723">
                  <c:v>-40.508044</c:v>
                </c:pt>
                <c:pt idx="6724">
                  <c:v>-40.506457</c:v>
                </c:pt>
                <c:pt idx="6725">
                  <c:v>-40.504681</c:v>
                </c:pt>
                <c:pt idx="6726">
                  <c:v>-40.502721</c:v>
                </c:pt>
                <c:pt idx="6727">
                  <c:v>-40.50058</c:v>
                </c:pt>
                <c:pt idx="6728">
                  <c:v>-40.498244</c:v>
                </c:pt>
                <c:pt idx="6729">
                  <c:v>-40.495743</c:v>
                </c:pt>
                <c:pt idx="6730">
                  <c:v>-40.493059</c:v>
                </c:pt>
                <c:pt idx="6731">
                  <c:v>-40.490222</c:v>
                </c:pt>
                <c:pt idx="6732">
                  <c:v>-40.487177</c:v>
                </c:pt>
                <c:pt idx="6733">
                  <c:v>-40.483959</c:v>
                </c:pt>
                <c:pt idx="6734">
                  <c:v>-40.480554</c:v>
                </c:pt>
                <c:pt idx="6735">
                  <c:v>-40.476986</c:v>
                </c:pt>
                <c:pt idx="6736">
                  <c:v>-40.473241</c:v>
                </c:pt>
                <c:pt idx="6737">
                  <c:v>-40.469339</c:v>
                </c:pt>
                <c:pt idx="6738">
                  <c:v>-40.465265</c:v>
                </c:pt>
                <c:pt idx="6739">
                  <c:v>-40.461044</c:v>
                </c:pt>
                <c:pt idx="6740">
                  <c:v>-40.456656</c:v>
                </c:pt>
                <c:pt idx="6741">
                  <c:v>-40.452119</c:v>
                </c:pt>
                <c:pt idx="6742">
                  <c:v>-40.447419</c:v>
                </c:pt>
                <c:pt idx="6743">
                  <c:v>-40.442566</c:v>
                </c:pt>
                <c:pt idx="6744">
                  <c:v>-40.437543</c:v>
                </c:pt>
                <c:pt idx="6745">
                  <c:v>-40.432374</c:v>
                </c:pt>
                <c:pt idx="6746">
                  <c:v>-40.427035</c:v>
                </c:pt>
                <c:pt idx="6747">
                  <c:v>-40.421559</c:v>
                </c:pt>
                <c:pt idx="6748">
                  <c:v>-40.415938</c:v>
                </c:pt>
                <c:pt idx="6749">
                  <c:v>-40.410178</c:v>
                </c:pt>
                <c:pt idx="6750">
                  <c:v>-40.40426</c:v>
                </c:pt>
                <c:pt idx="6751">
                  <c:v>-40.398205</c:v>
                </c:pt>
                <c:pt idx="6752">
                  <c:v>-40.392016</c:v>
                </c:pt>
                <c:pt idx="6753">
                  <c:v>-40.382477</c:v>
                </c:pt>
                <c:pt idx="6754">
                  <c:v>-40.374102</c:v>
                </c:pt>
                <c:pt idx="6755">
                  <c:v>-40.366477</c:v>
                </c:pt>
                <c:pt idx="6756">
                  <c:v>-40.359335</c:v>
                </c:pt>
                <c:pt idx="6757">
                  <c:v>-40.352427</c:v>
                </c:pt>
                <c:pt idx="6758">
                  <c:v>-40.3456</c:v>
                </c:pt>
                <c:pt idx="6759">
                  <c:v>-40.338784</c:v>
                </c:pt>
                <c:pt idx="6760">
                  <c:v>-40.331915</c:v>
                </c:pt>
                <c:pt idx="6761">
                  <c:v>-40.324982</c:v>
                </c:pt>
                <c:pt idx="6762">
                  <c:v>-40.31795</c:v>
                </c:pt>
                <c:pt idx="6763">
                  <c:v>-40.310835</c:v>
                </c:pt>
                <c:pt idx="6764">
                  <c:v>-40.30363</c:v>
                </c:pt>
                <c:pt idx="6765">
                  <c:v>-40.296354</c:v>
                </c:pt>
                <c:pt idx="6766">
                  <c:v>-40.289001</c:v>
                </c:pt>
                <c:pt idx="6767">
                  <c:v>-40.281591</c:v>
                </c:pt>
                <c:pt idx="6768">
                  <c:v>-40.274137</c:v>
                </c:pt>
                <c:pt idx="6769">
                  <c:v>-40.266623</c:v>
                </c:pt>
                <c:pt idx="6770">
                  <c:v>-40.259045</c:v>
                </c:pt>
                <c:pt idx="6771">
                  <c:v>-40.251425</c:v>
                </c:pt>
                <c:pt idx="6772">
                  <c:v>-40.243752</c:v>
                </c:pt>
                <c:pt idx="6773">
                  <c:v>-40.236039</c:v>
                </c:pt>
                <c:pt idx="6774">
                  <c:v>-40.22828</c:v>
                </c:pt>
                <c:pt idx="6775">
                  <c:v>-40.220483</c:v>
                </c:pt>
                <c:pt idx="6776">
                  <c:v>-40.212634</c:v>
                </c:pt>
                <c:pt idx="6777">
                  <c:v>-40.204753</c:v>
                </c:pt>
                <c:pt idx="6778">
                  <c:v>-40.196855</c:v>
                </c:pt>
                <c:pt idx="6779">
                  <c:v>-40.18894</c:v>
                </c:pt>
                <c:pt idx="6780">
                  <c:v>-40.180995</c:v>
                </c:pt>
                <c:pt idx="6781">
                  <c:v>-40.173036</c:v>
                </c:pt>
                <c:pt idx="6782">
                  <c:v>-40.165052</c:v>
                </c:pt>
                <c:pt idx="6783">
                  <c:v>-40.157056</c:v>
                </c:pt>
                <c:pt idx="6784">
                  <c:v>-40.149041</c:v>
                </c:pt>
                <c:pt idx="6785">
                  <c:v>-40.14103</c:v>
                </c:pt>
                <c:pt idx="6786">
                  <c:v>-40.133012</c:v>
                </c:pt>
                <c:pt idx="6787">
                  <c:v>-40.124996</c:v>
                </c:pt>
                <c:pt idx="6788">
                  <c:v>-40.116972</c:v>
                </c:pt>
                <c:pt idx="6789">
                  <c:v>-40.108962</c:v>
                </c:pt>
                <c:pt idx="6790">
                  <c:v>-40.10095</c:v>
                </c:pt>
                <c:pt idx="6791">
                  <c:v>-40.09294</c:v>
                </c:pt>
                <c:pt idx="6792">
                  <c:v>-40.084864</c:v>
                </c:pt>
                <c:pt idx="6793">
                  <c:v>-40.076769</c:v>
                </c:pt>
                <c:pt idx="6794">
                  <c:v>-40.068668</c:v>
                </c:pt>
                <c:pt idx="6795">
                  <c:v>-40.060592</c:v>
                </c:pt>
                <c:pt idx="6796">
                  <c:v>-40.052531</c:v>
                </c:pt>
                <c:pt idx="6797">
                  <c:v>-40.044498</c:v>
                </c:pt>
                <c:pt idx="6798">
                  <c:v>-40.03648</c:v>
                </c:pt>
                <c:pt idx="6799">
                  <c:v>-40.028489</c:v>
                </c:pt>
                <c:pt idx="6800">
                  <c:v>-40.020508</c:v>
                </c:pt>
                <c:pt idx="6801">
                  <c:v>-40.012566</c:v>
                </c:pt>
                <c:pt idx="6802">
                  <c:v>-40.004648</c:v>
                </c:pt>
                <c:pt idx="6803">
                  <c:v>-39.996761</c:v>
                </c:pt>
                <c:pt idx="6804">
                  <c:v>-39.988904</c:v>
                </c:pt>
                <c:pt idx="6805">
                  <c:v>-39.981077</c:v>
                </c:pt>
                <c:pt idx="6806">
                  <c:v>-39.973311</c:v>
                </c:pt>
                <c:pt idx="6807">
                  <c:v>-39.965581</c:v>
                </c:pt>
                <c:pt idx="6808">
                  <c:v>-39.957881</c:v>
                </c:pt>
                <c:pt idx="6809">
                  <c:v>-39.950224</c:v>
                </c:pt>
                <c:pt idx="6810">
                  <c:v>-39.942588</c:v>
                </c:pt>
                <c:pt idx="6811">
                  <c:v>-39.935001</c:v>
                </c:pt>
                <c:pt idx="6812">
                  <c:v>-39.927457</c:v>
                </c:pt>
                <c:pt idx="6813">
                  <c:v>-39.919967</c:v>
                </c:pt>
                <c:pt idx="6814">
                  <c:v>-39.912518</c:v>
                </c:pt>
                <c:pt idx="6815">
                  <c:v>-39.905128</c:v>
                </c:pt>
                <c:pt idx="6816">
                  <c:v>-39.897786</c:v>
                </c:pt>
                <c:pt idx="6817">
                  <c:v>-39.890501</c:v>
                </c:pt>
                <c:pt idx="6818">
                  <c:v>-39.883253</c:v>
                </c:pt>
                <c:pt idx="6819">
                  <c:v>-39.876077</c:v>
                </c:pt>
                <c:pt idx="6820">
                  <c:v>-39.868958</c:v>
                </c:pt>
                <c:pt idx="6821">
                  <c:v>-39.861892</c:v>
                </c:pt>
                <c:pt idx="6822">
                  <c:v>-39.854905</c:v>
                </c:pt>
                <c:pt idx="6823">
                  <c:v>-39.847988</c:v>
                </c:pt>
                <c:pt idx="6824">
                  <c:v>-39.841138</c:v>
                </c:pt>
                <c:pt idx="6825">
                  <c:v>-39.834363</c:v>
                </c:pt>
                <c:pt idx="6826">
                  <c:v>-39.827633</c:v>
                </c:pt>
                <c:pt idx="6827">
                  <c:v>-39.820993</c:v>
                </c:pt>
                <c:pt idx="6828">
                  <c:v>-39.814433</c:v>
                </c:pt>
                <c:pt idx="6829">
                  <c:v>-39.807943</c:v>
                </c:pt>
                <c:pt idx="6830">
                  <c:v>-39.80155</c:v>
                </c:pt>
                <c:pt idx="6831">
                  <c:v>-39.795239</c:v>
                </c:pt>
                <c:pt idx="6832">
                  <c:v>-39.789002</c:v>
                </c:pt>
                <c:pt idx="6833">
                  <c:v>-39.782844</c:v>
                </c:pt>
                <c:pt idx="6834">
                  <c:v>-39.776748</c:v>
                </c:pt>
                <c:pt idx="6835">
                  <c:v>-39.770763</c:v>
                </c:pt>
                <c:pt idx="6836">
                  <c:v>-39.764865</c:v>
                </c:pt>
                <c:pt idx="6837">
                  <c:v>-39.759054</c:v>
                </c:pt>
                <c:pt idx="6838">
                  <c:v>-39.753352</c:v>
                </c:pt>
                <c:pt idx="6839">
                  <c:v>-39.747737</c:v>
                </c:pt>
                <c:pt idx="6840">
                  <c:v>-39.742219</c:v>
                </c:pt>
                <c:pt idx="6841">
                  <c:v>-39.736775</c:v>
                </c:pt>
                <c:pt idx="6842">
                  <c:v>-39.73144</c:v>
                </c:pt>
                <c:pt idx="6843">
                  <c:v>-39.726198</c:v>
                </c:pt>
                <c:pt idx="6844">
                  <c:v>-39.721045</c:v>
                </c:pt>
                <c:pt idx="6845">
                  <c:v>-39.715995</c:v>
                </c:pt>
                <c:pt idx="6846">
                  <c:v>-39.711024</c:v>
                </c:pt>
                <c:pt idx="6847">
                  <c:v>-39.706172</c:v>
                </c:pt>
                <c:pt idx="6848">
                  <c:v>-39.701415</c:v>
                </c:pt>
                <c:pt idx="6849">
                  <c:v>-39.696756</c:v>
                </c:pt>
                <c:pt idx="6850">
                  <c:v>-39.692207</c:v>
                </c:pt>
                <c:pt idx="6851">
                  <c:v>-39.687746</c:v>
                </c:pt>
                <c:pt idx="6852">
                  <c:v>-39.683412</c:v>
                </c:pt>
                <c:pt idx="6853">
                  <c:v>-39.679188</c:v>
                </c:pt>
                <c:pt idx="6854">
                  <c:v>-39.675076</c:v>
                </c:pt>
                <c:pt idx="6855">
                  <c:v>-39.671075</c:v>
                </c:pt>
                <c:pt idx="6856">
                  <c:v>-39.667174</c:v>
                </c:pt>
                <c:pt idx="6857">
                  <c:v>-39.663404</c:v>
                </c:pt>
                <c:pt idx="6858">
                  <c:v>-39.65973</c:v>
                </c:pt>
                <c:pt idx="6859">
                  <c:v>-39.656199</c:v>
                </c:pt>
                <c:pt idx="6860">
                  <c:v>-39.652784</c:v>
                </c:pt>
                <c:pt idx="6861">
                  <c:v>-39.649491</c:v>
                </c:pt>
                <c:pt idx="6862">
                  <c:v>-39.646302</c:v>
                </c:pt>
                <c:pt idx="6863">
                  <c:v>-39.643242</c:v>
                </c:pt>
                <c:pt idx="6864">
                  <c:v>-39.640287</c:v>
                </c:pt>
                <c:pt idx="6865">
                  <c:v>-39.637473</c:v>
                </c:pt>
                <c:pt idx="6866">
                  <c:v>-39.634777</c:v>
                </c:pt>
                <c:pt idx="6867">
                  <c:v>-39.63014</c:v>
                </c:pt>
                <c:pt idx="6868">
                  <c:v>-39.62654</c:v>
                </c:pt>
                <c:pt idx="6869">
                  <c:v>-39.623652</c:v>
                </c:pt>
                <c:pt idx="6870">
                  <c:v>-39.621263</c:v>
                </c:pt>
                <c:pt idx="6871">
                  <c:v>-39.619183</c:v>
                </c:pt>
                <c:pt idx="6872">
                  <c:v>-39.617399</c:v>
                </c:pt>
                <c:pt idx="6873">
                  <c:v>-39.615771</c:v>
                </c:pt>
                <c:pt idx="6874">
                  <c:v>-39.614335</c:v>
                </c:pt>
                <c:pt idx="6875">
                  <c:v>-39.613052</c:v>
                </c:pt>
                <c:pt idx="6876">
                  <c:v>-39.611949</c:v>
                </c:pt>
                <c:pt idx="6877">
                  <c:v>-39.610985</c:v>
                </c:pt>
                <c:pt idx="6878">
                  <c:v>-39.61015</c:v>
                </c:pt>
                <c:pt idx="6879">
                  <c:v>-39.60942</c:v>
                </c:pt>
                <c:pt idx="6880">
                  <c:v>-39.608793</c:v>
                </c:pt>
                <c:pt idx="6881">
                  <c:v>-39.608328</c:v>
                </c:pt>
                <c:pt idx="6882">
                  <c:v>-39.60799</c:v>
                </c:pt>
                <c:pt idx="6883">
                  <c:v>-39.607751</c:v>
                </c:pt>
                <c:pt idx="6884">
                  <c:v>-39.607656</c:v>
                </c:pt>
                <c:pt idx="6885">
                  <c:v>-39.607652</c:v>
                </c:pt>
                <c:pt idx="6886">
                  <c:v>-39.607763</c:v>
                </c:pt>
                <c:pt idx="6887">
                  <c:v>-39.607976</c:v>
                </c:pt>
                <c:pt idx="6888">
                  <c:v>-39.608335</c:v>
                </c:pt>
                <c:pt idx="6889">
                  <c:v>-39.608815</c:v>
                </c:pt>
                <c:pt idx="6890">
                  <c:v>-39.609411</c:v>
                </c:pt>
                <c:pt idx="6891">
                  <c:v>-39.610106</c:v>
                </c:pt>
                <c:pt idx="6892">
                  <c:v>-39.610953</c:v>
                </c:pt>
                <c:pt idx="6893">
                  <c:v>-39.611923</c:v>
                </c:pt>
                <c:pt idx="6894">
                  <c:v>-39.613002</c:v>
                </c:pt>
                <c:pt idx="6895">
                  <c:v>-39.614177</c:v>
                </c:pt>
                <c:pt idx="6896">
                  <c:v>-39.615493</c:v>
                </c:pt>
                <c:pt idx="6897">
                  <c:v>-39.616929</c:v>
                </c:pt>
                <c:pt idx="6898">
                  <c:v>-39.618484</c:v>
                </c:pt>
                <c:pt idx="6899">
                  <c:v>-39.620088</c:v>
                </c:pt>
                <c:pt idx="6900">
                  <c:v>-39.621885</c:v>
                </c:pt>
                <c:pt idx="6901">
                  <c:v>-39.623798</c:v>
                </c:pt>
                <c:pt idx="6902">
                  <c:v>-39.62575</c:v>
                </c:pt>
                <c:pt idx="6903">
                  <c:v>-39.627888</c:v>
                </c:pt>
                <c:pt idx="6904">
                  <c:v>-39.630138</c:v>
                </c:pt>
                <c:pt idx="6905">
                  <c:v>-39.632421</c:v>
                </c:pt>
                <c:pt idx="6906">
                  <c:v>-39.63489</c:v>
                </c:pt>
                <c:pt idx="6907">
                  <c:v>-39.637475</c:v>
                </c:pt>
                <c:pt idx="6908">
                  <c:v>-39.640097</c:v>
                </c:pt>
                <c:pt idx="6909">
                  <c:v>-39.642882</c:v>
                </c:pt>
                <c:pt idx="6910">
                  <c:v>-39.645767</c:v>
                </c:pt>
                <c:pt idx="6911">
                  <c:v>-39.648682</c:v>
                </c:pt>
                <c:pt idx="6912">
                  <c:v>-39.651775</c:v>
                </c:pt>
                <c:pt idx="6913">
                  <c:v>-39.654968</c:v>
                </c:pt>
                <c:pt idx="6914">
                  <c:v>-39.658187</c:v>
                </c:pt>
                <c:pt idx="6915">
                  <c:v>-39.661546</c:v>
                </c:pt>
                <c:pt idx="6916">
                  <c:v>-39.664988</c:v>
                </c:pt>
                <c:pt idx="6917">
                  <c:v>-39.668455</c:v>
                </c:pt>
                <c:pt idx="6918">
                  <c:v>-39.672078</c:v>
                </c:pt>
                <c:pt idx="6919">
                  <c:v>-39.675798</c:v>
                </c:pt>
                <c:pt idx="6920">
                  <c:v>-39.679555</c:v>
                </c:pt>
                <c:pt idx="6921">
                  <c:v>-39.68345</c:v>
                </c:pt>
                <c:pt idx="6922">
                  <c:v>-39.687416</c:v>
                </c:pt>
                <c:pt idx="6923">
                  <c:v>-39.691409</c:v>
                </c:pt>
                <c:pt idx="6924">
                  <c:v>-39.695518</c:v>
                </c:pt>
                <c:pt idx="6925">
                  <c:v>-39.699694</c:v>
                </c:pt>
                <c:pt idx="6926">
                  <c:v>-39.703898</c:v>
                </c:pt>
                <c:pt idx="6927">
                  <c:v>-39.7082</c:v>
                </c:pt>
                <c:pt idx="6928">
                  <c:v>-39.71256</c:v>
                </c:pt>
                <c:pt idx="6929">
                  <c:v>-39.716967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Mass Flow Rate (kg/s)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6618E0-4A20-C3E4-EF6E-6FE109F71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75320-5D97-7B49-7831-8593F5360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B41B2-2F64-4A50-B697-32B2FFAF6A18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22171-62D2-A3A0-1ECA-8E41A3C521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716BE-50D3-07D4-C65E-C513B02368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D41B-BF82-4D4B-9860-B0AEF8593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1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50AE-3EA1-4D83-B5DA-96E75DC571B0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C9A20-3693-43FD-997B-0E90FA7F0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1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C9A20-3693-43FD-997B-0E90FA7F05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119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CEED26B-D93E-50A6-47C7-4342EA2E45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resenter">
            <a:extLst>
              <a:ext uri="{FF2B5EF4-FFF2-40B4-BE49-F238E27FC236}">
                <a16:creationId xmlns:a16="http://schemas.microsoft.com/office/drawing/2014/main" id="{9AFE08CF-AC0B-7143-9A94-E8A35CBC7D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664" y="4155984"/>
            <a:ext cx="5394325" cy="8483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500" b="0" i="0">
                <a:solidFill>
                  <a:schemeClr val="accent2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23B808CC-F74C-B743-BAB4-F4C99E195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24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orient="horz" pos="261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735808"/>
            <a:ext cx="10972800" cy="5633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4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89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A1CF486-8139-B9ED-4840-6BC7FB37F2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Nexus:toc_link">
            <a:extLst>
              <a:ext uri="{FF2B5EF4-FFF2-40B4-BE49-F238E27FC236}">
                <a16:creationId xmlns:a16="http://schemas.microsoft.com/office/drawing/2014/main" id="{B963AE51-EFC8-2773-CBA9-60631CED46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8B9D080D-15E5-8FB5-B5F3-78231DCF01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5" name="Nexus:comments">
            <a:extLst>
              <a:ext uri="{FF2B5EF4-FFF2-40B4-BE49-F238E27FC236}">
                <a16:creationId xmlns:a16="http://schemas.microsoft.com/office/drawing/2014/main" id="{E9587B0A-FFC8-52AA-CDBE-5E1F1BDC42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4449096"/>
            <a:ext cx="10972800" cy="7680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Nexus:html_header">
            <a:extLst>
              <a:ext uri="{FF2B5EF4-FFF2-40B4-BE49-F238E27FC236}">
                <a16:creationId xmlns:a16="http://schemas.microsoft.com/office/drawing/2014/main" id="{5A7A9E02-9DDC-E3B7-3F9A-0CBFA2C2BF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664" y="2501900"/>
            <a:ext cx="5394325" cy="1449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700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2641" indent="0">
              <a:buNone/>
              <a:defRPr>
                <a:solidFill>
                  <a:schemeClr val="bg1"/>
                </a:solidFill>
              </a:defRPr>
            </a:lvl2pPr>
            <a:lvl3pPr marL="342900" indent="0">
              <a:buNone/>
              <a:defRPr>
                <a:solidFill>
                  <a:schemeClr val="bg1"/>
                </a:solidFill>
              </a:defRPr>
            </a:lvl3pPr>
            <a:lvl4pPr marL="559594" indent="0">
              <a:buNone/>
              <a:defRPr>
                <a:solidFill>
                  <a:schemeClr val="bg1"/>
                </a:solidFill>
              </a:defRPr>
            </a:lvl4pPr>
            <a:lvl5pPr marL="727472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25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FFB903E0-BF8E-4DCE-8880-AD10293D4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648" y="1636776"/>
            <a:ext cx="10972800" cy="473217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84F718BF-E1C1-2689-A326-E93B558F47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62AD4A8-3439-4073-C4B8-23456EAC5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Nexus:breadcrumbs">
            <a:extLst>
              <a:ext uri="{FF2B5EF4-FFF2-40B4-BE49-F238E27FC236}">
                <a16:creationId xmlns:a16="http://schemas.microsoft.com/office/drawing/2014/main" id="{809D2074-158F-8839-0F33-44CCECDF70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4053E460-5B51-F640-1250-486034E984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648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48585"/>
            <a:ext cx="10972799" cy="427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65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exus:query=">
            <a:extLst>
              <a:ext uri="{FF2B5EF4-FFF2-40B4-BE49-F238E27FC236}">
                <a16:creationId xmlns:a16="http://schemas.microsoft.com/office/drawing/2014/main" id="{4C5F8081-5E16-4801-8E6F-2E3312D578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9602" y="1636776"/>
            <a:ext cx="10972800" cy="473659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4D5D914-82C0-0148-3392-BF28090AF0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468AEF22-4557-6775-386C-88E6D3981A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08068" y="6493036"/>
            <a:ext cx="187738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D1CF6FE0-1215-16B9-D742-B8FDF2285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2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/>
            </a:lvl1pPr>
          </a:lstStyle>
          <a:p>
            <a:pPr lvl="0"/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C1B25A9B-7D96-B69C-07CB-679EA12C3A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2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99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91C4973A-6811-43AE-B46D-74F27A5E8E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2" y="1636776"/>
            <a:ext cx="10972799" cy="47365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D78FA5C3-1F44-C010-7501-CCB84E42CC2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FE0F0B4B-1989-4D7C-4658-6E852A6D49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B95A29DA-2234-C7DE-D36C-27FD09BAD5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EDAD3441-1F31-769E-67CE-4F271FCBC4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03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6ECC26B2-C67D-490A-A762-73CBC5C13F0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09601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43547F9-14B7-192A-DE8F-4CF6B66384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2416ACCD-8B61-6353-56DB-5975A952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B4BABA50-9F87-457A-27D1-E561C7187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D4AEA23C-8BB8-8D59-F52C-2040A5F46B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CD20009F-10EF-4246-895E-4B4499D3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62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exus:query=">
            <a:extLst>
              <a:ext uri="{FF2B5EF4-FFF2-40B4-BE49-F238E27FC236}">
                <a16:creationId xmlns:a16="http://schemas.microsoft.com/office/drawing/2014/main" id="{E9FF20B6-8B82-429F-AEEF-D9E0D5B0552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09600" y="1636776"/>
            <a:ext cx="10972800" cy="473659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0BA0ECC-3B3D-81BB-C03F-BC7DA1919A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Nexus:toc_link">
            <a:extLst>
              <a:ext uri="{FF2B5EF4-FFF2-40B4-BE49-F238E27FC236}">
                <a16:creationId xmlns:a16="http://schemas.microsoft.com/office/drawing/2014/main" id="{52CF12DE-4979-541A-F3BC-7BEA560518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10928" y="6492240"/>
            <a:ext cx="187452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188" indent="0">
              <a:buNone/>
              <a:defRPr/>
            </a:lvl2pPr>
            <a:lvl3pPr marL="457200" indent="0">
              <a:buNone/>
              <a:defRPr/>
            </a:lvl3pPr>
            <a:lvl4pPr marL="746125" indent="0">
              <a:buNone/>
              <a:defRPr/>
            </a:lvl4pPr>
            <a:lvl5pPr marL="969962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4" name="Nexus:breadcrumbs">
            <a:extLst>
              <a:ext uri="{FF2B5EF4-FFF2-40B4-BE49-F238E27FC236}">
                <a16:creationId xmlns:a16="http://schemas.microsoft.com/office/drawing/2014/main" id="{9159CFF0-23A4-04DF-BB88-DD44CF29B8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36392" y="6492240"/>
            <a:ext cx="6537960" cy="3159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A825564B-7CFD-89BB-B346-BA3F5DFE02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576072"/>
            <a:ext cx="109728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8E8E82C-B438-4701-92A5-0DDD4944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3"/>
            <a:ext cx="10972799" cy="4297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2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0627076D-4247-3C98-AC7E-62CB8D4D6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195" y="6566315"/>
            <a:ext cx="457200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3AC52-F1B0-4671-BA92-58020EC92B3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Fluent Burn">
            <a:extLst>
              <a:ext uri="{FF2B5EF4-FFF2-40B4-BE49-F238E27FC236}">
                <a16:creationId xmlns:a16="http://schemas.microsoft.com/office/drawing/2014/main" id="{72D1D4B2-5D9E-C49B-F0F6-C5E4F596132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5802" y="6566315"/>
            <a:ext cx="2181627" cy="246221"/>
            <a:chOff x="578620" y="6530065"/>
            <a:chExt cx="2446049" cy="276064"/>
          </a:xfrm>
        </p:grpSpPr>
        <p:pic>
          <p:nvPicPr>
            <p:cNvPr id="4" name="Ansys Fluent Logo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C8958358-8D02-6FC4-7AAF-C169099602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541494" y="6552055"/>
              <a:ext cx="1483175" cy="232086"/>
            </a:xfrm>
            <a:prstGeom prst="rect">
              <a:avLst/>
            </a:prstGeom>
          </p:spPr>
        </p:pic>
        <p:sp>
          <p:nvSpPr>
            <p:cNvPr id="7" name="Created With">
              <a:extLst>
                <a:ext uri="{FF2B5EF4-FFF2-40B4-BE49-F238E27FC236}">
                  <a16:creationId xmlns:a16="http://schemas.microsoft.com/office/drawing/2014/main" id="{0A0381EF-D2B2-0464-0EA6-670F80396F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78620" y="6530065"/>
              <a:ext cx="978088" cy="2760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Source Sans Pro" panose="020B0503030403020204" pitchFamily="34" charset="0"/>
                  <a:ea typeface="Source Sans Pro" panose="020B0503030403020204" pitchFamily="34" charset="0"/>
                  <a:cs typeface="Kalinga" panose="020B0502040204020203" pitchFamily="34" charset="0"/>
                </a:rPr>
                <a:t>Created with</a:t>
              </a:r>
            </a:p>
          </p:txBody>
        </p:sp>
      </p:grpSp>
      <p:sp>
        <p:nvSpPr>
          <p:cNvPr id="8" name="Top Right Decoration">
            <a:extLst>
              <a:ext uri="{FF2B5EF4-FFF2-40B4-BE49-F238E27FC236}">
                <a16:creationId xmlns:a16="http://schemas.microsoft.com/office/drawing/2014/main" id="{83BA1A1C-776B-1B57-9E82-5F92796C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748976" y="0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op Left Decoration">
            <a:extLst>
              <a:ext uri="{FF2B5EF4-FFF2-40B4-BE49-F238E27FC236}">
                <a16:creationId xmlns:a16="http://schemas.microsoft.com/office/drawing/2014/main" id="{A0D740A8-4B06-E244-1787-06D16049E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457200" cy="845837"/>
          </a:xfrm>
          <a:prstGeom prst="halfFrame">
            <a:avLst>
              <a:gd name="adj1" fmla="val 18933"/>
              <a:gd name="adj2" fmla="val 1893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53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44" r:id="rId2"/>
    <p:sldLayoutId id="2147483748" r:id="rId3"/>
    <p:sldLayoutId id="2147483750" r:id="rId4"/>
    <p:sldLayoutId id="2147483745" r:id="rId5"/>
    <p:sldLayoutId id="2147483749" r:id="rId6"/>
    <p:sldLayoutId id="2147483746" r:id="rId7"/>
    <p:sldLayoutId id="2147483747" r:id="rId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61963" marR="0" indent="-23177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alibri" panose="020F0502020204030204" pitchFamily="34" charset="0"/>
        <a:buChar char="‐"/>
        <a:tabLst/>
        <a:defRPr sz="2000" b="0" i="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46125" marR="0" indent="-288925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969963" marR="0" indent="-223838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203325" marR="0" indent="-233363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200" kern="1200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Relationship Id="rId22" Type="http://schemas.openxmlformats.org/officeDocument/2006/relationships/slide" Target="slide24.xml"/><Relationship Id="rId23" Type="http://schemas.openxmlformats.org/officeDocument/2006/relationships/slide" Target="slide26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3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slide" Target="slide3.xml"/><Relationship Id="rId4" Type="http://schemas.openxmlformats.org/officeDocument/2006/relationships/slide" Target="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Relationship Id="rId3" Type="http://schemas.openxmlformats.org/officeDocument/2006/relationships/slide" Target="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slide" Target="slide3.xml"/><Relationship Id="rId4" Type="http://schemas.openxmlformats.org/officeDocument/2006/relationships/slide" Target="slide20.xml"/><Relationship Id="rId5" Type="http://schemas.openxmlformats.org/officeDocument/2006/relationships/slide" Target="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slide" Target="slide3.xml"/><Relationship Id="rId4" Type="http://schemas.openxmlformats.org/officeDocument/2006/relationships/slide" Target="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slide" Target="slide3.xml"/><Relationship Id="rId4" Type="http://schemas.openxmlformats.org/officeDocument/2006/relationships/slide" Target="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slide" Target="slide3.xml"/><Relationship Id="rId4" Type="http://schemas.openxmlformats.org/officeDocument/2006/relationships/slide" Target="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2B969168-07A6-18D1-6196-37729E4CBF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2" name="Presenter">
            <a:extLst>
              <a:ext uri="{FF2B5EF4-FFF2-40B4-BE49-F238E27FC236}">
                <a16:creationId xmlns:a16="http://schemas.microsoft.com/office/drawing/2014/main" id="{E369EDDE-3F24-65AC-C5A7-FEAA88E6E2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Nexus:html_header">
            <a:extLst>
              <a:ext uri="{FF2B5EF4-FFF2-40B4-BE49-F238E27FC236}">
                <a16:creationId xmlns:a16="http://schemas.microsoft.com/office/drawing/2014/main" id="{E7FA8ABC-BCFD-8F4D-EEF6-8BBA9B8C6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200"/>
              <a:t>Ansys Fluent Simulation Report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Nexus:query=A|i_type|eq|table;A|i_name|eq|Header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ShubhamR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4/3/2026 10:33 PM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Slide Number Placeholder">
            <a:extLst>
              <a:ext uri="{FF2B5EF4-FFF2-40B4-BE49-F238E27FC236}">
                <a16:creationId xmlns:a16="http://schemas.microsoft.com/office/drawing/2014/main" id="{316B0EEE-2178-FDF6-C813-0D0D003F0A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</a:t>
            </a:fld>
            <a:endParaRPr lang="en-US"/>
          </a:p>
        </p:txBody>
      </p:sp>
      <p:sp>
        <p:nvSpPr>
          <p:cNvPr id="21" name="Nexus:toc_link">
            <a:extLst>
              <a:ext uri="{FF2B5EF4-FFF2-40B4-BE49-F238E27FC236}">
                <a16:creationId xmlns:a16="http://schemas.microsoft.com/office/drawing/2014/main" id="{137A8142-4054-4A80-8E90-D5802D16DB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comments">
            <a:extLst>
              <a:ext uri="{FF2B5EF4-FFF2-40B4-BE49-F238E27FC236}">
                <a16:creationId xmlns:a16="http://schemas.microsoft.com/office/drawing/2014/main" id="{90405174-D87E-54AD-839A-506233810F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Nexus:html_header">
            <a:extLst>
              <a:ext uri="{FF2B5EF4-FFF2-40B4-BE49-F238E27FC236}">
                <a16:creationId xmlns:a16="http://schemas.microsoft.com/office/drawing/2014/main" id="{EEA59AF0-A3CC-8216-2422-167C976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2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exus:toc&amp;amp;lines=28">
            <a:extLst>
              <a:ext uri="{FF2B5EF4-FFF2-40B4-BE49-F238E27FC236}">
                <a16:creationId xmlns:a16="http://schemas.microsoft.com/office/drawing/2014/main" id="{5B0F6D94-062E-04B5-FA68-04D6CF3632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numCol="2"/>
          <a:lstStyle/>
          <a:p>
            <a:pPr/>
            <a:r>
              <a:rPr>
                <a:hlinkClick r:id="rId3" action="ppaction://hlinksldjump"/>
              </a:rPr>
              <a:t>System Information</a:t>
            </a:r>
            <a:endParaRPr lang="en-US" dirty="0"/>
          </a:p>
          <a:p>
            <a:pPr/>
            <a:r>
              <a:rPr>
                <a:hlinkClick r:id="rId4" action="ppaction://hlinksldjump"/>
              </a:rPr>
              <a:t>Geometry and Mesh</a:t>
            </a:r>
          </a:p>
          <a:p>
            <a:pPr lvl="1"/>
            <a:r>
              <a:rPr>
                <a:hlinkClick r:id="rId5" action="ppaction://hlinksldjump"/>
              </a:rPr>
              <a:t>Mesh Size</a:t>
            </a:r>
          </a:p>
          <a:p>
            <a:pPr lvl="1"/>
            <a:r>
              <a:rPr>
                <a:hlinkClick r:id="rId6" action="ppaction://hlinksldjump"/>
              </a:rPr>
              <a:t>Mesh Quality</a:t>
            </a:r>
          </a:p>
          <a:p>
            <a:pPr lvl="1"/>
            <a:r>
              <a:rPr>
                <a:hlinkClick r:id="rId7" action="ppaction://hlinksldjump"/>
              </a:rPr>
              <a:t>Orthogonal Quality</a:t>
            </a:r>
          </a:p>
          <a:p>
            <a:pPr/>
            <a:r>
              <a:rPr>
                <a:hlinkClick r:id="rId8" action="ppaction://hlinksldjump"/>
              </a:rPr>
              <a:t>Simulation Setup</a:t>
            </a:r>
          </a:p>
          <a:p>
            <a:pPr lvl="1"/>
            <a:r>
              <a:rPr>
                <a:hlinkClick r:id="rId9" action="ppaction://hlinksldjump"/>
              </a:rPr>
              <a:t>Physics</a:t>
            </a:r>
          </a:p>
          <a:p>
            <a:pPr lvl="2"/>
            <a:r>
              <a:rPr>
                <a:hlinkClick r:id="rId10" action="ppaction://hlinksldjump"/>
              </a:rPr>
              <a:t>Models</a:t>
            </a:r>
          </a:p>
          <a:p>
            <a:pPr lvl="2"/>
            <a:r>
              <a:rPr>
                <a:hlinkClick r:id="rId11" action="ppaction://hlinksldjump"/>
              </a:rPr>
              <a:t>Material Properties</a:t>
            </a:r>
          </a:p>
          <a:p>
            <a:pPr lvl="2"/>
            <a:r>
              <a:rPr>
                <a:hlinkClick r:id="rId12" action="ppaction://hlinksldjump"/>
              </a:rPr>
              <a:t>Cell Zone Conditions</a:t>
            </a:r>
          </a:p>
          <a:p>
            <a:pPr lvl="2"/>
            <a:r>
              <a:rPr>
                <a:hlinkClick r:id="rId13" action="ppaction://hlinksldjump"/>
              </a:rPr>
              <a:t>Boundary Conditions</a:t>
            </a:r>
          </a:p>
          <a:p>
            <a:pPr lvl="2"/>
            <a:r>
              <a:rPr>
                <a:hlinkClick r:id="rId14" action="ppaction://hlinksldjump"/>
              </a:rPr>
              <a:t>Reference Values</a:t>
            </a:r>
          </a:p>
          <a:p>
            <a:pPr lvl="1"/>
            <a:r>
              <a:rPr>
                <a:hlinkClick r:id="rId15" action="ppaction://hlinksldjump"/>
              </a:rPr>
              <a:t>Solver Settings</a:t>
            </a:r>
          </a:p>
          <a:p>
            <a:pPr/>
            <a:r>
              <a:rPr>
                <a:hlinkClick r:id="rId16" action="ppaction://hlinksldjump"/>
              </a:rPr>
              <a:t>Run Information</a:t>
            </a:r>
          </a:p>
          <a:p>
            <a:pPr/>
            <a:r>
              <a:rPr>
                <a:hlinkClick r:id="rId17" action="ppaction://hlinksldjump"/>
              </a:rPr>
              <a:t>Solution Status</a:t>
            </a:r>
          </a:p>
          <a:p>
            <a:pPr/>
            <a:r>
              <a:rPr>
                <a:hlinkClick r:id="rId18" action="ppaction://hlinksldjump"/>
              </a:rPr>
              <a:t>Report Definitions</a:t>
            </a:r>
          </a:p>
          <a:p>
            <a:pPr/>
            <a:r>
              <a:rPr>
                <a:hlinkClick r:id="rId19" action="ppaction://hlinksldjump"/>
              </a:rPr>
              <a:t>Plots</a:t>
            </a:r>
          </a:p>
          <a:p>
            <a:pPr lvl="1"/>
            <a:r>
              <a:rPr>
                <a:hlinkClick r:id="rId20" action="ppaction://hlinksldjump"/>
              </a:rPr>
              <a:t>Residuals</a:t>
            </a:r>
          </a:p>
          <a:p>
            <a:pPr lvl="1"/>
            <a:r>
              <a:rPr>
                <a:hlinkClick r:id="rId21" action="ppaction://hlinksldjump"/>
              </a:rPr>
              <a:t>Report Plots</a:t>
            </a:r>
          </a:p>
          <a:p>
            <a:pPr/>
            <a:r>
              <a:rPr>
                <a:hlinkClick r:id="rId22" action="ppaction://hlinksldjump"/>
              </a:rPr>
              <a:t>Contours</a:t>
            </a:r>
          </a:p>
          <a:p>
            <a:pPr/>
            <a:r>
              <a:rPr>
                <a:hlinkClick r:id="rId23" action="ppaction://hlinksldjump"/>
              </a:rPr>
              <a:t>Vectors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9109BF0-C254-4285-2184-C5FA6E9F03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Nexus:html_header">
            <a:extLst>
              <a:ext uri="{FF2B5EF4-FFF2-40B4-BE49-F238E27FC236}">
                <a16:creationId xmlns:a16="http://schemas.microsoft.com/office/drawing/2014/main" id="{CAF235EE-7880-782C-D627-81180C02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Table of Contents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2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Nexus:query=A|i_type|eq|table;A|i_name|eq|System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Fluent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2d, double precision, density-based implicit, SST k-omega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25.2.0-10204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Source Revision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5eecd5d865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Build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Jun 16 2025 10:44:41 EDT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AMD Ryzen 7 6800H with Radeon Graphics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Windows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E47C80AA-B0DA-3FE3-D386-A6F9C8548C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4</a:t>
            </a:fld>
            <a:endParaRPr lang="en-US"/>
          </a:p>
        </p:txBody>
      </p:sp>
      <p:sp>
        <p:nvSpPr>
          <p:cNvPr id="5" name="Nexus:toc_link">
            <a:extLst>
              <a:ext uri="{FF2B5EF4-FFF2-40B4-BE49-F238E27FC236}">
                <a16:creationId xmlns:a16="http://schemas.microsoft.com/office/drawing/2014/main" id="{364F9CC1-7F5E-222E-29FB-7FF583EA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6" name="Nexus:breadcrumbs">
            <a:extLst>
              <a:ext uri="{FF2B5EF4-FFF2-40B4-BE49-F238E27FC236}">
                <a16:creationId xmlns:a16="http://schemas.microsoft.com/office/drawing/2014/main" id="{5CED10BD-E6D7-8748-708E-9A4BA0359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System Information</a:t>
            </a:r>
            <a:endParaRPr lang="en-US" dirty="0"/>
          </a:p>
        </p:txBody>
      </p:sp>
      <p:sp>
        <p:nvSpPr>
          <p:cNvPr id="7" name="Nexus:comments">
            <a:extLst>
              <a:ext uri="{FF2B5EF4-FFF2-40B4-BE49-F238E27FC236}">
                <a16:creationId xmlns:a16="http://schemas.microsoft.com/office/drawing/2014/main" id="{898626FD-6EFA-69B5-D843-A2B881FA5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E3572AD1-D036-60CE-33FD-17851B6D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System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Geometry and Mesh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Geometry and Mesh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SizeTabl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38803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19686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068187C-864B-3A84-B10D-F5E02F947C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08048986-8A8D-7BFD-704A-44A4DCC5DF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2F76A126-F617-D73B-A39D-EBEEED7A0E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Size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C8837272-F6DD-6A01-A30C-B9788A2DEE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29A8D270-99C6-D4EF-18F8-EB279FBA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Size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eshQuality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 Orthogonal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Aspect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0.65788031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3.734223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8BA2B70-78DC-64F5-D8BB-919211646C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50E482C7-DF94-B301-EF4D-DD51C44EB7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761B8C9D-22BC-FC3B-15F0-AABFDE9C5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Geometry and Mesh</a:t>
            </a:r>
            <a:r>
              <a:t> / </a:t>
            </a:r>
            <a:r>
              <a:t>Mesh Quality</a:t>
            </a:r>
            <a:endParaRPr lang="en-US" dirty="0"/>
          </a:p>
        </p:txBody>
      </p:sp>
      <p:sp>
        <p:nvSpPr>
          <p:cNvPr id="9" name="Nexus:comments">
            <a:extLst>
              <a:ext uri="{FF2B5EF4-FFF2-40B4-BE49-F238E27FC236}">
                <a16:creationId xmlns:a16="http://schemas.microsoft.com/office/drawing/2014/main" id="{1D76154C-63D8-4B9D-2AA6-1B252507AB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3FEA23B-41A7-D7F9-8DE9-BA3E52C3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Mesh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xus:query=A|i_type|eq|image;A|i_name|eq|MeshOrthogonalHistogram;" descr="08ada9a4-2f7f-11f1-970d-bb850f413145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8484F504-0E75-5075-5421-A5DA8F908C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8</a:t>
            </a:fld>
            <a:endParaRPr lang="en-US"/>
          </a:p>
        </p:txBody>
      </p:sp>
      <p:sp>
        <p:nvSpPr>
          <p:cNvPr id="15" name="Nexus:toc_link">
            <a:extLst>
              <a:ext uri="{FF2B5EF4-FFF2-40B4-BE49-F238E27FC236}">
                <a16:creationId xmlns:a16="http://schemas.microsoft.com/office/drawing/2014/main" id="{9C81D07F-C360-90AE-510F-20B9BDC5E0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 dirty="0"/>
          </a:p>
        </p:txBody>
      </p:sp>
      <p:sp>
        <p:nvSpPr>
          <p:cNvPr id="16" name="Nexus:breadcrumbs">
            <a:extLst>
              <a:ext uri="{FF2B5EF4-FFF2-40B4-BE49-F238E27FC236}">
                <a16:creationId xmlns:a16="http://schemas.microsoft.com/office/drawing/2014/main" id="{51910BFF-D4DC-C08E-B4F7-1FDF6FA364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Geometry and Mesh</a:t>
            </a:r>
            <a:r>
              <a:t> / </a:t>
            </a:r>
            <a:r>
              <a:t>Orthogonal Quality</a:t>
            </a:r>
            <a:endParaRPr lang="en-US"/>
          </a:p>
        </p:txBody>
      </p:sp>
      <p:sp>
        <p:nvSpPr>
          <p:cNvPr id="17" name="Nexus:comments">
            <a:extLst>
              <a:ext uri="{FF2B5EF4-FFF2-40B4-BE49-F238E27FC236}">
                <a16:creationId xmlns:a16="http://schemas.microsoft.com/office/drawing/2014/main" id="{615B8E7E-BFB4-837A-58FD-AE1598A56E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Nexus:html_header">
            <a:extLst>
              <a:ext uri="{FF2B5EF4-FFF2-40B4-BE49-F238E27FC236}">
                <a16:creationId xmlns:a16="http://schemas.microsoft.com/office/drawing/2014/main" id="{98105E92-6C4C-3CDF-AE0D-7FA94601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Orthogonal Quality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9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Simulation Setup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Simulation Setup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Physics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Physics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Model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Settings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Steady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SST k-omega turbulence model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Heat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Enabled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163766E6-D86C-8402-FF1A-86B4CC85F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11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DB1FD212-8615-8499-2894-85FA61A519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7" name="Nexus:breadcrumbs">
            <a:extLst>
              <a:ext uri="{FF2B5EF4-FFF2-40B4-BE49-F238E27FC236}">
                <a16:creationId xmlns:a16="http://schemas.microsoft.com/office/drawing/2014/main" id="{FB05F6F5-35F3-4559-50CD-7200E3B32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Models</a:t>
            </a:r>
            <a:endParaRPr lang="en-US" dirty="0"/>
          </a:p>
        </p:txBody>
      </p:sp>
      <p:sp>
        <p:nvSpPr>
          <p:cNvPr id="8" name="Nexus:comments">
            <a:extLst>
              <a:ext uri="{FF2B5EF4-FFF2-40B4-BE49-F238E27FC236}">
                <a16:creationId xmlns:a16="http://schemas.microsoft.com/office/drawing/2014/main" id="{624D1C98-6F74-1EAF-0C78-F04E6DDE32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EC246425-3A42-46F6-2462-97EE1661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7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Material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ideal gas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Cp (Specific Heat)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1006.43 J/(kg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0.0242 W/(m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Molecular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28.966 kg/kmol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2719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Cp (Specific Heat)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871 J/(kg 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Conductivity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202.4 W/(m K)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1EE0CA5-5BBC-526B-3CCA-83E6BFC824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12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E0B99DE9-7326-CD6D-38C6-0D822856F6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01B82FF-726C-A182-53DF-9C628AF6A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Material Properties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0B3FC4F-F5A2-0F11-95DC-F6FBB79B88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C44F8980-8793-1979-26DE-6C26D834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Material Properties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Cell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source terms?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fixed values?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Frame Motion?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Laminar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Porous zone?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B91B9A75-6847-7E41-845C-65D34E4AFE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13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342A25B6-524A-8598-5C74-D70FA3DA91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837E3960-7200-F9C1-E027-64D80F2AF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Cell Zone Conditions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2B797919-E906-7712-2ED3-37DE3E033D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643A17EB-CD1C-E870-17B8-63E810EE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Cell Zone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1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inlet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Total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792840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Supersonic/Initial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Total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Direction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Build artificial walls to prevent reverse flow?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 and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Turbulent Intensity [%]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domain_walls:001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(1 of 7)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28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ReferenceValuesTabl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m^2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8.848594 kg/m^3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Enthalpy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301929 J/kg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101325 Pa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295.2846 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97.424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1.7894e-05 kg/(m 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Ratio of Specific Heats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Yplus for Heat Tran. Coef.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Reference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domain_walls:003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CE05950C-BEC2-D166-B635-0E74C31F86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15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BB39B6EA-900A-988A-907B-40C56628F7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942593D-2BC8-08B5-4A98-76372B9EA9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Reference Values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9D4F2939-18BE-E4C5-186C-CAB51F519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3B5D49C-56BD-5C36-3247-7D44FC1A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Reference Values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-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Numerics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Absolute Velocity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Under-Relaxation Factors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Kinetic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Specific Dissipation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Viscosity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Discretization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Turbulent Kinetic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(1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,tree;A|i_name|eq|RunTableItem,Run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966720"/>
        </p:xfrm>
        <a:graphic>
          <a:graphicData uri="http://schemas.openxmlformats.org/drawingml/2006/table">
            <a:tbl>
              <a:tblPr bandRow="1" firstCol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Number of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Number of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Case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6.514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317.28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109.081 seconds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Current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1.41575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Virtual Peak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1.60554 GB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Memory Per M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19.9045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7D4E5229-FFF5-992E-04A7-85E306BDC6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17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C6AB8E1-8EA1-32E6-7460-748237C41A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9F57948-A9E7-80A3-6664-8AFC929F97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Run Information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FDFEF095-6F0D-3AFB-A36C-E6EE03CCEA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4B23AA27-1A00-4996-D120-2B6C90BB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Run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able;A|i_name|eq|SolverStatusTableItem;&amp;rows=13&amp;cols=4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2595880"/>
        </p:xfrm>
        <a:graphic>
          <a:graphicData uri="http://schemas.openxmlformats.org/drawingml/2006/table">
            <a:tbl>
              <a:tblPr firstRow="1" bandRow="1" firstCol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Convergence 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0.0008386507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x-velocity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0.0009915328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y-velocity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0.0004455444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0.0008109147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0.0001118073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omega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0.0001546634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Converged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D12D6BE-533D-A290-BF38-79344B516E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18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22F55DAC-D6FA-FED0-2C49-8C3A57326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A87B8336-3E7D-F8EB-BB7F-93A450B6E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Solution Status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8A573B82-C8C1-2774-CB33-F284699B2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2" y="927872"/>
            <a:ext cx="10972800" cy="624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BBFE23C9-AE3B-8432-5C05-960A9776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48582"/>
            <a:ext cx="10972799" cy="747529"/>
          </a:xfrm>
        </p:spPr>
        <p:txBody>
          <a:bodyPr/>
          <a:lstStyle/>
          <a:p>
            <a:r>
              <a:rPr sz="3200"/>
              <a:t>Solution Status</a:t>
            </a:r>
            <a:endParaRPr lang="en-US" dirty="0"/>
          </a:p>
          <a:p>
            <a:r>
              <a:rPr sz="2400"/>
              <a:t>Iterations: 6930</a:t>
            </a:r>
          </a:p>
        </p:txBody>
      </p:sp>
    </p:spTree>
    <p:extLst>
      <p:ext uri="{BB962C8B-B14F-4D97-AF65-F5344CB8AC3E}">
        <p14:creationId xmlns:p14="http://schemas.microsoft.com/office/powerpoint/2010/main" val="21901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Nexus:query=A|i_type|eq|tree;A|i_name|eq|ReportDefinitionsTreeItem;&amp;rows=13&amp;cols=3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r>
                        <a:t>net-mfr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-39.71697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kg/s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cfl-number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9F2B33ED-A19A-827B-7D05-D2FB22EE3D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20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60921038-1786-2C55-F7B6-2C87E299A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F470453C-B566-F89B-053B-B70BCAB519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Report Definitions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55361083-EB71-0A5B-20C5-CDAF08B77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35A5C1EC-6E99-5173-62CA-0BB32A54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Report Definitions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0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413D48AD-F9DD-18CD-C3DC-B259C827B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C4176366-C6CE-41EC-14AF-09D11575D5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535D6246-17F0-F596-7D2B-1B9400424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t>Residuals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E494AC99-C935-287B-F456-5C4649A5F9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0FCB03A3-A939-817A-F2F7-794F1DFD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Residuals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Plots</a:t>
            </a:r>
            <a:r>
              <a:t> / </a:t>
            </a:r>
            <a:r>
              <a:t>Report Plots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Report Plots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3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Nexus:query=A|i_type|eq|table;A|i_name|cont|_plot;A|i_name|neq|residuals_plot;"/>
          <p:cNvGraphicFramePr>
            <a:graphicFrameLocks noGrp="1"/>
          </p:cNvGraphicFramePr>
          <p:nvPr>
            <p:ph type="chart" sz="quarter" idx="11"/>
          </p:nvPr>
        </p:nvGraphicFramePr>
        <p:xfrm>
          <a:off x="609601" y="1636776"/>
          <a:ext cx="10972800" cy="47365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223E14-EFEB-050D-0BB4-5870DCDDDA1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15195" y="6566315"/>
            <a:ext cx="457200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Nexus:toc_link">
            <a:extLst>
              <a:ext uri="{FF2B5EF4-FFF2-40B4-BE49-F238E27FC236}">
                <a16:creationId xmlns:a16="http://schemas.microsoft.com/office/drawing/2014/main" id="{A547CD24-71F0-1C60-6867-B0A4011C80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10" name="Nexus:breadcrumbs">
            <a:extLst>
              <a:ext uri="{FF2B5EF4-FFF2-40B4-BE49-F238E27FC236}">
                <a16:creationId xmlns:a16="http://schemas.microsoft.com/office/drawing/2014/main" id="{304B0302-B98D-CC06-7978-BF01015868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Plots</a:t>
            </a:r>
            <a:r>
              <a:t> / </a:t>
            </a:r>
            <a:r>
              <a:rPr>
                <a:hlinkClick r:id="rId5" action="ppaction://hlinksldjump"/>
              </a:rPr>
              <a:t>Report Plots</a:t>
            </a:r>
            <a:r>
              <a:t> / </a:t>
            </a:r>
            <a:r>
              <a:t>net-mfr-rplot</a:t>
            </a:r>
            <a:endParaRPr lang="en-US"/>
          </a:p>
        </p:txBody>
      </p:sp>
      <p:sp>
        <p:nvSpPr>
          <p:cNvPr id="11" name="Nexus:comments">
            <a:extLst>
              <a:ext uri="{FF2B5EF4-FFF2-40B4-BE49-F238E27FC236}">
                <a16:creationId xmlns:a16="http://schemas.microsoft.com/office/drawing/2014/main" id="{8E91EB1E-DFA6-072B-6692-6DF8A2E701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exus:html_header">
            <a:extLst>
              <a:ext uri="{FF2B5EF4-FFF2-40B4-BE49-F238E27FC236}">
                <a16:creationId xmlns:a16="http://schemas.microsoft.com/office/drawing/2014/main" id="{6043653E-7DE1-82CF-E848-498B533B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net-mfr-rplot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8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Contours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Contours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7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contour;" descr="09d2855a-2f7f-11f1-aa9f-bb850f413145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contour-3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1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">
            <a:extLst>
              <a:ext uri="{FF2B5EF4-FFF2-40B4-BE49-F238E27FC236}">
                <a16:creationId xmlns:a16="http://schemas.microsoft.com/office/drawing/2014/main" id="{6978FA9E-D469-9669-81A1-B385ABBD3B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6197" y="6566315"/>
            <a:ext cx="566198" cy="246221"/>
          </a:xfrm>
        </p:spPr>
        <p:txBody>
          <a:bodyPr/>
          <a:lstStyle/>
          <a:p>
            <a:fld id="{F023AC52-F1B0-4671-BA92-58020EC92B3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2" name="Nexus:toc_link">
            <a:extLst>
              <a:ext uri="{FF2B5EF4-FFF2-40B4-BE49-F238E27FC236}">
                <a16:creationId xmlns:a16="http://schemas.microsoft.com/office/drawing/2014/main" id="{E562A6CA-C57D-61BD-3ED6-36D9B01F01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/>
          </a:p>
        </p:txBody>
      </p:sp>
      <p:sp>
        <p:nvSpPr>
          <p:cNvPr id="23" name="Nexus:breadcrumbs">
            <a:extLst>
              <a:ext uri="{FF2B5EF4-FFF2-40B4-BE49-F238E27FC236}">
                <a16:creationId xmlns:a16="http://schemas.microsoft.com/office/drawing/2014/main" id="{CE2C714B-0417-506F-A643-120FAF57E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Vectors</a:t>
            </a:r>
            <a:endParaRPr lang="en-US" dirty="0"/>
          </a:p>
        </p:txBody>
      </p:sp>
      <p:sp>
        <p:nvSpPr>
          <p:cNvPr id="24" name="Nexus:comments">
            <a:extLst>
              <a:ext uri="{FF2B5EF4-FFF2-40B4-BE49-F238E27FC236}">
                <a16:creationId xmlns:a16="http://schemas.microsoft.com/office/drawing/2014/main" id="{C8EF01BB-CB61-585B-53E7-6C7566440C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Nexus:html_header">
            <a:extLst>
              <a:ext uri="{FF2B5EF4-FFF2-40B4-BE49-F238E27FC236}">
                <a16:creationId xmlns:a16="http://schemas.microsoft.com/office/drawing/2014/main" id="{C7E062A1-F7F0-C282-B5D4-5940F0093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3200"/>
              <a:t>Vectors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xus:query=A|i_type|eq|image;A|i_name|cont|_vector;" descr="0d9331ec-2f7f-11f1-81ee-bb850f413145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B6A812F3-F7D6-3797-70D4-59372BCA9A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30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81FF30A6-1AE2-D3B5-4E1E-5C15CF7D70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A47FDFC0-2EBB-4940-799C-2D50941429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Vectors</a:t>
            </a:r>
            <a:r>
              <a:t> / </a:t>
            </a:r>
            <a:r>
              <a:t>vector-1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83CE124-35E4-7373-9A0C-A3C967D7DF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FB275495-E66F-E24E-467E-63F597C9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vector-1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Backflow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101325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Pressure Profile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Total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Direction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 and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Intensity [%]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Acoustic Wave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Pressure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Pressure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Build artificial walls to prevent reverse flow?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Average Pressure Specification?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targeted mass 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(2 of 7)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- domain_walls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101325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Pressure Profile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Total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Direction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 and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Intensity [%]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Acoustic Wave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Pressure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Pressure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Build artificial walls to prevent reverse flow?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Average Pressure Specification?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(3 of 7)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Specify targeted mass 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outlet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Reference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Absolute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Gauge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101325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Pressure Profile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Total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Direction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to Boundary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Turbulence Specification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Intensity and Viscosity Ratio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Intensity [%]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Turbulent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Acoustic Wave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Backflow Pressure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Pressure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Build artificial walls to prevent reverse flow?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(4 of 7)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Average Pressure Specification?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Specify targeted mass 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domain_walls:003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 Flux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Flux [W/m^2]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Surface Roughness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(5 of 7)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domain_walls:002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 Flux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Flux [W/m^2]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Surface Roughness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(6 of 7)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BoundaryZone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82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- nozzle_walls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Thickness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Generation Rate [W/m^3]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Material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aluminum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Thermal BC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 Flux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Heat Flux [W/m^2]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Stationary Wall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Shear Boundary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Slip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Surface Roughness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Height 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Wall Roughness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      Convective Augmentation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14EB6239-0960-B1EB-D918-541BE1EB79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14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A3D0983C-6B97-8BED-D09E-B74ABA828E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93758FEA-B038-7D04-64F8-7A6C84D375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rPr>
                <a:hlinkClick r:id="rId4" action="ppaction://hlinksldjump"/>
              </a:rPr>
              <a:t>Physics</a:t>
            </a:r>
            <a:r>
              <a:t> / </a:t>
            </a:r>
            <a:r>
              <a:t>Boundary Conditions (7 of 7)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4E7368A-D84C-4E80-DB79-5213C8AA7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09E60FEB-D07C-E7F9-EB1A-E88904F3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Boundary Conditions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Nexus:query=A|i_type|eq|tree;A|i_name|eq|SolverSettingsTreeItem;&amp;rows=13&amp;cols=2"/>
          <p:cNvGraphicFramePr>
            <a:graphicFrameLocks noGrp="1"/>
          </p:cNvGraphicFramePr>
          <p:nvPr>
            <p:ph type="tbl" sz="quarter" idx="11"/>
          </p:nvPr>
        </p:nvGraphicFramePr>
        <p:xfrm>
          <a:off x="609602" y="1636776"/>
          <a:ext cx="10972800" cy="445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t>      Specific Dissipation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Second Order Upwind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Time Marching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Implicit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Courant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- Solution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Absolute Pressure [Pa]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5e+10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Static Temperature 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Turb. Kinetic Energy [m^2/s^2]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Minimum Spec. Dissipation Rate [s^-1]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1e-20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      Maximum Turb. Viscosity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0B5FECF6-428E-D835-2627-4523324C44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16</a:t>
            </a:fld>
            <a:endParaRPr lang="en-US"/>
          </a:p>
        </p:txBody>
      </p:sp>
      <p:sp>
        <p:nvSpPr>
          <p:cNvPr id="6" name="Nexus:toc_link">
            <a:extLst>
              <a:ext uri="{FF2B5EF4-FFF2-40B4-BE49-F238E27FC236}">
                <a16:creationId xmlns:a16="http://schemas.microsoft.com/office/drawing/2014/main" id="{8AAD4C54-4822-4B9A-1BCB-11FBB60A7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2" action="ppaction://hlinksldjump"/>
              </a:rPr>
              <a:t>Table of contents</a:t>
            </a:r>
            <a:endParaRPr lang="en-US" dirty="0"/>
          </a:p>
        </p:txBody>
      </p:sp>
      <p:sp>
        <p:nvSpPr>
          <p:cNvPr id="9" name="Nexus:breadcrumbs">
            <a:extLst>
              <a:ext uri="{FF2B5EF4-FFF2-40B4-BE49-F238E27FC236}">
                <a16:creationId xmlns:a16="http://schemas.microsoft.com/office/drawing/2014/main" id="{C7D7BE66-DD6F-63B1-98A9-ED5D907AF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Simulation Setup</a:t>
            </a:r>
            <a:r>
              <a:t> / </a:t>
            </a:r>
            <a:r>
              <a:t>Solver Settings (2 of 2)</a:t>
            </a:r>
            <a:endParaRPr lang="en-US" dirty="0"/>
          </a:p>
        </p:txBody>
      </p:sp>
      <p:sp>
        <p:nvSpPr>
          <p:cNvPr id="12" name="Nexus:comments">
            <a:extLst>
              <a:ext uri="{FF2B5EF4-FFF2-40B4-BE49-F238E27FC236}">
                <a16:creationId xmlns:a16="http://schemas.microsoft.com/office/drawing/2014/main" id="{D25D3AE5-D035-6AD0-1180-87F21DC18F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Nexus:html_header">
            <a:extLst>
              <a:ext uri="{FF2B5EF4-FFF2-40B4-BE49-F238E27FC236}">
                <a16:creationId xmlns:a16="http://schemas.microsoft.com/office/drawing/2014/main" id="{F696281E-40DC-7498-070B-5E21BE0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Solver Settings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0b1c22ce-2f7f-11f1-a227-bb850f413145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contour-2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contour-2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Nexus:query=A|i_type|eq|image;A|i_name|cont|_contour;" descr="0bf98f94-2f7f-11f1-88fd-bb850f413145_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-49163" r="-49163"/>
          <a:stretch>
            <a:fillRect/>
          </a:stretch>
        </p:blipFill>
        <p:spPr/>
      </p:pic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80E6085-4A97-210A-D5AA-840A8B4B42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23AC52-F1B0-4671-BA92-58020EC92B36}" type="slidenum">
              <a:rPr lang="en-US" smtClean="0"/>
              <a:t>28</a:t>
            </a:fld>
            <a:endParaRPr lang="en-US"/>
          </a:p>
        </p:txBody>
      </p:sp>
      <p:sp>
        <p:nvSpPr>
          <p:cNvPr id="7" name="Nexus:toc_link">
            <a:extLst>
              <a:ext uri="{FF2B5EF4-FFF2-40B4-BE49-F238E27FC236}">
                <a16:creationId xmlns:a16="http://schemas.microsoft.com/office/drawing/2014/main" id="{3909E574-0939-BFF7-389D-42E9EA149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>
                <a:hlinkClick r:id="rId3" action="ppaction://hlinksldjump"/>
              </a:rPr>
              <a:t>Table of contents</a:t>
            </a:r>
            <a:endParaRPr lang="en-US"/>
          </a:p>
        </p:txBody>
      </p:sp>
      <p:sp>
        <p:nvSpPr>
          <p:cNvPr id="8" name="Nexus:breadcrumbs">
            <a:extLst>
              <a:ext uri="{FF2B5EF4-FFF2-40B4-BE49-F238E27FC236}">
                <a16:creationId xmlns:a16="http://schemas.microsoft.com/office/drawing/2014/main" id="{80A81224-921A-39F2-AD50-976A7ACE5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hlinkClick r:id="rId4" action="ppaction://hlinksldjump"/>
              </a:rPr>
              <a:t>Contours</a:t>
            </a:r>
            <a:r>
              <a:t> / </a:t>
            </a:r>
            <a:r>
              <a:t>contour-1</a:t>
            </a:r>
            <a:endParaRPr lang="en-US"/>
          </a:p>
        </p:txBody>
      </p:sp>
      <p:sp>
        <p:nvSpPr>
          <p:cNvPr id="10" name="Nexus:comments">
            <a:extLst>
              <a:ext uri="{FF2B5EF4-FFF2-40B4-BE49-F238E27FC236}">
                <a16:creationId xmlns:a16="http://schemas.microsoft.com/office/drawing/2014/main" id="{E6F62ED1-3C05-CCDC-08FD-801E039A86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Nexus:html_header">
            <a:extLst>
              <a:ext uri="{FF2B5EF4-FFF2-40B4-BE49-F238E27FC236}">
                <a16:creationId xmlns:a16="http://schemas.microsoft.com/office/drawing/2014/main" id="{7707DEA5-1A7E-D358-AC6B-78972A65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contour-1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sys - Slide Master">
  <a:themeElements>
    <a:clrScheme name="Custom 2">
      <a:dk1>
        <a:sysClr val="windowText" lastClr="000000"/>
      </a:dk1>
      <a:lt1>
        <a:sysClr val="window" lastClr="FFFFFF"/>
      </a:lt1>
      <a:dk2>
        <a:srgbClr val="898A8D"/>
      </a:dk2>
      <a:lt2>
        <a:srgbClr val="D9D8D6"/>
      </a:lt2>
      <a:accent1>
        <a:srgbClr val="FFB71B"/>
      </a:accent1>
      <a:accent2>
        <a:srgbClr val="0070C0"/>
      </a:accent2>
      <a:accent3>
        <a:srgbClr val="00B050"/>
      </a:accent3>
      <a:accent4>
        <a:srgbClr val="FFB71B"/>
      </a:accent4>
      <a:accent5>
        <a:srgbClr val="FF0000"/>
      </a:accent5>
      <a:accent6>
        <a:srgbClr val="7030A0"/>
      </a:accent6>
      <a:hlink>
        <a:srgbClr val="000000"/>
      </a:hlink>
      <a:folHlink>
        <a:srgbClr val="00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 2021 Confidential (1)" id="{BCE29331-CD87-4C7F-9347-8FFC45714815}" vid="{9A4FE274-3FD9-4EEB-80C5-5F4C7627D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22542</TotalTime>
  <Words>49</Words>
  <Application>Microsoft Office PowerPoint</Application>
  <PresentationFormat>Widescreen</PresentationFormat>
  <Paragraphs>49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Courier New</vt:lpstr>
      <vt:lpstr>Source Sans Pro</vt:lpstr>
      <vt:lpstr>Wingdings</vt:lpstr>
      <vt:lpstr>Ansys -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Hello, World!</dc:title>
  <dc:subject/>
  <dc:creator>Visesh Rajendraprasad</dc:creator>
  <cp:keywords/>
  <dc:description>generated using python-pptx</dc:description>
  <cp:lastModifiedBy>Chris Tevere</cp:lastModifiedBy>
  <cp:revision>166</cp:revision>
  <dcterms:created xsi:type="dcterms:W3CDTF">2013-01-27T09:14:16Z</dcterms:created>
  <dcterms:modified xsi:type="dcterms:W3CDTF">2024-08-23T14:00:08Z</dcterms:modified>
  <cp:category/>
</cp:coreProperties>
</file>