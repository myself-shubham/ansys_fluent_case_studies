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8"/>
  </p:notesMasterIdLst>
  <p:handoutMasterIdLst>
    <p:handoutMasterId r:id="rId49"/>
  </p:handoutMasterIdLst>
  <p:sldIdLst>
    <p:sldId id="341" r:id="rId2"/>
    <p:sldId id="336" r:id="rId3"/>
    <p:sldId id="315" r:id="rId4"/>
    <p:sldId id="316" r:id="rId5"/>
    <p:sldId id="340" r:id="rId6"/>
    <p:sldId id="317" r:id="rId7"/>
    <p:sldId id="268" r:id="rId8"/>
    <p:sldId id="269" r:id="rId9"/>
    <p:sldId id="342" r:id="rId10"/>
    <p:sldId id="343" r:id="rId11"/>
    <p:sldId id="270" r:id="rId12"/>
    <p:sldId id="308" r:id="rId13"/>
    <p:sldId id="309" r:id="rId14"/>
    <p:sldId id="350" r:id="rId20"/>
    <p:sldId id="310" r:id="rId15"/>
    <p:sldId id="274" r:id="rId16"/>
    <p:sldId id="311" r:id="rId17"/>
    <p:sldId id="351" r:id="rId24"/>
    <p:sldId id="352" r:id="rId25"/>
    <p:sldId id="276" r:id="rId18"/>
    <p:sldId id="278" r:id="rId19"/>
    <p:sldId id="313" r:id="rId21"/>
    <p:sldId id="344" r:id="rId22"/>
    <p:sldId id="281" r:id="rId23"/>
    <p:sldId id="347" r:id="rId28"/>
    <p:sldId id="283" r:id="rId29"/>
    <p:sldId id="348" r:id="rId30"/>
    <p:sldId id="284" r:id="rId31"/>
    <p:sldId id="349" r:id="rId32"/>
    <p:sldId id="28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 autoAdjust="0"/>
    <p:restoredTop sz="86389" autoAdjust="0"/>
  </p:normalViewPr>
  <p:slideViewPr>
    <p:cSldViewPr snapToGrid="0" snapToObjects="1">
      <p:cViewPr varScale="1">
        <p:scale>
          <a:sx n="79" d="100"/>
          <a:sy n="79" d="100"/>
        </p:scale>
        <p:origin x="132" y="4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16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1" Type="http://schemas.openxmlformats.org/officeDocument/2006/relationships/slide" Target="slides/slide19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3.xml"/><Relationship Id="rId11" Type="http://schemas.openxmlformats.org/officeDocument/2006/relationships/slide" Target="slides/slide10.xml"/><Relationship Id="rId32" Type="http://schemas.openxmlformats.org/officeDocument/2006/relationships/slide" Target="slides/slide26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25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0.xml"/><Relationship Id="rId30" Type="http://schemas.openxmlformats.org/officeDocument/2006/relationships/slide" Target="slides/slide24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1.xml"/><Relationship Id="rId28" Type="http://schemas.openxmlformats.org/officeDocument/2006/relationships/slide" Target="slides/slide22.xml"/><Relationship Id="rId49" Type="http://schemas.openxmlformats.org/officeDocument/2006/relationships/handoutMaster" Target="handoutMasters/handoutMaster1.xml"/><Relationship Id="rId20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Residuals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continuity</c:v>
                </c:pt>
              </c:strCache>
            </c:strRef>
          </c:tx>
          <c:xVal>
            <c:numRef>
              <c:f>Sheet1!$A$2:$A$796</c:f>
              <c:numCache>
                <c:formatCode>General</c:formatCode>
                <c:ptCount val="795"/>
                <c:pt idx="0">
                  <c:v>64.0</c:v>
                </c:pt>
                <c:pt idx="1">
                  <c:v>128.0</c:v>
                </c:pt>
                <c:pt idx="2">
                  <c:v>192.0</c:v>
                </c:pt>
                <c:pt idx="3">
                  <c:v>256.0</c:v>
                </c:pt>
                <c:pt idx="4">
                  <c:v>320.0</c:v>
                </c:pt>
                <c:pt idx="5">
                  <c:v>384.0</c:v>
                </c:pt>
                <c:pt idx="6">
                  <c:v>448.0</c:v>
                </c:pt>
                <c:pt idx="7">
                  <c:v>512.0</c:v>
                </c:pt>
                <c:pt idx="8">
                  <c:v>576.0</c:v>
                </c:pt>
                <c:pt idx="9">
                  <c:v>640.0</c:v>
                </c:pt>
                <c:pt idx="10">
                  <c:v>704.0</c:v>
                </c:pt>
                <c:pt idx="11">
                  <c:v>768.0</c:v>
                </c:pt>
                <c:pt idx="12">
                  <c:v>832.0</c:v>
                </c:pt>
                <c:pt idx="13">
                  <c:v>896.0</c:v>
                </c:pt>
                <c:pt idx="14">
                  <c:v>960.0</c:v>
                </c:pt>
                <c:pt idx="15">
                  <c:v>1012.0</c:v>
                </c:pt>
                <c:pt idx="16">
                  <c:v>1044.0</c:v>
                </c:pt>
                <c:pt idx="17">
                  <c:v>1076.0</c:v>
                </c:pt>
                <c:pt idx="18">
                  <c:v>1108.0</c:v>
                </c:pt>
                <c:pt idx="19">
                  <c:v>1140.0</c:v>
                </c:pt>
                <c:pt idx="20">
                  <c:v>1172.0</c:v>
                </c:pt>
                <c:pt idx="21">
                  <c:v>1204.0</c:v>
                </c:pt>
                <c:pt idx="22">
                  <c:v>1236.0</c:v>
                </c:pt>
                <c:pt idx="23">
                  <c:v>1268.0</c:v>
                </c:pt>
                <c:pt idx="24">
                  <c:v>1300.0</c:v>
                </c:pt>
                <c:pt idx="25">
                  <c:v>1332.0</c:v>
                </c:pt>
                <c:pt idx="26">
                  <c:v>1364.0</c:v>
                </c:pt>
                <c:pt idx="27">
                  <c:v>1396.0</c:v>
                </c:pt>
                <c:pt idx="28">
                  <c:v>1428.0</c:v>
                </c:pt>
                <c:pt idx="29">
                  <c:v>1460.0</c:v>
                </c:pt>
                <c:pt idx="30">
                  <c:v>1492.0</c:v>
                </c:pt>
                <c:pt idx="31">
                  <c:v>1512.0</c:v>
                </c:pt>
                <c:pt idx="32">
                  <c:v>1528.0</c:v>
                </c:pt>
                <c:pt idx="33">
                  <c:v>1544.0</c:v>
                </c:pt>
                <c:pt idx="34">
                  <c:v>1560.0</c:v>
                </c:pt>
                <c:pt idx="35">
                  <c:v>1576.0</c:v>
                </c:pt>
                <c:pt idx="36">
                  <c:v>1592.0</c:v>
                </c:pt>
                <c:pt idx="37">
                  <c:v>1608.0</c:v>
                </c:pt>
                <c:pt idx="38">
                  <c:v>1624.0</c:v>
                </c:pt>
                <c:pt idx="39">
                  <c:v>1640.0</c:v>
                </c:pt>
                <c:pt idx="40">
                  <c:v>1656.0</c:v>
                </c:pt>
                <c:pt idx="41">
                  <c:v>1672.0</c:v>
                </c:pt>
                <c:pt idx="42">
                  <c:v>1688.0</c:v>
                </c:pt>
                <c:pt idx="43">
                  <c:v>1704.0</c:v>
                </c:pt>
                <c:pt idx="44">
                  <c:v>1720.0</c:v>
                </c:pt>
                <c:pt idx="45">
                  <c:v>1736.0</c:v>
                </c:pt>
                <c:pt idx="46">
                  <c:v>1752.0</c:v>
                </c:pt>
                <c:pt idx="47">
                  <c:v>1768.0</c:v>
                </c:pt>
                <c:pt idx="48">
                  <c:v>1784.0</c:v>
                </c:pt>
                <c:pt idx="49">
                  <c:v>1800.0</c:v>
                </c:pt>
                <c:pt idx="50">
                  <c:v>1816.0</c:v>
                </c:pt>
                <c:pt idx="51">
                  <c:v>1832.0</c:v>
                </c:pt>
                <c:pt idx="52">
                  <c:v>1848.0</c:v>
                </c:pt>
                <c:pt idx="53">
                  <c:v>1864.0</c:v>
                </c:pt>
                <c:pt idx="54">
                  <c:v>1880.0</c:v>
                </c:pt>
                <c:pt idx="55">
                  <c:v>1896.0</c:v>
                </c:pt>
                <c:pt idx="56">
                  <c:v>1912.0</c:v>
                </c:pt>
                <c:pt idx="57">
                  <c:v>1928.0</c:v>
                </c:pt>
                <c:pt idx="58">
                  <c:v>1944.0</c:v>
                </c:pt>
                <c:pt idx="59">
                  <c:v>1960.0</c:v>
                </c:pt>
                <c:pt idx="60">
                  <c:v>1976.0</c:v>
                </c:pt>
                <c:pt idx="61">
                  <c:v>1992.0</c:v>
                </c:pt>
                <c:pt idx="62">
                  <c:v>2004.0</c:v>
                </c:pt>
                <c:pt idx="63">
                  <c:v>2012.0</c:v>
                </c:pt>
                <c:pt idx="64">
                  <c:v>2020.0</c:v>
                </c:pt>
                <c:pt idx="65">
                  <c:v>2028.0</c:v>
                </c:pt>
                <c:pt idx="66">
                  <c:v>2036.0</c:v>
                </c:pt>
                <c:pt idx="67">
                  <c:v>2044.0</c:v>
                </c:pt>
                <c:pt idx="68">
                  <c:v>2052.0</c:v>
                </c:pt>
                <c:pt idx="69">
                  <c:v>2060.0</c:v>
                </c:pt>
                <c:pt idx="70">
                  <c:v>2068.0</c:v>
                </c:pt>
                <c:pt idx="71">
                  <c:v>2076.0</c:v>
                </c:pt>
                <c:pt idx="72">
                  <c:v>2084.0</c:v>
                </c:pt>
                <c:pt idx="73">
                  <c:v>2092.0</c:v>
                </c:pt>
                <c:pt idx="74">
                  <c:v>2100.0</c:v>
                </c:pt>
                <c:pt idx="75">
                  <c:v>2108.0</c:v>
                </c:pt>
                <c:pt idx="76">
                  <c:v>2116.0</c:v>
                </c:pt>
                <c:pt idx="77">
                  <c:v>2124.0</c:v>
                </c:pt>
                <c:pt idx="78">
                  <c:v>2132.0</c:v>
                </c:pt>
                <c:pt idx="79">
                  <c:v>2140.0</c:v>
                </c:pt>
                <c:pt idx="80">
                  <c:v>2148.0</c:v>
                </c:pt>
                <c:pt idx="81">
                  <c:v>2156.0</c:v>
                </c:pt>
                <c:pt idx="82">
                  <c:v>2164.0</c:v>
                </c:pt>
                <c:pt idx="83">
                  <c:v>2172.0</c:v>
                </c:pt>
                <c:pt idx="84">
                  <c:v>2180.0</c:v>
                </c:pt>
                <c:pt idx="85">
                  <c:v>2188.0</c:v>
                </c:pt>
                <c:pt idx="86">
                  <c:v>2196.0</c:v>
                </c:pt>
                <c:pt idx="87">
                  <c:v>2204.0</c:v>
                </c:pt>
                <c:pt idx="88">
                  <c:v>2212.0</c:v>
                </c:pt>
                <c:pt idx="89">
                  <c:v>2220.0</c:v>
                </c:pt>
                <c:pt idx="90">
                  <c:v>2228.0</c:v>
                </c:pt>
                <c:pt idx="91">
                  <c:v>2236.0</c:v>
                </c:pt>
                <c:pt idx="92">
                  <c:v>2244.0</c:v>
                </c:pt>
                <c:pt idx="93">
                  <c:v>2252.0</c:v>
                </c:pt>
                <c:pt idx="94">
                  <c:v>2260.0</c:v>
                </c:pt>
                <c:pt idx="95">
                  <c:v>2268.0</c:v>
                </c:pt>
                <c:pt idx="96">
                  <c:v>2276.0</c:v>
                </c:pt>
                <c:pt idx="97">
                  <c:v>2284.0</c:v>
                </c:pt>
                <c:pt idx="98">
                  <c:v>2292.0</c:v>
                </c:pt>
                <c:pt idx="99">
                  <c:v>2300.0</c:v>
                </c:pt>
                <c:pt idx="100">
                  <c:v>2308.0</c:v>
                </c:pt>
                <c:pt idx="101">
                  <c:v>2316.0</c:v>
                </c:pt>
                <c:pt idx="102">
                  <c:v>2324.0</c:v>
                </c:pt>
                <c:pt idx="103">
                  <c:v>2332.0</c:v>
                </c:pt>
                <c:pt idx="104">
                  <c:v>2340.0</c:v>
                </c:pt>
                <c:pt idx="105">
                  <c:v>2348.0</c:v>
                </c:pt>
                <c:pt idx="106">
                  <c:v>2356.0</c:v>
                </c:pt>
                <c:pt idx="107">
                  <c:v>2364.0</c:v>
                </c:pt>
                <c:pt idx="108">
                  <c:v>2372.0</c:v>
                </c:pt>
                <c:pt idx="109">
                  <c:v>2380.0</c:v>
                </c:pt>
                <c:pt idx="110">
                  <c:v>2388.0</c:v>
                </c:pt>
                <c:pt idx="111">
                  <c:v>2396.0</c:v>
                </c:pt>
                <c:pt idx="112">
                  <c:v>2404.0</c:v>
                </c:pt>
                <c:pt idx="113">
                  <c:v>2412.0</c:v>
                </c:pt>
                <c:pt idx="114">
                  <c:v>2420.0</c:v>
                </c:pt>
                <c:pt idx="115">
                  <c:v>2428.0</c:v>
                </c:pt>
                <c:pt idx="116">
                  <c:v>2436.0</c:v>
                </c:pt>
                <c:pt idx="117">
                  <c:v>2444.0</c:v>
                </c:pt>
                <c:pt idx="118">
                  <c:v>2452.0</c:v>
                </c:pt>
                <c:pt idx="119">
                  <c:v>2460.0</c:v>
                </c:pt>
                <c:pt idx="120">
                  <c:v>2468.0</c:v>
                </c:pt>
                <c:pt idx="121">
                  <c:v>2476.0</c:v>
                </c:pt>
                <c:pt idx="122">
                  <c:v>2484.0</c:v>
                </c:pt>
                <c:pt idx="123">
                  <c:v>2492.0</c:v>
                </c:pt>
                <c:pt idx="124">
                  <c:v>2500.0</c:v>
                </c:pt>
                <c:pt idx="125">
                  <c:v>2504.0</c:v>
                </c:pt>
                <c:pt idx="126">
                  <c:v>2508.0</c:v>
                </c:pt>
                <c:pt idx="127">
                  <c:v>2512.0</c:v>
                </c:pt>
                <c:pt idx="128">
                  <c:v>2516.0</c:v>
                </c:pt>
                <c:pt idx="129">
                  <c:v>2520.0</c:v>
                </c:pt>
                <c:pt idx="130">
                  <c:v>2524.0</c:v>
                </c:pt>
                <c:pt idx="131">
                  <c:v>2528.0</c:v>
                </c:pt>
                <c:pt idx="132">
                  <c:v>2532.0</c:v>
                </c:pt>
                <c:pt idx="133">
                  <c:v>2536.0</c:v>
                </c:pt>
                <c:pt idx="134">
                  <c:v>2540.0</c:v>
                </c:pt>
                <c:pt idx="135">
                  <c:v>2544.0</c:v>
                </c:pt>
                <c:pt idx="136">
                  <c:v>2548.0</c:v>
                </c:pt>
                <c:pt idx="137">
                  <c:v>2552.0</c:v>
                </c:pt>
                <c:pt idx="138">
                  <c:v>2556.0</c:v>
                </c:pt>
                <c:pt idx="139">
                  <c:v>2560.0</c:v>
                </c:pt>
                <c:pt idx="140">
                  <c:v>2564.0</c:v>
                </c:pt>
                <c:pt idx="141">
                  <c:v>2568.0</c:v>
                </c:pt>
                <c:pt idx="142">
                  <c:v>2572.0</c:v>
                </c:pt>
                <c:pt idx="143">
                  <c:v>2576.0</c:v>
                </c:pt>
                <c:pt idx="144">
                  <c:v>2580.0</c:v>
                </c:pt>
                <c:pt idx="145">
                  <c:v>2584.0</c:v>
                </c:pt>
                <c:pt idx="146">
                  <c:v>2588.0</c:v>
                </c:pt>
                <c:pt idx="147">
                  <c:v>2592.0</c:v>
                </c:pt>
                <c:pt idx="148">
                  <c:v>2596.0</c:v>
                </c:pt>
                <c:pt idx="149">
                  <c:v>2600.0</c:v>
                </c:pt>
                <c:pt idx="150">
                  <c:v>2604.0</c:v>
                </c:pt>
                <c:pt idx="151">
                  <c:v>2608.0</c:v>
                </c:pt>
                <c:pt idx="152">
                  <c:v>2612.0</c:v>
                </c:pt>
                <c:pt idx="153">
                  <c:v>2616.0</c:v>
                </c:pt>
                <c:pt idx="154">
                  <c:v>2620.0</c:v>
                </c:pt>
                <c:pt idx="155">
                  <c:v>2624.0</c:v>
                </c:pt>
                <c:pt idx="156">
                  <c:v>2628.0</c:v>
                </c:pt>
                <c:pt idx="157">
                  <c:v>2632.0</c:v>
                </c:pt>
                <c:pt idx="158">
                  <c:v>2636.0</c:v>
                </c:pt>
                <c:pt idx="159">
                  <c:v>2640.0</c:v>
                </c:pt>
                <c:pt idx="160">
                  <c:v>2644.0</c:v>
                </c:pt>
                <c:pt idx="161">
                  <c:v>2648.0</c:v>
                </c:pt>
                <c:pt idx="162">
                  <c:v>2652.0</c:v>
                </c:pt>
                <c:pt idx="163">
                  <c:v>2656.0</c:v>
                </c:pt>
                <c:pt idx="164">
                  <c:v>2660.0</c:v>
                </c:pt>
                <c:pt idx="165">
                  <c:v>2664.0</c:v>
                </c:pt>
                <c:pt idx="166">
                  <c:v>2668.0</c:v>
                </c:pt>
                <c:pt idx="167">
                  <c:v>2672.0</c:v>
                </c:pt>
                <c:pt idx="168">
                  <c:v>2676.0</c:v>
                </c:pt>
                <c:pt idx="169">
                  <c:v>2680.0</c:v>
                </c:pt>
                <c:pt idx="170">
                  <c:v>2684.0</c:v>
                </c:pt>
                <c:pt idx="171">
                  <c:v>2688.0</c:v>
                </c:pt>
                <c:pt idx="172">
                  <c:v>2692.0</c:v>
                </c:pt>
                <c:pt idx="173">
                  <c:v>2696.0</c:v>
                </c:pt>
                <c:pt idx="174">
                  <c:v>2700.0</c:v>
                </c:pt>
                <c:pt idx="175">
                  <c:v>2704.0</c:v>
                </c:pt>
                <c:pt idx="176">
                  <c:v>2708.0</c:v>
                </c:pt>
                <c:pt idx="177">
                  <c:v>2712.0</c:v>
                </c:pt>
                <c:pt idx="178">
                  <c:v>2716.0</c:v>
                </c:pt>
                <c:pt idx="179">
                  <c:v>2720.0</c:v>
                </c:pt>
                <c:pt idx="180">
                  <c:v>2724.0</c:v>
                </c:pt>
                <c:pt idx="181">
                  <c:v>2728.0</c:v>
                </c:pt>
                <c:pt idx="182">
                  <c:v>2732.0</c:v>
                </c:pt>
                <c:pt idx="183">
                  <c:v>2736.0</c:v>
                </c:pt>
                <c:pt idx="184">
                  <c:v>2740.0</c:v>
                </c:pt>
                <c:pt idx="185">
                  <c:v>2744.0</c:v>
                </c:pt>
                <c:pt idx="186">
                  <c:v>2748.0</c:v>
                </c:pt>
                <c:pt idx="187">
                  <c:v>2752.0</c:v>
                </c:pt>
                <c:pt idx="188">
                  <c:v>2756.0</c:v>
                </c:pt>
                <c:pt idx="189">
                  <c:v>2760.0</c:v>
                </c:pt>
                <c:pt idx="190">
                  <c:v>2764.0</c:v>
                </c:pt>
                <c:pt idx="191">
                  <c:v>2768.0</c:v>
                </c:pt>
                <c:pt idx="192">
                  <c:v>2772.0</c:v>
                </c:pt>
                <c:pt idx="193">
                  <c:v>2776.0</c:v>
                </c:pt>
                <c:pt idx="194">
                  <c:v>2780.0</c:v>
                </c:pt>
                <c:pt idx="195">
                  <c:v>2784.0</c:v>
                </c:pt>
                <c:pt idx="196">
                  <c:v>2788.0</c:v>
                </c:pt>
                <c:pt idx="197">
                  <c:v>2792.0</c:v>
                </c:pt>
                <c:pt idx="198">
                  <c:v>2796.0</c:v>
                </c:pt>
                <c:pt idx="199">
                  <c:v>2800.0</c:v>
                </c:pt>
                <c:pt idx="200">
                  <c:v>2804.0</c:v>
                </c:pt>
                <c:pt idx="201">
                  <c:v>2808.0</c:v>
                </c:pt>
                <c:pt idx="202">
                  <c:v>2812.0</c:v>
                </c:pt>
                <c:pt idx="203">
                  <c:v>2816.0</c:v>
                </c:pt>
                <c:pt idx="204">
                  <c:v>2820.0</c:v>
                </c:pt>
                <c:pt idx="205">
                  <c:v>2824.0</c:v>
                </c:pt>
                <c:pt idx="206">
                  <c:v>2828.0</c:v>
                </c:pt>
                <c:pt idx="207">
                  <c:v>2832.0</c:v>
                </c:pt>
                <c:pt idx="208">
                  <c:v>2836.0</c:v>
                </c:pt>
                <c:pt idx="209">
                  <c:v>2840.0</c:v>
                </c:pt>
                <c:pt idx="210">
                  <c:v>2844.0</c:v>
                </c:pt>
                <c:pt idx="211">
                  <c:v>2848.0</c:v>
                </c:pt>
                <c:pt idx="212">
                  <c:v>2852.0</c:v>
                </c:pt>
                <c:pt idx="213">
                  <c:v>2856.0</c:v>
                </c:pt>
                <c:pt idx="214">
                  <c:v>2860.0</c:v>
                </c:pt>
                <c:pt idx="215">
                  <c:v>2864.0</c:v>
                </c:pt>
                <c:pt idx="216">
                  <c:v>2868.0</c:v>
                </c:pt>
                <c:pt idx="217">
                  <c:v>2872.0</c:v>
                </c:pt>
                <c:pt idx="218">
                  <c:v>2876.0</c:v>
                </c:pt>
                <c:pt idx="219">
                  <c:v>2880.0</c:v>
                </c:pt>
                <c:pt idx="220">
                  <c:v>2884.0</c:v>
                </c:pt>
                <c:pt idx="221">
                  <c:v>2888.0</c:v>
                </c:pt>
                <c:pt idx="222">
                  <c:v>2892.0</c:v>
                </c:pt>
                <c:pt idx="223">
                  <c:v>2896.0</c:v>
                </c:pt>
                <c:pt idx="224">
                  <c:v>2900.0</c:v>
                </c:pt>
                <c:pt idx="225">
                  <c:v>2904.0</c:v>
                </c:pt>
                <c:pt idx="226">
                  <c:v>2908.0</c:v>
                </c:pt>
                <c:pt idx="227">
                  <c:v>2912.0</c:v>
                </c:pt>
                <c:pt idx="228">
                  <c:v>2916.0</c:v>
                </c:pt>
                <c:pt idx="229">
                  <c:v>2920.0</c:v>
                </c:pt>
                <c:pt idx="230">
                  <c:v>2924.0</c:v>
                </c:pt>
                <c:pt idx="231">
                  <c:v>2928.0</c:v>
                </c:pt>
                <c:pt idx="232">
                  <c:v>2932.0</c:v>
                </c:pt>
                <c:pt idx="233">
                  <c:v>2936.0</c:v>
                </c:pt>
                <c:pt idx="234">
                  <c:v>2940.0</c:v>
                </c:pt>
                <c:pt idx="235">
                  <c:v>2944.0</c:v>
                </c:pt>
                <c:pt idx="236">
                  <c:v>2948.0</c:v>
                </c:pt>
                <c:pt idx="237">
                  <c:v>2952.0</c:v>
                </c:pt>
                <c:pt idx="238">
                  <c:v>2956.0</c:v>
                </c:pt>
                <c:pt idx="239">
                  <c:v>2960.0</c:v>
                </c:pt>
                <c:pt idx="240">
                  <c:v>2964.0</c:v>
                </c:pt>
                <c:pt idx="241">
                  <c:v>2968.0</c:v>
                </c:pt>
                <c:pt idx="242">
                  <c:v>2972.0</c:v>
                </c:pt>
                <c:pt idx="243">
                  <c:v>2976.0</c:v>
                </c:pt>
                <c:pt idx="244">
                  <c:v>2980.0</c:v>
                </c:pt>
                <c:pt idx="245">
                  <c:v>2984.0</c:v>
                </c:pt>
                <c:pt idx="246">
                  <c:v>2988.0</c:v>
                </c:pt>
                <c:pt idx="247">
                  <c:v>2992.0</c:v>
                </c:pt>
                <c:pt idx="248">
                  <c:v>2996.0</c:v>
                </c:pt>
                <c:pt idx="249">
                  <c:v>3000.0</c:v>
                </c:pt>
                <c:pt idx="250">
                  <c:v>3002.0</c:v>
                </c:pt>
                <c:pt idx="251">
                  <c:v>3004.0</c:v>
                </c:pt>
                <c:pt idx="252">
                  <c:v>3006.0</c:v>
                </c:pt>
                <c:pt idx="253">
                  <c:v>3008.0</c:v>
                </c:pt>
                <c:pt idx="254">
                  <c:v>3010.0</c:v>
                </c:pt>
                <c:pt idx="255">
                  <c:v>3012.0</c:v>
                </c:pt>
                <c:pt idx="256">
                  <c:v>3014.0</c:v>
                </c:pt>
                <c:pt idx="257">
                  <c:v>3016.0</c:v>
                </c:pt>
                <c:pt idx="258">
                  <c:v>3018.0</c:v>
                </c:pt>
                <c:pt idx="259">
                  <c:v>3020.0</c:v>
                </c:pt>
                <c:pt idx="260">
                  <c:v>3022.0</c:v>
                </c:pt>
                <c:pt idx="261">
                  <c:v>3024.0</c:v>
                </c:pt>
                <c:pt idx="262">
                  <c:v>3026.0</c:v>
                </c:pt>
                <c:pt idx="263">
                  <c:v>3028.0</c:v>
                </c:pt>
                <c:pt idx="264">
                  <c:v>3030.0</c:v>
                </c:pt>
                <c:pt idx="265">
                  <c:v>3032.0</c:v>
                </c:pt>
                <c:pt idx="266">
                  <c:v>3034.0</c:v>
                </c:pt>
                <c:pt idx="267">
                  <c:v>3036.0</c:v>
                </c:pt>
                <c:pt idx="268">
                  <c:v>3038.0</c:v>
                </c:pt>
                <c:pt idx="269">
                  <c:v>3040.0</c:v>
                </c:pt>
                <c:pt idx="270">
                  <c:v>3042.0</c:v>
                </c:pt>
                <c:pt idx="271">
                  <c:v>3044.0</c:v>
                </c:pt>
                <c:pt idx="272">
                  <c:v>3046.0</c:v>
                </c:pt>
                <c:pt idx="273">
                  <c:v>3048.0</c:v>
                </c:pt>
                <c:pt idx="274">
                  <c:v>3050.0</c:v>
                </c:pt>
                <c:pt idx="275">
                  <c:v>3052.0</c:v>
                </c:pt>
                <c:pt idx="276">
                  <c:v>3054.0</c:v>
                </c:pt>
                <c:pt idx="277">
                  <c:v>3056.0</c:v>
                </c:pt>
                <c:pt idx="278">
                  <c:v>3058.0</c:v>
                </c:pt>
                <c:pt idx="279">
                  <c:v>3060.0</c:v>
                </c:pt>
                <c:pt idx="280">
                  <c:v>3062.0</c:v>
                </c:pt>
                <c:pt idx="281">
                  <c:v>3064.0</c:v>
                </c:pt>
                <c:pt idx="282">
                  <c:v>3066.0</c:v>
                </c:pt>
                <c:pt idx="283">
                  <c:v>3068.0</c:v>
                </c:pt>
                <c:pt idx="284">
                  <c:v>3070.0</c:v>
                </c:pt>
                <c:pt idx="285">
                  <c:v>3072.0</c:v>
                </c:pt>
                <c:pt idx="286">
                  <c:v>3074.0</c:v>
                </c:pt>
                <c:pt idx="287">
                  <c:v>3076.0</c:v>
                </c:pt>
                <c:pt idx="288">
                  <c:v>3078.0</c:v>
                </c:pt>
                <c:pt idx="289">
                  <c:v>3080.0</c:v>
                </c:pt>
                <c:pt idx="290">
                  <c:v>3082.0</c:v>
                </c:pt>
                <c:pt idx="291">
                  <c:v>3084.0</c:v>
                </c:pt>
                <c:pt idx="292">
                  <c:v>3086.0</c:v>
                </c:pt>
                <c:pt idx="293">
                  <c:v>3088.0</c:v>
                </c:pt>
                <c:pt idx="294">
                  <c:v>3090.0</c:v>
                </c:pt>
                <c:pt idx="295">
                  <c:v>3092.0</c:v>
                </c:pt>
                <c:pt idx="296">
                  <c:v>3094.0</c:v>
                </c:pt>
                <c:pt idx="297">
                  <c:v>3096.0</c:v>
                </c:pt>
                <c:pt idx="298">
                  <c:v>3098.0</c:v>
                </c:pt>
                <c:pt idx="299">
                  <c:v>3100.0</c:v>
                </c:pt>
                <c:pt idx="300">
                  <c:v>3102.0</c:v>
                </c:pt>
                <c:pt idx="301">
                  <c:v>3104.0</c:v>
                </c:pt>
                <c:pt idx="302">
                  <c:v>3106.0</c:v>
                </c:pt>
                <c:pt idx="303">
                  <c:v>3108.0</c:v>
                </c:pt>
                <c:pt idx="304">
                  <c:v>3110.0</c:v>
                </c:pt>
                <c:pt idx="305">
                  <c:v>3112.0</c:v>
                </c:pt>
                <c:pt idx="306">
                  <c:v>3114.0</c:v>
                </c:pt>
                <c:pt idx="307">
                  <c:v>3116.0</c:v>
                </c:pt>
                <c:pt idx="308">
                  <c:v>3118.0</c:v>
                </c:pt>
                <c:pt idx="309">
                  <c:v>3120.0</c:v>
                </c:pt>
                <c:pt idx="310">
                  <c:v>3122.0</c:v>
                </c:pt>
                <c:pt idx="311">
                  <c:v>3124.0</c:v>
                </c:pt>
                <c:pt idx="312">
                  <c:v>3126.0</c:v>
                </c:pt>
                <c:pt idx="313">
                  <c:v>3128.0</c:v>
                </c:pt>
                <c:pt idx="314">
                  <c:v>3130.0</c:v>
                </c:pt>
                <c:pt idx="315">
                  <c:v>3132.0</c:v>
                </c:pt>
                <c:pt idx="316">
                  <c:v>3134.0</c:v>
                </c:pt>
                <c:pt idx="317">
                  <c:v>3136.0</c:v>
                </c:pt>
                <c:pt idx="318">
                  <c:v>3138.0</c:v>
                </c:pt>
                <c:pt idx="319">
                  <c:v>3140.0</c:v>
                </c:pt>
                <c:pt idx="320">
                  <c:v>3142.0</c:v>
                </c:pt>
                <c:pt idx="321">
                  <c:v>3144.0</c:v>
                </c:pt>
                <c:pt idx="322">
                  <c:v>3146.0</c:v>
                </c:pt>
                <c:pt idx="323">
                  <c:v>3148.0</c:v>
                </c:pt>
                <c:pt idx="324">
                  <c:v>3150.0</c:v>
                </c:pt>
                <c:pt idx="325">
                  <c:v>3152.0</c:v>
                </c:pt>
                <c:pt idx="326">
                  <c:v>3154.0</c:v>
                </c:pt>
                <c:pt idx="327">
                  <c:v>3156.0</c:v>
                </c:pt>
                <c:pt idx="328">
                  <c:v>3158.0</c:v>
                </c:pt>
                <c:pt idx="329">
                  <c:v>3160.0</c:v>
                </c:pt>
                <c:pt idx="330">
                  <c:v>3162.0</c:v>
                </c:pt>
                <c:pt idx="331">
                  <c:v>3164.0</c:v>
                </c:pt>
                <c:pt idx="332">
                  <c:v>3166.0</c:v>
                </c:pt>
                <c:pt idx="333">
                  <c:v>3168.0</c:v>
                </c:pt>
                <c:pt idx="334">
                  <c:v>3170.0</c:v>
                </c:pt>
                <c:pt idx="335">
                  <c:v>3172.0</c:v>
                </c:pt>
                <c:pt idx="336">
                  <c:v>3174.0</c:v>
                </c:pt>
                <c:pt idx="337">
                  <c:v>3176.0</c:v>
                </c:pt>
                <c:pt idx="338">
                  <c:v>3178.0</c:v>
                </c:pt>
                <c:pt idx="339">
                  <c:v>3180.0</c:v>
                </c:pt>
                <c:pt idx="340">
                  <c:v>3182.0</c:v>
                </c:pt>
                <c:pt idx="341">
                  <c:v>3184.0</c:v>
                </c:pt>
                <c:pt idx="342">
                  <c:v>3186.0</c:v>
                </c:pt>
                <c:pt idx="343">
                  <c:v>3188.0</c:v>
                </c:pt>
                <c:pt idx="344">
                  <c:v>3190.0</c:v>
                </c:pt>
                <c:pt idx="345">
                  <c:v>3192.0</c:v>
                </c:pt>
                <c:pt idx="346">
                  <c:v>3194.0</c:v>
                </c:pt>
                <c:pt idx="347">
                  <c:v>3196.0</c:v>
                </c:pt>
                <c:pt idx="348">
                  <c:v>3198.0</c:v>
                </c:pt>
                <c:pt idx="349">
                  <c:v>3200.0</c:v>
                </c:pt>
                <c:pt idx="350">
                  <c:v>3202.0</c:v>
                </c:pt>
                <c:pt idx="351">
                  <c:v>3204.0</c:v>
                </c:pt>
                <c:pt idx="352">
                  <c:v>3206.0</c:v>
                </c:pt>
                <c:pt idx="353">
                  <c:v>3208.0</c:v>
                </c:pt>
                <c:pt idx="354">
                  <c:v>3210.0</c:v>
                </c:pt>
                <c:pt idx="355">
                  <c:v>3212.0</c:v>
                </c:pt>
                <c:pt idx="356">
                  <c:v>3214.0</c:v>
                </c:pt>
                <c:pt idx="357">
                  <c:v>3216.0</c:v>
                </c:pt>
                <c:pt idx="358">
                  <c:v>3218.0</c:v>
                </c:pt>
                <c:pt idx="359">
                  <c:v>3220.0</c:v>
                </c:pt>
                <c:pt idx="360">
                  <c:v>3222.0</c:v>
                </c:pt>
                <c:pt idx="361">
                  <c:v>3224.0</c:v>
                </c:pt>
                <c:pt idx="362">
                  <c:v>3226.0</c:v>
                </c:pt>
                <c:pt idx="363">
                  <c:v>3228.0</c:v>
                </c:pt>
                <c:pt idx="364">
                  <c:v>3230.0</c:v>
                </c:pt>
                <c:pt idx="365">
                  <c:v>3232.0</c:v>
                </c:pt>
                <c:pt idx="366">
                  <c:v>3234.0</c:v>
                </c:pt>
                <c:pt idx="367">
                  <c:v>3236.0</c:v>
                </c:pt>
                <c:pt idx="368">
                  <c:v>3238.0</c:v>
                </c:pt>
                <c:pt idx="369">
                  <c:v>3240.0</c:v>
                </c:pt>
                <c:pt idx="370">
                  <c:v>3242.0</c:v>
                </c:pt>
                <c:pt idx="371">
                  <c:v>3244.0</c:v>
                </c:pt>
                <c:pt idx="372">
                  <c:v>3246.0</c:v>
                </c:pt>
                <c:pt idx="373">
                  <c:v>3248.0</c:v>
                </c:pt>
                <c:pt idx="374">
                  <c:v>3250.0</c:v>
                </c:pt>
                <c:pt idx="375">
                  <c:v>3252.0</c:v>
                </c:pt>
                <c:pt idx="376">
                  <c:v>3254.0</c:v>
                </c:pt>
                <c:pt idx="377">
                  <c:v>3256.0</c:v>
                </c:pt>
                <c:pt idx="378">
                  <c:v>3258.0</c:v>
                </c:pt>
                <c:pt idx="379">
                  <c:v>3260.0</c:v>
                </c:pt>
                <c:pt idx="380">
                  <c:v>3262.0</c:v>
                </c:pt>
                <c:pt idx="381">
                  <c:v>3264.0</c:v>
                </c:pt>
                <c:pt idx="382">
                  <c:v>3266.0</c:v>
                </c:pt>
                <c:pt idx="383">
                  <c:v>3268.0</c:v>
                </c:pt>
                <c:pt idx="384">
                  <c:v>3270.0</c:v>
                </c:pt>
                <c:pt idx="385">
                  <c:v>3272.0</c:v>
                </c:pt>
                <c:pt idx="386">
                  <c:v>3274.0</c:v>
                </c:pt>
                <c:pt idx="387">
                  <c:v>3276.0</c:v>
                </c:pt>
                <c:pt idx="388">
                  <c:v>3278.0</c:v>
                </c:pt>
                <c:pt idx="389">
                  <c:v>3280.0</c:v>
                </c:pt>
                <c:pt idx="390">
                  <c:v>3282.0</c:v>
                </c:pt>
                <c:pt idx="391">
                  <c:v>3284.0</c:v>
                </c:pt>
                <c:pt idx="392">
                  <c:v>3286.0</c:v>
                </c:pt>
                <c:pt idx="393">
                  <c:v>3288.0</c:v>
                </c:pt>
                <c:pt idx="394">
                  <c:v>3290.0</c:v>
                </c:pt>
                <c:pt idx="395">
                  <c:v>3292.0</c:v>
                </c:pt>
                <c:pt idx="396">
                  <c:v>3294.0</c:v>
                </c:pt>
                <c:pt idx="397">
                  <c:v>3296.0</c:v>
                </c:pt>
                <c:pt idx="398">
                  <c:v>3298.0</c:v>
                </c:pt>
                <c:pt idx="399">
                  <c:v>3300.0</c:v>
                </c:pt>
                <c:pt idx="400">
                  <c:v>3302.0</c:v>
                </c:pt>
                <c:pt idx="401">
                  <c:v>3304.0</c:v>
                </c:pt>
                <c:pt idx="402">
                  <c:v>3306.0</c:v>
                </c:pt>
                <c:pt idx="403">
                  <c:v>3308.0</c:v>
                </c:pt>
                <c:pt idx="404">
                  <c:v>3310.0</c:v>
                </c:pt>
                <c:pt idx="405">
                  <c:v>3312.0</c:v>
                </c:pt>
                <c:pt idx="406">
                  <c:v>3314.0</c:v>
                </c:pt>
                <c:pt idx="407">
                  <c:v>3316.0</c:v>
                </c:pt>
                <c:pt idx="408">
                  <c:v>3318.0</c:v>
                </c:pt>
                <c:pt idx="409">
                  <c:v>3320.0</c:v>
                </c:pt>
                <c:pt idx="410">
                  <c:v>3322.0</c:v>
                </c:pt>
                <c:pt idx="411">
                  <c:v>3324.0</c:v>
                </c:pt>
                <c:pt idx="412">
                  <c:v>3326.0</c:v>
                </c:pt>
                <c:pt idx="413">
                  <c:v>3328.0</c:v>
                </c:pt>
                <c:pt idx="414">
                  <c:v>3330.0</c:v>
                </c:pt>
                <c:pt idx="415">
                  <c:v>3332.0</c:v>
                </c:pt>
                <c:pt idx="416">
                  <c:v>3334.0</c:v>
                </c:pt>
                <c:pt idx="417">
                  <c:v>3336.0</c:v>
                </c:pt>
                <c:pt idx="418">
                  <c:v>3338.0</c:v>
                </c:pt>
                <c:pt idx="419">
                  <c:v>3340.0</c:v>
                </c:pt>
                <c:pt idx="420">
                  <c:v>3342.0</c:v>
                </c:pt>
                <c:pt idx="421">
                  <c:v>3344.0</c:v>
                </c:pt>
                <c:pt idx="422">
                  <c:v>3346.0</c:v>
                </c:pt>
                <c:pt idx="423">
                  <c:v>3348.0</c:v>
                </c:pt>
                <c:pt idx="424">
                  <c:v>3350.0</c:v>
                </c:pt>
                <c:pt idx="425">
                  <c:v>3352.0</c:v>
                </c:pt>
                <c:pt idx="426">
                  <c:v>3354.0</c:v>
                </c:pt>
                <c:pt idx="427">
                  <c:v>3356.0</c:v>
                </c:pt>
                <c:pt idx="428">
                  <c:v>3358.0</c:v>
                </c:pt>
                <c:pt idx="429">
                  <c:v>3360.0</c:v>
                </c:pt>
                <c:pt idx="430">
                  <c:v>3362.0</c:v>
                </c:pt>
                <c:pt idx="431">
                  <c:v>3364.0</c:v>
                </c:pt>
                <c:pt idx="432">
                  <c:v>3366.0</c:v>
                </c:pt>
                <c:pt idx="433">
                  <c:v>3368.0</c:v>
                </c:pt>
                <c:pt idx="434">
                  <c:v>3370.0</c:v>
                </c:pt>
                <c:pt idx="435">
                  <c:v>3372.0</c:v>
                </c:pt>
                <c:pt idx="436">
                  <c:v>3374.0</c:v>
                </c:pt>
                <c:pt idx="437">
                  <c:v>3376.0</c:v>
                </c:pt>
                <c:pt idx="438">
                  <c:v>3378.0</c:v>
                </c:pt>
                <c:pt idx="439">
                  <c:v>3380.0</c:v>
                </c:pt>
                <c:pt idx="440">
                  <c:v>3382.0</c:v>
                </c:pt>
                <c:pt idx="441">
                  <c:v>3384.0</c:v>
                </c:pt>
                <c:pt idx="442">
                  <c:v>3386.0</c:v>
                </c:pt>
                <c:pt idx="443">
                  <c:v>3388.0</c:v>
                </c:pt>
                <c:pt idx="444">
                  <c:v>3390.0</c:v>
                </c:pt>
                <c:pt idx="445">
                  <c:v>3392.0</c:v>
                </c:pt>
                <c:pt idx="446">
                  <c:v>3394.0</c:v>
                </c:pt>
                <c:pt idx="447">
                  <c:v>3396.0</c:v>
                </c:pt>
                <c:pt idx="448">
                  <c:v>3398.0</c:v>
                </c:pt>
                <c:pt idx="449">
                  <c:v>3400.0</c:v>
                </c:pt>
                <c:pt idx="450">
                  <c:v>3402.0</c:v>
                </c:pt>
                <c:pt idx="451">
                  <c:v>3404.0</c:v>
                </c:pt>
                <c:pt idx="452">
                  <c:v>3406.0</c:v>
                </c:pt>
                <c:pt idx="453">
                  <c:v>3408.0</c:v>
                </c:pt>
                <c:pt idx="454">
                  <c:v>3410.0</c:v>
                </c:pt>
                <c:pt idx="455">
                  <c:v>3412.0</c:v>
                </c:pt>
                <c:pt idx="456">
                  <c:v>3414.0</c:v>
                </c:pt>
                <c:pt idx="457">
                  <c:v>3416.0</c:v>
                </c:pt>
                <c:pt idx="458">
                  <c:v>3418.0</c:v>
                </c:pt>
                <c:pt idx="459">
                  <c:v>3420.0</c:v>
                </c:pt>
                <c:pt idx="460">
                  <c:v>3422.0</c:v>
                </c:pt>
                <c:pt idx="461">
                  <c:v>3424.0</c:v>
                </c:pt>
                <c:pt idx="462">
                  <c:v>3426.0</c:v>
                </c:pt>
                <c:pt idx="463">
                  <c:v>3428.0</c:v>
                </c:pt>
                <c:pt idx="464">
                  <c:v>3430.0</c:v>
                </c:pt>
                <c:pt idx="465">
                  <c:v>3432.0</c:v>
                </c:pt>
                <c:pt idx="466">
                  <c:v>3434.0</c:v>
                </c:pt>
                <c:pt idx="467">
                  <c:v>3436.0</c:v>
                </c:pt>
                <c:pt idx="468">
                  <c:v>3438.0</c:v>
                </c:pt>
                <c:pt idx="469">
                  <c:v>3440.0</c:v>
                </c:pt>
                <c:pt idx="470">
                  <c:v>3442.0</c:v>
                </c:pt>
                <c:pt idx="471">
                  <c:v>3444.0</c:v>
                </c:pt>
                <c:pt idx="472">
                  <c:v>3446.0</c:v>
                </c:pt>
                <c:pt idx="473">
                  <c:v>3448.0</c:v>
                </c:pt>
                <c:pt idx="474">
                  <c:v>3450.0</c:v>
                </c:pt>
                <c:pt idx="475">
                  <c:v>3452.0</c:v>
                </c:pt>
                <c:pt idx="476">
                  <c:v>3454.0</c:v>
                </c:pt>
                <c:pt idx="477">
                  <c:v>3456.0</c:v>
                </c:pt>
                <c:pt idx="478">
                  <c:v>3458.0</c:v>
                </c:pt>
                <c:pt idx="479">
                  <c:v>3460.0</c:v>
                </c:pt>
                <c:pt idx="480">
                  <c:v>3462.0</c:v>
                </c:pt>
                <c:pt idx="481">
                  <c:v>3464.0</c:v>
                </c:pt>
                <c:pt idx="482">
                  <c:v>3466.0</c:v>
                </c:pt>
                <c:pt idx="483">
                  <c:v>3468.0</c:v>
                </c:pt>
                <c:pt idx="484">
                  <c:v>3470.0</c:v>
                </c:pt>
                <c:pt idx="485">
                  <c:v>3472.0</c:v>
                </c:pt>
                <c:pt idx="486">
                  <c:v>3474.0</c:v>
                </c:pt>
                <c:pt idx="487">
                  <c:v>3476.0</c:v>
                </c:pt>
                <c:pt idx="488">
                  <c:v>3478.0</c:v>
                </c:pt>
                <c:pt idx="489">
                  <c:v>3480.0</c:v>
                </c:pt>
                <c:pt idx="490">
                  <c:v>3482.0</c:v>
                </c:pt>
                <c:pt idx="491">
                  <c:v>3484.0</c:v>
                </c:pt>
                <c:pt idx="492">
                  <c:v>3486.0</c:v>
                </c:pt>
                <c:pt idx="493">
                  <c:v>3488.0</c:v>
                </c:pt>
                <c:pt idx="494">
                  <c:v>3490.0</c:v>
                </c:pt>
                <c:pt idx="495">
                  <c:v>3492.0</c:v>
                </c:pt>
                <c:pt idx="496">
                  <c:v>3494.0</c:v>
                </c:pt>
                <c:pt idx="497">
                  <c:v>3496.0</c:v>
                </c:pt>
                <c:pt idx="498">
                  <c:v>3498.0</c:v>
                </c:pt>
                <c:pt idx="499">
                  <c:v>3500.0</c:v>
                </c:pt>
                <c:pt idx="500">
                  <c:v>3501.0</c:v>
                </c:pt>
                <c:pt idx="501">
                  <c:v>3502.0</c:v>
                </c:pt>
                <c:pt idx="502">
                  <c:v>3503.0</c:v>
                </c:pt>
                <c:pt idx="503">
                  <c:v>3504.0</c:v>
                </c:pt>
                <c:pt idx="504">
                  <c:v>3505.0</c:v>
                </c:pt>
                <c:pt idx="505">
                  <c:v>3506.0</c:v>
                </c:pt>
                <c:pt idx="506">
                  <c:v>3507.0</c:v>
                </c:pt>
                <c:pt idx="507">
                  <c:v>3508.0</c:v>
                </c:pt>
                <c:pt idx="508">
                  <c:v>3509.0</c:v>
                </c:pt>
                <c:pt idx="509">
                  <c:v>3510.0</c:v>
                </c:pt>
                <c:pt idx="510">
                  <c:v>3511.0</c:v>
                </c:pt>
                <c:pt idx="511">
                  <c:v>3512.0</c:v>
                </c:pt>
                <c:pt idx="512">
                  <c:v>3513.0</c:v>
                </c:pt>
                <c:pt idx="513">
                  <c:v>3514.0</c:v>
                </c:pt>
                <c:pt idx="514">
                  <c:v>3515.0</c:v>
                </c:pt>
                <c:pt idx="515">
                  <c:v>3516.0</c:v>
                </c:pt>
                <c:pt idx="516">
                  <c:v>3517.0</c:v>
                </c:pt>
                <c:pt idx="517">
                  <c:v>3518.0</c:v>
                </c:pt>
                <c:pt idx="518">
                  <c:v>3519.0</c:v>
                </c:pt>
                <c:pt idx="519">
                  <c:v>3520.0</c:v>
                </c:pt>
                <c:pt idx="520">
                  <c:v>3521.0</c:v>
                </c:pt>
                <c:pt idx="521">
                  <c:v>3522.0</c:v>
                </c:pt>
                <c:pt idx="522">
                  <c:v>3523.0</c:v>
                </c:pt>
                <c:pt idx="523">
                  <c:v>3524.0</c:v>
                </c:pt>
                <c:pt idx="524">
                  <c:v>3525.0</c:v>
                </c:pt>
                <c:pt idx="525">
                  <c:v>3526.0</c:v>
                </c:pt>
                <c:pt idx="526">
                  <c:v>3527.0</c:v>
                </c:pt>
                <c:pt idx="527">
                  <c:v>3528.0</c:v>
                </c:pt>
                <c:pt idx="528">
                  <c:v>3529.0</c:v>
                </c:pt>
                <c:pt idx="529">
                  <c:v>3530.0</c:v>
                </c:pt>
                <c:pt idx="530">
                  <c:v>3531.0</c:v>
                </c:pt>
                <c:pt idx="531">
                  <c:v>3532.0</c:v>
                </c:pt>
                <c:pt idx="532">
                  <c:v>3533.0</c:v>
                </c:pt>
                <c:pt idx="533">
                  <c:v>3534.0</c:v>
                </c:pt>
                <c:pt idx="534">
                  <c:v>3535.0</c:v>
                </c:pt>
                <c:pt idx="535">
                  <c:v>3536.0</c:v>
                </c:pt>
                <c:pt idx="536">
                  <c:v>3537.0</c:v>
                </c:pt>
                <c:pt idx="537">
                  <c:v>3538.0</c:v>
                </c:pt>
                <c:pt idx="538">
                  <c:v>3539.0</c:v>
                </c:pt>
                <c:pt idx="539">
                  <c:v>3540.0</c:v>
                </c:pt>
                <c:pt idx="540">
                  <c:v>3541.0</c:v>
                </c:pt>
                <c:pt idx="541">
                  <c:v>3542.0</c:v>
                </c:pt>
                <c:pt idx="542">
                  <c:v>3543.0</c:v>
                </c:pt>
                <c:pt idx="543">
                  <c:v>3544.0</c:v>
                </c:pt>
                <c:pt idx="544">
                  <c:v>3545.0</c:v>
                </c:pt>
                <c:pt idx="545">
                  <c:v>3546.0</c:v>
                </c:pt>
                <c:pt idx="546">
                  <c:v>3547.0</c:v>
                </c:pt>
                <c:pt idx="547">
                  <c:v>3548.0</c:v>
                </c:pt>
                <c:pt idx="548">
                  <c:v>3549.0</c:v>
                </c:pt>
                <c:pt idx="549">
                  <c:v>3550.0</c:v>
                </c:pt>
                <c:pt idx="550">
                  <c:v>3551.0</c:v>
                </c:pt>
                <c:pt idx="551">
                  <c:v>3552.0</c:v>
                </c:pt>
                <c:pt idx="552">
                  <c:v>3553.0</c:v>
                </c:pt>
                <c:pt idx="553">
                  <c:v>3554.0</c:v>
                </c:pt>
                <c:pt idx="554">
                  <c:v>3555.0</c:v>
                </c:pt>
                <c:pt idx="555">
                  <c:v>3556.0</c:v>
                </c:pt>
                <c:pt idx="556">
                  <c:v>3557.0</c:v>
                </c:pt>
                <c:pt idx="557">
                  <c:v>3558.0</c:v>
                </c:pt>
                <c:pt idx="558">
                  <c:v>3559.0</c:v>
                </c:pt>
                <c:pt idx="559">
                  <c:v>3560.0</c:v>
                </c:pt>
                <c:pt idx="560">
                  <c:v>3561.0</c:v>
                </c:pt>
                <c:pt idx="561">
                  <c:v>3562.0</c:v>
                </c:pt>
                <c:pt idx="562">
                  <c:v>3563.0</c:v>
                </c:pt>
                <c:pt idx="563">
                  <c:v>3564.0</c:v>
                </c:pt>
                <c:pt idx="564">
                  <c:v>3565.0</c:v>
                </c:pt>
                <c:pt idx="565">
                  <c:v>3566.0</c:v>
                </c:pt>
                <c:pt idx="566">
                  <c:v>3567.0</c:v>
                </c:pt>
                <c:pt idx="567">
                  <c:v>3568.0</c:v>
                </c:pt>
                <c:pt idx="568">
                  <c:v>3569.0</c:v>
                </c:pt>
                <c:pt idx="569">
                  <c:v>3570.0</c:v>
                </c:pt>
                <c:pt idx="570">
                  <c:v>3571.0</c:v>
                </c:pt>
                <c:pt idx="571">
                  <c:v>3572.0</c:v>
                </c:pt>
                <c:pt idx="572">
                  <c:v>3573.0</c:v>
                </c:pt>
                <c:pt idx="573">
                  <c:v>3574.0</c:v>
                </c:pt>
                <c:pt idx="574">
                  <c:v>3575.0</c:v>
                </c:pt>
                <c:pt idx="575">
                  <c:v>3576.0</c:v>
                </c:pt>
                <c:pt idx="576">
                  <c:v>3577.0</c:v>
                </c:pt>
                <c:pt idx="577">
                  <c:v>3578.0</c:v>
                </c:pt>
                <c:pt idx="578">
                  <c:v>3579.0</c:v>
                </c:pt>
                <c:pt idx="579">
                  <c:v>3580.0</c:v>
                </c:pt>
                <c:pt idx="580">
                  <c:v>3581.0</c:v>
                </c:pt>
                <c:pt idx="581">
                  <c:v>3582.0</c:v>
                </c:pt>
                <c:pt idx="582">
                  <c:v>3583.0</c:v>
                </c:pt>
                <c:pt idx="583">
                  <c:v>3584.0</c:v>
                </c:pt>
                <c:pt idx="584">
                  <c:v>3585.0</c:v>
                </c:pt>
                <c:pt idx="585">
                  <c:v>3586.0</c:v>
                </c:pt>
                <c:pt idx="586">
                  <c:v>3587.0</c:v>
                </c:pt>
                <c:pt idx="587">
                  <c:v>3588.0</c:v>
                </c:pt>
                <c:pt idx="588">
                  <c:v>3589.0</c:v>
                </c:pt>
                <c:pt idx="589">
                  <c:v>3590.0</c:v>
                </c:pt>
                <c:pt idx="590">
                  <c:v>3591.0</c:v>
                </c:pt>
                <c:pt idx="591">
                  <c:v>3592.0</c:v>
                </c:pt>
                <c:pt idx="592">
                  <c:v>3593.0</c:v>
                </c:pt>
                <c:pt idx="593">
                  <c:v>3594.0</c:v>
                </c:pt>
                <c:pt idx="594">
                  <c:v>3595.0</c:v>
                </c:pt>
                <c:pt idx="595">
                  <c:v>3596.0</c:v>
                </c:pt>
                <c:pt idx="596">
                  <c:v>3597.0</c:v>
                </c:pt>
                <c:pt idx="597">
                  <c:v>3598.0</c:v>
                </c:pt>
                <c:pt idx="598">
                  <c:v>3599.0</c:v>
                </c:pt>
                <c:pt idx="599">
                  <c:v>3600.0</c:v>
                </c:pt>
                <c:pt idx="600">
                  <c:v>3601.0</c:v>
                </c:pt>
                <c:pt idx="601">
                  <c:v>3602.0</c:v>
                </c:pt>
                <c:pt idx="602">
                  <c:v>3603.0</c:v>
                </c:pt>
                <c:pt idx="603">
                  <c:v>3604.0</c:v>
                </c:pt>
                <c:pt idx="604">
                  <c:v>3605.0</c:v>
                </c:pt>
                <c:pt idx="605">
                  <c:v>3606.0</c:v>
                </c:pt>
                <c:pt idx="606">
                  <c:v>3607.0</c:v>
                </c:pt>
                <c:pt idx="607">
                  <c:v>3608.0</c:v>
                </c:pt>
                <c:pt idx="608">
                  <c:v>3609.0</c:v>
                </c:pt>
                <c:pt idx="609">
                  <c:v>3610.0</c:v>
                </c:pt>
                <c:pt idx="610">
                  <c:v>3611.0</c:v>
                </c:pt>
                <c:pt idx="611">
                  <c:v>3612.0</c:v>
                </c:pt>
                <c:pt idx="612">
                  <c:v>3613.0</c:v>
                </c:pt>
                <c:pt idx="613">
                  <c:v>3614.0</c:v>
                </c:pt>
                <c:pt idx="614">
                  <c:v>3615.0</c:v>
                </c:pt>
                <c:pt idx="615">
                  <c:v>3616.0</c:v>
                </c:pt>
                <c:pt idx="616">
                  <c:v>3617.0</c:v>
                </c:pt>
                <c:pt idx="617">
                  <c:v>3618.0</c:v>
                </c:pt>
                <c:pt idx="618">
                  <c:v>3619.0</c:v>
                </c:pt>
                <c:pt idx="619">
                  <c:v>3620.0</c:v>
                </c:pt>
                <c:pt idx="620">
                  <c:v>3621.0</c:v>
                </c:pt>
                <c:pt idx="621">
                  <c:v>3622.0</c:v>
                </c:pt>
                <c:pt idx="622">
                  <c:v>3623.0</c:v>
                </c:pt>
                <c:pt idx="623">
                  <c:v>3624.0</c:v>
                </c:pt>
                <c:pt idx="624">
                  <c:v>3625.0</c:v>
                </c:pt>
                <c:pt idx="625">
                  <c:v>3626.0</c:v>
                </c:pt>
                <c:pt idx="626">
                  <c:v>3627.0</c:v>
                </c:pt>
                <c:pt idx="627">
                  <c:v>3628.0</c:v>
                </c:pt>
                <c:pt idx="628">
                  <c:v>3629.0</c:v>
                </c:pt>
                <c:pt idx="629">
                  <c:v>3630.0</c:v>
                </c:pt>
                <c:pt idx="630">
                  <c:v>3631.0</c:v>
                </c:pt>
                <c:pt idx="631">
                  <c:v>3632.0</c:v>
                </c:pt>
                <c:pt idx="632">
                  <c:v>3633.0</c:v>
                </c:pt>
                <c:pt idx="633">
                  <c:v>3634.0</c:v>
                </c:pt>
                <c:pt idx="634">
                  <c:v>3635.0</c:v>
                </c:pt>
                <c:pt idx="635">
                  <c:v>3636.0</c:v>
                </c:pt>
                <c:pt idx="636">
                  <c:v>3637.0</c:v>
                </c:pt>
                <c:pt idx="637">
                  <c:v>3638.0</c:v>
                </c:pt>
                <c:pt idx="638">
                  <c:v>3639.0</c:v>
                </c:pt>
                <c:pt idx="639">
                  <c:v>3640.0</c:v>
                </c:pt>
                <c:pt idx="640">
                  <c:v>3641.0</c:v>
                </c:pt>
                <c:pt idx="641">
                  <c:v>3642.0</c:v>
                </c:pt>
                <c:pt idx="642">
                  <c:v>3643.0</c:v>
                </c:pt>
                <c:pt idx="643">
                  <c:v>3644.0</c:v>
                </c:pt>
                <c:pt idx="644">
                  <c:v>3645.0</c:v>
                </c:pt>
                <c:pt idx="645">
                  <c:v>3646.0</c:v>
                </c:pt>
                <c:pt idx="646">
                  <c:v>3647.0</c:v>
                </c:pt>
                <c:pt idx="647">
                  <c:v>3648.0</c:v>
                </c:pt>
                <c:pt idx="648">
                  <c:v>3649.0</c:v>
                </c:pt>
                <c:pt idx="649">
                  <c:v>3650.0</c:v>
                </c:pt>
                <c:pt idx="650">
                  <c:v>3651.0</c:v>
                </c:pt>
                <c:pt idx="651">
                  <c:v>3652.0</c:v>
                </c:pt>
                <c:pt idx="652">
                  <c:v>3653.0</c:v>
                </c:pt>
                <c:pt idx="653">
                  <c:v>3654.0</c:v>
                </c:pt>
                <c:pt idx="654">
                  <c:v>3655.0</c:v>
                </c:pt>
                <c:pt idx="655">
                  <c:v>3656.0</c:v>
                </c:pt>
                <c:pt idx="656">
                  <c:v>3657.0</c:v>
                </c:pt>
                <c:pt idx="657">
                  <c:v>3658.0</c:v>
                </c:pt>
                <c:pt idx="658">
                  <c:v>3659.0</c:v>
                </c:pt>
                <c:pt idx="659">
                  <c:v>3660.0</c:v>
                </c:pt>
                <c:pt idx="660">
                  <c:v>3661.0</c:v>
                </c:pt>
                <c:pt idx="661">
                  <c:v>3662.0</c:v>
                </c:pt>
                <c:pt idx="662">
                  <c:v>3663.0</c:v>
                </c:pt>
                <c:pt idx="663">
                  <c:v>3664.0</c:v>
                </c:pt>
                <c:pt idx="664">
                  <c:v>3665.0</c:v>
                </c:pt>
                <c:pt idx="665">
                  <c:v>3666.0</c:v>
                </c:pt>
                <c:pt idx="666">
                  <c:v>3667.0</c:v>
                </c:pt>
                <c:pt idx="667">
                  <c:v>3668.0</c:v>
                </c:pt>
                <c:pt idx="668">
                  <c:v>3669.0</c:v>
                </c:pt>
                <c:pt idx="669">
                  <c:v>3670.0</c:v>
                </c:pt>
                <c:pt idx="670">
                  <c:v>3671.0</c:v>
                </c:pt>
                <c:pt idx="671">
                  <c:v>3672.0</c:v>
                </c:pt>
                <c:pt idx="672">
                  <c:v>3673.0</c:v>
                </c:pt>
                <c:pt idx="673">
                  <c:v>3674.0</c:v>
                </c:pt>
                <c:pt idx="674">
                  <c:v>3675.0</c:v>
                </c:pt>
                <c:pt idx="675">
                  <c:v>3676.0</c:v>
                </c:pt>
                <c:pt idx="676">
                  <c:v>3677.0</c:v>
                </c:pt>
                <c:pt idx="677">
                  <c:v>3678.0</c:v>
                </c:pt>
                <c:pt idx="678">
                  <c:v>3679.0</c:v>
                </c:pt>
                <c:pt idx="679">
                  <c:v>3680.0</c:v>
                </c:pt>
                <c:pt idx="680">
                  <c:v>3681.0</c:v>
                </c:pt>
                <c:pt idx="681">
                  <c:v>3682.0</c:v>
                </c:pt>
                <c:pt idx="682">
                  <c:v>3683.0</c:v>
                </c:pt>
                <c:pt idx="683">
                  <c:v>3684.0</c:v>
                </c:pt>
                <c:pt idx="684">
                  <c:v>3685.0</c:v>
                </c:pt>
                <c:pt idx="685">
                  <c:v>3686.0</c:v>
                </c:pt>
                <c:pt idx="686">
                  <c:v>3687.0</c:v>
                </c:pt>
                <c:pt idx="687">
                  <c:v>3688.0</c:v>
                </c:pt>
                <c:pt idx="688">
                  <c:v>3689.0</c:v>
                </c:pt>
                <c:pt idx="689">
                  <c:v>3690.0</c:v>
                </c:pt>
                <c:pt idx="690">
                  <c:v>3691.0</c:v>
                </c:pt>
                <c:pt idx="691">
                  <c:v>3692.0</c:v>
                </c:pt>
                <c:pt idx="692">
                  <c:v>3693.0</c:v>
                </c:pt>
                <c:pt idx="693">
                  <c:v>3694.0</c:v>
                </c:pt>
                <c:pt idx="694">
                  <c:v>3695.0</c:v>
                </c:pt>
                <c:pt idx="695">
                  <c:v>3696.0</c:v>
                </c:pt>
                <c:pt idx="696">
                  <c:v>3697.0</c:v>
                </c:pt>
                <c:pt idx="697">
                  <c:v>3698.0</c:v>
                </c:pt>
                <c:pt idx="698">
                  <c:v>3699.0</c:v>
                </c:pt>
                <c:pt idx="699">
                  <c:v>3700.0</c:v>
                </c:pt>
                <c:pt idx="700">
                  <c:v>3701.0</c:v>
                </c:pt>
                <c:pt idx="701">
                  <c:v>3702.0</c:v>
                </c:pt>
                <c:pt idx="702">
                  <c:v>3703.0</c:v>
                </c:pt>
                <c:pt idx="703">
                  <c:v>3704.0</c:v>
                </c:pt>
                <c:pt idx="704">
                  <c:v>3705.0</c:v>
                </c:pt>
                <c:pt idx="705">
                  <c:v>3706.0</c:v>
                </c:pt>
                <c:pt idx="706">
                  <c:v>3707.0</c:v>
                </c:pt>
                <c:pt idx="707">
                  <c:v>3708.0</c:v>
                </c:pt>
                <c:pt idx="708">
                  <c:v>3709.0</c:v>
                </c:pt>
                <c:pt idx="709">
                  <c:v>3710.0</c:v>
                </c:pt>
                <c:pt idx="710">
                  <c:v>3711.0</c:v>
                </c:pt>
                <c:pt idx="711">
                  <c:v>3712.0</c:v>
                </c:pt>
                <c:pt idx="712">
                  <c:v>3713.0</c:v>
                </c:pt>
                <c:pt idx="713">
                  <c:v>3714.0</c:v>
                </c:pt>
                <c:pt idx="714">
                  <c:v>3715.0</c:v>
                </c:pt>
                <c:pt idx="715">
                  <c:v>3716.0</c:v>
                </c:pt>
                <c:pt idx="716">
                  <c:v>3717.0</c:v>
                </c:pt>
                <c:pt idx="717">
                  <c:v>3718.0</c:v>
                </c:pt>
                <c:pt idx="718">
                  <c:v>3719.0</c:v>
                </c:pt>
                <c:pt idx="719">
                  <c:v>3720.0</c:v>
                </c:pt>
                <c:pt idx="720">
                  <c:v>3721.0</c:v>
                </c:pt>
                <c:pt idx="721">
                  <c:v>3722.0</c:v>
                </c:pt>
                <c:pt idx="722">
                  <c:v>3723.0</c:v>
                </c:pt>
                <c:pt idx="723">
                  <c:v>3724.0</c:v>
                </c:pt>
                <c:pt idx="724">
                  <c:v>3725.0</c:v>
                </c:pt>
                <c:pt idx="725">
                  <c:v>3726.0</c:v>
                </c:pt>
                <c:pt idx="726">
                  <c:v>3727.0</c:v>
                </c:pt>
                <c:pt idx="727">
                  <c:v>3728.0</c:v>
                </c:pt>
                <c:pt idx="728">
                  <c:v>3729.0</c:v>
                </c:pt>
                <c:pt idx="729">
                  <c:v>3730.0</c:v>
                </c:pt>
                <c:pt idx="730">
                  <c:v>3731.0</c:v>
                </c:pt>
                <c:pt idx="731">
                  <c:v>3732.0</c:v>
                </c:pt>
                <c:pt idx="732">
                  <c:v>3733.0</c:v>
                </c:pt>
                <c:pt idx="733">
                  <c:v>3734.0</c:v>
                </c:pt>
                <c:pt idx="734">
                  <c:v>3735.0</c:v>
                </c:pt>
                <c:pt idx="735">
                  <c:v>3736.0</c:v>
                </c:pt>
                <c:pt idx="736">
                  <c:v>3737.0</c:v>
                </c:pt>
                <c:pt idx="737">
                  <c:v>3738.0</c:v>
                </c:pt>
                <c:pt idx="738">
                  <c:v>3739.0</c:v>
                </c:pt>
                <c:pt idx="739">
                  <c:v>3740.0</c:v>
                </c:pt>
                <c:pt idx="740">
                  <c:v>3741.0</c:v>
                </c:pt>
                <c:pt idx="741">
                  <c:v>3742.0</c:v>
                </c:pt>
                <c:pt idx="742">
                  <c:v>3743.0</c:v>
                </c:pt>
                <c:pt idx="743">
                  <c:v>3744.0</c:v>
                </c:pt>
                <c:pt idx="744">
                  <c:v>3745.0</c:v>
                </c:pt>
                <c:pt idx="745">
                  <c:v>3746.0</c:v>
                </c:pt>
                <c:pt idx="746">
                  <c:v>3747.0</c:v>
                </c:pt>
                <c:pt idx="747">
                  <c:v>3748.0</c:v>
                </c:pt>
                <c:pt idx="748">
                  <c:v>3749.0</c:v>
                </c:pt>
                <c:pt idx="749">
                  <c:v>3750.0</c:v>
                </c:pt>
                <c:pt idx="750">
                  <c:v>3751.0</c:v>
                </c:pt>
                <c:pt idx="751">
                  <c:v>3752.0</c:v>
                </c:pt>
                <c:pt idx="752">
                  <c:v>3753.0</c:v>
                </c:pt>
                <c:pt idx="753">
                  <c:v>3754.0</c:v>
                </c:pt>
                <c:pt idx="754">
                  <c:v>3755.0</c:v>
                </c:pt>
                <c:pt idx="755">
                  <c:v>3756.0</c:v>
                </c:pt>
                <c:pt idx="756">
                  <c:v>3757.0</c:v>
                </c:pt>
                <c:pt idx="757">
                  <c:v>3758.0</c:v>
                </c:pt>
                <c:pt idx="758">
                  <c:v>3759.0</c:v>
                </c:pt>
                <c:pt idx="759">
                  <c:v>3760.0</c:v>
                </c:pt>
                <c:pt idx="760">
                  <c:v>3761.0</c:v>
                </c:pt>
                <c:pt idx="761">
                  <c:v>3762.0</c:v>
                </c:pt>
                <c:pt idx="762">
                  <c:v>3763.0</c:v>
                </c:pt>
                <c:pt idx="763">
                  <c:v>3764.0</c:v>
                </c:pt>
                <c:pt idx="764">
                  <c:v>3765.0</c:v>
                </c:pt>
                <c:pt idx="765">
                  <c:v>3766.0</c:v>
                </c:pt>
                <c:pt idx="766">
                  <c:v>3767.0</c:v>
                </c:pt>
                <c:pt idx="767">
                  <c:v>3768.0</c:v>
                </c:pt>
                <c:pt idx="768">
                  <c:v>3769.0</c:v>
                </c:pt>
                <c:pt idx="769">
                  <c:v>3770.0</c:v>
                </c:pt>
                <c:pt idx="770">
                  <c:v>3771.0</c:v>
                </c:pt>
                <c:pt idx="771">
                  <c:v>3772.0</c:v>
                </c:pt>
                <c:pt idx="772">
                  <c:v>3773.0</c:v>
                </c:pt>
                <c:pt idx="773">
                  <c:v>3774.0</c:v>
                </c:pt>
                <c:pt idx="774">
                  <c:v>3775.0</c:v>
                </c:pt>
                <c:pt idx="775">
                  <c:v>3776.0</c:v>
                </c:pt>
                <c:pt idx="776">
                  <c:v>3777.0</c:v>
                </c:pt>
                <c:pt idx="777">
                  <c:v>3778.0</c:v>
                </c:pt>
                <c:pt idx="778">
                  <c:v>3779.0</c:v>
                </c:pt>
                <c:pt idx="779">
                  <c:v>3780.0</c:v>
                </c:pt>
                <c:pt idx="780">
                  <c:v>3781.0</c:v>
                </c:pt>
                <c:pt idx="781">
                  <c:v>3782.0</c:v>
                </c:pt>
                <c:pt idx="782">
                  <c:v>3783.0</c:v>
                </c:pt>
                <c:pt idx="783">
                  <c:v>3784.0</c:v>
                </c:pt>
                <c:pt idx="784">
                  <c:v>3785.0</c:v>
                </c:pt>
                <c:pt idx="785">
                  <c:v>3786.0</c:v>
                </c:pt>
                <c:pt idx="786">
                  <c:v>3787.0</c:v>
                </c:pt>
                <c:pt idx="787">
                  <c:v>3788.0</c:v>
                </c:pt>
                <c:pt idx="788">
                  <c:v>3789.0</c:v>
                </c:pt>
                <c:pt idx="789">
                  <c:v>3790.0</c:v>
                </c:pt>
                <c:pt idx="790">
                  <c:v>3791.0</c:v>
                </c:pt>
                <c:pt idx="791">
                  <c:v>3792.0</c:v>
                </c:pt>
                <c:pt idx="792">
                  <c:v>3793.0</c:v>
                </c:pt>
                <c:pt idx="793">
                  <c:v>3794.0</c:v>
                </c:pt>
                <c:pt idx="794">
                  <c:v>3795.0</c:v>
                </c:pt>
              </c:numCache>
            </c:numRef>
          </c:xVal>
          <c:yVal>
            <c:numRef>
              <c:f>Sheet1!$B$2:$B$796</c:f>
              <c:numCache>
                <c:formatCode>General</c:formatCode>
                <c:ptCount val="795"/>
                <c:pt idx="0">
                  <c:v>0.0098460114</c:v>
                </c:pt>
                <c:pt idx="1">
                  <c:v>0.041715161</c:v>
                </c:pt>
                <c:pt idx="2">
                  <c:v>0.0087464047</c:v>
                </c:pt>
                <c:pt idx="3">
                  <c:v>0.010992715</c:v>
                </c:pt>
                <c:pt idx="4">
                  <c:v>0.011458959</c:v>
                </c:pt>
                <c:pt idx="5">
                  <c:v>0.092706852</c:v>
                </c:pt>
                <c:pt idx="6">
                  <c:v>0.12857808</c:v>
                </c:pt>
                <c:pt idx="7">
                  <c:v>0.006531871</c:v>
                </c:pt>
                <c:pt idx="8">
                  <c:v>0.14310087</c:v>
                </c:pt>
                <c:pt idx="9">
                  <c:v>0.03313545</c:v>
                </c:pt>
                <c:pt idx="10">
                  <c:v>0.035032409</c:v>
                </c:pt>
                <c:pt idx="11">
                  <c:v>0.008526297</c:v>
                </c:pt>
                <c:pt idx="12">
                  <c:v>0.028984213</c:v>
                </c:pt>
                <c:pt idx="13">
                  <c:v>0.026812648</c:v>
                </c:pt>
                <c:pt idx="14">
                  <c:v>0.026484037</c:v>
                </c:pt>
                <c:pt idx="15">
                  <c:v>0.0032547875</c:v>
                </c:pt>
                <c:pt idx="16">
                  <c:v>0.012250032</c:v>
                </c:pt>
                <c:pt idx="17">
                  <c:v>0.0066152555</c:v>
                </c:pt>
                <c:pt idx="18">
                  <c:v>0.028220478</c:v>
                </c:pt>
                <c:pt idx="19">
                  <c:v>0.16822141</c:v>
                </c:pt>
                <c:pt idx="20">
                  <c:v>0.012913173</c:v>
                </c:pt>
                <c:pt idx="21">
                  <c:v>0.0019519861</c:v>
                </c:pt>
                <c:pt idx="22">
                  <c:v>0.015921796</c:v>
                </c:pt>
                <c:pt idx="23">
                  <c:v>0.022342603</c:v>
                </c:pt>
                <c:pt idx="24">
                  <c:v>0.086983776</c:v>
                </c:pt>
                <c:pt idx="25">
                  <c:v>0.0028669299</c:v>
                </c:pt>
                <c:pt idx="26">
                  <c:v>0.0070308387</c:v>
                </c:pt>
                <c:pt idx="27">
                  <c:v>0.0051327666</c:v>
                </c:pt>
                <c:pt idx="28">
                  <c:v>0.017975759</c:v>
                </c:pt>
                <c:pt idx="29">
                  <c:v>0.18011084</c:v>
                </c:pt>
                <c:pt idx="30">
                  <c:v>0.051384674</c:v>
                </c:pt>
                <c:pt idx="31">
                  <c:v>0.014852979</c:v>
                </c:pt>
                <c:pt idx="32">
                  <c:v>0.13652922</c:v>
                </c:pt>
                <c:pt idx="33">
                  <c:v>0.002101228</c:v>
                </c:pt>
                <c:pt idx="34">
                  <c:v>0.013491735</c:v>
                </c:pt>
                <c:pt idx="35">
                  <c:v>0.11305358</c:v>
                </c:pt>
                <c:pt idx="36">
                  <c:v>0.0082528465</c:v>
                </c:pt>
                <c:pt idx="37">
                  <c:v>0.0075692599</c:v>
                </c:pt>
                <c:pt idx="38">
                  <c:v>0.0082803738</c:v>
                </c:pt>
                <c:pt idx="39">
                  <c:v>0.044056525</c:v>
                </c:pt>
                <c:pt idx="40">
                  <c:v>0.0014926113</c:v>
                </c:pt>
                <c:pt idx="41">
                  <c:v>0.0014239534</c:v>
                </c:pt>
                <c:pt idx="42">
                  <c:v>0.0095450428</c:v>
                </c:pt>
                <c:pt idx="43">
                  <c:v>0.0012008221</c:v>
                </c:pt>
                <c:pt idx="44">
                  <c:v>0.061794424</c:v>
                </c:pt>
                <c:pt idx="45">
                  <c:v>0.0060430933</c:v>
                </c:pt>
                <c:pt idx="46">
                  <c:v>0.0056518989</c:v>
                </c:pt>
                <c:pt idx="47">
                  <c:v>0.0061706402</c:v>
                </c:pt>
                <c:pt idx="48">
                  <c:v>0.0011325281</c:v>
                </c:pt>
                <c:pt idx="49">
                  <c:v>0.086628044</c:v>
                </c:pt>
                <c:pt idx="50">
                  <c:v>0.0026836502</c:v>
                </c:pt>
                <c:pt idx="51">
                  <c:v>0.0017694977</c:v>
                </c:pt>
                <c:pt idx="52">
                  <c:v>0.010144468</c:v>
                </c:pt>
                <c:pt idx="53">
                  <c:v>0.0021732986</c:v>
                </c:pt>
                <c:pt idx="54">
                  <c:v>0.052738114</c:v>
                </c:pt>
                <c:pt idx="55">
                  <c:v>0.0045275719</c:v>
                </c:pt>
                <c:pt idx="56">
                  <c:v>0.0037325881</c:v>
                </c:pt>
                <c:pt idx="57">
                  <c:v>0.0098623507</c:v>
                </c:pt>
                <c:pt idx="58">
                  <c:v>0.0053329911</c:v>
                </c:pt>
                <c:pt idx="59">
                  <c:v>0.054219863</c:v>
                </c:pt>
                <c:pt idx="60">
                  <c:v>0.0072001361</c:v>
                </c:pt>
                <c:pt idx="61">
                  <c:v>0.0066563381</c:v>
                </c:pt>
                <c:pt idx="62">
                  <c:v>0.037749762</c:v>
                </c:pt>
                <c:pt idx="63">
                  <c:v>0.0060851482</c:v>
                </c:pt>
                <c:pt idx="64">
                  <c:v>0.0028942925</c:v>
                </c:pt>
                <c:pt idx="65">
                  <c:v>0.0025516943</c:v>
                </c:pt>
                <c:pt idx="66">
                  <c:v>0.27063563</c:v>
                </c:pt>
                <c:pt idx="67">
                  <c:v>0.029660601</c:v>
                </c:pt>
                <c:pt idx="68">
                  <c:v>0.0058276379</c:v>
                </c:pt>
                <c:pt idx="69">
                  <c:v>0.0032591873</c:v>
                </c:pt>
                <c:pt idx="70">
                  <c:v>0.0028742787</c:v>
                </c:pt>
                <c:pt idx="71">
                  <c:v>0.12138097</c:v>
                </c:pt>
                <c:pt idx="72">
                  <c:v>0.016782827</c:v>
                </c:pt>
                <c:pt idx="73">
                  <c:v>0.0038605252</c:v>
                </c:pt>
                <c:pt idx="74">
                  <c:v>0.0022266822</c:v>
                </c:pt>
                <c:pt idx="75">
                  <c:v>0.0019177159</c:v>
                </c:pt>
                <c:pt idx="76">
                  <c:v>0.13119109</c:v>
                </c:pt>
                <c:pt idx="77">
                  <c:v>0.0226423</c:v>
                </c:pt>
                <c:pt idx="78">
                  <c:v>0.0094342338</c:v>
                </c:pt>
                <c:pt idx="79">
                  <c:v>0.0065517894</c:v>
                </c:pt>
                <c:pt idx="80">
                  <c:v>0.0060367786</c:v>
                </c:pt>
                <c:pt idx="81">
                  <c:v>0.31673092</c:v>
                </c:pt>
                <c:pt idx="82">
                  <c:v>0.025337633</c:v>
                </c:pt>
                <c:pt idx="83">
                  <c:v>0.0069531711</c:v>
                </c:pt>
                <c:pt idx="84">
                  <c:v>0.0055503458</c:v>
                </c:pt>
                <c:pt idx="85">
                  <c:v>0.0056804949</c:v>
                </c:pt>
                <c:pt idx="86">
                  <c:v>0.16108486</c:v>
                </c:pt>
                <c:pt idx="87">
                  <c:v>0.023503271</c:v>
                </c:pt>
                <c:pt idx="88">
                  <c:v>0.0093692578</c:v>
                </c:pt>
                <c:pt idx="89">
                  <c:v>0.0071764236</c:v>
                </c:pt>
                <c:pt idx="90">
                  <c:v>0.0069185657</c:v>
                </c:pt>
                <c:pt idx="91">
                  <c:v>0.23248824</c:v>
                </c:pt>
                <c:pt idx="92">
                  <c:v>0.020702043</c:v>
                </c:pt>
                <c:pt idx="93">
                  <c:v>0.0082213622</c:v>
                </c:pt>
                <c:pt idx="94">
                  <c:v>0.0068441556</c:v>
                </c:pt>
                <c:pt idx="95">
                  <c:v>0.0069146055</c:v>
                </c:pt>
                <c:pt idx="96">
                  <c:v>0.11709775</c:v>
                </c:pt>
                <c:pt idx="97">
                  <c:v>0.019280733</c:v>
                </c:pt>
                <c:pt idx="98">
                  <c:v>0.0068798125</c:v>
                </c:pt>
                <c:pt idx="99">
                  <c:v>0.0059064593</c:v>
                </c:pt>
                <c:pt idx="100">
                  <c:v>0.0055920526</c:v>
                </c:pt>
                <c:pt idx="101">
                  <c:v>0.37886172</c:v>
                </c:pt>
                <c:pt idx="102">
                  <c:v>0.03626234</c:v>
                </c:pt>
                <c:pt idx="103">
                  <c:v>0.013532469</c:v>
                </c:pt>
                <c:pt idx="104">
                  <c:v>0.010481891</c:v>
                </c:pt>
                <c:pt idx="105">
                  <c:v>0.01001794</c:v>
                </c:pt>
                <c:pt idx="106">
                  <c:v>0.45172666</c:v>
                </c:pt>
                <c:pt idx="107">
                  <c:v>0.034790585</c:v>
                </c:pt>
                <c:pt idx="108">
                  <c:v>0.0067378862</c:v>
                </c:pt>
                <c:pt idx="109">
                  <c:v>0.0028799619</c:v>
                </c:pt>
                <c:pt idx="110">
                  <c:v>0.0025423609</c:v>
                </c:pt>
                <c:pt idx="111">
                  <c:v>0.13460512</c:v>
                </c:pt>
                <c:pt idx="112">
                  <c:v>0.019707129</c:v>
                </c:pt>
                <c:pt idx="113">
                  <c:v>0.0045704368</c:v>
                </c:pt>
                <c:pt idx="114">
                  <c:v>0.0032353308</c:v>
                </c:pt>
                <c:pt idx="115">
                  <c:v>0.003080949</c:v>
                </c:pt>
                <c:pt idx="116">
                  <c:v>0.10636694</c:v>
                </c:pt>
                <c:pt idx="117">
                  <c:v>0.01678753</c:v>
                </c:pt>
                <c:pt idx="118">
                  <c:v>0.0050190115</c:v>
                </c:pt>
                <c:pt idx="119">
                  <c:v>0.0036127214</c:v>
                </c:pt>
                <c:pt idx="120">
                  <c:v>0.0034008462</c:v>
                </c:pt>
                <c:pt idx="121">
                  <c:v>1.7728064</c:v>
                </c:pt>
                <c:pt idx="122">
                  <c:v>0.60725178</c:v>
                </c:pt>
                <c:pt idx="123">
                  <c:v>0.08035242</c:v>
                </c:pt>
                <c:pt idx="124">
                  <c:v>0.032012034</c:v>
                </c:pt>
                <c:pt idx="125">
                  <c:v>0.028922846</c:v>
                </c:pt>
                <c:pt idx="126">
                  <c:v>0.028154947</c:v>
                </c:pt>
                <c:pt idx="127">
                  <c:v>0.02805726</c:v>
                </c:pt>
                <c:pt idx="128">
                  <c:v>1.7228837</c:v>
                </c:pt>
                <c:pt idx="129">
                  <c:v>1.547804</c:v>
                </c:pt>
                <c:pt idx="130">
                  <c:v>0.66579384</c:v>
                </c:pt>
                <c:pt idx="131">
                  <c:v>0.23739652</c:v>
                </c:pt>
                <c:pt idx="132">
                  <c:v>0.085795183</c:v>
                </c:pt>
                <c:pt idx="133">
                  <c:v>0.041551655</c:v>
                </c:pt>
                <c:pt idx="134">
                  <c:v>0.028413065</c:v>
                </c:pt>
                <c:pt idx="135">
                  <c:v>0.025004767</c:v>
                </c:pt>
                <c:pt idx="136">
                  <c:v>0.023463631</c:v>
                </c:pt>
                <c:pt idx="137">
                  <c:v>0.022511005</c:v>
                </c:pt>
                <c:pt idx="138">
                  <c:v>1.0429704</c:v>
                </c:pt>
                <c:pt idx="139">
                  <c:v>0.24176973</c:v>
                </c:pt>
                <c:pt idx="140">
                  <c:v>0.074005851</c:v>
                </c:pt>
                <c:pt idx="141">
                  <c:v>0.027183383</c:v>
                </c:pt>
                <c:pt idx="142">
                  <c:v>0.012357157</c:v>
                </c:pt>
                <c:pt idx="143">
                  <c:v>0.0077134073</c:v>
                </c:pt>
                <c:pt idx="144">
                  <c:v>0.0063591799</c:v>
                </c:pt>
                <c:pt idx="145">
                  <c:v>0.0058741731</c:v>
                </c:pt>
                <c:pt idx="146">
                  <c:v>0.0057430366</c:v>
                </c:pt>
                <c:pt idx="147">
                  <c:v>0.0057125115</c:v>
                </c:pt>
                <c:pt idx="148">
                  <c:v>0.55402231</c:v>
                </c:pt>
                <c:pt idx="149">
                  <c:v>0.23563002</c:v>
                </c:pt>
                <c:pt idx="150">
                  <c:v>0.081353612</c:v>
                </c:pt>
                <c:pt idx="151">
                  <c:v>0.040560169</c:v>
                </c:pt>
                <c:pt idx="152">
                  <c:v>0.027019531</c:v>
                </c:pt>
                <c:pt idx="153">
                  <c:v>0.022981079</c:v>
                </c:pt>
                <c:pt idx="154">
                  <c:v>0.022140737</c:v>
                </c:pt>
                <c:pt idx="155">
                  <c:v>0.021981837</c:v>
                </c:pt>
                <c:pt idx="156">
                  <c:v>0.021927616</c:v>
                </c:pt>
                <c:pt idx="157">
                  <c:v>0.02191848</c:v>
                </c:pt>
                <c:pt idx="158">
                  <c:v>0.62187111</c:v>
                </c:pt>
                <c:pt idx="159">
                  <c:v>0.22367067</c:v>
                </c:pt>
                <c:pt idx="160">
                  <c:v>0.077807441</c:v>
                </c:pt>
                <c:pt idx="161">
                  <c:v>0.031155589</c:v>
                </c:pt>
                <c:pt idx="162">
                  <c:v>0.013960022</c:v>
                </c:pt>
                <c:pt idx="163">
                  <c:v>0.0084925</c:v>
                </c:pt>
                <c:pt idx="164">
                  <c:v>0.0069573839</c:v>
                </c:pt>
                <c:pt idx="165">
                  <c:v>0.0058284455</c:v>
                </c:pt>
                <c:pt idx="166">
                  <c:v>0.00632685</c:v>
                </c:pt>
                <c:pt idx="167">
                  <c:v>0.0057663661</c:v>
                </c:pt>
                <c:pt idx="168">
                  <c:v>0.27420708</c:v>
                </c:pt>
                <c:pt idx="169">
                  <c:v>0.13631477</c:v>
                </c:pt>
                <c:pt idx="170">
                  <c:v>0.051523644</c:v>
                </c:pt>
                <c:pt idx="171">
                  <c:v>0.026422434</c:v>
                </c:pt>
                <c:pt idx="172">
                  <c:v>0.019179451</c:v>
                </c:pt>
                <c:pt idx="173">
                  <c:v>0.018899677</c:v>
                </c:pt>
                <c:pt idx="174">
                  <c:v>0.01554613</c:v>
                </c:pt>
                <c:pt idx="175">
                  <c:v>0.015354688</c:v>
                </c:pt>
                <c:pt idx="176">
                  <c:v>0.016505273</c:v>
                </c:pt>
                <c:pt idx="177">
                  <c:v>0.015425613</c:v>
                </c:pt>
                <c:pt idx="178">
                  <c:v>0.50788108</c:v>
                </c:pt>
                <c:pt idx="179">
                  <c:v>0.16482863</c:v>
                </c:pt>
                <c:pt idx="180">
                  <c:v>0.057052746</c:v>
                </c:pt>
                <c:pt idx="181">
                  <c:v>0.028363421</c:v>
                </c:pt>
                <c:pt idx="182">
                  <c:v>0.020442052</c:v>
                </c:pt>
                <c:pt idx="183">
                  <c:v>0.018521722</c:v>
                </c:pt>
                <c:pt idx="184">
                  <c:v>0.018015475</c:v>
                </c:pt>
                <c:pt idx="185">
                  <c:v>0.017873844</c:v>
                </c:pt>
                <c:pt idx="186">
                  <c:v>0.0178497</c:v>
                </c:pt>
                <c:pt idx="187">
                  <c:v>0.01778942</c:v>
                </c:pt>
                <c:pt idx="188">
                  <c:v>0.28222046</c:v>
                </c:pt>
                <c:pt idx="189">
                  <c:v>0.11348303</c:v>
                </c:pt>
                <c:pt idx="190">
                  <c:v>0.053905931</c:v>
                </c:pt>
                <c:pt idx="191">
                  <c:v>0.029966533</c:v>
                </c:pt>
                <c:pt idx="192">
                  <c:v>0.019149226</c:v>
                </c:pt>
                <c:pt idx="193">
                  <c:v>0.014364064</c:v>
                </c:pt>
                <c:pt idx="194">
                  <c:v>0.012068741</c:v>
                </c:pt>
                <c:pt idx="195">
                  <c:v>0.011040178</c:v>
                </c:pt>
                <c:pt idx="196">
                  <c:v>0.010609654</c:v>
                </c:pt>
                <c:pt idx="197">
                  <c:v>0.010414362</c:v>
                </c:pt>
                <c:pt idx="198">
                  <c:v>0.93118075</c:v>
                </c:pt>
                <c:pt idx="199">
                  <c:v>0.19867579</c:v>
                </c:pt>
                <c:pt idx="200">
                  <c:v>0.069929397</c:v>
                </c:pt>
                <c:pt idx="201">
                  <c:v>0.029670733</c:v>
                </c:pt>
                <c:pt idx="202">
                  <c:v>0.014256835</c:v>
                </c:pt>
                <c:pt idx="203">
                  <c:v>0.008721341</c:v>
                </c:pt>
                <c:pt idx="204">
                  <c:v>0.00686127</c:v>
                </c:pt>
                <c:pt idx="205">
                  <c:v>0.0062330409</c:v>
                </c:pt>
                <c:pt idx="206">
                  <c:v>0.0059814946</c:v>
                </c:pt>
                <c:pt idx="207">
                  <c:v>0.0058641871</c:v>
                </c:pt>
                <c:pt idx="208">
                  <c:v>0.38992858</c:v>
                </c:pt>
                <c:pt idx="209">
                  <c:v>0.13098813</c:v>
                </c:pt>
                <c:pt idx="210">
                  <c:v>0.042155788</c:v>
                </c:pt>
                <c:pt idx="211">
                  <c:v>0.01845537</c:v>
                </c:pt>
                <c:pt idx="212">
                  <c:v>0.0099648545</c:v>
                </c:pt>
                <c:pt idx="213">
                  <c:v>0.0064889196</c:v>
                </c:pt>
                <c:pt idx="214">
                  <c:v>0.0051528259</c:v>
                </c:pt>
                <c:pt idx="215">
                  <c:v>0.0046650993</c:v>
                </c:pt>
                <c:pt idx="216">
                  <c:v>0.0044919655</c:v>
                </c:pt>
                <c:pt idx="217">
                  <c:v>0.0044368513</c:v>
                </c:pt>
                <c:pt idx="218">
                  <c:v>0.80482135</c:v>
                </c:pt>
                <c:pt idx="219">
                  <c:v>0.16728816</c:v>
                </c:pt>
                <c:pt idx="220">
                  <c:v>0.059987222</c:v>
                </c:pt>
                <c:pt idx="221">
                  <c:v>0.02696551</c:v>
                </c:pt>
                <c:pt idx="222">
                  <c:v>0.01655704</c:v>
                </c:pt>
                <c:pt idx="223">
                  <c:v>0.01078549</c:v>
                </c:pt>
                <c:pt idx="224">
                  <c:v>0.0081524609</c:v>
                </c:pt>
                <c:pt idx="225">
                  <c:v>0.007011361</c:v>
                </c:pt>
                <c:pt idx="226">
                  <c:v>0.0064772357</c:v>
                </c:pt>
                <c:pt idx="227">
                  <c:v>0.0061903398</c:v>
                </c:pt>
                <c:pt idx="228">
                  <c:v>0.27498945</c:v>
                </c:pt>
                <c:pt idx="229">
                  <c:v>0.11850845</c:v>
                </c:pt>
                <c:pt idx="230">
                  <c:v>0.042346731</c:v>
                </c:pt>
                <c:pt idx="231">
                  <c:v>0.021077253</c:v>
                </c:pt>
                <c:pt idx="232">
                  <c:v>0.015284177</c:v>
                </c:pt>
                <c:pt idx="233">
                  <c:v>0.013758178</c:v>
                </c:pt>
                <c:pt idx="234">
                  <c:v>0.013231742</c:v>
                </c:pt>
                <c:pt idx="235">
                  <c:v>0.013005957</c:v>
                </c:pt>
                <c:pt idx="236">
                  <c:v>0.012889644</c:v>
                </c:pt>
                <c:pt idx="237">
                  <c:v>0.012817422</c:v>
                </c:pt>
                <c:pt idx="238">
                  <c:v>0.27371905</c:v>
                </c:pt>
                <c:pt idx="239">
                  <c:v>0.095843242</c:v>
                </c:pt>
                <c:pt idx="240">
                  <c:v>0.034584968</c:v>
                </c:pt>
                <c:pt idx="241">
                  <c:v>0.014042204</c:v>
                </c:pt>
                <c:pt idx="242">
                  <c:v>0.0068134436</c:v>
                </c:pt>
                <c:pt idx="243">
                  <c:v>0.0042676719</c:v>
                </c:pt>
                <c:pt idx="244">
                  <c:v>0.0033964862</c:v>
                </c:pt>
                <c:pt idx="245">
                  <c:v>0.003094954</c:v>
                </c:pt>
                <c:pt idx="246">
                  <c:v>0.0029774531</c:v>
                </c:pt>
                <c:pt idx="247">
                  <c:v>0.0029224541</c:v>
                </c:pt>
                <c:pt idx="248">
                  <c:v>0.34662084</c:v>
                </c:pt>
                <c:pt idx="249">
                  <c:v>0.11042625</c:v>
                </c:pt>
                <c:pt idx="250">
                  <c:v>0.065150896</c:v>
                </c:pt>
                <c:pt idx="251">
                  <c:v>0.039279459</c:v>
                </c:pt>
                <c:pt idx="252">
                  <c:v>0.024411933</c:v>
                </c:pt>
                <c:pt idx="253">
                  <c:v>0.015302578</c:v>
                </c:pt>
                <c:pt idx="254">
                  <c:v>0.010116374</c:v>
                </c:pt>
                <c:pt idx="255">
                  <c:v>0.0072207974</c:v>
                </c:pt>
                <c:pt idx="256">
                  <c:v>0.0055071996</c:v>
                </c:pt>
                <c:pt idx="257">
                  <c:v>0.0045199077</c:v>
                </c:pt>
                <c:pt idx="258">
                  <c:v>0.0039813213</c:v>
                </c:pt>
                <c:pt idx="259">
                  <c:v>0.0036631757</c:v>
                </c:pt>
                <c:pt idx="260">
                  <c:v>0.0034935931</c:v>
                </c:pt>
                <c:pt idx="261">
                  <c:v>0.0033919464</c:v>
                </c:pt>
                <c:pt idx="262">
                  <c:v>0.0033294693</c:v>
                </c:pt>
                <c:pt idx="263">
                  <c:v>0.0032913511</c:v>
                </c:pt>
                <c:pt idx="264">
                  <c:v>0.00327379</c:v>
                </c:pt>
                <c:pt idx="265">
                  <c:v>0.0032654545</c:v>
                </c:pt>
                <c:pt idx="266">
                  <c:v>0.0032618443</c:v>
                </c:pt>
                <c:pt idx="267">
                  <c:v>0.20569349</c:v>
                </c:pt>
                <c:pt idx="268">
                  <c:v>0.16264457</c:v>
                </c:pt>
                <c:pt idx="269">
                  <c:v>0.10101661</c:v>
                </c:pt>
                <c:pt idx="270">
                  <c:v>0.062053901</c:v>
                </c:pt>
                <c:pt idx="271">
                  <c:v>0.036702843</c:v>
                </c:pt>
                <c:pt idx="272">
                  <c:v>0.022734547</c:v>
                </c:pt>
                <c:pt idx="273">
                  <c:v>0.013631525</c:v>
                </c:pt>
                <c:pt idx="274">
                  <c:v>0.0097662578</c:v>
                </c:pt>
                <c:pt idx="275">
                  <c:v>0.0060440667</c:v>
                </c:pt>
                <c:pt idx="276">
                  <c:v>0.0063365455</c:v>
                </c:pt>
                <c:pt idx="277">
                  <c:v>0.0034965433</c:v>
                </c:pt>
                <c:pt idx="278">
                  <c:v>0.0027236866</c:v>
                </c:pt>
                <c:pt idx="279">
                  <c:v>0.003113369</c:v>
                </c:pt>
                <c:pt idx="280">
                  <c:v>0.003842749</c:v>
                </c:pt>
                <c:pt idx="281">
                  <c:v>0.002317312</c:v>
                </c:pt>
                <c:pt idx="282">
                  <c:v>0.0033696298</c:v>
                </c:pt>
                <c:pt idx="283">
                  <c:v>0.003177159</c:v>
                </c:pt>
                <c:pt idx="284">
                  <c:v>0.0033676697</c:v>
                </c:pt>
                <c:pt idx="285">
                  <c:v>0.00298679</c:v>
                </c:pt>
                <c:pt idx="286">
                  <c:v>0.0036077579</c:v>
                </c:pt>
                <c:pt idx="287">
                  <c:v>0.81902408</c:v>
                </c:pt>
                <c:pt idx="288">
                  <c:v>0.31368544</c:v>
                </c:pt>
                <c:pt idx="289">
                  <c:v>0.17094375</c:v>
                </c:pt>
                <c:pt idx="290">
                  <c:v>0.096264673</c:v>
                </c:pt>
                <c:pt idx="291">
                  <c:v>0.055777024</c:v>
                </c:pt>
                <c:pt idx="292">
                  <c:v>0.035016732</c:v>
                </c:pt>
                <c:pt idx="293">
                  <c:v>0.022148317</c:v>
                </c:pt>
                <c:pt idx="294">
                  <c:v>0.015990005</c:v>
                </c:pt>
                <c:pt idx="295">
                  <c:v>0.011578097</c:v>
                </c:pt>
                <c:pt idx="296">
                  <c:v>0.0095542476</c:v>
                </c:pt>
                <c:pt idx="297">
                  <c:v>0.0086771895</c:v>
                </c:pt>
                <c:pt idx="298">
                  <c:v>0.0080988986</c:v>
                </c:pt>
                <c:pt idx="299">
                  <c:v>0.0080379929</c:v>
                </c:pt>
                <c:pt idx="300">
                  <c:v>0.0076431687</c:v>
                </c:pt>
                <c:pt idx="301">
                  <c:v>0.0077714766</c:v>
                </c:pt>
                <c:pt idx="302">
                  <c:v>0.007426739</c:v>
                </c:pt>
                <c:pt idx="303">
                  <c:v>0.0077467883</c:v>
                </c:pt>
                <c:pt idx="304">
                  <c:v>0.0072452708</c:v>
                </c:pt>
                <c:pt idx="305">
                  <c:v>0.0075827591</c:v>
                </c:pt>
                <c:pt idx="306">
                  <c:v>0.0072085447</c:v>
                </c:pt>
                <c:pt idx="307">
                  <c:v>0.36359481</c:v>
                </c:pt>
                <c:pt idx="308">
                  <c:v>0.22751629</c:v>
                </c:pt>
                <c:pt idx="309">
                  <c:v>0.14482437</c:v>
                </c:pt>
                <c:pt idx="310">
                  <c:v>0.088624517</c:v>
                </c:pt>
                <c:pt idx="311">
                  <c:v>0.053798085</c:v>
                </c:pt>
                <c:pt idx="312">
                  <c:v>0.030987853</c:v>
                </c:pt>
                <c:pt idx="313">
                  <c:v>0.022525855</c:v>
                </c:pt>
                <c:pt idx="314">
                  <c:v>0.012821871</c:v>
                </c:pt>
                <c:pt idx="315">
                  <c:v>0.0096025033</c:v>
                </c:pt>
                <c:pt idx="316">
                  <c:v>0.0085591693</c:v>
                </c:pt>
                <c:pt idx="317">
                  <c:v>0.0070234471</c:v>
                </c:pt>
                <c:pt idx="318">
                  <c:v>0.0065458139</c:v>
                </c:pt>
                <c:pt idx="319">
                  <c:v>0.0057943248</c:v>
                </c:pt>
                <c:pt idx="320">
                  <c:v>0.0060749316</c:v>
                </c:pt>
                <c:pt idx="321">
                  <c:v>0.0051570571</c:v>
                </c:pt>
                <c:pt idx="322">
                  <c:v>0.0061714491</c:v>
                </c:pt>
                <c:pt idx="323">
                  <c:v>0.0026363558</c:v>
                </c:pt>
                <c:pt idx="324">
                  <c:v>0.002937549</c:v>
                </c:pt>
                <c:pt idx="325">
                  <c:v>0.004839311</c:v>
                </c:pt>
                <c:pt idx="326">
                  <c:v>0.0059319128</c:v>
                </c:pt>
                <c:pt idx="327">
                  <c:v>0.20964865</c:v>
                </c:pt>
                <c:pt idx="328">
                  <c:v>0.15264852</c:v>
                </c:pt>
                <c:pt idx="329">
                  <c:v>0.099519611</c:v>
                </c:pt>
                <c:pt idx="330">
                  <c:v>0.061513939</c:v>
                </c:pt>
                <c:pt idx="331">
                  <c:v>0.038460782</c:v>
                </c:pt>
                <c:pt idx="332">
                  <c:v>0.025235828</c:v>
                </c:pt>
                <c:pt idx="333">
                  <c:v>0.017205269</c:v>
                </c:pt>
                <c:pt idx="334">
                  <c:v>0.012727451</c:v>
                </c:pt>
                <c:pt idx="335">
                  <c:v>0.0099772271</c:v>
                </c:pt>
                <c:pt idx="336">
                  <c:v>0.0084305904</c:v>
                </c:pt>
                <c:pt idx="337">
                  <c:v>0.0073868208</c:v>
                </c:pt>
                <c:pt idx="338">
                  <c:v>0.0065972275</c:v>
                </c:pt>
                <c:pt idx="339">
                  <c:v>0.006419746</c:v>
                </c:pt>
                <c:pt idx="340">
                  <c:v>0.0059120767</c:v>
                </c:pt>
                <c:pt idx="341">
                  <c:v>0.0061507955</c:v>
                </c:pt>
                <c:pt idx="342">
                  <c:v>0.0052473884</c:v>
                </c:pt>
                <c:pt idx="343">
                  <c:v>0.0058115041</c:v>
                </c:pt>
                <c:pt idx="344">
                  <c:v>0.0057186658</c:v>
                </c:pt>
                <c:pt idx="345">
                  <c:v>0.0057752905</c:v>
                </c:pt>
                <c:pt idx="346">
                  <c:v>0.0056486823</c:v>
                </c:pt>
                <c:pt idx="347">
                  <c:v>0.22337946</c:v>
                </c:pt>
                <c:pt idx="348">
                  <c:v>0.16487296</c:v>
                </c:pt>
                <c:pt idx="349">
                  <c:v>0.11080828</c:v>
                </c:pt>
                <c:pt idx="350">
                  <c:v>0.069024051</c:v>
                </c:pt>
                <c:pt idx="351">
                  <c:v>0.043747855</c:v>
                </c:pt>
                <c:pt idx="352">
                  <c:v>0.031546294</c:v>
                </c:pt>
                <c:pt idx="353">
                  <c:v>0.024287552</c:v>
                </c:pt>
                <c:pt idx="354">
                  <c:v>0.020363484</c:v>
                </c:pt>
                <c:pt idx="355">
                  <c:v>0.018203649</c:v>
                </c:pt>
                <c:pt idx="356">
                  <c:v>0.017199304</c:v>
                </c:pt>
                <c:pt idx="357">
                  <c:v>0.016432505</c:v>
                </c:pt>
                <c:pt idx="358">
                  <c:v>0.016122394</c:v>
                </c:pt>
                <c:pt idx="359">
                  <c:v>0.016088447</c:v>
                </c:pt>
                <c:pt idx="360">
                  <c:v>0.016097906</c:v>
                </c:pt>
                <c:pt idx="361">
                  <c:v>0.016177181</c:v>
                </c:pt>
                <c:pt idx="362">
                  <c:v>0.016152598</c:v>
                </c:pt>
                <c:pt idx="363">
                  <c:v>0.016191195</c:v>
                </c:pt>
                <c:pt idx="364">
                  <c:v>0.016152048</c:v>
                </c:pt>
                <c:pt idx="365">
                  <c:v>0.016159845</c:v>
                </c:pt>
                <c:pt idx="366">
                  <c:v>0.016113287</c:v>
                </c:pt>
                <c:pt idx="367">
                  <c:v>0.51515102</c:v>
                </c:pt>
                <c:pt idx="368">
                  <c:v>0.22555882</c:v>
                </c:pt>
                <c:pt idx="369">
                  <c:v>0.14487791</c:v>
                </c:pt>
                <c:pt idx="370">
                  <c:v>0.086774087</c:v>
                </c:pt>
                <c:pt idx="371">
                  <c:v>0.053509587</c:v>
                </c:pt>
                <c:pt idx="372">
                  <c:v>0.03357687</c:v>
                </c:pt>
                <c:pt idx="373">
                  <c:v>0.022027164</c:v>
                </c:pt>
                <c:pt idx="374">
                  <c:v>0.015513116</c:v>
                </c:pt>
                <c:pt idx="375">
                  <c:v>0.011657624</c:v>
                </c:pt>
                <c:pt idx="376">
                  <c:v>0.0094953157</c:v>
                </c:pt>
                <c:pt idx="377">
                  <c:v>0.0082647016</c:v>
                </c:pt>
                <c:pt idx="378">
                  <c:v>0.0074769863</c:v>
                </c:pt>
                <c:pt idx="379">
                  <c:v>0.006984127</c:v>
                </c:pt>
                <c:pt idx="380">
                  <c:v>0.0066958516</c:v>
                </c:pt>
                <c:pt idx="381">
                  <c:v>0.0065385202</c:v>
                </c:pt>
                <c:pt idx="382">
                  <c:v>0.006442251</c:v>
                </c:pt>
                <c:pt idx="383">
                  <c:v>0.0063938486</c:v>
                </c:pt>
                <c:pt idx="384">
                  <c:v>0.0063661528</c:v>
                </c:pt>
                <c:pt idx="385">
                  <c:v>0.0063552082</c:v>
                </c:pt>
                <c:pt idx="386">
                  <c:v>0.006350364</c:v>
                </c:pt>
                <c:pt idx="387">
                  <c:v>0.25128697</c:v>
                </c:pt>
                <c:pt idx="388">
                  <c:v>0.18333975</c:v>
                </c:pt>
                <c:pt idx="389">
                  <c:v>0.10866381</c:v>
                </c:pt>
                <c:pt idx="390">
                  <c:v>0.064188502</c:v>
                </c:pt>
                <c:pt idx="391">
                  <c:v>0.042614946</c:v>
                </c:pt>
                <c:pt idx="392">
                  <c:v>0.028278412</c:v>
                </c:pt>
                <c:pt idx="393">
                  <c:v>0.020390981</c:v>
                </c:pt>
                <c:pt idx="394">
                  <c:v>0.014891575</c:v>
                </c:pt>
                <c:pt idx="395">
                  <c:v>0.011456989</c:v>
                </c:pt>
                <c:pt idx="396">
                  <c:v>0.0096283915</c:v>
                </c:pt>
                <c:pt idx="397">
                  <c:v>0.0084332579</c:v>
                </c:pt>
                <c:pt idx="398">
                  <c:v>0.0077942216</c:v>
                </c:pt>
                <c:pt idx="399">
                  <c:v>0.0074774087</c:v>
                </c:pt>
                <c:pt idx="400">
                  <c:v>0.0072539247</c:v>
                </c:pt>
                <c:pt idx="401">
                  <c:v>0.0071863192</c:v>
                </c:pt>
                <c:pt idx="402">
                  <c:v>0.0071233833</c:v>
                </c:pt>
                <c:pt idx="403">
                  <c:v>0.0071216673</c:v>
                </c:pt>
                <c:pt idx="404">
                  <c:v>0.007097937</c:v>
                </c:pt>
                <c:pt idx="405">
                  <c:v>0.0071134243</c:v>
                </c:pt>
                <c:pt idx="406">
                  <c:v>0.007109657</c:v>
                </c:pt>
                <c:pt idx="407">
                  <c:v>0.18129413</c:v>
                </c:pt>
                <c:pt idx="408">
                  <c:v>0.14940747</c:v>
                </c:pt>
                <c:pt idx="409">
                  <c:v>0.092888587</c:v>
                </c:pt>
                <c:pt idx="410">
                  <c:v>0.057552726</c:v>
                </c:pt>
                <c:pt idx="411">
                  <c:v>0.036684663</c:v>
                </c:pt>
                <c:pt idx="412">
                  <c:v>0.024526109</c:v>
                </c:pt>
                <c:pt idx="413">
                  <c:v>0.01756684</c:v>
                </c:pt>
                <c:pt idx="414">
                  <c:v>0.013666264</c:v>
                </c:pt>
                <c:pt idx="415">
                  <c:v>0.011453802</c:v>
                </c:pt>
                <c:pt idx="416">
                  <c:v>0.010620898</c:v>
                </c:pt>
                <c:pt idx="417">
                  <c:v>0.010204701</c:v>
                </c:pt>
                <c:pt idx="418">
                  <c:v>0.0098215835</c:v>
                </c:pt>
                <c:pt idx="419">
                  <c:v>0.0094637728</c:v>
                </c:pt>
                <c:pt idx="420">
                  <c:v>0.0090720645</c:v>
                </c:pt>
                <c:pt idx="421">
                  <c:v>0.0087010822</c:v>
                </c:pt>
                <c:pt idx="422">
                  <c:v>0.0087151846</c:v>
                </c:pt>
                <c:pt idx="423">
                  <c:v>0.0088528439</c:v>
                </c:pt>
                <c:pt idx="424">
                  <c:v>0.0090142757</c:v>
                </c:pt>
                <c:pt idx="425">
                  <c:v>0.0090714743</c:v>
                </c:pt>
                <c:pt idx="426">
                  <c:v>0.0089956847</c:v>
                </c:pt>
                <c:pt idx="427">
                  <c:v>0.4971268</c:v>
                </c:pt>
                <c:pt idx="428">
                  <c:v>0.23561854</c:v>
                </c:pt>
                <c:pt idx="429">
                  <c:v>0.14088546</c:v>
                </c:pt>
                <c:pt idx="430">
                  <c:v>0.086082277</c:v>
                </c:pt>
                <c:pt idx="431">
                  <c:v>0.052590381</c:v>
                </c:pt>
                <c:pt idx="432">
                  <c:v>0.034010411</c:v>
                </c:pt>
                <c:pt idx="433">
                  <c:v>0.023205773</c:v>
                </c:pt>
                <c:pt idx="434">
                  <c:v>0.016765048</c:v>
                </c:pt>
                <c:pt idx="435">
                  <c:v>0.012727054</c:v>
                </c:pt>
                <c:pt idx="436">
                  <c:v>0.01010556</c:v>
                </c:pt>
                <c:pt idx="437">
                  <c:v>0.0085935684</c:v>
                </c:pt>
                <c:pt idx="438">
                  <c:v>0.0077044532</c:v>
                </c:pt>
                <c:pt idx="439">
                  <c:v>0.0069421366</c:v>
                </c:pt>
                <c:pt idx="440">
                  <c:v>0.0063783085</c:v>
                </c:pt>
                <c:pt idx="441">
                  <c:v>0.0061728531</c:v>
                </c:pt>
                <c:pt idx="442">
                  <c:v>0.0059804942</c:v>
                </c:pt>
                <c:pt idx="443">
                  <c:v>0.0057156453</c:v>
                </c:pt>
                <c:pt idx="444">
                  <c:v>0.0054668753</c:v>
                </c:pt>
                <c:pt idx="445">
                  <c:v>0.0053525485</c:v>
                </c:pt>
                <c:pt idx="446">
                  <c:v>0.0055680335</c:v>
                </c:pt>
                <c:pt idx="447">
                  <c:v>0.22543061</c:v>
                </c:pt>
                <c:pt idx="448">
                  <c:v>0.16783966</c:v>
                </c:pt>
                <c:pt idx="449">
                  <c:v>0.10447437</c:v>
                </c:pt>
                <c:pt idx="450">
                  <c:v>0.063569693</c:v>
                </c:pt>
                <c:pt idx="451">
                  <c:v>0.04085198</c:v>
                </c:pt>
                <c:pt idx="452">
                  <c:v>0.029076772</c:v>
                </c:pt>
                <c:pt idx="453">
                  <c:v>0.022862656</c:v>
                </c:pt>
                <c:pt idx="454">
                  <c:v>0.01944975</c:v>
                </c:pt>
                <c:pt idx="455">
                  <c:v>0.017660806</c:v>
                </c:pt>
                <c:pt idx="456">
                  <c:v>0.01647452</c:v>
                </c:pt>
                <c:pt idx="457">
                  <c:v>0.015841049</c:v>
                </c:pt>
                <c:pt idx="458">
                  <c:v>0.015418645</c:v>
                </c:pt>
                <c:pt idx="459">
                  <c:v>0.015180398</c:v>
                </c:pt>
                <c:pt idx="460">
                  <c:v>0.015006583</c:v>
                </c:pt>
                <c:pt idx="461">
                  <c:v>0.014873222</c:v>
                </c:pt>
                <c:pt idx="462">
                  <c:v>0.014860729</c:v>
                </c:pt>
                <c:pt idx="463">
                  <c:v>0.014780596</c:v>
                </c:pt>
                <c:pt idx="464">
                  <c:v>0.014806944</c:v>
                </c:pt>
                <c:pt idx="465">
                  <c:v>0.014747239</c:v>
                </c:pt>
                <c:pt idx="466">
                  <c:v>0.014785238</c:v>
                </c:pt>
                <c:pt idx="467">
                  <c:v>0.58616781</c:v>
                </c:pt>
                <c:pt idx="468">
                  <c:v>0.27239851</c:v>
                </c:pt>
                <c:pt idx="469">
                  <c:v>0.15556904</c:v>
                </c:pt>
                <c:pt idx="470">
                  <c:v>0.08922734</c:v>
                </c:pt>
                <c:pt idx="471">
                  <c:v>0.054058366</c:v>
                </c:pt>
                <c:pt idx="472">
                  <c:v>0.035231553</c:v>
                </c:pt>
                <c:pt idx="473">
                  <c:v>0.024960272</c:v>
                </c:pt>
                <c:pt idx="474">
                  <c:v>0.020143829</c:v>
                </c:pt>
                <c:pt idx="475">
                  <c:v>0.01689822</c:v>
                </c:pt>
                <c:pt idx="476">
                  <c:v>0.016004458</c:v>
                </c:pt>
                <c:pt idx="477">
                  <c:v>0.014811635</c:v>
                </c:pt>
                <c:pt idx="478">
                  <c:v>0.014951849</c:v>
                </c:pt>
                <c:pt idx="479">
                  <c:v>0.014362924</c:v>
                </c:pt>
                <c:pt idx="480">
                  <c:v>0.014756002</c:v>
                </c:pt>
                <c:pt idx="481">
                  <c:v>0.014305255</c:v>
                </c:pt>
                <c:pt idx="482">
                  <c:v>0.014699255</c:v>
                </c:pt>
                <c:pt idx="483">
                  <c:v>0.014291561</c:v>
                </c:pt>
                <c:pt idx="484">
                  <c:v>0.014652608</c:v>
                </c:pt>
                <c:pt idx="485">
                  <c:v>0.014277284</c:v>
                </c:pt>
                <c:pt idx="486">
                  <c:v>0.014606752</c:v>
                </c:pt>
                <c:pt idx="487">
                  <c:v>0.48033783</c:v>
                </c:pt>
                <c:pt idx="488">
                  <c:v>0.23749588</c:v>
                </c:pt>
                <c:pt idx="489">
                  <c:v>0.14042898</c:v>
                </c:pt>
                <c:pt idx="490">
                  <c:v>0.081019054</c:v>
                </c:pt>
                <c:pt idx="491">
                  <c:v>0.050571522</c:v>
                </c:pt>
                <c:pt idx="492">
                  <c:v>0.035504959</c:v>
                </c:pt>
                <c:pt idx="493">
                  <c:v>0.028794394</c:v>
                </c:pt>
                <c:pt idx="494">
                  <c:v>0.02520545</c:v>
                </c:pt>
                <c:pt idx="495">
                  <c:v>0.023158756</c:v>
                </c:pt>
                <c:pt idx="496">
                  <c:v>0.022419687</c:v>
                </c:pt>
                <c:pt idx="497">
                  <c:v>0.021937354</c:v>
                </c:pt>
                <c:pt idx="498">
                  <c:v>0.02160392</c:v>
                </c:pt>
                <c:pt idx="499">
                  <c:v>0.021442544</c:v>
                </c:pt>
                <c:pt idx="500">
                  <c:v>0.021727116</c:v>
                </c:pt>
                <c:pt idx="501">
                  <c:v>0.021613463</c:v>
                </c:pt>
                <c:pt idx="502">
                  <c:v>0.021346816</c:v>
                </c:pt>
                <c:pt idx="503">
                  <c:v>0.021574406</c:v>
                </c:pt>
                <c:pt idx="504">
                  <c:v>0.02173098</c:v>
                </c:pt>
                <c:pt idx="505">
                  <c:v>0.021818927</c:v>
                </c:pt>
                <c:pt idx="506">
                  <c:v>0.021512954</c:v>
                </c:pt>
                <c:pt idx="507">
                  <c:v>0.021871327</c:v>
                </c:pt>
                <c:pt idx="508">
                  <c:v>0.021974363</c:v>
                </c:pt>
                <c:pt idx="509">
                  <c:v>0.021990134</c:v>
                </c:pt>
                <c:pt idx="510">
                  <c:v>0.021675475</c:v>
                </c:pt>
                <c:pt idx="511">
                  <c:v>0.021962018</c:v>
                </c:pt>
                <c:pt idx="512">
                  <c:v>0.022180209</c:v>
                </c:pt>
                <c:pt idx="513">
                  <c:v>0.022092337</c:v>
                </c:pt>
                <c:pt idx="514">
                  <c:v>0.021764144</c:v>
                </c:pt>
                <c:pt idx="515">
                  <c:v>0.26900188</c:v>
                </c:pt>
                <c:pt idx="516">
                  <c:v>0.24972195</c:v>
                </c:pt>
                <c:pt idx="517">
                  <c:v>0.19720249</c:v>
                </c:pt>
                <c:pt idx="518">
                  <c:v>0.15635185</c:v>
                </c:pt>
                <c:pt idx="519">
                  <c:v>0.12417666</c:v>
                </c:pt>
                <c:pt idx="520">
                  <c:v>0.10375588</c:v>
                </c:pt>
                <c:pt idx="521">
                  <c:v>0.079933137</c:v>
                </c:pt>
                <c:pt idx="522">
                  <c:v>0.068562161</c:v>
                </c:pt>
                <c:pt idx="523">
                  <c:v>0.052305447</c:v>
                </c:pt>
                <c:pt idx="524">
                  <c:v>0.046922197</c:v>
                </c:pt>
                <c:pt idx="525">
                  <c:v>0.038754704</c:v>
                </c:pt>
                <c:pt idx="526">
                  <c:v>0.037503846</c:v>
                </c:pt>
                <c:pt idx="527">
                  <c:v>0.031805765</c:v>
                </c:pt>
                <c:pt idx="528">
                  <c:v>0.030783878</c:v>
                </c:pt>
                <c:pt idx="529">
                  <c:v>0.027708171</c:v>
                </c:pt>
                <c:pt idx="530">
                  <c:v>0.027428868</c:v>
                </c:pt>
                <c:pt idx="531">
                  <c:v>0.025437819</c:v>
                </c:pt>
                <c:pt idx="532">
                  <c:v>0.025634192</c:v>
                </c:pt>
                <c:pt idx="533">
                  <c:v>0.024339409</c:v>
                </c:pt>
                <c:pt idx="534">
                  <c:v>0.024224668</c:v>
                </c:pt>
                <c:pt idx="535">
                  <c:v>0.023871384</c:v>
                </c:pt>
                <c:pt idx="536">
                  <c:v>0.024711915</c:v>
                </c:pt>
                <c:pt idx="537">
                  <c:v>0.023927616</c:v>
                </c:pt>
                <c:pt idx="538">
                  <c:v>0.023506585</c:v>
                </c:pt>
                <c:pt idx="539">
                  <c:v>0.023607144</c:v>
                </c:pt>
                <c:pt idx="540">
                  <c:v>0.024513903</c:v>
                </c:pt>
                <c:pt idx="541">
                  <c:v>0.023896809</c:v>
                </c:pt>
                <c:pt idx="542">
                  <c:v>0.023260981</c:v>
                </c:pt>
                <c:pt idx="543">
                  <c:v>0.023623257</c:v>
                </c:pt>
                <c:pt idx="544">
                  <c:v>0.024618314</c:v>
                </c:pt>
                <c:pt idx="545">
                  <c:v>0.024016753</c:v>
                </c:pt>
                <c:pt idx="546">
                  <c:v>0.023109538</c:v>
                </c:pt>
                <c:pt idx="547">
                  <c:v>0.023653421</c:v>
                </c:pt>
                <c:pt idx="548">
                  <c:v>0.024850681</c:v>
                </c:pt>
                <c:pt idx="549">
                  <c:v>0.02414662</c:v>
                </c:pt>
                <c:pt idx="550">
                  <c:v>0.022888996</c:v>
                </c:pt>
                <c:pt idx="551">
                  <c:v>0.023603951</c:v>
                </c:pt>
                <c:pt idx="552">
                  <c:v>0.02514869</c:v>
                </c:pt>
                <c:pt idx="553">
                  <c:v>0.024278201</c:v>
                </c:pt>
                <c:pt idx="554">
                  <c:v>0.022579917</c:v>
                </c:pt>
                <c:pt idx="555">
                  <c:v>0.16394782</c:v>
                </c:pt>
                <c:pt idx="556">
                  <c:v>0.18076282</c:v>
                </c:pt>
                <c:pt idx="557">
                  <c:v>0.14785258</c:v>
                </c:pt>
                <c:pt idx="558">
                  <c:v>0.1172343</c:v>
                </c:pt>
                <c:pt idx="559">
                  <c:v>0.088735915</c:v>
                </c:pt>
                <c:pt idx="560">
                  <c:v>0.070370043</c:v>
                </c:pt>
                <c:pt idx="561">
                  <c:v>0.055517745</c:v>
                </c:pt>
                <c:pt idx="562">
                  <c:v>0.048606159</c:v>
                </c:pt>
                <c:pt idx="563">
                  <c:v>0.038756849</c:v>
                </c:pt>
                <c:pt idx="564">
                  <c:v>0.034446694</c:v>
                </c:pt>
                <c:pt idx="565">
                  <c:v>0.029497869</c:v>
                </c:pt>
                <c:pt idx="566">
                  <c:v>0.029017447</c:v>
                </c:pt>
                <c:pt idx="567">
                  <c:v>0.025050463</c:v>
                </c:pt>
                <c:pt idx="568">
                  <c:v>0.021583725</c:v>
                </c:pt>
                <c:pt idx="569">
                  <c:v>0.021206639</c:v>
                </c:pt>
                <c:pt idx="570">
                  <c:v>0.023383008</c:v>
                </c:pt>
                <c:pt idx="571">
                  <c:v>0.020573506</c:v>
                </c:pt>
                <c:pt idx="572">
                  <c:v>0.016191728</c:v>
                </c:pt>
                <c:pt idx="573">
                  <c:v>0.015940333</c:v>
                </c:pt>
                <c:pt idx="574">
                  <c:v>0.016959549</c:v>
                </c:pt>
                <c:pt idx="575">
                  <c:v>0.018363327</c:v>
                </c:pt>
                <c:pt idx="576">
                  <c:v>0.020193735</c:v>
                </c:pt>
                <c:pt idx="577">
                  <c:v>0.018568247</c:v>
                </c:pt>
                <c:pt idx="578">
                  <c:v>0.015590401</c:v>
                </c:pt>
                <c:pt idx="579">
                  <c:v>0.016500656</c:v>
                </c:pt>
                <c:pt idx="580">
                  <c:v>0.019020366</c:v>
                </c:pt>
                <c:pt idx="581">
                  <c:v>0.018297567</c:v>
                </c:pt>
                <c:pt idx="582">
                  <c:v>0.016121449</c:v>
                </c:pt>
                <c:pt idx="583">
                  <c:v>0.017196465</c:v>
                </c:pt>
                <c:pt idx="584">
                  <c:v>0.020151601</c:v>
                </c:pt>
                <c:pt idx="585">
                  <c:v>0.018476287</c:v>
                </c:pt>
                <c:pt idx="586">
                  <c:v>0.014588132</c:v>
                </c:pt>
                <c:pt idx="587">
                  <c:v>0.014823842</c:v>
                </c:pt>
                <c:pt idx="588">
                  <c:v>0.016378459</c:v>
                </c:pt>
                <c:pt idx="589">
                  <c:v>0.01766254</c:v>
                </c:pt>
                <c:pt idx="590">
                  <c:v>0.018904768</c:v>
                </c:pt>
                <c:pt idx="591">
                  <c:v>0.017836327</c:v>
                </c:pt>
                <c:pt idx="592">
                  <c:v>0.015948084</c:v>
                </c:pt>
                <c:pt idx="593">
                  <c:v>0.017175985</c:v>
                </c:pt>
                <c:pt idx="594">
                  <c:v>0.019961392</c:v>
                </c:pt>
                <c:pt idx="595">
                  <c:v>0.36133114</c:v>
                </c:pt>
                <c:pt idx="596">
                  <c:v>0.24314833</c:v>
                </c:pt>
                <c:pt idx="597">
                  <c:v>0.18300957</c:v>
                </c:pt>
                <c:pt idx="598">
                  <c:v>0.14780591</c:v>
                </c:pt>
                <c:pt idx="599">
                  <c:v>0.1114574</c:v>
                </c:pt>
                <c:pt idx="600">
                  <c:v>0.088850719</c:v>
                </c:pt>
                <c:pt idx="601">
                  <c:v>0.067898956</c:v>
                </c:pt>
                <c:pt idx="602">
                  <c:v>0.056305208</c:v>
                </c:pt>
                <c:pt idx="603">
                  <c:v>0.047758645</c:v>
                </c:pt>
                <c:pt idx="604">
                  <c:v>0.040056411</c:v>
                </c:pt>
                <c:pt idx="605">
                  <c:v>0.034445483</c:v>
                </c:pt>
                <c:pt idx="606">
                  <c:v>0.027948044</c:v>
                </c:pt>
                <c:pt idx="607">
                  <c:v>0.02737442</c:v>
                </c:pt>
                <c:pt idx="608">
                  <c:v>0.025415458</c:v>
                </c:pt>
                <c:pt idx="609">
                  <c:v>0.023736297</c:v>
                </c:pt>
                <c:pt idx="610">
                  <c:v>0.019142757</c:v>
                </c:pt>
                <c:pt idx="611">
                  <c:v>0.019389932</c:v>
                </c:pt>
                <c:pt idx="612">
                  <c:v>0.018168571</c:v>
                </c:pt>
                <c:pt idx="613">
                  <c:v>0.019047859</c:v>
                </c:pt>
                <c:pt idx="614">
                  <c:v>0.018722732</c:v>
                </c:pt>
                <c:pt idx="615">
                  <c:v>0.019515393</c:v>
                </c:pt>
                <c:pt idx="616">
                  <c:v>0.020647789</c:v>
                </c:pt>
                <c:pt idx="617">
                  <c:v>0.01951996</c:v>
                </c:pt>
                <c:pt idx="618">
                  <c:v>0.016831966</c:v>
                </c:pt>
                <c:pt idx="619">
                  <c:v>0.016641796</c:v>
                </c:pt>
                <c:pt idx="620">
                  <c:v>0.017144944</c:v>
                </c:pt>
                <c:pt idx="621">
                  <c:v>0.018261635</c:v>
                </c:pt>
                <c:pt idx="622">
                  <c:v>0.019570062</c:v>
                </c:pt>
                <c:pt idx="623">
                  <c:v>0.018461677</c:v>
                </c:pt>
                <c:pt idx="624">
                  <c:v>0.016145671</c:v>
                </c:pt>
                <c:pt idx="625">
                  <c:v>0.01623454</c:v>
                </c:pt>
                <c:pt idx="626">
                  <c:v>0.017067629</c:v>
                </c:pt>
                <c:pt idx="627">
                  <c:v>0.017832563</c:v>
                </c:pt>
                <c:pt idx="628">
                  <c:v>0.01872189</c:v>
                </c:pt>
                <c:pt idx="629">
                  <c:v>0.018176284</c:v>
                </c:pt>
                <c:pt idx="630">
                  <c:v>0.016953472</c:v>
                </c:pt>
                <c:pt idx="631">
                  <c:v>0.017800052</c:v>
                </c:pt>
                <c:pt idx="632">
                  <c:v>0.019920249</c:v>
                </c:pt>
                <c:pt idx="633">
                  <c:v>0.018891715</c:v>
                </c:pt>
                <c:pt idx="634">
                  <c:v>0.016316742</c:v>
                </c:pt>
                <c:pt idx="635">
                  <c:v>0.20835125</c:v>
                </c:pt>
                <c:pt idx="636">
                  <c:v>0.16985995</c:v>
                </c:pt>
                <c:pt idx="637">
                  <c:v>0.13943632</c:v>
                </c:pt>
                <c:pt idx="638">
                  <c:v>0.11731409</c:v>
                </c:pt>
                <c:pt idx="639">
                  <c:v>0.095787047</c:v>
                </c:pt>
                <c:pt idx="640">
                  <c:v>0.080589343</c:v>
                </c:pt>
                <c:pt idx="641">
                  <c:v>0.06594459</c:v>
                </c:pt>
                <c:pt idx="642">
                  <c:v>0.056809992</c:v>
                </c:pt>
                <c:pt idx="643">
                  <c:v>0.049350927</c:v>
                </c:pt>
                <c:pt idx="644">
                  <c:v>0.043565669</c:v>
                </c:pt>
                <c:pt idx="645">
                  <c:v>0.039959311</c:v>
                </c:pt>
                <c:pt idx="646">
                  <c:v>0.034167396</c:v>
                </c:pt>
                <c:pt idx="647">
                  <c:v>0.034820747</c:v>
                </c:pt>
                <c:pt idx="648">
                  <c:v>0.029912172</c:v>
                </c:pt>
                <c:pt idx="649">
                  <c:v>0.030869409</c:v>
                </c:pt>
                <c:pt idx="650">
                  <c:v>0.025972788</c:v>
                </c:pt>
                <c:pt idx="651">
                  <c:v>0.028000158</c:v>
                </c:pt>
                <c:pt idx="652">
                  <c:v>0.026881118</c:v>
                </c:pt>
                <c:pt idx="653">
                  <c:v>0.026768233</c:v>
                </c:pt>
                <c:pt idx="654">
                  <c:v>0.023480572</c:v>
                </c:pt>
                <c:pt idx="655">
                  <c:v>0.024976787</c:v>
                </c:pt>
                <c:pt idx="656">
                  <c:v>0.026807952</c:v>
                </c:pt>
                <c:pt idx="657">
                  <c:v>0.025526492</c:v>
                </c:pt>
                <c:pt idx="658">
                  <c:v>0.021297512</c:v>
                </c:pt>
                <c:pt idx="659">
                  <c:v>0.021427861</c:v>
                </c:pt>
                <c:pt idx="660">
                  <c:v>0.022706733</c:v>
                </c:pt>
                <c:pt idx="661">
                  <c:v>0.024136274</c:v>
                </c:pt>
                <c:pt idx="662">
                  <c:v>0.025290511</c:v>
                </c:pt>
                <c:pt idx="663">
                  <c:v>0.024209357</c:v>
                </c:pt>
                <c:pt idx="664">
                  <c:v>0.022104885</c:v>
                </c:pt>
                <c:pt idx="665">
                  <c:v>0.023390477</c:v>
                </c:pt>
                <c:pt idx="666">
                  <c:v>0.026334362</c:v>
                </c:pt>
                <c:pt idx="667">
                  <c:v>0.024600033</c:v>
                </c:pt>
                <c:pt idx="668">
                  <c:v>0.020428237</c:v>
                </c:pt>
                <c:pt idx="669">
                  <c:v>0.020086572</c:v>
                </c:pt>
                <c:pt idx="670">
                  <c:v>0.021004478</c:v>
                </c:pt>
                <c:pt idx="671">
                  <c:v>0.023051749</c:v>
                </c:pt>
                <c:pt idx="672">
                  <c:v>0.025688741</c:v>
                </c:pt>
                <c:pt idx="673">
                  <c:v>0.024155691</c:v>
                </c:pt>
                <c:pt idx="674">
                  <c:v>0.020920352</c:v>
                </c:pt>
                <c:pt idx="675">
                  <c:v>0.49458326</c:v>
                </c:pt>
                <c:pt idx="676">
                  <c:v>0.30440274</c:v>
                </c:pt>
                <c:pt idx="677">
                  <c:v>0.23836253</c:v>
                </c:pt>
                <c:pt idx="678">
                  <c:v>0.18856113</c:v>
                </c:pt>
                <c:pt idx="679">
                  <c:v>0.14999862</c:v>
                </c:pt>
                <c:pt idx="680">
                  <c:v>0.11747985</c:v>
                </c:pt>
                <c:pt idx="681">
                  <c:v>0.095446486</c:v>
                </c:pt>
                <c:pt idx="682">
                  <c:v>0.081657915</c:v>
                </c:pt>
                <c:pt idx="683">
                  <c:v>0.065422709</c:v>
                </c:pt>
                <c:pt idx="684">
                  <c:v>0.052378666</c:v>
                </c:pt>
                <c:pt idx="685">
                  <c:v>0.046119806</c:v>
                </c:pt>
                <c:pt idx="686">
                  <c:v>0.041220731</c:v>
                </c:pt>
                <c:pt idx="687">
                  <c:v>0.037817918</c:v>
                </c:pt>
                <c:pt idx="688">
                  <c:v>0.035971027</c:v>
                </c:pt>
                <c:pt idx="689">
                  <c:v>0.032486677</c:v>
                </c:pt>
                <c:pt idx="690">
                  <c:v>0.028654103</c:v>
                </c:pt>
                <c:pt idx="691">
                  <c:v>0.02782821</c:v>
                </c:pt>
                <c:pt idx="692">
                  <c:v>0.029010654</c:v>
                </c:pt>
                <c:pt idx="693">
                  <c:v>0.027144602</c:v>
                </c:pt>
                <c:pt idx="694">
                  <c:v>0.023519157</c:v>
                </c:pt>
                <c:pt idx="695">
                  <c:v>0.022896321</c:v>
                </c:pt>
                <c:pt idx="696">
                  <c:v>0.024017981</c:v>
                </c:pt>
                <c:pt idx="697">
                  <c:v>0.024608678</c:v>
                </c:pt>
                <c:pt idx="698">
                  <c:v>0.024913005</c:v>
                </c:pt>
                <c:pt idx="699">
                  <c:v>0.023956315</c:v>
                </c:pt>
                <c:pt idx="700">
                  <c:v>0.023071859</c:v>
                </c:pt>
                <c:pt idx="701">
                  <c:v>0.023540111</c:v>
                </c:pt>
                <c:pt idx="702">
                  <c:v>0.024790699</c:v>
                </c:pt>
                <c:pt idx="703">
                  <c:v>0.023725989</c:v>
                </c:pt>
                <c:pt idx="704">
                  <c:v>0.021845988</c:v>
                </c:pt>
                <c:pt idx="705">
                  <c:v>0.022781668</c:v>
                </c:pt>
                <c:pt idx="706">
                  <c:v>0.025551119</c:v>
                </c:pt>
                <c:pt idx="707">
                  <c:v>0.023955764</c:v>
                </c:pt>
                <c:pt idx="708">
                  <c:v>0.020102632</c:v>
                </c:pt>
                <c:pt idx="709">
                  <c:v>0.019529507</c:v>
                </c:pt>
                <c:pt idx="710">
                  <c:v>0.020061779</c:v>
                </c:pt>
                <c:pt idx="711">
                  <c:v>0.02117859</c:v>
                </c:pt>
                <c:pt idx="712">
                  <c:v>0.022601593</c:v>
                </c:pt>
                <c:pt idx="713">
                  <c:v>0.022923462</c:v>
                </c:pt>
                <c:pt idx="714">
                  <c:v>0.023158036</c:v>
                </c:pt>
                <c:pt idx="715">
                  <c:v>0.65441886</c:v>
                </c:pt>
                <c:pt idx="716">
                  <c:v>0.40450396</c:v>
                </c:pt>
                <c:pt idx="717">
                  <c:v>0.30935086</c:v>
                </c:pt>
                <c:pt idx="718">
                  <c:v>0.22278906</c:v>
                </c:pt>
                <c:pt idx="719">
                  <c:v>0.17051233</c:v>
                </c:pt>
                <c:pt idx="720">
                  <c:v>0.13243237</c:v>
                </c:pt>
                <c:pt idx="721">
                  <c:v>0.10502115</c:v>
                </c:pt>
                <c:pt idx="722">
                  <c:v>0.084700906</c:v>
                </c:pt>
                <c:pt idx="723">
                  <c:v>0.068752922</c:v>
                </c:pt>
                <c:pt idx="724">
                  <c:v>0.059282023</c:v>
                </c:pt>
                <c:pt idx="725">
                  <c:v>0.049264135</c:v>
                </c:pt>
                <c:pt idx="726">
                  <c:v>0.044021987</c:v>
                </c:pt>
                <c:pt idx="727">
                  <c:v>0.037956267</c:v>
                </c:pt>
                <c:pt idx="728">
                  <c:v>0.035253827</c:v>
                </c:pt>
                <c:pt idx="729">
                  <c:v>0.031798635</c:v>
                </c:pt>
                <c:pt idx="730">
                  <c:v>0.029918691</c:v>
                </c:pt>
                <c:pt idx="731">
                  <c:v>0.028018845</c:v>
                </c:pt>
                <c:pt idx="732">
                  <c:v>0.02708723</c:v>
                </c:pt>
                <c:pt idx="733">
                  <c:v>0.026096022</c:v>
                </c:pt>
                <c:pt idx="734">
                  <c:v>0.02513049</c:v>
                </c:pt>
                <c:pt idx="735">
                  <c:v>0.024603028</c:v>
                </c:pt>
                <c:pt idx="736">
                  <c:v>0.024534592</c:v>
                </c:pt>
                <c:pt idx="737">
                  <c:v>0.024011338</c:v>
                </c:pt>
                <c:pt idx="738">
                  <c:v>0.023331108</c:v>
                </c:pt>
                <c:pt idx="739">
                  <c:v>0.023161852</c:v>
                </c:pt>
                <c:pt idx="740">
                  <c:v>0.023793763</c:v>
                </c:pt>
                <c:pt idx="741">
                  <c:v>0.023288146</c:v>
                </c:pt>
                <c:pt idx="742">
                  <c:v>0.022399671</c:v>
                </c:pt>
                <c:pt idx="743">
                  <c:v>0.022597898</c:v>
                </c:pt>
                <c:pt idx="744">
                  <c:v>0.023960147</c:v>
                </c:pt>
                <c:pt idx="745">
                  <c:v>0.023253645</c:v>
                </c:pt>
                <c:pt idx="746">
                  <c:v>0.021628018</c:v>
                </c:pt>
                <c:pt idx="747">
                  <c:v>0.021984467</c:v>
                </c:pt>
                <c:pt idx="748">
                  <c:v>0.024062824</c:v>
                </c:pt>
                <c:pt idx="749">
                  <c:v>0.023342986</c:v>
                </c:pt>
                <c:pt idx="750">
                  <c:v>0.021460383</c:v>
                </c:pt>
                <c:pt idx="751">
                  <c:v>0.02127445</c:v>
                </c:pt>
                <c:pt idx="752">
                  <c:v>0.022880357</c:v>
                </c:pt>
                <c:pt idx="753">
                  <c:v>0.023026631</c:v>
                </c:pt>
                <c:pt idx="754">
                  <c:v>0.022683376</c:v>
                </c:pt>
                <c:pt idx="755">
                  <c:v>0.38286015</c:v>
                </c:pt>
                <c:pt idx="756">
                  <c:v>0.28400723</c:v>
                </c:pt>
                <c:pt idx="757">
                  <c:v>0.21901592</c:v>
                </c:pt>
                <c:pt idx="758">
                  <c:v>0.17434745</c:v>
                </c:pt>
                <c:pt idx="759">
                  <c:v>0.12925365</c:v>
                </c:pt>
                <c:pt idx="760">
                  <c:v>0.10584682</c:v>
                </c:pt>
                <c:pt idx="761">
                  <c:v>0.081281489</c:v>
                </c:pt>
                <c:pt idx="762">
                  <c:v>0.067348066</c:v>
                </c:pt>
                <c:pt idx="763">
                  <c:v>0.055307935</c:v>
                </c:pt>
                <c:pt idx="764">
                  <c:v>0.047988152</c:v>
                </c:pt>
                <c:pt idx="765">
                  <c:v>0.042524384</c:v>
                </c:pt>
                <c:pt idx="766">
                  <c:v>0.039248794</c:v>
                </c:pt>
                <c:pt idx="767">
                  <c:v>0.035526462</c:v>
                </c:pt>
                <c:pt idx="768">
                  <c:v>0.031346795</c:v>
                </c:pt>
                <c:pt idx="769">
                  <c:v>0.029194896</c:v>
                </c:pt>
                <c:pt idx="770">
                  <c:v>0.028803212</c:v>
                </c:pt>
                <c:pt idx="771">
                  <c:v>0.028245704</c:v>
                </c:pt>
                <c:pt idx="772">
                  <c:v>0.02856133</c:v>
                </c:pt>
                <c:pt idx="773">
                  <c:v>0.027457003</c:v>
                </c:pt>
                <c:pt idx="774">
                  <c:v>0.026381261</c:v>
                </c:pt>
                <c:pt idx="775">
                  <c:v>0.026263177</c:v>
                </c:pt>
                <c:pt idx="776">
                  <c:v>0.027933486</c:v>
                </c:pt>
                <c:pt idx="777">
                  <c:v>0.026697138</c:v>
                </c:pt>
                <c:pt idx="778">
                  <c:v>0.025115749</c:v>
                </c:pt>
                <c:pt idx="779">
                  <c:v>0.024670973</c:v>
                </c:pt>
                <c:pt idx="780">
                  <c:v>0.025427455</c:v>
                </c:pt>
                <c:pt idx="781">
                  <c:v>0.025763492</c:v>
                </c:pt>
                <c:pt idx="782">
                  <c:v>0.025776655</c:v>
                </c:pt>
                <c:pt idx="783">
                  <c:v>0.02571122</c:v>
                </c:pt>
                <c:pt idx="784">
                  <c:v>0.025393001</c:v>
                </c:pt>
                <c:pt idx="785">
                  <c:v>0.025547433</c:v>
                </c:pt>
                <c:pt idx="786">
                  <c:v>0.025804463</c:v>
                </c:pt>
                <c:pt idx="787">
                  <c:v>0.0256361</c:v>
                </c:pt>
                <c:pt idx="788">
                  <c:v>0.025163778</c:v>
                </c:pt>
                <c:pt idx="789">
                  <c:v>0.025393898</c:v>
                </c:pt>
                <c:pt idx="790">
                  <c:v>0.026008511</c:v>
                </c:pt>
                <c:pt idx="791">
                  <c:v>0.025649377</c:v>
                </c:pt>
                <c:pt idx="792">
                  <c:v>0.024920429</c:v>
                </c:pt>
                <c:pt idx="793">
                  <c:v>0.025209733</c:v>
                </c:pt>
                <c:pt idx="794">
                  <c:v>0.026519313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Sheet1!$B$798</c:f>
              <c:strCache>
                <c:ptCount val="1"/>
                <c:pt idx="0">
                  <c:v>x-velocity</c:v>
                </c:pt>
              </c:strCache>
            </c:strRef>
          </c:tx>
          <c:xVal>
            <c:numRef>
              <c:f>Sheet1!$A$799:$A$1593</c:f>
              <c:numCache>
                <c:formatCode>General</c:formatCode>
                <c:ptCount val="795"/>
                <c:pt idx="0">
                  <c:v>64.0</c:v>
                </c:pt>
                <c:pt idx="1">
                  <c:v>128.0</c:v>
                </c:pt>
                <c:pt idx="2">
                  <c:v>192.0</c:v>
                </c:pt>
                <c:pt idx="3">
                  <c:v>256.0</c:v>
                </c:pt>
                <c:pt idx="4">
                  <c:v>320.0</c:v>
                </c:pt>
                <c:pt idx="5">
                  <c:v>384.0</c:v>
                </c:pt>
                <c:pt idx="6">
                  <c:v>448.0</c:v>
                </c:pt>
                <c:pt idx="7">
                  <c:v>512.0</c:v>
                </c:pt>
                <c:pt idx="8">
                  <c:v>576.0</c:v>
                </c:pt>
                <c:pt idx="9">
                  <c:v>640.0</c:v>
                </c:pt>
                <c:pt idx="10">
                  <c:v>704.0</c:v>
                </c:pt>
                <c:pt idx="11">
                  <c:v>768.0</c:v>
                </c:pt>
                <c:pt idx="12">
                  <c:v>832.0</c:v>
                </c:pt>
                <c:pt idx="13">
                  <c:v>896.0</c:v>
                </c:pt>
                <c:pt idx="14">
                  <c:v>960.0</c:v>
                </c:pt>
                <c:pt idx="15">
                  <c:v>1012.0</c:v>
                </c:pt>
                <c:pt idx="16">
                  <c:v>1044.0</c:v>
                </c:pt>
                <c:pt idx="17">
                  <c:v>1076.0</c:v>
                </c:pt>
                <c:pt idx="18">
                  <c:v>1108.0</c:v>
                </c:pt>
                <c:pt idx="19">
                  <c:v>1140.0</c:v>
                </c:pt>
                <c:pt idx="20">
                  <c:v>1172.0</c:v>
                </c:pt>
                <c:pt idx="21">
                  <c:v>1204.0</c:v>
                </c:pt>
                <c:pt idx="22">
                  <c:v>1236.0</c:v>
                </c:pt>
                <c:pt idx="23">
                  <c:v>1268.0</c:v>
                </c:pt>
                <c:pt idx="24">
                  <c:v>1300.0</c:v>
                </c:pt>
                <c:pt idx="25">
                  <c:v>1332.0</c:v>
                </c:pt>
                <c:pt idx="26">
                  <c:v>1364.0</c:v>
                </c:pt>
                <c:pt idx="27">
                  <c:v>1396.0</c:v>
                </c:pt>
                <c:pt idx="28">
                  <c:v>1428.0</c:v>
                </c:pt>
                <c:pt idx="29">
                  <c:v>1460.0</c:v>
                </c:pt>
                <c:pt idx="30">
                  <c:v>1492.0</c:v>
                </c:pt>
                <c:pt idx="31">
                  <c:v>1512.0</c:v>
                </c:pt>
                <c:pt idx="32">
                  <c:v>1528.0</c:v>
                </c:pt>
                <c:pt idx="33">
                  <c:v>1544.0</c:v>
                </c:pt>
                <c:pt idx="34">
                  <c:v>1560.0</c:v>
                </c:pt>
                <c:pt idx="35">
                  <c:v>1576.0</c:v>
                </c:pt>
                <c:pt idx="36">
                  <c:v>1592.0</c:v>
                </c:pt>
                <c:pt idx="37">
                  <c:v>1608.0</c:v>
                </c:pt>
                <c:pt idx="38">
                  <c:v>1624.0</c:v>
                </c:pt>
                <c:pt idx="39">
                  <c:v>1640.0</c:v>
                </c:pt>
                <c:pt idx="40">
                  <c:v>1656.0</c:v>
                </c:pt>
                <c:pt idx="41">
                  <c:v>1672.0</c:v>
                </c:pt>
                <c:pt idx="42">
                  <c:v>1688.0</c:v>
                </c:pt>
                <c:pt idx="43">
                  <c:v>1704.0</c:v>
                </c:pt>
                <c:pt idx="44">
                  <c:v>1720.0</c:v>
                </c:pt>
                <c:pt idx="45">
                  <c:v>1736.0</c:v>
                </c:pt>
                <c:pt idx="46">
                  <c:v>1752.0</c:v>
                </c:pt>
                <c:pt idx="47">
                  <c:v>1768.0</c:v>
                </c:pt>
                <c:pt idx="48">
                  <c:v>1784.0</c:v>
                </c:pt>
                <c:pt idx="49">
                  <c:v>1800.0</c:v>
                </c:pt>
                <c:pt idx="50">
                  <c:v>1816.0</c:v>
                </c:pt>
                <c:pt idx="51">
                  <c:v>1832.0</c:v>
                </c:pt>
                <c:pt idx="52">
                  <c:v>1848.0</c:v>
                </c:pt>
                <c:pt idx="53">
                  <c:v>1864.0</c:v>
                </c:pt>
                <c:pt idx="54">
                  <c:v>1880.0</c:v>
                </c:pt>
                <c:pt idx="55">
                  <c:v>1896.0</c:v>
                </c:pt>
                <c:pt idx="56">
                  <c:v>1912.0</c:v>
                </c:pt>
                <c:pt idx="57">
                  <c:v>1928.0</c:v>
                </c:pt>
                <c:pt idx="58">
                  <c:v>1944.0</c:v>
                </c:pt>
                <c:pt idx="59">
                  <c:v>1960.0</c:v>
                </c:pt>
                <c:pt idx="60">
                  <c:v>1976.0</c:v>
                </c:pt>
                <c:pt idx="61">
                  <c:v>1992.0</c:v>
                </c:pt>
                <c:pt idx="62">
                  <c:v>2004.0</c:v>
                </c:pt>
                <c:pt idx="63">
                  <c:v>2012.0</c:v>
                </c:pt>
                <c:pt idx="64">
                  <c:v>2020.0</c:v>
                </c:pt>
                <c:pt idx="65">
                  <c:v>2028.0</c:v>
                </c:pt>
                <c:pt idx="66">
                  <c:v>2036.0</c:v>
                </c:pt>
                <c:pt idx="67">
                  <c:v>2044.0</c:v>
                </c:pt>
                <c:pt idx="68">
                  <c:v>2052.0</c:v>
                </c:pt>
                <c:pt idx="69">
                  <c:v>2060.0</c:v>
                </c:pt>
                <c:pt idx="70">
                  <c:v>2068.0</c:v>
                </c:pt>
                <c:pt idx="71">
                  <c:v>2076.0</c:v>
                </c:pt>
                <c:pt idx="72">
                  <c:v>2084.0</c:v>
                </c:pt>
                <c:pt idx="73">
                  <c:v>2092.0</c:v>
                </c:pt>
                <c:pt idx="74">
                  <c:v>2100.0</c:v>
                </c:pt>
                <c:pt idx="75">
                  <c:v>2108.0</c:v>
                </c:pt>
                <c:pt idx="76">
                  <c:v>2116.0</c:v>
                </c:pt>
                <c:pt idx="77">
                  <c:v>2124.0</c:v>
                </c:pt>
                <c:pt idx="78">
                  <c:v>2132.0</c:v>
                </c:pt>
                <c:pt idx="79">
                  <c:v>2140.0</c:v>
                </c:pt>
                <c:pt idx="80">
                  <c:v>2148.0</c:v>
                </c:pt>
                <c:pt idx="81">
                  <c:v>2156.0</c:v>
                </c:pt>
                <c:pt idx="82">
                  <c:v>2164.0</c:v>
                </c:pt>
                <c:pt idx="83">
                  <c:v>2172.0</c:v>
                </c:pt>
                <c:pt idx="84">
                  <c:v>2180.0</c:v>
                </c:pt>
                <c:pt idx="85">
                  <c:v>2188.0</c:v>
                </c:pt>
                <c:pt idx="86">
                  <c:v>2196.0</c:v>
                </c:pt>
                <c:pt idx="87">
                  <c:v>2204.0</c:v>
                </c:pt>
                <c:pt idx="88">
                  <c:v>2212.0</c:v>
                </c:pt>
                <c:pt idx="89">
                  <c:v>2220.0</c:v>
                </c:pt>
                <c:pt idx="90">
                  <c:v>2228.0</c:v>
                </c:pt>
                <c:pt idx="91">
                  <c:v>2236.0</c:v>
                </c:pt>
                <c:pt idx="92">
                  <c:v>2244.0</c:v>
                </c:pt>
                <c:pt idx="93">
                  <c:v>2252.0</c:v>
                </c:pt>
                <c:pt idx="94">
                  <c:v>2260.0</c:v>
                </c:pt>
                <c:pt idx="95">
                  <c:v>2268.0</c:v>
                </c:pt>
                <c:pt idx="96">
                  <c:v>2276.0</c:v>
                </c:pt>
                <c:pt idx="97">
                  <c:v>2284.0</c:v>
                </c:pt>
                <c:pt idx="98">
                  <c:v>2292.0</c:v>
                </c:pt>
                <c:pt idx="99">
                  <c:v>2300.0</c:v>
                </c:pt>
                <c:pt idx="100">
                  <c:v>2308.0</c:v>
                </c:pt>
                <c:pt idx="101">
                  <c:v>2316.0</c:v>
                </c:pt>
                <c:pt idx="102">
                  <c:v>2324.0</c:v>
                </c:pt>
                <c:pt idx="103">
                  <c:v>2332.0</c:v>
                </c:pt>
                <c:pt idx="104">
                  <c:v>2340.0</c:v>
                </c:pt>
                <c:pt idx="105">
                  <c:v>2348.0</c:v>
                </c:pt>
                <c:pt idx="106">
                  <c:v>2356.0</c:v>
                </c:pt>
                <c:pt idx="107">
                  <c:v>2364.0</c:v>
                </c:pt>
                <c:pt idx="108">
                  <c:v>2372.0</c:v>
                </c:pt>
                <c:pt idx="109">
                  <c:v>2380.0</c:v>
                </c:pt>
                <c:pt idx="110">
                  <c:v>2388.0</c:v>
                </c:pt>
                <c:pt idx="111">
                  <c:v>2396.0</c:v>
                </c:pt>
                <c:pt idx="112">
                  <c:v>2404.0</c:v>
                </c:pt>
                <c:pt idx="113">
                  <c:v>2412.0</c:v>
                </c:pt>
                <c:pt idx="114">
                  <c:v>2420.0</c:v>
                </c:pt>
                <c:pt idx="115">
                  <c:v>2428.0</c:v>
                </c:pt>
                <c:pt idx="116">
                  <c:v>2436.0</c:v>
                </c:pt>
                <c:pt idx="117">
                  <c:v>2444.0</c:v>
                </c:pt>
                <c:pt idx="118">
                  <c:v>2452.0</c:v>
                </c:pt>
                <c:pt idx="119">
                  <c:v>2460.0</c:v>
                </c:pt>
                <c:pt idx="120">
                  <c:v>2468.0</c:v>
                </c:pt>
                <c:pt idx="121">
                  <c:v>2476.0</c:v>
                </c:pt>
                <c:pt idx="122">
                  <c:v>2484.0</c:v>
                </c:pt>
                <c:pt idx="123">
                  <c:v>2492.0</c:v>
                </c:pt>
                <c:pt idx="124">
                  <c:v>2500.0</c:v>
                </c:pt>
                <c:pt idx="125">
                  <c:v>2504.0</c:v>
                </c:pt>
                <c:pt idx="126">
                  <c:v>2508.0</c:v>
                </c:pt>
                <c:pt idx="127">
                  <c:v>2512.0</c:v>
                </c:pt>
                <c:pt idx="128">
                  <c:v>2516.0</c:v>
                </c:pt>
                <c:pt idx="129">
                  <c:v>2520.0</c:v>
                </c:pt>
                <c:pt idx="130">
                  <c:v>2524.0</c:v>
                </c:pt>
                <c:pt idx="131">
                  <c:v>2528.0</c:v>
                </c:pt>
                <c:pt idx="132">
                  <c:v>2532.0</c:v>
                </c:pt>
                <c:pt idx="133">
                  <c:v>2536.0</c:v>
                </c:pt>
                <c:pt idx="134">
                  <c:v>2540.0</c:v>
                </c:pt>
                <c:pt idx="135">
                  <c:v>2544.0</c:v>
                </c:pt>
                <c:pt idx="136">
                  <c:v>2548.0</c:v>
                </c:pt>
                <c:pt idx="137">
                  <c:v>2552.0</c:v>
                </c:pt>
                <c:pt idx="138">
                  <c:v>2556.0</c:v>
                </c:pt>
                <c:pt idx="139">
                  <c:v>2560.0</c:v>
                </c:pt>
                <c:pt idx="140">
                  <c:v>2564.0</c:v>
                </c:pt>
                <c:pt idx="141">
                  <c:v>2568.0</c:v>
                </c:pt>
                <c:pt idx="142">
                  <c:v>2572.0</c:v>
                </c:pt>
                <c:pt idx="143">
                  <c:v>2576.0</c:v>
                </c:pt>
                <c:pt idx="144">
                  <c:v>2580.0</c:v>
                </c:pt>
                <c:pt idx="145">
                  <c:v>2584.0</c:v>
                </c:pt>
                <c:pt idx="146">
                  <c:v>2588.0</c:v>
                </c:pt>
                <c:pt idx="147">
                  <c:v>2592.0</c:v>
                </c:pt>
                <c:pt idx="148">
                  <c:v>2596.0</c:v>
                </c:pt>
                <c:pt idx="149">
                  <c:v>2600.0</c:v>
                </c:pt>
                <c:pt idx="150">
                  <c:v>2604.0</c:v>
                </c:pt>
                <c:pt idx="151">
                  <c:v>2608.0</c:v>
                </c:pt>
                <c:pt idx="152">
                  <c:v>2612.0</c:v>
                </c:pt>
                <c:pt idx="153">
                  <c:v>2616.0</c:v>
                </c:pt>
                <c:pt idx="154">
                  <c:v>2620.0</c:v>
                </c:pt>
                <c:pt idx="155">
                  <c:v>2624.0</c:v>
                </c:pt>
                <c:pt idx="156">
                  <c:v>2628.0</c:v>
                </c:pt>
                <c:pt idx="157">
                  <c:v>2632.0</c:v>
                </c:pt>
                <c:pt idx="158">
                  <c:v>2636.0</c:v>
                </c:pt>
                <c:pt idx="159">
                  <c:v>2640.0</c:v>
                </c:pt>
                <c:pt idx="160">
                  <c:v>2644.0</c:v>
                </c:pt>
                <c:pt idx="161">
                  <c:v>2648.0</c:v>
                </c:pt>
                <c:pt idx="162">
                  <c:v>2652.0</c:v>
                </c:pt>
                <c:pt idx="163">
                  <c:v>2656.0</c:v>
                </c:pt>
                <c:pt idx="164">
                  <c:v>2660.0</c:v>
                </c:pt>
                <c:pt idx="165">
                  <c:v>2664.0</c:v>
                </c:pt>
                <c:pt idx="166">
                  <c:v>2668.0</c:v>
                </c:pt>
                <c:pt idx="167">
                  <c:v>2672.0</c:v>
                </c:pt>
                <c:pt idx="168">
                  <c:v>2676.0</c:v>
                </c:pt>
                <c:pt idx="169">
                  <c:v>2680.0</c:v>
                </c:pt>
                <c:pt idx="170">
                  <c:v>2684.0</c:v>
                </c:pt>
                <c:pt idx="171">
                  <c:v>2688.0</c:v>
                </c:pt>
                <c:pt idx="172">
                  <c:v>2692.0</c:v>
                </c:pt>
                <c:pt idx="173">
                  <c:v>2696.0</c:v>
                </c:pt>
                <c:pt idx="174">
                  <c:v>2700.0</c:v>
                </c:pt>
                <c:pt idx="175">
                  <c:v>2704.0</c:v>
                </c:pt>
                <c:pt idx="176">
                  <c:v>2708.0</c:v>
                </c:pt>
                <c:pt idx="177">
                  <c:v>2712.0</c:v>
                </c:pt>
                <c:pt idx="178">
                  <c:v>2716.0</c:v>
                </c:pt>
                <c:pt idx="179">
                  <c:v>2720.0</c:v>
                </c:pt>
                <c:pt idx="180">
                  <c:v>2724.0</c:v>
                </c:pt>
                <c:pt idx="181">
                  <c:v>2728.0</c:v>
                </c:pt>
                <c:pt idx="182">
                  <c:v>2732.0</c:v>
                </c:pt>
                <c:pt idx="183">
                  <c:v>2736.0</c:v>
                </c:pt>
                <c:pt idx="184">
                  <c:v>2740.0</c:v>
                </c:pt>
                <c:pt idx="185">
                  <c:v>2744.0</c:v>
                </c:pt>
                <c:pt idx="186">
                  <c:v>2748.0</c:v>
                </c:pt>
                <c:pt idx="187">
                  <c:v>2752.0</c:v>
                </c:pt>
                <c:pt idx="188">
                  <c:v>2756.0</c:v>
                </c:pt>
                <c:pt idx="189">
                  <c:v>2760.0</c:v>
                </c:pt>
                <c:pt idx="190">
                  <c:v>2764.0</c:v>
                </c:pt>
                <c:pt idx="191">
                  <c:v>2768.0</c:v>
                </c:pt>
                <c:pt idx="192">
                  <c:v>2772.0</c:v>
                </c:pt>
                <c:pt idx="193">
                  <c:v>2776.0</c:v>
                </c:pt>
                <c:pt idx="194">
                  <c:v>2780.0</c:v>
                </c:pt>
                <c:pt idx="195">
                  <c:v>2784.0</c:v>
                </c:pt>
                <c:pt idx="196">
                  <c:v>2788.0</c:v>
                </c:pt>
                <c:pt idx="197">
                  <c:v>2792.0</c:v>
                </c:pt>
                <c:pt idx="198">
                  <c:v>2796.0</c:v>
                </c:pt>
                <c:pt idx="199">
                  <c:v>2800.0</c:v>
                </c:pt>
                <c:pt idx="200">
                  <c:v>2804.0</c:v>
                </c:pt>
                <c:pt idx="201">
                  <c:v>2808.0</c:v>
                </c:pt>
                <c:pt idx="202">
                  <c:v>2812.0</c:v>
                </c:pt>
                <c:pt idx="203">
                  <c:v>2816.0</c:v>
                </c:pt>
                <c:pt idx="204">
                  <c:v>2820.0</c:v>
                </c:pt>
                <c:pt idx="205">
                  <c:v>2824.0</c:v>
                </c:pt>
                <c:pt idx="206">
                  <c:v>2828.0</c:v>
                </c:pt>
                <c:pt idx="207">
                  <c:v>2832.0</c:v>
                </c:pt>
                <c:pt idx="208">
                  <c:v>2836.0</c:v>
                </c:pt>
                <c:pt idx="209">
                  <c:v>2840.0</c:v>
                </c:pt>
                <c:pt idx="210">
                  <c:v>2844.0</c:v>
                </c:pt>
                <c:pt idx="211">
                  <c:v>2848.0</c:v>
                </c:pt>
                <c:pt idx="212">
                  <c:v>2852.0</c:v>
                </c:pt>
                <c:pt idx="213">
                  <c:v>2856.0</c:v>
                </c:pt>
                <c:pt idx="214">
                  <c:v>2860.0</c:v>
                </c:pt>
                <c:pt idx="215">
                  <c:v>2864.0</c:v>
                </c:pt>
                <c:pt idx="216">
                  <c:v>2868.0</c:v>
                </c:pt>
                <c:pt idx="217">
                  <c:v>2872.0</c:v>
                </c:pt>
                <c:pt idx="218">
                  <c:v>2876.0</c:v>
                </c:pt>
                <c:pt idx="219">
                  <c:v>2880.0</c:v>
                </c:pt>
                <c:pt idx="220">
                  <c:v>2884.0</c:v>
                </c:pt>
                <c:pt idx="221">
                  <c:v>2888.0</c:v>
                </c:pt>
                <c:pt idx="222">
                  <c:v>2892.0</c:v>
                </c:pt>
                <c:pt idx="223">
                  <c:v>2896.0</c:v>
                </c:pt>
                <c:pt idx="224">
                  <c:v>2900.0</c:v>
                </c:pt>
                <c:pt idx="225">
                  <c:v>2904.0</c:v>
                </c:pt>
                <c:pt idx="226">
                  <c:v>2908.0</c:v>
                </c:pt>
                <c:pt idx="227">
                  <c:v>2912.0</c:v>
                </c:pt>
                <c:pt idx="228">
                  <c:v>2916.0</c:v>
                </c:pt>
                <c:pt idx="229">
                  <c:v>2920.0</c:v>
                </c:pt>
                <c:pt idx="230">
                  <c:v>2924.0</c:v>
                </c:pt>
                <c:pt idx="231">
                  <c:v>2928.0</c:v>
                </c:pt>
                <c:pt idx="232">
                  <c:v>2932.0</c:v>
                </c:pt>
                <c:pt idx="233">
                  <c:v>2936.0</c:v>
                </c:pt>
                <c:pt idx="234">
                  <c:v>2940.0</c:v>
                </c:pt>
                <c:pt idx="235">
                  <c:v>2944.0</c:v>
                </c:pt>
                <c:pt idx="236">
                  <c:v>2948.0</c:v>
                </c:pt>
                <c:pt idx="237">
                  <c:v>2952.0</c:v>
                </c:pt>
                <c:pt idx="238">
                  <c:v>2956.0</c:v>
                </c:pt>
                <c:pt idx="239">
                  <c:v>2960.0</c:v>
                </c:pt>
                <c:pt idx="240">
                  <c:v>2964.0</c:v>
                </c:pt>
                <c:pt idx="241">
                  <c:v>2968.0</c:v>
                </c:pt>
                <c:pt idx="242">
                  <c:v>2972.0</c:v>
                </c:pt>
                <c:pt idx="243">
                  <c:v>2976.0</c:v>
                </c:pt>
                <c:pt idx="244">
                  <c:v>2980.0</c:v>
                </c:pt>
                <c:pt idx="245">
                  <c:v>2984.0</c:v>
                </c:pt>
                <c:pt idx="246">
                  <c:v>2988.0</c:v>
                </c:pt>
                <c:pt idx="247">
                  <c:v>2992.0</c:v>
                </c:pt>
                <c:pt idx="248">
                  <c:v>2996.0</c:v>
                </c:pt>
                <c:pt idx="249">
                  <c:v>3000.0</c:v>
                </c:pt>
                <c:pt idx="250">
                  <c:v>3002.0</c:v>
                </c:pt>
                <c:pt idx="251">
                  <c:v>3004.0</c:v>
                </c:pt>
                <c:pt idx="252">
                  <c:v>3006.0</c:v>
                </c:pt>
                <c:pt idx="253">
                  <c:v>3008.0</c:v>
                </c:pt>
                <c:pt idx="254">
                  <c:v>3010.0</c:v>
                </c:pt>
                <c:pt idx="255">
                  <c:v>3012.0</c:v>
                </c:pt>
                <c:pt idx="256">
                  <c:v>3014.0</c:v>
                </c:pt>
                <c:pt idx="257">
                  <c:v>3016.0</c:v>
                </c:pt>
                <c:pt idx="258">
                  <c:v>3018.0</c:v>
                </c:pt>
                <c:pt idx="259">
                  <c:v>3020.0</c:v>
                </c:pt>
                <c:pt idx="260">
                  <c:v>3022.0</c:v>
                </c:pt>
                <c:pt idx="261">
                  <c:v>3024.0</c:v>
                </c:pt>
                <c:pt idx="262">
                  <c:v>3026.0</c:v>
                </c:pt>
                <c:pt idx="263">
                  <c:v>3028.0</c:v>
                </c:pt>
                <c:pt idx="264">
                  <c:v>3030.0</c:v>
                </c:pt>
                <c:pt idx="265">
                  <c:v>3032.0</c:v>
                </c:pt>
                <c:pt idx="266">
                  <c:v>3034.0</c:v>
                </c:pt>
                <c:pt idx="267">
                  <c:v>3036.0</c:v>
                </c:pt>
                <c:pt idx="268">
                  <c:v>3038.0</c:v>
                </c:pt>
                <c:pt idx="269">
                  <c:v>3040.0</c:v>
                </c:pt>
                <c:pt idx="270">
                  <c:v>3042.0</c:v>
                </c:pt>
                <c:pt idx="271">
                  <c:v>3044.0</c:v>
                </c:pt>
                <c:pt idx="272">
                  <c:v>3046.0</c:v>
                </c:pt>
                <c:pt idx="273">
                  <c:v>3048.0</c:v>
                </c:pt>
                <c:pt idx="274">
                  <c:v>3050.0</c:v>
                </c:pt>
                <c:pt idx="275">
                  <c:v>3052.0</c:v>
                </c:pt>
                <c:pt idx="276">
                  <c:v>3054.0</c:v>
                </c:pt>
                <c:pt idx="277">
                  <c:v>3056.0</c:v>
                </c:pt>
                <c:pt idx="278">
                  <c:v>3058.0</c:v>
                </c:pt>
                <c:pt idx="279">
                  <c:v>3060.0</c:v>
                </c:pt>
                <c:pt idx="280">
                  <c:v>3062.0</c:v>
                </c:pt>
                <c:pt idx="281">
                  <c:v>3064.0</c:v>
                </c:pt>
                <c:pt idx="282">
                  <c:v>3066.0</c:v>
                </c:pt>
                <c:pt idx="283">
                  <c:v>3068.0</c:v>
                </c:pt>
                <c:pt idx="284">
                  <c:v>3070.0</c:v>
                </c:pt>
                <c:pt idx="285">
                  <c:v>3072.0</c:v>
                </c:pt>
                <c:pt idx="286">
                  <c:v>3074.0</c:v>
                </c:pt>
                <c:pt idx="287">
                  <c:v>3076.0</c:v>
                </c:pt>
                <c:pt idx="288">
                  <c:v>3078.0</c:v>
                </c:pt>
                <c:pt idx="289">
                  <c:v>3080.0</c:v>
                </c:pt>
                <c:pt idx="290">
                  <c:v>3082.0</c:v>
                </c:pt>
                <c:pt idx="291">
                  <c:v>3084.0</c:v>
                </c:pt>
                <c:pt idx="292">
                  <c:v>3086.0</c:v>
                </c:pt>
                <c:pt idx="293">
                  <c:v>3088.0</c:v>
                </c:pt>
                <c:pt idx="294">
                  <c:v>3090.0</c:v>
                </c:pt>
                <c:pt idx="295">
                  <c:v>3092.0</c:v>
                </c:pt>
                <c:pt idx="296">
                  <c:v>3094.0</c:v>
                </c:pt>
                <c:pt idx="297">
                  <c:v>3096.0</c:v>
                </c:pt>
                <c:pt idx="298">
                  <c:v>3098.0</c:v>
                </c:pt>
                <c:pt idx="299">
                  <c:v>3100.0</c:v>
                </c:pt>
                <c:pt idx="300">
                  <c:v>3102.0</c:v>
                </c:pt>
                <c:pt idx="301">
                  <c:v>3104.0</c:v>
                </c:pt>
                <c:pt idx="302">
                  <c:v>3106.0</c:v>
                </c:pt>
                <c:pt idx="303">
                  <c:v>3108.0</c:v>
                </c:pt>
                <c:pt idx="304">
                  <c:v>3110.0</c:v>
                </c:pt>
                <c:pt idx="305">
                  <c:v>3112.0</c:v>
                </c:pt>
                <c:pt idx="306">
                  <c:v>3114.0</c:v>
                </c:pt>
                <c:pt idx="307">
                  <c:v>3116.0</c:v>
                </c:pt>
                <c:pt idx="308">
                  <c:v>3118.0</c:v>
                </c:pt>
                <c:pt idx="309">
                  <c:v>3120.0</c:v>
                </c:pt>
                <c:pt idx="310">
                  <c:v>3122.0</c:v>
                </c:pt>
                <c:pt idx="311">
                  <c:v>3124.0</c:v>
                </c:pt>
                <c:pt idx="312">
                  <c:v>3126.0</c:v>
                </c:pt>
                <c:pt idx="313">
                  <c:v>3128.0</c:v>
                </c:pt>
                <c:pt idx="314">
                  <c:v>3130.0</c:v>
                </c:pt>
                <c:pt idx="315">
                  <c:v>3132.0</c:v>
                </c:pt>
                <c:pt idx="316">
                  <c:v>3134.0</c:v>
                </c:pt>
                <c:pt idx="317">
                  <c:v>3136.0</c:v>
                </c:pt>
                <c:pt idx="318">
                  <c:v>3138.0</c:v>
                </c:pt>
                <c:pt idx="319">
                  <c:v>3140.0</c:v>
                </c:pt>
                <c:pt idx="320">
                  <c:v>3142.0</c:v>
                </c:pt>
                <c:pt idx="321">
                  <c:v>3144.0</c:v>
                </c:pt>
                <c:pt idx="322">
                  <c:v>3146.0</c:v>
                </c:pt>
                <c:pt idx="323">
                  <c:v>3148.0</c:v>
                </c:pt>
                <c:pt idx="324">
                  <c:v>3150.0</c:v>
                </c:pt>
                <c:pt idx="325">
                  <c:v>3152.0</c:v>
                </c:pt>
                <c:pt idx="326">
                  <c:v>3154.0</c:v>
                </c:pt>
                <c:pt idx="327">
                  <c:v>3156.0</c:v>
                </c:pt>
                <c:pt idx="328">
                  <c:v>3158.0</c:v>
                </c:pt>
                <c:pt idx="329">
                  <c:v>3160.0</c:v>
                </c:pt>
                <c:pt idx="330">
                  <c:v>3162.0</c:v>
                </c:pt>
                <c:pt idx="331">
                  <c:v>3164.0</c:v>
                </c:pt>
                <c:pt idx="332">
                  <c:v>3166.0</c:v>
                </c:pt>
                <c:pt idx="333">
                  <c:v>3168.0</c:v>
                </c:pt>
                <c:pt idx="334">
                  <c:v>3170.0</c:v>
                </c:pt>
                <c:pt idx="335">
                  <c:v>3172.0</c:v>
                </c:pt>
                <c:pt idx="336">
                  <c:v>3174.0</c:v>
                </c:pt>
                <c:pt idx="337">
                  <c:v>3176.0</c:v>
                </c:pt>
                <c:pt idx="338">
                  <c:v>3178.0</c:v>
                </c:pt>
                <c:pt idx="339">
                  <c:v>3180.0</c:v>
                </c:pt>
                <c:pt idx="340">
                  <c:v>3182.0</c:v>
                </c:pt>
                <c:pt idx="341">
                  <c:v>3184.0</c:v>
                </c:pt>
                <c:pt idx="342">
                  <c:v>3186.0</c:v>
                </c:pt>
                <c:pt idx="343">
                  <c:v>3188.0</c:v>
                </c:pt>
                <c:pt idx="344">
                  <c:v>3190.0</c:v>
                </c:pt>
                <c:pt idx="345">
                  <c:v>3192.0</c:v>
                </c:pt>
                <c:pt idx="346">
                  <c:v>3194.0</c:v>
                </c:pt>
                <c:pt idx="347">
                  <c:v>3196.0</c:v>
                </c:pt>
                <c:pt idx="348">
                  <c:v>3198.0</c:v>
                </c:pt>
                <c:pt idx="349">
                  <c:v>3200.0</c:v>
                </c:pt>
                <c:pt idx="350">
                  <c:v>3202.0</c:v>
                </c:pt>
                <c:pt idx="351">
                  <c:v>3204.0</c:v>
                </c:pt>
                <c:pt idx="352">
                  <c:v>3206.0</c:v>
                </c:pt>
                <c:pt idx="353">
                  <c:v>3208.0</c:v>
                </c:pt>
                <c:pt idx="354">
                  <c:v>3210.0</c:v>
                </c:pt>
                <c:pt idx="355">
                  <c:v>3212.0</c:v>
                </c:pt>
                <c:pt idx="356">
                  <c:v>3214.0</c:v>
                </c:pt>
                <c:pt idx="357">
                  <c:v>3216.0</c:v>
                </c:pt>
                <c:pt idx="358">
                  <c:v>3218.0</c:v>
                </c:pt>
                <c:pt idx="359">
                  <c:v>3220.0</c:v>
                </c:pt>
                <c:pt idx="360">
                  <c:v>3222.0</c:v>
                </c:pt>
                <c:pt idx="361">
                  <c:v>3224.0</c:v>
                </c:pt>
                <c:pt idx="362">
                  <c:v>3226.0</c:v>
                </c:pt>
                <c:pt idx="363">
                  <c:v>3228.0</c:v>
                </c:pt>
                <c:pt idx="364">
                  <c:v>3230.0</c:v>
                </c:pt>
                <c:pt idx="365">
                  <c:v>3232.0</c:v>
                </c:pt>
                <c:pt idx="366">
                  <c:v>3234.0</c:v>
                </c:pt>
                <c:pt idx="367">
                  <c:v>3236.0</c:v>
                </c:pt>
                <c:pt idx="368">
                  <c:v>3238.0</c:v>
                </c:pt>
                <c:pt idx="369">
                  <c:v>3240.0</c:v>
                </c:pt>
                <c:pt idx="370">
                  <c:v>3242.0</c:v>
                </c:pt>
                <c:pt idx="371">
                  <c:v>3244.0</c:v>
                </c:pt>
                <c:pt idx="372">
                  <c:v>3246.0</c:v>
                </c:pt>
                <c:pt idx="373">
                  <c:v>3248.0</c:v>
                </c:pt>
                <c:pt idx="374">
                  <c:v>3250.0</c:v>
                </c:pt>
                <c:pt idx="375">
                  <c:v>3252.0</c:v>
                </c:pt>
                <c:pt idx="376">
                  <c:v>3254.0</c:v>
                </c:pt>
                <c:pt idx="377">
                  <c:v>3256.0</c:v>
                </c:pt>
                <c:pt idx="378">
                  <c:v>3258.0</c:v>
                </c:pt>
                <c:pt idx="379">
                  <c:v>3260.0</c:v>
                </c:pt>
                <c:pt idx="380">
                  <c:v>3262.0</c:v>
                </c:pt>
                <c:pt idx="381">
                  <c:v>3264.0</c:v>
                </c:pt>
                <c:pt idx="382">
                  <c:v>3266.0</c:v>
                </c:pt>
                <c:pt idx="383">
                  <c:v>3268.0</c:v>
                </c:pt>
                <c:pt idx="384">
                  <c:v>3270.0</c:v>
                </c:pt>
                <c:pt idx="385">
                  <c:v>3272.0</c:v>
                </c:pt>
                <c:pt idx="386">
                  <c:v>3274.0</c:v>
                </c:pt>
                <c:pt idx="387">
                  <c:v>3276.0</c:v>
                </c:pt>
                <c:pt idx="388">
                  <c:v>3278.0</c:v>
                </c:pt>
                <c:pt idx="389">
                  <c:v>3280.0</c:v>
                </c:pt>
                <c:pt idx="390">
                  <c:v>3282.0</c:v>
                </c:pt>
                <c:pt idx="391">
                  <c:v>3284.0</c:v>
                </c:pt>
                <c:pt idx="392">
                  <c:v>3286.0</c:v>
                </c:pt>
                <c:pt idx="393">
                  <c:v>3288.0</c:v>
                </c:pt>
                <c:pt idx="394">
                  <c:v>3290.0</c:v>
                </c:pt>
                <c:pt idx="395">
                  <c:v>3292.0</c:v>
                </c:pt>
                <c:pt idx="396">
                  <c:v>3294.0</c:v>
                </c:pt>
                <c:pt idx="397">
                  <c:v>3296.0</c:v>
                </c:pt>
                <c:pt idx="398">
                  <c:v>3298.0</c:v>
                </c:pt>
                <c:pt idx="399">
                  <c:v>3300.0</c:v>
                </c:pt>
                <c:pt idx="400">
                  <c:v>3302.0</c:v>
                </c:pt>
                <c:pt idx="401">
                  <c:v>3304.0</c:v>
                </c:pt>
                <c:pt idx="402">
                  <c:v>3306.0</c:v>
                </c:pt>
                <c:pt idx="403">
                  <c:v>3308.0</c:v>
                </c:pt>
                <c:pt idx="404">
                  <c:v>3310.0</c:v>
                </c:pt>
                <c:pt idx="405">
                  <c:v>3312.0</c:v>
                </c:pt>
                <c:pt idx="406">
                  <c:v>3314.0</c:v>
                </c:pt>
                <c:pt idx="407">
                  <c:v>3316.0</c:v>
                </c:pt>
                <c:pt idx="408">
                  <c:v>3318.0</c:v>
                </c:pt>
                <c:pt idx="409">
                  <c:v>3320.0</c:v>
                </c:pt>
                <c:pt idx="410">
                  <c:v>3322.0</c:v>
                </c:pt>
                <c:pt idx="411">
                  <c:v>3324.0</c:v>
                </c:pt>
                <c:pt idx="412">
                  <c:v>3326.0</c:v>
                </c:pt>
                <c:pt idx="413">
                  <c:v>3328.0</c:v>
                </c:pt>
                <c:pt idx="414">
                  <c:v>3330.0</c:v>
                </c:pt>
                <c:pt idx="415">
                  <c:v>3332.0</c:v>
                </c:pt>
                <c:pt idx="416">
                  <c:v>3334.0</c:v>
                </c:pt>
                <c:pt idx="417">
                  <c:v>3336.0</c:v>
                </c:pt>
                <c:pt idx="418">
                  <c:v>3338.0</c:v>
                </c:pt>
                <c:pt idx="419">
                  <c:v>3340.0</c:v>
                </c:pt>
                <c:pt idx="420">
                  <c:v>3342.0</c:v>
                </c:pt>
                <c:pt idx="421">
                  <c:v>3344.0</c:v>
                </c:pt>
                <c:pt idx="422">
                  <c:v>3346.0</c:v>
                </c:pt>
                <c:pt idx="423">
                  <c:v>3348.0</c:v>
                </c:pt>
                <c:pt idx="424">
                  <c:v>3350.0</c:v>
                </c:pt>
                <c:pt idx="425">
                  <c:v>3352.0</c:v>
                </c:pt>
                <c:pt idx="426">
                  <c:v>3354.0</c:v>
                </c:pt>
                <c:pt idx="427">
                  <c:v>3356.0</c:v>
                </c:pt>
                <c:pt idx="428">
                  <c:v>3358.0</c:v>
                </c:pt>
                <c:pt idx="429">
                  <c:v>3360.0</c:v>
                </c:pt>
                <c:pt idx="430">
                  <c:v>3362.0</c:v>
                </c:pt>
                <c:pt idx="431">
                  <c:v>3364.0</c:v>
                </c:pt>
                <c:pt idx="432">
                  <c:v>3366.0</c:v>
                </c:pt>
                <c:pt idx="433">
                  <c:v>3368.0</c:v>
                </c:pt>
                <c:pt idx="434">
                  <c:v>3370.0</c:v>
                </c:pt>
                <c:pt idx="435">
                  <c:v>3372.0</c:v>
                </c:pt>
                <c:pt idx="436">
                  <c:v>3374.0</c:v>
                </c:pt>
                <c:pt idx="437">
                  <c:v>3376.0</c:v>
                </c:pt>
                <c:pt idx="438">
                  <c:v>3378.0</c:v>
                </c:pt>
                <c:pt idx="439">
                  <c:v>3380.0</c:v>
                </c:pt>
                <c:pt idx="440">
                  <c:v>3382.0</c:v>
                </c:pt>
                <c:pt idx="441">
                  <c:v>3384.0</c:v>
                </c:pt>
                <c:pt idx="442">
                  <c:v>3386.0</c:v>
                </c:pt>
                <c:pt idx="443">
                  <c:v>3388.0</c:v>
                </c:pt>
                <c:pt idx="444">
                  <c:v>3390.0</c:v>
                </c:pt>
                <c:pt idx="445">
                  <c:v>3392.0</c:v>
                </c:pt>
                <c:pt idx="446">
                  <c:v>3394.0</c:v>
                </c:pt>
                <c:pt idx="447">
                  <c:v>3396.0</c:v>
                </c:pt>
                <c:pt idx="448">
                  <c:v>3398.0</c:v>
                </c:pt>
                <c:pt idx="449">
                  <c:v>3400.0</c:v>
                </c:pt>
                <c:pt idx="450">
                  <c:v>3402.0</c:v>
                </c:pt>
                <c:pt idx="451">
                  <c:v>3404.0</c:v>
                </c:pt>
                <c:pt idx="452">
                  <c:v>3406.0</c:v>
                </c:pt>
                <c:pt idx="453">
                  <c:v>3408.0</c:v>
                </c:pt>
                <c:pt idx="454">
                  <c:v>3410.0</c:v>
                </c:pt>
                <c:pt idx="455">
                  <c:v>3412.0</c:v>
                </c:pt>
                <c:pt idx="456">
                  <c:v>3414.0</c:v>
                </c:pt>
                <c:pt idx="457">
                  <c:v>3416.0</c:v>
                </c:pt>
                <c:pt idx="458">
                  <c:v>3418.0</c:v>
                </c:pt>
                <c:pt idx="459">
                  <c:v>3420.0</c:v>
                </c:pt>
                <c:pt idx="460">
                  <c:v>3422.0</c:v>
                </c:pt>
                <c:pt idx="461">
                  <c:v>3424.0</c:v>
                </c:pt>
                <c:pt idx="462">
                  <c:v>3426.0</c:v>
                </c:pt>
                <c:pt idx="463">
                  <c:v>3428.0</c:v>
                </c:pt>
                <c:pt idx="464">
                  <c:v>3430.0</c:v>
                </c:pt>
                <c:pt idx="465">
                  <c:v>3432.0</c:v>
                </c:pt>
                <c:pt idx="466">
                  <c:v>3434.0</c:v>
                </c:pt>
                <c:pt idx="467">
                  <c:v>3436.0</c:v>
                </c:pt>
                <c:pt idx="468">
                  <c:v>3438.0</c:v>
                </c:pt>
                <c:pt idx="469">
                  <c:v>3440.0</c:v>
                </c:pt>
                <c:pt idx="470">
                  <c:v>3442.0</c:v>
                </c:pt>
                <c:pt idx="471">
                  <c:v>3444.0</c:v>
                </c:pt>
                <c:pt idx="472">
                  <c:v>3446.0</c:v>
                </c:pt>
                <c:pt idx="473">
                  <c:v>3448.0</c:v>
                </c:pt>
                <c:pt idx="474">
                  <c:v>3450.0</c:v>
                </c:pt>
                <c:pt idx="475">
                  <c:v>3452.0</c:v>
                </c:pt>
                <c:pt idx="476">
                  <c:v>3454.0</c:v>
                </c:pt>
                <c:pt idx="477">
                  <c:v>3456.0</c:v>
                </c:pt>
                <c:pt idx="478">
                  <c:v>3458.0</c:v>
                </c:pt>
                <c:pt idx="479">
                  <c:v>3460.0</c:v>
                </c:pt>
                <c:pt idx="480">
                  <c:v>3462.0</c:v>
                </c:pt>
                <c:pt idx="481">
                  <c:v>3464.0</c:v>
                </c:pt>
                <c:pt idx="482">
                  <c:v>3466.0</c:v>
                </c:pt>
                <c:pt idx="483">
                  <c:v>3468.0</c:v>
                </c:pt>
                <c:pt idx="484">
                  <c:v>3470.0</c:v>
                </c:pt>
                <c:pt idx="485">
                  <c:v>3472.0</c:v>
                </c:pt>
                <c:pt idx="486">
                  <c:v>3474.0</c:v>
                </c:pt>
                <c:pt idx="487">
                  <c:v>3476.0</c:v>
                </c:pt>
                <c:pt idx="488">
                  <c:v>3478.0</c:v>
                </c:pt>
                <c:pt idx="489">
                  <c:v>3480.0</c:v>
                </c:pt>
                <c:pt idx="490">
                  <c:v>3482.0</c:v>
                </c:pt>
                <c:pt idx="491">
                  <c:v>3484.0</c:v>
                </c:pt>
                <c:pt idx="492">
                  <c:v>3486.0</c:v>
                </c:pt>
                <c:pt idx="493">
                  <c:v>3488.0</c:v>
                </c:pt>
                <c:pt idx="494">
                  <c:v>3490.0</c:v>
                </c:pt>
                <c:pt idx="495">
                  <c:v>3492.0</c:v>
                </c:pt>
                <c:pt idx="496">
                  <c:v>3494.0</c:v>
                </c:pt>
                <c:pt idx="497">
                  <c:v>3496.0</c:v>
                </c:pt>
                <c:pt idx="498">
                  <c:v>3498.0</c:v>
                </c:pt>
                <c:pt idx="499">
                  <c:v>3500.0</c:v>
                </c:pt>
                <c:pt idx="500">
                  <c:v>3501.0</c:v>
                </c:pt>
                <c:pt idx="501">
                  <c:v>3502.0</c:v>
                </c:pt>
                <c:pt idx="502">
                  <c:v>3503.0</c:v>
                </c:pt>
                <c:pt idx="503">
                  <c:v>3504.0</c:v>
                </c:pt>
                <c:pt idx="504">
                  <c:v>3505.0</c:v>
                </c:pt>
                <c:pt idx="505">
                  <c:v>3506.0</c:v>
                </c:pt>
                <c:pt idx="506">
                  <c:v>3507.0</c:v>
                </c:pt>
                <c:pt idx="507">
                  <c:v>3508.0</c:v>
                </c:pt>
                <c:pt idx="508">
                  <c:v>3509.0</c:v>
                </c:pt>
                <c:pt idx="509">
                  <c:v>3510.0</c:v>
                </c:pt>
                <c:pt idx="510">
                  <c:v>3511.0</c:v>
                </c:pt>
                <c:pt idx="511">
                  <c:v>3512.0</c:v>
                </c:pt>
                <c:pt idx="512">
                  <c:v>3513.0</c:v>
                </c:pt>
                <c:pt idx="513">
                  <c:v>3514.0</c:v>
                </c:pt>
                <c:pt idx="514">
                  <c:v>3515.0</c:v>
                </c:pt>
                <c:pt idx="515">
                  <c:v>3516.0</c:v>
                </c:pt>
                <c:pt idx="516">
                  <c:v>3517.0</c:v>
                </c:pt>
                <c:pt idx="517">
                  <c:v>3518.0</c:v>
                </c:pt>
                <c:pt idx="518">
                  <c:v>3519.0</c:v>
                </c:pt>
                <c:pt idx="519">
                  <c:v>3520.0</c:v>
                </c:pt>
                <c:pt idx="520">
                  <c:v>3521.0</c:v>
                </c:pt>
                <c:pt idx="521">
                  <c:v>3522.0</c:v>
                </c:pt>
                <c:pt idx="522">
                  <c:v>3523.0</c:v>
                </c:pt>
                <c:pt idx="523">
                  <c:v>3524.0</c:v>
                </c:pt>
                <c:pt idx="524">
                  <c:v>3525.0</c:v>
                </c:pt>
                <c:pt idx="525">
                  <c:v>3526.0</c:v>
                </c:pt>
                <c:pt idx="526">
                  <c:v>3527.0</c:v>
                </c:pt>
                <c:pt idx="527">
                  <c:v>3528.0</c:v>
                </c:pt>
                <c:pt idx="528">
                  <c:v>3529.0</c:v>
                </c:pt>
                <c:pt idx="529">
                  <c:v>3530.0</c:v>
                </c:pt>
                <c:pt idx="530">
                  <c:v>3531.0</c:v>
                </c:pt>
                <c:pt idx="531">
                  <c:v>3532.0</c:v>
                </c:pt>
                <c:pt idx="532">
                  <c:v>3533.0</c:v>
                </c:pt>
                <c:pt idx="533">
                  <c:v>3534.0</c:v>
                </c:pt>
                <c:pt idx="534">
                  <c:v>3535.0</c:v>
                </c:pt>
                <c:pt idx="535">
                  <c:v>3536.0</c:v>
                </c:pt>
                <c:pt idx="536">
                  <c:v>3537.0</c:v>
                </c:pt>
                <c:pt idx="537">
                  <c:v>3538.0</c:v>
                </c:pt>
                <c:pt idx="538">
                  <c:v>3539.0</c:v>
                </c:pt>
                <c:pt idx="539">
                  <c:v>3540.0</c:v>
                </c:pt>
                <c:pt idx="540">
                  <c:v>3541.0</c:v>
                </c:pt>
                <c:pt idx="541">
                  <c:v>3542.0</c:v>
                </c:pt>
                <c:pt idx="542">
                  <c:v>3543.0</c:v>
                </c:pt>
                <c:pt idx="543">
                  <c:v>3544.0</c:v>
                </c:pt>
                <c:pt idx="544">
                  <c:v>3545.0</c:v>
                </c:pt>
                <c:pt idx="545">
                  <c:v>3546.0</c:v>
                </c:pt>
                <c:pt idx="546">
                  <c:v>3547.0</c:v>
                </c:pt>
                <c:pt idx="547">
                  <c:v>3548.0</c:v>
                </c:pt>
                <c:pt idx="548">
                  <c:v>3549.0</c:v>
                </c:pt>
                <c:pt idx="549">
                  <c:v>3550.0</c:v>
                </c:pt>
                <c:pt idx="550">
                  <c:v>3551.0</c:v>
                </c:pt>
                <c:pt idx="551">
                  <c:v>3552.0</c:v>
                </c:pt>
                <c:pt idx="552">
                  <c:v>3553.0</c:v>
                </c:pt>
                <c:pt idx="553">
                  <c:v>3554.0</c:v>
                </c:pt>
                <c:pt idx="554">
                  <c:v>3555.0</c:v>
                </c:pt>
                <c:pt idx="555">
                  <c:v>3556.0</c:v>
                </c:pt>
                <c:pt idx="556">
                  <c:v>3557.0</c:v>
                </c:pt>
                <c:pt idx="557">
                  <c:v>3558.0</c:v>
                </c:pt>
                <c:pt idx="558">
                  <c:v>3559.0</c:v>
                </c:pt>
                <c:pt idx="559">
                  <c:v>3560.0</c:v>
                </c:pt>
                <c:pt idx="560">
                  <c:v>3561.0</c:v>
                </c:pt>
                <c:pt idx="561">
                  <c:v>3562.0</c:v>
                </c:pt>
                <c:pt idx="562">
                  <c:v>3563.0</c:v>
                </c:pt>
                <c:pt idx="563">
                  <c:v>3564.0</c:v>
                </c:pt>
                <c:pt idx="564">
                  <c:v>3565.0</c:v>
                </c:pt>
                <c:pt idx="565">
                  <c:v>3566.0</c:v>
                </c:pt>
                <c:pt idx="566">
                  <c:v>3567.0</c:v>
                </c:pt>
                <c:pt idx="567">
                  <c:v>3568.0</c:v>
                </c:pt>
                <c:pt idx="568">
                  <c:v>3569.0</c:v>
                </c:pt>
                <c:pt idx="569">
                  <c:v>3570.0</c:v>
                </c:pt>
                <c:pt idx="570">
                  <c:v>3571.0</c:v>
                </c:pt>
                <c:pt idx="571">
                  <c:v>3572.0</c:v>
                </c:pt>
                <c:pt idx="572">
                  <c:v>3573.0</c:v>
                </c:pt>
                <c:pt idx="573">
                  <c:v>3574.0</c:v>
                </c:pt>
                <c:pt idx="574">
                  <c:v>3575.0</c:v>
                </c:pt>
                <c:pt idx="575">
                  <c:v>3576.0</c:v>
                </c:pt>
                <c:pt idx="576">
                  <c:v>3577.0</c:v>
                </c:pt>
                <c:pt idx="577">
                  <c:v>3578.0</c:v>
                </c:pt>
                <c:pt idx="578">
                  <c:v>3579.0</c:v>
                </c:pt>
                <c:pt idx="579">
                  <c:v>3580.0</c:v>
                </c:pt>
                <c:pt idx="580">
                  <c:v>3581.0</c:v>
                </c:pt>
                <c:pt idx="581">
                  <c:v>3582.0</c:v>
                </c:pt>
                <c:pt idx="582">
                  <c:v>3583.0</c:v>
                </c:pt>
                <c:pt idx="583">
                  <c:v>3584.0</c:v>
                </c:pt>
                <c:pt idx="584">
                  <c:v>3585.0</c:v>
                </c:pt>
                <c:pt idx="585">
                  <c:v>3586.0</c:v>
                </c:pt>
                <c:pt idx="586">
                  <c:v>3587.0</c:v>
                </c:pt>
                <c:pt idx="587">
                  <c:v>3588.0</c:v>
                </c:pt>
                <c:pt idx="588">
                  <c:v>3589.0</c:v>
                </c:pt>
                <c:pt idx="589">
                  <c:v>3590.0</c:v>
                </c:pt>
                <c:pt idx="590">
                  <c:v>3591.0</c:v>
                </c:pt>
                <c:pt idx="591">
                  <c:v>3592.0</c:v>
                </c:pt>
                <c:pt idx="592">
                  <c:v>3593.0</c:v>
                </c:pt>
                <c:pt idx="593">
                  <c:v>3594.0</c:v>
                </c:pt>
                <c:pt idx="594">
                  <c:v>3595.0</c:v>
                </c:pt>
                <c:pt idx="595">
                  <c:v>3596.0</c:v>
                </c:pt>
                <c:pt idx="596">
                  <c:v>3597.0</c:v>
                </c:pt>
                <c:pt idx="597">
                  <c:v>3598.0</c:v>
                </c:pt>
                <c:pt idx="598">
                  <c:v>3599.0</c:v>
                </c:pt>
                <c:pt idx="599">
                  <c:v>3600.0</c:v>
                </c:pt>
                <c:pt idx="600">
                  <c:v>3601.0</c:v>
                </c:pt>
                <c:pt idx="601">
                  <c:v>3602.0</c:v>
                </c:pt>
                <c:pt idx="602">
                  <c:v>3603.0</c:v>
                </c:pt>
                <c:pt idx="603">
                  <c:v>3604.0</c:v>
                </c:pt>
                <c:pt idx="604">
                  <c:v>3605.0</c:v>
                </c:pt>
                <c:pt idx="605">
                  <c:v>3606.0</c:v>
                </c:pt>
                <c:pt idx="606">
                  <c:v>3607.0</c:v>
                </c:pt>
                <c:pt idx="607">
                  <c:v>3608.0</c:v>
                </c:pt>
                <c:pt idx="608">
                  <c:v>3609.0</c:v>
                </c:pt>
                <c:pt idx="609">
                  <c:v>3610.0</c:v>
                </c:pt>
                <c:pt idx="610">
                  <c:v>3611.0</c:v>
                </c:pt>
                <c:pt idx="611">
                  <c:v>3612.0</c:v>
                </c:pt>
                <c:pt idx="612">
                  <c:v>3613.0</c:v>
                </c:pt>
                <c:pt idx="613">
                  <c:v>3614.0</c:v>
                </c:pt>
                <c:pt idx="614">
                  <c:v>3615.0</c:v>
                </c:pt>
                <c:pt idx="615">
                  <c:v>3616.0</c:v>
                </c:pt>
                <c:pt idx="616">
                  <c:v>3617.0</c:v>
                </c:pt>
                <c:pt idx="617">
                  <c:v>3618.0</c:v>
                </c:pt>
                <c:pt idx="618">
                  <c:v>3619.0</c:v>
                </c:pt>
                <c:pt idx="619">
                  <c:v>3620.0</c:v>
                </c:pt>
                <c:pt idx="620">
                  <c:v>3621.0</c:v>
                </c:pt>
                <c:pt idx="621">
                  <c:v>3622.0</c:v>
                </c:pt>
                <c:pt idx="622">
                  <c:v>3623.0</c:v>
                </c:pt>
                <c:pt idx="623">
                  <c:v>3624.0</c:v>
                </c:pt>
                <c:pt idx="624">
                  <c:v>3625.0</c:v>
                </c:pt>
                <c:pt idx="625">
                  <c:v>3626.0</c:v>
                </c:pt>
                <c:pt idx="626">
                  <c:v>3627.0</c:v>
                </c:pt>
                <c:pt idx="627">
                  <c:v>3628.0</c:v>
                </c:pt>
                <c:pt idx="628">
                  <c:v>3629.0</c:v>
                </c:pt>
                <c:pt idx="629">
                  <c:v>3630.0</c:v>
                </c:pt>
                <c:pt idx="630">
                  <c:v>3631.0</c:v>
                </c:pt>
                <c:pt idx="631">
                  <c:v>3632.0</c:v>
                </c:pt>
                <c:pt idx="632">
                  <c:v>3633.0</c:v>
                </c:pt>
                <c:pt idx="633">
                  <c:v>3634.0</c:v>
                </c:pt>
                <c:pt idx="634">
                  <c:v>3635.0</c:v>
                </c:pt>
                <c:pt idx="635">
                  <c:v>3636.0</c:v>
                </c:pt>
                <c:pt idx="636">
                  <c:v>3637.0</c:v>
                </c:pt>
                <c:pt idx="637">
                  <c:v>3638.0</c:v>
                </c:pt>
                <c:pt idx="638">
                  <c:v>3639.0</c:v>
                </c:pt>
                <c:pt idx="639">
                  <c:v>3640.0</c:v>
                </c:pt>
                <c:pt idx="640">
                  <c:v>3641.0</c:v>
                </c:pt>
                <c:pt idx="641">
                  <c:v>3642.0</c:v>
                </c:pt>
                <c:pt idx="642">
                  <c:v>3643.0</c:v>
                </c:pt>
                <c:pt idx="643">
                  <c:v>3644.0</c:v>
                </c:pt>
                <c:pt idx="644">
                  <c:v>3645.0</c:v>
                </c:pt>
                <c:pt idx="645">
                  <c:v>3646.0</c:v>
                </c:pt>
                <c:pt idx="646">
                  <c:v>3647.0</c:v>
                </c:pt>
                <c:pt idx="647">
                  <c:v>3648.0</c:v>
                </c:pt>
                <c:pt idx="648">
                  <c:v>3649.0</c:v>
                </c:pt>
                <c:pt idx="649">
                  <c:v>3650.0</c:v>
                </c:pt>
                <c:pt idx="650">
                  <c:v>3651.0</c:v>
                </c:pt>
                <c:pt idx="651">
                  <c:v>3652.0</c:v>
                </c:pt>
                <c:pt idx="652">
                  <c:v>3653.0</c:v>
                </c:pt>
                <c:pt idx="653">
                  <c:v>3654.0</c:v>
                </c:pt>
                <c:pt idx="654">
                  <c:v>3655.0</c:v>
                </c:pt>
                <c:pt idx="655">
                  <c:v>3656.0</c:v>
                </c:pt>
                <c:pt idx="656">
                  <c:v>3657.0</c:v>
                </c:pt>
                <c:pt idx="657">
                  <c:v>3658.0</c:v>
                </c:pt>
                <c:pt idx="658">
                  <c:v>3659.0</c:v>
                </c:pt>
                <c:pt idx="659">
                  <c:v>3660.0</c:v>
                </c:pt>
                <c:pt idx="660">
                  <c:v>3661.0</c:v>
                </c:pt>
                <c:pt idx="661">
                  <c:v>3662.0</c:v>
                </c:pt>
                <c:pt idx="662">
                  <c:v>3663.0</c:v>
                </c:pt>
                <c:pt idx="663">
                  <c:v>3664.0</c:v>
                </c:pt>
                <c:pt idx="664">
                  <c:v>3665.0</c:v>
                </c:pt>
                <c:pt idx="665">
                  <c:v>3666.0</c:v>
                </c:pt>
                <c:pt idx="666">
                  <c:v>3667.0</c:v>
                </c:pt>
                <c:pt idx="667">
                  <c:v>3668.0</c:v>
                </c:pt>
                <c:pt idx="668">
                  <c:v>3669.0</c:v>
                </c:pt>
                <c:pt idx="669">
                  <c:v>3670.0</c:v>
                </c:pt>
                <c:pt idx="670">
                  <c:v>3671.0</c:v>
                </c:pt>
                <c:pt idx="671">
                  <c:v>3672.0</c:v>
                </c:pt>
                <c:pt idx="672">
                  <c:v>3673.0</c:v>
                </c:pt>
                <c:pt idx="673">
                  <c:v>3674.0</c:v>
                </c:pt>
                <c:pt idx="674">
                  <c:v>3675.0</c:v>
                </c:pt>
                <c:pt idx="675">
                  <c:v>3676.0</c:v>
                </c:pt>
                <c:pt idx="676">
                  <c:v>3677.0</c:v>
                </c:pt>
                <c:pt idx="677">
                  <c:v>3678.0</c:v>
                </c:pt>
                <c:pt idx="678">
                  <c:v>3679.0</c:v>
                </c:pt>
                <c:pt idx="679">
                  <c:v>3680.0</c:v>
                </c:pt>
                <c:pt idx="680">
                  <c:v>3681.0</c:v>
                </c:pt>
                <c:pt idx="681">
                  <c:v>3682.0</c:v>
                </c:pt>
                <c:pt idx="682">
                  <c:v>3683.0</c:v>
                </c:pt>
                <c:pt idx="683">
                  <c:v>3684.0</c:v>
                </c:pt>
                <c:pt idx="684">
                  <c:v>3685.0</c:v>
                </c:pt>
                <c:pt idx="685">
                  <c:v>3686.0</c:v>
                </c:pt>
                <c:pt idx="686">
                  <c:v>3687.0</c:v>
                </c:pt>
                <c:pt idx="687">
                  <c:v>3688.0</c:v>
                </c:pt>
                <c:pt idx="688">
                  <c:v>3689.0</c:v>
                </c:pt>
                <c:pt idx="689">
                  <c:v>3690.0</c:v>
                </c:pt>
                <c:pt idx="690">
                  <c:v>3691.0</c:v>
                </c:pt>
                <c:pt idx="691">
                  <c:v>3692.0</c:v>
                </c:pt>
                <c:pt idx="692">
                  <c:v>3693.0</c:v>
                </c:pt>
                <c:pt idx="693">
                  <c:v>3694.0</c:v>
                </c:pt>
                <c:pt idx="694">
                  <c:v>3695.0</c:v>
                </c:pt>
                <c:pt idx="695">
                  <c:v>3696.0</c:v>
                </c:pt>
                <c:pt idx="696">
                  <c:v>3697.0</c:v>
                </c:pt>
                <c:pt idx="697">
                  <c:v>3698.0</c:v>
                </c:pt>
                <c:pt idx="698">
                  <c:v>3699.0</c:v>
                </c:pt>
                <c:pt idx="699">
                  <c:v>3700.0</c:v>
                </c:pt>
                <c:pt idx="700">
                  <c:v>3701.0</c:v>
                </c:pt>
                <c:pt idx="701">
                  <c:v>3702.0</c:v>
                </c:pt>
                <c:pt idx="702">
                  <c:v>3703.0</c:v>
                </c:pt>
                <c:pt idx="703">
                  <c:v>3704.0</c:v>
                </c:pt>
                <c:pt idx="704">
                  <c:v>3705.0</c:v>
                </c:pt>
                <c:pt idx="705">
                  <c:v>3706.0</c:v>
                </c:pt>
                <c:pt idx="706">
                  <c:v>3707.0</c:v>
                </c:pt>
                <c:pt idx="707">
                  <c:v>3708.0</c:v>
                </c:pt>
                <c:pt idx="708">
                  <c:v>3709.0</c:v>
                </c:pt>
                <c:pt idx="709">
                  <c:v>3710.0</c:v>
                </c:pt>
                <c:pt idx="710">
                  <c:v>3711.0</c:v>
                </c:pt>
                <c:pt idx="711">
                  <c:v>3712.0</c:v>
                </c:pt>
                <c:pt idx="712">
                  <c:v>3713.0</c:v>
                </c:pt>
                <c:pt idx="713">
                  <c:v>3714.0</c:v>
                </c:pt>
                <c:pt idx="714">
                  <c:v>3715.0</c:v>
                </c:pt>
                <c:pt idx="715">
                  <c:v>3716.0</c:v>
                </c:pt>
                <c:pt idx="716">
                  <c:v>3717.0</c:v>
                </c:pt>
                <c:pt idx="717">
                  <c:v>3718.0</c:v>
                </c:pt>
                <c:pt idx="718">
                  <c:v>3719.0</c:v>
                </c:pt>
                <c:pt idx="719">
                  <c:v>3720.0</c:v>
                </c:pt>
                <c:pt idx="720">
                  <c:v>3721.0</c:v>
                </c:pt>
                <c:pt idx="721">
                  <c:v>3722.0</c:v>
                </c:pt>
                <c:pt idx="722">
                  <c:v>3723.0</c:v>
                </c:pt>
                <c:pt idx="723">
                  <c:v>3724.0</c:v>
                </c:pt>
                <c:pt idx="724">
                  <c:v>3725.0</c:v>
                </c:pt>
                <c:pt idx="725">
                  <c:v>3726.0</c:v>
                </c:pt>
                <c:pt idx="726">
                  <c:v>3727.0</c:v>
                </c:pt>
                <c:pt idx="727">
                  <c:v>3728.0</c:v>
                </c:pt>
                <c:pt idx="728">
                  <c:v>3729.0</c:v>
                </c:pt>
                <c:pt idx="729">
                  <c:v>3730.0</c:v>
                </c:pt>
                <c:pt idx="730">
                  <c:v>3731.0</c:v>
                </c:pt>
                <c:pt idx="731">
                  <c:v>3732.0</c:v>
                </c:pt>
                <c:pt idx="732">
                  <c:v>3733.0</c:v>
                </c:pt>
                <c:pt idx="733">
                  <c:v>3734.0</c:v>
                </c:pt>
                <c:pt idx="734">
                  <c:v>3735.0</c:v>
                </c:pt>
                <c:pt idx="735">
                  <c:v>3736.0</c:v>
                </c:pt>
                <c:pt idx="736">
                  <c:v>3737.0</c:v>
                </c:pt>
                <c:pt idx="737">
                  <c:v>3738.0</c:v>
                </c:pt>
                <c:pt idx="738">
                  <c:v>3739.0</c:v>
                </c:pt>
                <c:pt idx="739">
                  <c:v>3740.0</c:v>
                </c:pt>
                <c:pt idx="740">
                  <c:v>3741.0</c:v>
                </c:pt>
                <c:pt idx="741">
                  <c:v>3742.0</c:v>
                </c:pt>
                <c:pt idx="742">
                  <c:v>3743.0</c:v>
                </c:pt>
                <c:pt idx="743">
                  <c:v>3744.0</c:v>
                </c:pt>
                <c:pt idx="744">
                  <c:v>3745.0</c:v>
                </c:pt>
                <c:pt idx="745">
                  <c:v>3746.0</c:v>
                </c:pt>
                <c:pt idx="746">
                  <c:v>3747.0</c:v>
                </c:pt>
                <c:pt idx="747">
                  <c:v>3748.0</c:v>
                </c:pt>
                <c:pt idx="748">
                  <c:v>3749.0</c:v>
                </c:pt>
                <c:pt idx="749">
                  <c:v>3750.0</c:v>
                </c:pt>
                <c:pt idx="750">
                  <c:v>3751.0</c:v>
                </c:pt>
                <c:pt idx="751">
                  <c:v>3752.0</c:v>
                </c:pt>
                <c:pt idx="752">
                  <c:v>3753.0</c:v>
                </c:pt>
                <c:pt idx="753">
                  <c:v>3754.0</c:v>
                </c:pt>
                <c:pt idx="754">
                  <c:v>3755.0</c:v>
                </c:pt>
                <c:pt idx="755">
                  <c:v>3756.0</c:v>
                </c:pt>
                <c:pt idx="756">
                  <c:v>3757.0</c:v>
                </c:pt>
                <c:pt idx="757">
                  <c:v>3758.0</c:v>
                </c:pt>
                <c:pt idx="758">
                  <c:v>3759.0</c:v>
                </c:pt>
                <c:pt idx="759">
                  <c:v>3760.0</c:v>
                </c:pt>
                <c:pt idx="760">
                  <c:v>3761.0</c:v>
                </c:pt>
                <c:pt idx="761">
                  <c:v>3762.0</c:v>
                </c:pt>
                <c:pt idx="762">
                  <c:v>3763.0</c:v>
                </c:pt>
                <c:pt idx="763">
                  <c:v>3764.0</c:v>
                </c:pt>
                <c:pt idx="764">
                  <c:v>3765.0</c:v>
                </c:pt>
                <c:pt idx="765">
                  <c:v>3766.0</c:v>
                </c:pt>
                <c:pt idx="766">
                  <c:v>3767.0</c:v>
                </c:pt>
                <c:pt idx="767">
                  <c:v>3768.0</c:v>
                </c:pt>
                <c:pt idx="768">
                  <c:v>3769.0</c:v>
                </c:pt>
                <c:pt idx="769">
                  <c:v>3770.0</c:v>
                </c:pt>
                <c:pt idx="770">
                  <c:v>3771.0</c:v>
                </c:pt>
                <c:pt idx="771">
                  <c:v>3772.0</c:v>
                </c:pt>
                <c:pt idx="772">
                  <c:v>3773.0</c:v>
                </c:pt>
                <c:pt idx="773">
                  <c:v>3774.0</c:v>
                </c:pt>
                <c:pt idx="774">
                  <c:v>3775.0</c:v>
                </c:pt>
                <c:pt idx="775">
                  <c:v>3776.0</c:v>
                </c:pt>
                <c:pt idx="776">
                  <c:v>3777.0</c:v>
                </c:pt>
                <c:pt idx="777">
                  <c:v>3778.0</c:v>
                </c:pt>
                <c:pt idx="778">
                  <c:v>3779.0</c:v>
                </c:pt>
                <c:pt idx="779">
                  <c:v>3780.0</c:v>
                </c:pt>
                <c:pt idx="780">
                  <c:v>3781.0</c:v>
                </c:pt>
                <c:pt idx="781">
                  <c:v>3782.0</c:v>
                </c:pt>
                <c:pt idx="782">
                  <c:v>3783.0</c:v>
                </c:pt>
                <c:pt idx="783">
                  <c:v>3784.0</c:v>
                </c:pt>
                <c:pt idx="784">
                  <c:v>3785.0</c:v>
                </c:pt>
                <c:pt idx="785">
                  <c:v>3786.0</c:v>
                </c:pt>
                <c:pt idx="786">
                  <c:v>3787.0</c:v>
                </c:pt>
                <c:pt idx="787">
                  <c:v>3788.0</c:v>
                </c:pt>
                <c:pt idx="788">
                  <c:v>3789.0</c:v>
                </c:pt>
                <c:pt idx="789">
                  <c:v>3790.0</c:v>
                </c:pt>
                <c:pt idx="790">
                  <c:v>3791.0</c:v>
                </c:pt>
                <c:pt idx="791">
                  <c:v>3792.0</c:v>
                </c:pt>
                <c:pt idx="792">
                  <c:v>3793.0</c:v>
                </c:pt>
                <c:pt idx="793">
                  <c:v>3794.0</c:v>
                </c:pt>
                <c:pt idx="794">
                  <c:v>3795.0</c:v>
                </c:pt>
              </c:numCache>
            </c:numRef>
          </c:xVal>
          <c:yVal>
            <c:numRef>
              <c:f>Sheet1!$B$799:$B$1593</c:f>
              <c:numCache>
                <c:formatCode>General</c:formatCode>
                <c:ptCount val="795"/>
                <c:pt idx="0">
                  <c:v>0.00021531985</c:v>
                </c:pt>
                <c:pt idx="1">
                  <c:v>0.00078890168</c:v>
                </c:pt>
                <c:pt idx="2">
                  <c:v>0.00033342569</c:v>
                </c:pt>
                <c:pt idx="3">
                  <c:v>0.0003849732</c:v>
                </c:pt>
                <c:pt idx="4">
                  <c:v>5.531178e-05</c:v>
                </c:pt>
                <c:pt idx="5">
                  <c:v>0.0023372244</c:v>
                </c:pt>
                <c:pt idx="6">
                  <c:v>0.0013990167</c:v>
                </c:pt>
                <c:pt idx="7">
                  <c:v>0.00021116018</c:v>
                </c:pt>
                <c:pt idx="8">
                  <c:v>0.0032868973</c:v>
                </c:pt>
                <c:pt idx="9">
                  <c:v>0.00019816849</c:v>
                </c:pt>
                <c:pt idx="10">
                  <c:v>0.00021575</c:v>
                </c:pt>
                <c:pt idx="11">
                  <c:v>0.00012167674</c:v>
                </c:pt>
                <c:pt idx="12">
                  <c:v>0.00041931547</c:v>
                </c:pt>
                <c:pt idx="13">
                  <c:v>0.00014436907</c:v>
                </c:pt>
                <c:pt idx="14">
                  <c:v>0.00050753395</c:v>
                </c:pt>
                <c:pt idx="15">
                  <c:v>0.00011849213</c:v>
                </c:pt>
                <c:pt idx="16">
                  <c:v>0.00013995199</c:v>
                </c:pt>
                <c:pt idx="17">
                  <c:v>0.00015201595</c:v>
                </c:pt>
                <c:pt idx="18">
                  <c:v>0.00045499704</c:v>
                </c:pt>
                <c:pt idx="19">
                  <c:v>0.0018457871</c:v>
                </c:pt>
                <c:pt idx="20">
                  <c:v>0.00010613501</c:v>
                </c:pt>
                <c:pt idx="21">
                  <c:v>5.6282525e-05</c:v>
                </c:pt>
                <c:pt idx="22">
                  <c:v>0.00014458371</c:v>
                </c:pt>
                <c:pt idx="23">
                  <c:v>0.00048360192</c:v>
                </c:pt>
                <c:pt idx="24">
                  <c:v>0.00091162948</c:v>
                </c:pt>
                <c:pt idx="25">
                  <c:v>8.7458876e-05</c:v>
                </c:pt>
                <c:pt idx="26">
                  <c:v>5.8200475e-05</c:v>
                </c:pt>
                <c:pt idx="27">
                  <c:v>7.7203869e-05</c:v>
                </c:pt>
                <c:pt idx="28">
                  <c:v>0.00015534015</c:v>
                </c:pt>
                <c:pt idx="29">
                  <c:v>0.0021403731</c:v>
                </c:pt>
                <c:pt idx="30">
                  <c:v>0.00045234111</c:v>
                </c:pt>
                <c:pt idx="31">
                  <c:v>0.00021003224</c:v>
                </c:pt>
                <c:pt idx="32">
                  <c:v>0.0011373129</c:v>
                </c:pt>
                <c:pt idx="33">
                  <c:v>1.1280508e-05</c:v>
                </c:pt>
                <c:pt idx="34">
                  <c:v>0.0001004619</c:v>
                </c:pt>
                <c:pt idx="35">
                  <c:v>0.00089391949</c:v>
                </c:pt>
                <c:pt idx="36">
                  <c:v>2.0731621e-05</c:v>
                </c:pt>
                <c:pt idx="37">
                  <c:v>1.3903542e-05</c:v>
                </c:pt>
                <c:pt idx="38">
                  <c:v>6.177698e-05</c:v>
                </c:pt>
                <c:pt idx="39">
                  <c:v>0.00021453764</c:v>
                </c:pt>
                <c:pt idx="40">
                  <c:v>7.350623e-06</c:v>
                </c:pt>
                <c:pt idx="41">
                  <c:v>7.3351413e-06</c:v>
                </c:pt>
                <c:pt idx="42">
                  <c:v>7.804654e-05</c:v>
                </c:pt>
                <c:pt idx="43">
                  <c:v>1.4810646e-05</c:v>
                </c:pt>
                <c:pt idx="44">
                  <c:v>0.00039894196</c:v>
                </c:pt>
                <c:pt idx="45">
                  <c:v>3.7040887e-05</c:v>
                </c:pt>
                <c:pt idx="46">
                  <c:v>3.5249119e-05</c:v>
                </c:pt>
                <c:pt idx="47">
                  <c:v>4.3362407e-05</c:v>
                </c:pt>
                <c:pt idx="48">
                  <c:v>2.2031006e-05</c:v>
                </c:pt>
                <c:pt idx="49">
                  <c:v>0.00053883816</c:v>
                </c:pt>
                <c:pt idx="50">
                  <c:v>4.1627723e-05</c:v>
                </c:pt>
                <c:pt idx="51">
                  <c:v>3.8302723e-05</c:v>
                </c:pt>
                <c:pt idx="52">
                  <c:v>7.3350474e-05</c:v>
                </c:pt>
                <c:pt idx="53">
                  <c:v>3.6273323e-05</c:v>
                </c:pt>
                <c:pt idx="54">
                  <c:v>0.00045178455</c:v>
                </c:pt>
                <c:pt idx="55">
                  <c:v>4.6872689e-05</c:v>
                </c:pt>
                <c:pt idx="56">
                  <c:v>4.3819143e-05</c:v>
                </c:pt>
                <c:pt idx="57">
                  <c:v>8.7494064e-05</c:v>
                </c:pt>
                <c:pt idx="58">
                  <c:v>7.2238955e-05</c:v>
                </c:pt>
                <c:pt idx="59">
                  <c:v>0.00026697041</c:v>
                </c:pt>
                <c:pt idx="60">
                  <c:v>7.5140744e-05</c:v>
                </c:pt>
                <c:pt idx="61">
                  <c:v>6.9772599e-05</c:v>
                </c:pt>
                <c:pt idx="62">
                  <c:v>0.00018443834</c:v>
                </c:pt>
                <c:pt idx="63">
                  <c:v>3.8065669e-05</c:v>
                </c:pt>
                <c:pt idx="64">
                  <c:v>2.37291e-05</c:v>
                </c:pt>
                <c:pt idx="65">
                  <c:v>2.2462392e-05</c:v>
                </c:pt>
                <c:pt idx="66">
                  <c:v>0.0072392022</c:v>
                </c:pt>
                <c:pt idx="67">
                  <c:v>0.0001675813</c:v>
                </c:pt>
                <c:pt idx="68">
                  <c:v>3.2597105e-05</c:v>
                </c:pt>
                <c:pt idx="69">
                  <c:v>1.9378106e-05</c:v>
                </c:pt>
                <c:pt idx="70">
                  <c:v>1.7138759e-05</c:v>
                </c:pt>
                <c:pt idx="71">
                  <c:v>0.0050735484</c:v>
                </c:pt>
                <c:pt idx="72">
                  <c:v>6.4912536e-05</c:v>
                </c:pt>
                <c:pt idx="73">
                  <c:v>2.0512304e-05</c:v>
                </c:pt>
                <c:pt idx="74">
                  <c:v>1.349346e-05</c:v>
                </c:pt>
                <c:pt idx="75">
                  <c:v>1.2145112e-05</c:v>
                </c:pt>
                <c:pt idx="76">
                  <c:v>0.0052900782</c:v>
                </c:pt>
                <c:pt idx="77">
                  <c:v>9.8729388e-05</c:v>
                </c:pt>
                <c:pt idx="78">
                  <c:v>5.6831593e-05</c:v>
                </c:pt>
                <c:pt idx="79">
                  <c:v>5.0295071e-05</c:v>
                </c:pt>
                <c:pt idx="80">
                  <c:v>4.9075554e-05</c:v>
                </c:pt>
                <c:pt idx="81">
                  <c:v>0.0052996876</c:v>
                </c:pt>
                <c:pt idx="82">
                  <c:v>0.00014651478</c:v>
                </c:pt>
                <c:pt idx="83">
                  <c:v>4.8075733e-05</c:v>
                </c:pt>
                <c:pt idx="84">
                  <c:v>4.4261756e-05</c:v>
                </c:pt>
                <c:pt idx="85">
                  <c:v>4.5775767e-05</c:v>
                </c:pt>
                <c:pt idx="86">
                  <c:v>0.0052925076</c:v>
                </c:pt>
                <c:pt idx="87">
                  <c:v>0.00012680679</c:v>
                </c:pt>
                <c:pt idx="88">
                  <c:v>6.0041972e-05</c:v>
                </c:pt>
                <c:pt idx="89">
                  <c:v>4.865227e-05</c:v>
                </c:pt>
                <c:pt idx="90">
                  <c:v>4.7429542e-05</c:v>
                </c:pt>
                <c:pt idx="91">
                  <c:v>0.005066714</c:v>
                </c:pt>
                <c:pt idx="92">
                  <c:v>0.00014199364</c:v>
                </c:pt>
                <c:pt idx="93">
                  <c:v>8.2378036e-05</c:v>
                </c:pt>
                <c:pt idx="94">
                  <c:v>7.3767281e-05</c:v>
                </c:pt>
                <c:pt idx="95">
                  <c:v>7.2671948e-05</c:v>
                </c:pt>
                <c:pt idx="96">
                  <c:v>0.0053201821</c:v>
                </c:pt>
                <c:pt idx="97">
                  <c:v>0.00012881455</c:v>
                </c:pt>
                <c:pt idx="98">
                  <c:v>5.4338056e-05</c:v>
                </c:pt>
                <c:pt idx="99">
                  <c:v>4.4542899e-05</c:v>
                </c:pt>
                <c:pt idx="100">
                  <c:v>4.133549e-05</c:v>
                </c:pt>
                <c:pt idx="101">
                  <c:v>0.0051444206</c:v>
                </c:pt>
                <c:pt idx="102">
                  <c:v>0.00023643872</c:v>
                </c:pt>
                <c:pt idx="103">
                  <c:v>0.00012642428</c:v>
                </c:pt>
                <c:pt idx="104">
                  <c:v>0.00011520608</c:v>
                </c:pt>
                <c:pt idx="105">
                  <c:v>0.00011365646</c:v>
                </c:pt>
                <c:pt idx="106">
                  <c:v>0.0059869841</c:v>
                </c:pt>
                <c:pt idx="107">
                  <c:v>0.0001898338</c:v>
                </c:pt>
                <c:pt idx="108">
                  <c:v>6.1118879e-05</c:v>
                </c:pt>
                <c:pt idx="109">
                  <c:v>2.3310472e-05</c:v>
                </c:pt>
                <c:pt idx="110">
                  <c:v>2.8441932e-05</c:v>
                </c:pt>
                <c:pt idx="111">
                  <c:v>0.0053624827</c:v>
                </c:pt>
                <c:pt idx="112">
                  <c:v>9.8207817e-05</c:v>
                </c:pt>
                <c:pt idx="113">
                  <c:v>3.6716692e-05</c:v>
                </c:pt>
                <c:pt idx="114">
                  <c:v>3.2745324e-05</c:v>
                </c:pt>
                <c:pt idx="115">
                  <c:v>3.2128741e-05</c:v>
                </c:pt>
                <c:pt idx="116">
                  <c:v>0.0048706109</c:v>
                </c:pt>
                <c:pt idx="117">
                  <c:v>8.7032717e-05</c:v>
                </c:pt>
                <c:pt idx="118">
                  <c:v>4.4111152e-05</c:v>
                </c:pt>
                <c:pt idx="119">
                  <c:v>3.5736525e-05</c:v>
                </c:pt>
                <c:pt idx="120">
                  <c:v>3.8660938e-05</c:v>
                </c:pt>
                <c:pt idx="121">
                  <c:v>0.0055389259</c:v>
                </c:pt>
                <c:pt idx="122">
                  <c:v>0.0054900545</c:v>
                </c:pt>
                <c:pt idx="123">
                  <c:v>0.00038879479</c:v>
                </c:pt>
                <c:pt idx="124">
                  <c:v>0.00018974228</c:v>
                </c:pt>
                <c:pt idx="125">
                  <c:v>0.00017367896</c:v>
                </c:pt>
                <c:pt idx="126">
                  <c:v>0.00017113781</c:v>
                </c:pt>
                <c:pt idx="127">
                  <c:v>0.00017033648</c:v>
                </c:pt>
                <c:pt idx="128">
                  <c:v>0.166985</c:v>
                </c:pt>
                <c:pt idx="129">
                  <c:v>0.032114565</c:v>
                </c:pt>
                <c:pt idx="130">
                  <c:v>0.0071419759</c:v>
                </c:pt>
                <c:pt idx="131">
                  <c:v>0.0020209294</c:v>
                </c:pt>
                <c:pt idx="132">
                  <c:v>0.00084636215</c:v>
                </c:pt>
                <c:pt idx="133">
                  <c:v>0.00065775462</c:v>
                </c:pt>
                <c:pt idx="134">
                  <c:v>0.00056505342</c:v>
                </c:pt>
                <c:pt idx="135">
                  <c:v>0.00056870969</c:v>
                </c:pt>
                <c:pt idx="136">
                  <c:v>0.00055590504</c:v>
                </c:pt>
                <c:pt idx="137">
                  <c:v>0.00055097983</c:v>
                </c:pt>
                <c:pt idx="138">
                  <c:v>0.01327808</c:v>
                </c:pt>
                <c:pt idx="139">
                  <c:v>0.0013934088</c:v>
                </c:pt>
                <c:pt idx="140">
                  <c:v>0.0004237884</c:v>
                </c:pt>
                <c:pt idx="141">
                  <c:v>0.0002574793</c:v>
                </c:pt>
                <c:pt idx="142">
                  <c:v>0.00016495114</c:v>
                </c:pt>
                <c:pt idx="143">
                  <c:v>0.00011840359</c:v>
                </c:pt>
                <c:pt idx="144">
                  <c:v>0.00011175758</c:v>
                </c:pt>
                <c:pt idx="145">
                  <c:v>0.00010502186</c:v>
                </c:pt>
                <c:pt idx="146">
                  <c:v>0.00010312984</c:v>
                </c:pt>
                <c:pt idx="147">
                  <c:v>0.00010244374</c:v>
                </c:pt>
                <c:pt idx="148">
                  <c:v>0.013435638</c:v>
                </c:pt>
                <c:pt idx="149">
                  <c:v>0.0014856812</c:v>
                </c:pt>
                <c:pt idx="150">
                  <c:v>0.00058889068</c:v>
                </c:pt>
                <c:pt idx="151">
                  <c:v>0.00018681089</c:v>
                </c:pt>
                <c:pt idx="152">
                  <c:v>0.00013123642</c:v>
                </c:pt>
                <c:pt idx="153">
                  <c:v>0.00011653469</c:v>
                </c:pt>
                <c:pt idx="154">
                  <c:v>0.00011467009</c:v>
                </c:pt>
                <c:pt idx="155">
                  <c:v>0.00011359121</c:v>
                </c:pt>
                <c:pt idx="156">
                  <c:v>0.0001129368</c:v>
                </c:pt>
                <c:pt idx="157">
                  <c:v>0.00011259582</c:v>
                </c:pt>
                <c:pt idx="158">
                  <c:v>0.01310683</c:v>
                </c:pt>
                <c:pt idx="159">
                  <c:v>0.0017061322</c:v>
                </c:pt>
                <c:pt idx="160">
                  <c:v>0.00046294514</c:v>
                </c:pt>
                <c:pt idx="161">
                  <c:v>0.0002473048</c:v>
                </c:pt>
                <c:pt idx="162">
                  <c:v>0.00012546489</c:v>
                </c:pt>
                <c:pt idx="163">
                  <c:v>7.0476962e-05</c:v>
                </c:pt>
                <c:pt idx="164">
                  <c:v>5.6423543e-05</c:v>
                </c:pt>
                <c:pt idx="165">
                  <c:v>5.5132364e-05</c:v>
                </c:pt>
                <c:pt idx="166">
                  <c:v>5.2846928e-05</c:v>
                </c:pt>
                <c:pt idx="167">
                  <c:v>5.3310369e-05</c:v>
                </c:pt>
                <c:pt idx="168">
                  <c:v>0.0082880241</c:v>
                </c:pt>
                <c:pt idx="169">
                  <c:v>0.00092814008</c:v>
                </c:pt>
                <c:pt idx="170">
                  <c:v>0.00059257862</c:v>
                </c:pt>
                <c:pt idx="171">
                  <c:v>0.00043480201</c:v>
                </c:pt>
                <c:pt idx="172">
                  <c:v>0.00035801486</c:v>
                </c:pt>
                <c:pt idx="173">
                  <c:v>0.00037447816</c:v>
                </c:pt>
                <c:pt idx="174">
                  <c:v>0.0003050662</c:v>
                </c:pt>
                <c:pt idx="175">
                  <c:v>0.00026243506</c:v>
                </c:pt>
                <c:pt idx="176">
                  <c:v>0.00027639586</c:v>
                </c:pt>
                <c:pt idx="177">
                  <c:v>0.0002440008</c:v>
                </c:pt>
                <c:pt idx="178">
                  <c:v>0.010763229</c:v>
                </c:pt>
                <c:pt idx="179">
                  <c:v>0.00099288344</c:v>
                </c:pt>
                <c:pt idx="180">
                  <c:v>0.00048210805</c:v>
                </c:pt>
                <c:pt idx="181">
                  <c:v>0.00036914986</c:v>
                </c:pt>
                <c:pt idx="182">
                  <c:v>0.00024710115</c:v>
                </c:pt>
                <c:pt idx="183">
                  <c:v>0.00023066931</c:v>
                </c:pt>
                <c:pt idx="184">
                  <c:v>0.00023030995</c:v>
                </c:pt>
                <c:pt idx="185">
                  <c:v>0.00023031503</c:v>
                </c:pt>
                <c:pt idx="186">
                  <c:v>0.00023113267</c:v>
                </c:pt>
                <c:pt idx="187">
                  <c:v>0.00023057265</c:v>
                </c:pt>
                <c:pt idx="188">
                  <c:v>0.010064401</c:v>
                </c:pt>
                <c:pt idx="189">
                  <c:v>0.00089307978</c:v>
                </c:pt>
                <c:pt idx="190">
                  <c:v>0.00043550907</c:v>
                </c:pt>
                <c:pt idx="191">
                  <c:v>0.00029383428</c:v>
                </c:pt>
                <c:pt idx="192">
                  <c:v>0.00021415014</c:v>
                </c:pt>
                <c:pt idx="193">
                  <c:v>0.00018448419</c:v>
                </c:pt>
                <c:pt idx="194">
                  <c:v>0.00017027464</c:v>
                </c:pt>
                <c:pt idx="195">
                  <c:v>0.00016381513</c:v>
                </c:pt>
                <c:pt idx="196">
                  <c:v>0.0001615737</c:v>
                </c:pt>
                <c:pt idx="197">
                  <c:v>0.00016063457</c:v>
                </c:pt>
                <c:pt idx="198">
                  <c:v>0.01258019</c:v>
                </c:pt>
                <c:pt idx="199">
                  <c:v>0.0012374132</c:v>
                </c:pt>
                <c:pt idx="200">
                  <c:v>0.00065211277</c:v>
                </c:pt>
                <c:pt idx="201">
                  <c:v>0.00025066649</c:v>
                </c:pt>
                <c:pt idx="202">
                  <c:v>0.0001488339</c:v>
                </c:pt>
                <c:pt idx="203">
                  <c:v>9.9778016e-05</c:v>
                </c:pt>
                <c:pt idx="204">
                  <c:v>8.7959923e-05</c:v>
                </c:pt>
                <c:pt idx="205">
                  <c:v>8.4894811e-05</c:v>
                </c:pt>
                <c:pt idx="206">
                  <c:v>8.3975958e-05</c:v>
                </c:pt>
                <c:pt idx="207">
                  <c:v>8.3616165e-05</c:v>
                </c:pt>
                <c:pt idx="208">
                  <c:v>0.013285983</c:v>
                </c:pt>
                <c:pt idx="209">
                  <c:v>0.0011118476</c:v>
                </c:pt>
                <c:pt idx="210">
                  <c:v>0.00045082755</c:v>
                </c:pt>
                <c:pt idx="211">
                  <c:v>0.00018620417</c:v>
                </c:pt>
                <c:pt idx="212">
                  <c:v>0.00010082026</c:v>
                </c:pt>
                <c:pt idx="213">
                  <c:v>8.0438079e-05</c:v>
                </c:pt>
                <c:pt idx="214">
                  <c:v>7.3775165e-05</c:v>
                </c:pt>
                <c:pt idx="215">
                  <c:v>7.0924713e-05</c:v>
                </c:pt>
                <c:pt idx="216">
                  <c:v>7.0033511e-05</c:v>
                </c:pt>
                <c:pt idx="217">
                  <c:v>6.9943238e-05</c:v>
                </c:pt>
                <c:pt idx="218">
                  <c:v>0.014062603</c:v>
                </c:pt>
                <c:pt idx="219">
                  <c:v>0.0017667112</c:v>
                </c:pt>
                <c:pt idx="220">
                  <c:v>0.0005710563</c:v>
                </c:pt>
                <c:pt idx="221">
                  <c:v>0.00022627079</c:v>
                </c:pt>
                <c:pt idx="222">
                  <c:v>0.00014214744</c:v>
                </c:pt>
                <c:pt idx="223">
                  <c:v>9.6210046e-05</c:v>
                </c:pt>
                <c:pt idx="224">
                  <c:v>7.4301198e-05</c:v>
                </c:pt>
                <c:pt idx="225">
                  <c:v>6.6098927e-05</c:v>
                </c:pt>
                <c:pt idx="226">
                  <c:v>6.2667735e-05</c:v>
                </c:pt>
                <c:pt idx="227">
                  <c:v>6.0372945e-05</c:v>
                </c:pt>
                <c:pt idx="228">
                  <c:v>0.0085347887</c:v>
                </c:pt>
                <c:pt idx="229">
                  <c:v>0.00084635695</c:v>
                </c:pt>
                <c:pt idx="230">
                  <c:v>0.00040194003</c:v>
                </c:pt>
                <c:pt idx="231">
                  <c:v>0.00027971448</c:v>
                </c:pt>
                <c:pt idx="232">
                  <c:v>0.00024675047</c:v>
                </c:pt>
                <c:pt idx="233">
                  <c:v>0.00023958405</c:v>
                </c:pt>
                <c:pt idx="234">
                  <c:v>0.00023667051</c:v>
                </c:pt>
                <c:pt idx="235">
                  <c:v>0.00023473861</c:v>
                </c:pt>
                <c:pt idx="236">
                  <c:v>0.00023338244</c:v>
                </c:pt>
                <c:pt idx="237">
                  <c:v>0.00023243844</c:v>
                </c:pt>
                <c:pt idx="238">
                  <c:v>0.0098749219</c:v>
                </c:pt>
                <c:pt idx="239">
                  <c:v>0.00066346102</c:v>
                </c:pt>
                <c:pt idx="240">
                  <c:v>0.00032456051</c:v>
                </c:pt>
                <c:pt idx="241">
                  <c:v>0.00011155489</c:v>
                </c:pt>
                <c:pt idx="242">
                  <c:v>4.5898163e-05</c:v>
                </c:pt>
                <c:pt idx="243">
                  <c:v>3.0783585e-05</c:v>
                </c:pt>
                <c:pt idx="244">
                  <c:v>2.6284011e-05</c:v>
                </c:pt>
                <c:pt idx="245">
                  <c:v>2.4604813e-05</c:v>
                </c:pt>
                <c:pt idx="246">
                  <c:v>2.3841472e-05</c:v>
                </c:pt>
                <c:pt idx="247">
                  <c:v>2.3442796e-05</c:v>
                </c:pt>
                <c:pt idx="248">
                  <c:v>0.010982796</c:v>
                </c:pt>
                <c:pt idx="249">
                  <c:v>0.00060901071</c:v>
                </c:pt>
                <c:pt idx="250">
                  <c:v>0.0003358476</c:v>
                </c:pt>
                <c:pt idx="251">
                  <c:v>0.00020121049</c:v>
                </c:pt>
                <c:pt idx="252">
                  <c:v>0.00013734267</c:v>
                </c:pt>
                <c:pt idx="253">
                  <c:v>9.6060987e-05</c:v>
                </c:pt>
                <c:pt idx="254">
                  <c:v>7.2993393e-05</c:v>
                </c:pt>
                <c:pt idx="255">
                  <c:v>5.6983619e-05</c:v>
                </c:pt>
                <c:pt idx="256">
                  <c:v>4.8443326e-05</c:v>
                </c:pt>
                <c:pt idx="257">
                  <c:v>4.307913e-05</c:v>
                </c:pt>
                <c:pt idx="258">
                  <c:v>4.0451874e-05</c:v>
                </c:pt>
                <c:pt idx="259">
                  <c:v>3.8598303e-05</c:v>
                </c:pt>
                <c:pt idx="260">
                  <c:v>3.7653323e-05</c:v>
                </c:pt>
                <c:pt idx="261">
                  <c:v>3.7069552e-05</c:v>
                </c:pt>
                <c:pt idx="262">
                  <c:v>3.6807059e-05</c:v>
                </c:pt>
                <c:pt idx="263">
                  <c:v>3.6674737e-05</c:v>
                </c:pt>
                <c:pt idx="264">
                  <c:v>3.6648378e-05</c:v>
                </c:pt>
                <c:pt idx="265">
                  <c:v>3.661664e-05</c:v>
                </c:pt>
                <c:pt idx="266">
                  <c:v>3.6615685e-05</c:v>
                </c:pt>
                <c:pt idx="267">
                  <c:v>0.011400209</c:v>
                </c:pt>
                <c:pt idx="268">
                  <c:v>0.0017788007</c:v>
                </c:pt>
                <c:pt idx="269">
                  <c:v>0.00059433888</c:v>
                </c:pt>
                <c:pt idx="270">
                  <c:v>0.00030372477</c:v>
                </c:pt>
                <c:pt idx="271">
                  <c:v>0.00017165</c:v>
                </c:pt>
                <c:pt idx="272">
                  <c:v>0.00011731008</c:v>
                </c:pt>
                <c:pt idx="273">
                  <c:v>8.2050868e-05</c:v>
                </c:pt>
                <c:pt idx="274">
                  <c:v>5.6079541e-05</c:v>
                </c:pt>
                <c:pt idx="275">
                  <c:v>3.8299514e-05</c:v>
                </c:pt>
                <c:pt idx="276">
                  <c:v>2.7232927e-05</c:v>
                </c:pt>
                <c:pt idx="277">
                  <c:v>2.1343961e-05</c:v>
                </c:pt>
                <c:pt idx="278">
                  <c:v>1.7312705e-05</c:v>
                </c:pt>
                <c:pt idx="279">
                  <c:v>1.3915927e-05</c:v>
                </c:pt>
                <c:pt idx="280">
                  <c:v>1.9627483e-05</c:v>
                </c:pt>
                <c:pt idx="281">
                  <c:v>9.9853851e-06</c:v>
                </c:pt>
                <c:pt idx="282">
                  <c:v>1.5549673e-05</c:v>
                </c:pt>
                <c:pt idx="283">
                  <c:v>1.3340148e-05</c:v>
                </c:pt>
                <c:pt idx="284">
                  <c:v>1.5517229e-05</c:v>
                </c:pt>
                <c:pt idx="285">
                  <c:v>1.1321757e-05</c:v>
                </c:pt>
                <c:pt idx="286">
                  <c:v>1.8252638e-05</c:v>
                </c:pt>
                <c:pt idx="287">
                  <c:v>0.012304699</c:v>
                </c:pt>
                <c:pt idx="288">
                  <c:v>0.0036229708</c:v>
                </c:pt>
                <c:pt idx="289">
                  <c:v>0.001311108</c:v>
                </c:pt>
                <c:pt idx="290">
                  <c:v>0.0008786808</c:v>
                </c:pt>
                <c:pt idx="291">
                  <c:v>0.00059654839</c:v>
                </c:pt>
                <c:pt idx="292">
                  <c:v>0.00042424507</c:v>
                </c:pt>
                <c:pt idx="293">
                  <c:v>0.00033144277</c:v>
                </c:pt>
                <c:pt idx="294">
                  <c:v>0.00027792224</c:v>
                </c:pt>
                <c:pt idx="295">
                  <c:v>0.00024583308</c:v>
                </c:pt>
                <c:pt idx="296">
                  <c:v>0.00021721584</c:v>
                </c:pt>
                <c:pt idx="297">
                  <c:v>0.00021615687</c:v>
                </c:pt>
                <c:pt idx="298">
                  <c:v>0.00021448028</c:v>
                </c:pt>
                <c:pt idx="299">
                  <c:v>0.00021189025</c:v>
                </c:pt>
                <c:pt idx="300">
                  <c:v>0.00021182352</c:v>
                </c:pt>
                <c:pt idx="301">
                  <c:v>0.00021036021</c:v>
                </c:pt>
                <c:pt idx="302">
                  <c:v>0.00021079101</c:v>
                </c:pt>
                <c:pt idx="303">
                  <c:v>0.00020980797</c:v>
                </c:pt>
                <c:pt idx="304">
                  <c:v>0.00020817388</c:v>
                </c:pt>
                <c:pt idx="305">
                  <c:v>0.00020661844</c:v>
                </c:pt>
                <c:pt idx="306">
                  <c:v>0.00020758258</c:v>
                </c:pt>
                <c:pt idx="307">
                  <c:v>0.0097170747</c:v>
                </c:pt>
                <c:pt idx="308">
                  <c:v>0.0020646919</c:v>
                </c:pt>
                <c:pt idx="309">
                  <c:v>0.0010130779</c:v>
                </c:pt>
                <c:pt idx="310">
                  <c:v>0.00054350924</c:v>
                </c:pt>
                <c:pt idx="311">
                  <c:v>0.0003661416</c:v>
                </c:pt>
                <c:pt idx="312">
                  <c:v>0.00019952863</c:v>
                </c:pt>
                <c:pt idx="313">
                  <c:v>0.00021186333</c:v>
                </c:pt>
                <c:pt idx="314">
                  <c:v>8.7697591e-05</c:v>
                </c:pt>
                <c:pt idx="315">
                  <c:v>9.299611e-05</c:v>
                </c:pt>
                <c:pt idx="316">
                  <c:v>0.00011426919</c:v>
                </c:pt>
                <c:pt idx="317">
                  <c:v>9.7542423e-05</c:v>
                </c:pt>
                <c:pt idx="318">
                  <c:v>9.9036825e-05</c:v>
                </c:pt>
                <c:pt idx="319">
                  <c:v>8.7432562e-05</c:v>
                </c:pt>
                <c:pt idx="320">
                  <c:v>9.9160675e-05</c:v>
                </c:pt>
                <c:pt idx="321">
                  <c:v>7.9064917e-05</c:v>
                </c:pt>
                <c:pt idx="322">
                  <c:v>0.00010559674</c:v>
                </c:pt>
                <c:pt idx="323">
                  <c:v>3.2747602e-05</c:v>
                </c:pt>
                <c:pt idx="324">
                  <c:v>4.1172574e-05</c:v>
                </c:pt>
                <c:pt idx="325">
                  <c:v>7.6569946e-05</c:v>
                </c:pt>
                <c:pt idx="326">
                  <c:v>0.00010215357</c:v>
                </c:pt>
                <c:pt idx="327">
                  <c:v>0.010541972</c:v>
                </c:pt>
                <c:pt idx="328">
                  <c:v>0.0017544775</c:v>
                </c:pt>
                <c:pt idx="329">
                  <c:v>0.00062423979</c:v>
                </c:pt>
                <c:pt idx="330">
                  <c:v>0.00033254116</c:v>
                </c:pt>
                <c:pt idx="331">
                  <c:v>0.0002285522</c:v>
                </c:pt>
                <c:pt idx="332">
                  <c:v>0.00018558064</c:v>
                </c:pt>
                <c:pt idx="333">
                  <c:v>0.00015690706</c:v>
                </c:pt>
                <c:pt idx="334">
                  <c:v>0.0001329117</c:v>
                </c:pt>
                <c:pt idx="335">
                  <c:v>0.00011215512</c:v>
                </c:pt>
                <c:pt idx="336">
                  <c:v>0.00010392679</c:v>
                </c:pt>
                <c:pt idx="337">
                  <c:v>9.9336033e-05</c:v>
                </c:pt>
                <c:pt idx="338">
                  <c:v>9.1443842e-05</c:v>
                </c:pt>
                <c:pt idx="339">
                  <c:v>9.6310406e-05</c:v>
                </c:pt>
                <c:pt idx="340">
                  <c:v>8.6893198e-05</c:v>
                </c:pt>
                <c:pt idx="341">
                  <c:v>9.6057824e-05</c:v>
                </c:pt>
                <c:pt idx="342">
                  <c:v>7.6825971e-05</c:v>
                </c:pt>
                <c:pt idx="343">
                  <c:v>8.9762453e-05</c:v>
                </c:pt>
                <c:pt idx="344">
                  <c:v>8.7718426e-05</c:v>
                </c:pt>
                <c:pt idx="345">
                  <c:v>8.9776372e-05</c:v>
                </c:pt>
                <c:pt idx="346">
                  <c:v>8.6719061e-05</c:v>
                </c:pt>
                <c:pt idx="347">
                  <c:v>0.010965257</c:v>
                </c:pt>
                <c:pt idx="348">
                  <c:v>0.0018663139</c:v>
                </c:pt>
                <c:pt idx="349">
                  <c:v>0.00065550872</c:v>
                </c:pt>
                <c:pt idx="350">
                  <c:v>0.00041160611</c:v>
                </c:pt>
                <c:pt idx="351">
                  <c:v>0.00028176891</c:v>
                </c:pt>
                <c:pt idx="352">
                  <c:v>0.00024709689</c:v>
                </c:pt>
                <c:pt idx="353">
                  <c:v>0.00022250749</c:v>
                </c:pt>
                <c:pt idx="354">
                  <c:v>0.00022905231</c:v>
                </c:pt>
                <c:pt idx="355">
                  <c:v>0.00021986712</c:v>
                </c:pt>
                <c:pt idx="356">
                  <c:v>0.00023160006</c:v>
                </c:pt>
                <c:pt idx="357">
                  <c:v>0.00022946326</c:v>
                </c:pt>
                <c:pt idx="358">
                  <c:v>0.00023688245</c:v>
                </c:pt>
                <c:pt idx="359">
                  <c:v>0.00023832037</c:v>
                </c:pt>
                <c:pt idx="360">
                  <c:v>0.00024224531</c:v>
                </c:pt>
                <c:pt idx="361">
                  <c:v>0.00024321452</c:v>
                </c:pt>
                <c:pt idx="362">
                  <c:v>0.00024468144</c:v>
                </c:pt>
                <c:pt idx="363">
                  <c:v>0.00024515182</c:v>
                </c:pt>
                <c:pt idx="364">
                  <c:v>0.000245728</c:v>
                </c:pt>
                <c:pt idx="365">
                  <c:v>0.0002459298</c:v>
                </c:pt>
                <c:pt idx="366">
                  <c:v>0.00024581519</c:v>
                </c:pt>
                <c:pt idx="367">
                  <c:v>0.011594548</c:v>
                </c:pt>
                <c:pt idx="368">
                  <c:v>0.0020871939</c:v>
                </c:pt>
                <c:pt idx="369">
                  <c:v>0.0010581262</c:v>
                </c:pt>
                <c:pt idx="370">
                  <c:v>0.00075560297</c:v>
                </c:pt>
                <c:pt idx="371">
                  <c:v>0.00046767992</c:v>
                </c:pt>
                <c:pt idx="372">
                  <c:v>0.00029901028</c:v>
                </c:pt>
                <c:pt idx="373">
                  <c:v>0.00019545128</c:v>
                </c:pt>
                <c:pt idx="374">
                  <c:v>0.00013327569</c:v>
                </c:pt>
                <c:pt idx="375">
                  <c:v>8.3678558e-05</c:v>
                </c:pt>
                <c:pt idx="376">
                  <c:v>6.9866818e-05</c:v>
                </c:pt>
                <c:pt idx="377">
                  <c:v>6.081939e-05</c:v>
                </c:pt>
                <c:pt idx="378">
                  <c:v>5.6654443e-05</c:v>
                </c:pt>
                <c:pt idx="379">
                  <c:v>5.4777438e-05</c:v>
                </c:pt>
                <c:pt idx="380">
                  <c:v>5.3650259e-05</c:v>
                </c:pt>
                <c:pt idx="381">
                  <c:v>5.2997328e-05</c:v>
                </c:pt>
                <c:pt idx="382">
                  <c:v>5.2527599e-05</c:v>
                </c:pt>
                <c:pt idx="383">
                  <c:v>5.2254344e-05</c:v>
                </c:pt>
                <c:pt idx="384">
                  <c:v>5.2074993e-05</c:v>
                </c:pt>
                <c:pt idx="385">
                  <c:v>5.1996107e-05</c:v>
                </c:pt>
                <c:pt idx="386">
                  <c:v>5.1964321e-05</c:v>
                </c:pt>
                <c:pt idx="387">
                  <c:v>0.0097275615</c:v>
                </c:pt>
                <c:pt idx="388">
                  <c:v>0.0016247704</c:v>
                </c:pt>
                <c:pt idx="389">
                  <c:v>0.00068211988</c:v>
                </c:pt>
                <c:pt idx="390">
                  <c:v>0.00039914048</c:v>
                </c:pt>
                <c:pt idx="391">
                  <c:v>0.00025759737</c:v>
                </c:pt>
                <c:pt idx="392">
                  <c:v>0.00020291049</c:v>
                </c:pt>
                <c:pt idx="393">
                  <c:v>0.00013119619</c:v>
                </c:pt>
                <c:pt idx="394">
                  <c:v>9.7428132e-05</c:v>
                </c:pt>
                <c:pt idx="395">
                  <c:v>7.2765448e-05</c:v>
                </c:pt>
                <c:pt idx="396">
                  <c:v>7.2572047e-05</c:v>
                </c:pt>
                <c:pt idx="397">
                  <c:v>5.9065698e-05</c:v>
                </c:pt>
                <c:pt idx="398">
                  <c:v>5.6784846e-05</c:v>
                </c:pt>
                <c:pt idx="399">
                  <c:v>5.5887827e-05</c:v>
                </c:pt>
                <c:pt idx="400">
                  <c:v>5.5226281e-05</c:v>
                </c:pt>
                <c:pt idx="401">
                  <c:v>5.4814686e-05</c:v>
                </c:pt>
                <c:pt idx="402">
                  <c:v>5.4513558e-05</c:v>
                </c:pt>
                <c:pt idx="403">
                  <c:v>5.4349489e-05</c:v>
                </c:pt>
                <c:pt idx="404">
                  <c:v>5.4243922e-05</c:v>
                </c:pt>
                <c:pt idx="405">
                  <c:v>5.4223955e-05</c:v>
                </c:pt>
                <c:pt idx="406">
                  <c:v>5.423095e-05</c:v>
                </c:pt>
                <c:pt idx="407">
                  <c:v>0.010045021</c:v>
                </c:pt>
                <c:pt idx="408">
                  <c:v>0.0017006069</c:v>
                </c:pt>
                <c:pt idx="409">
                  <c:v>0.00060761852</c:v>
                </c:pt>
                <c:pt idx="410">
                  <c:v>0.00034224213</c:v>
                </c:pt>
                <c:pt idx="411">
                  <c:v>0.00021348321</c:v>
                </c:pt>
                <c:pt idx="412">
                  <c:v>0.00014426384</c:v>
                </c:pt>
                <c:pt idx="413">
                  <c:v>0.00010617051</c:v>
                </c:pt>
                <c:pt idx="414">
                  <c:v>8.3685017e-05</c:v>
                </c:pt>
                <c:pt idx="415">
                  <c:v>6.8420021e-05</c:v>
                </c:pt>
                <c:pt idx="416">
                  <c:v>6.8265798e-05</c:v>
                </c:pt>
                <c:pt idx="417">
                  <c:v>6.8382884e-05</c:v>
                </c:pt>
                <c:pt idx="418">
                  <c:v>6.9292265e-05</c:v>
                </c:pt>
                <c:pt idx="419">
                  <c:v>6.8290016e-05</c:v>
                </c:pt>
                <c:pt idx="420">
                  <c:v>6.4439437e-05</c:v>
                </c:pt>
                <c:pt idx="421">
                  <c:v>5.8539269e-05</c:v>
                </c:pt>
                <c:pt idx="422">
                  <c:v>6.0861055e-05</c:v>
                </c:pt>
                <c:pt idx="423">
                  <c:v>6.327725e-05</c:v>
                </c:pt>
                <c:pt idx="424">
                  <c:v>6.5181923e-05</c:v>
                </c:pt>
                <c:pt idx="425">
                  <c:v>6.5826999e-05</c:v>
                </c:pt>
                <c:pt idx="426">
                  <c:v>6.3876485e-05</c:v>
                </c:pt>
                <c:pt idx="427">
                  <c:v>0.010870157</c:v>
                </c:pt>
                <c:pt idx="428">
                  <c:v>0.0018119613</c:v>
                </c:pt>
                <c:pt idx="429">
                  <c:v>0.00067196862</c:v>
                </c:pt>
                <c:pt idx="430">
                  <c:v>0.00037675054</c:v>
                </c:pt>
                <c:pt idx="431">
                  <c:v>0.00024582927</c:v>
                </c:pt>
                <c:pt idx="432">
                  <c:v>0.00016375526</c:v>
                </c:pt>
                <c:pt idx="433">
                  <c:v>0.00012525271</c:v>
                </c:pt>
                <c:pt idx="434">
                  <c:v>9.3692244e-05</c:v>
                </c:pt>
                <c:pt idx="435">
                  <c:v>7.4444849e-05</c:v>
                </c:pt>
                <c:pt idx="436">
                  <c:v>5.7609344e-05</c:v>
                </c:pt>
                <c:pt idx="437">
                  <c:v>5.2145116e-05</c:v>
                </c:pt>
                <c:pt idx="438">
                  <c:v>5.0198808e-05</c:v>
                </c:pt>
                <c:pt idx="439">
                  <c:v>4.3847382e-05</c:v>
                </c:pt>
                <c:pt idx="440">
                  <c:v>3.9121755e-05</c:v>
                </c:pt>
                <c:pt idx="441">
                  <c:v>4.0099192e-05</c:v>
                </c:pt>
                <c:pt idx="442">
                  <c:v>4.0565384e-05</c:v>
                </c:pt>
                <c:pt idx="443">
                  <c:v>3.8475136e-05</c:v>
                </c:pt>
                <c:pt idx="444">
                  <c:v>3.6211099e-05</c:v>
                </c:pt>
                <c:pt idx="445">
                  <c:v>3.3212747e-05</c:v>
                </c:pt>
                <c:pt idx="446">
                  <c:v>3.6414611e-05</c:v>
                </c:pt>
                <c:pt idx="447">
                  <c:v>0.010549714</c:v>
                </c:pt>
                <c:pt idx="448">
                  <c:v>0.0017044387</c:v>
                </c:pt>
                <c:pt idx="449">
                  <c:v>0.00053625043</c:v>
                </c:pt>
                <c:pt idx="450">
                  <c:v>0.00029391304</c:v>
                </c:pt>
                <c:pt idx="451">
                  <c:v>0.00018599845</c:v>
                </c:pt>
                <c:pt idx="452">
                  <c:v>0.00014119826</c:v>
                </c:pt>
                <c:pt idx="453">
                  <c:v>0.00011675489</c:v>
                </c:pt>
                <c:pt idx="454">
                  <c:v>0.00010525685</c:v>
                </c:pt>
                <c:pt idx="455">
                  <c:v>9.819578e-05</c:v>
                </c:pt>
                <c:pt idx="456">
                  <c:v>9.6133694e-05</c:v>
                </c:pt>
                <c:pt idx="457">
                  <c:v>9.1944856e-05</c:v>
                </c:pt>
                <c:pt idx="458">
                  <c:v>9.2957877e-05</c:v>
                </c:pt>
                <c:pt idx="459">
                  <c:v>8.9007537e-05</c:v>
                </c:pt>
                <c:pt idx="460">
                  <c:v>9.2022122e-05</c:v>
                </c:pt>
                <c:pt idx="461">
                  <c:v>8.6551184e-05</c:v>
                </c:pt>
                <c:pt idx="462">
                  <c:v>9.1331762e-05</c:v>
                </c:pt>
                <c:pt idx="463">
                  <c:v>8.6100157e-05</c:v>
                </c:pt>
                <c:pt idx="464">
                  <c:v>9.1039447e-05</c:v>
                </c:pt>
                <c:pt idx="465">
                  <c:v>8.5971693e-05</c:v>
                </c:pt>
                <c:pt idx="466">
                  <c:v>9.0947999e-05</c:v>
                </c:pt>
                <c:pt idx="467">
                  <c:v>0.01152858</c:v>
                </c:pt>
                <c:pt idx="468">
                  <c:v>0.0023355323</c:v>
                </c:pt>
                <c:pt idx="469">
                  <c:v>0.00079852908</c:v>
                </c:pt>
                <c:pt idx="470">
                  <c:v>0.00040665207</c:v>
                </c:pt>
                <c:pt idx="471">
                  <c:v>0.00022450133</c:v>
                </c:pt>
                <c:pt idx="472">
                  <c:v>0.00015987118</c:v>
                </c:pt>
                <c:pt idx="473">
                  <c:v>0.00012117449</c:v>
                </c:pt>
                <c:pt idx="474">
                  <c:v>0.00011166025</c:v>
                </c:pt>
                <c:pt idx="475">
                  <c:v>8.972502e-05</c:v>
                </c:pt>
                <c:pt idx="476">
                  <c:v>9.6410646e-05</c:v>
                </c:pt>
                <c:pt idx="477">
                  <c:v>8.7127043e-05</c:v>
                </c:pt>
                <c:pt idx="478">
                  <c:v>9.7355961e-05</c:v>
                </c:pt>
                <c:pt idx="479">
                  <c:v>9.0516556e-05</c:v>
                </c:pt>
                <c:pt idx="480">
                  <c:v>9.9573642e-05</c:v>
                </c:pt>
                <c:pt idx="481">
                  <c:v>9.2683376e-05</c:v>
                </c:pt>
                <c:pt idx="482">
                  <c:v>0.00010015823</c:v>
                </c:pt>
                <c:pt idx="483">
                  <c:v>9.3456195e-05</c:v>
                </c:pt>
                <c:pt idx="484">
                  <c:v>9.9922771e-05</c:v>
                </c:pt>
                <c:pt idx="485">
                  <c:v>9.363172e-05</c:v>
                </c:pt>
                <c:pt idx="486">
                  <c:v>9.9448363e-05</c:v>
                </c:pt>
                <c:pt idx="487">
                  <c:v>0.010914752</c:v>
                </c:pt>
                <c:pt idx="488">
                  <c:v>0.0018427642</c:v>
                </c:pt>
                <c:pt idx="489">
                  <c:v>0.00073461583</c:v>
                </c:pt>
                <c:pt idx="490">
                  <c:v>0.00042133383</c:v>
                </c:pt>
                <c:pt idx="491">
                  <c:v>0.00030153637</c:v>
                </c:pt>
                <c:pt idx="492">
                  <c:v>0.00023241969</c:v>
                </c:pt>
                <c:pt idx="493">
                  <c:v>0.00020336674</c:v>
                </c:pt>
                <c:pt idx="494">
                  <c:v>0.00018002398</c:v>
                </c:pt>
                <c:pt idx="495">
                  <c:v>0.00017036318</c:v>
                </c:pt>
                <c:pt idx="496">
                  <c:v>0.00017353589</c:v>
                </c:pt>
                <c:pt idx="497">
                  <c:v>0.00016660112</c:v>
                </c:pt>
                <c:pt idx="498">
                  <c:v>0.00016642848</c:v>
                </c:pt>
                <c:pt idx="499">
                  <c:v>0.00016388888</c:v>
                </c:pt>
                <c:pt idx="500">
                  <c:v>0.00016757404</c:v>
                </c:pt>
                <c:pt idx="501">
                  <c:v>0.00016899253</c:v>
                </c:pt>
                <c:pt idx="502">
                  <c:v>0.00016290899</c:v>
                </c:pt>
                <c:pt idx="503">
                  <c:v>0.00016746222</c:v>
                </c:pt>
                <c:pt idx="504">
                  <c:v>0.00017152229</c:v>
                </c:pt>
                <c:pt idx="505">
                  <c:v>0.00017324943</c:v>
                </c:pt>
                <c:pt idx="506">
                  <c:v>0.00016980226</c:v>
                </c:pt>
                <c:pt idx="507">
                  <c:v>0.00017351512</c:v>
                </c:pt>
                <c:pt idx="508">
                  <c:v>0.00017783914</c:v>
                </c:pt>
                <c:pt idx="509">
                  <c:v>0.00017766371</c:v>
                </c:pt>
                <c:pt idx="510">
                  <c:v>0.00017399218</c:v>
                </c:pt>
                <c:pt idx="511">
                  <c:v>0.00017660857</c:v>
                </c:pt>
                <c:pt idx="512">
                  <c:v>0.00018174293</c:v>
                </c:pt>
                <c:pt idx="513">
                  <c:v>0.00018059553</c:v>
                </c:pt>
                <c:pt idx="514">
                  <c:v>0.00017586175</c:v>
                </c:pt>
                <c:pt idx="515">
                  <c:v>0.010246019</c:v>
                </c:pt>
                <c:pt idx="516">
                  <c:v>0.0039710581</c:v>
                </c:pt>
                <c:pt idx="517">
                  <c:v>0.0018188551</c:v>
                </c:pt>
                <c:pt idx="518">
                  <c:v>0.00098321405</c:v>
                </c:pt>
                <c:pt idx="519">
                  <c:v>0.00061495197</c:v>
                </c:pt>
                <c:pt idx="520">
                  <c:v>0.00049589891</c:v>
                </c:pt>
                <c:pt idx="521">
                  <c:v>0.00040783617</c:v>
                </c:pt>
                <c:pt idx="522">
                  <c:v>0.00038283321</c:v>
                </c:pt>
                <c:pt idx="523">
                  <c:v>0.00033442361</c:v>
                </c:pt>
                <c:pt idx="524">
                  <c:v>0.00032970566</c:v>
                </c:pt>
                <c:pt idx="525">
                  <c:v>0.00034814013</c:v>
                </c:pt>
                <c:pt idx="526">
                  <c:v>0.00034766818</c:v>
                </c:pt>
                <c:pt idx="527">
                  <c:v>0.00035239634</c:v>
                </c:pt>
                <c:pt idx="528">
                  <c:v>0.00032981747</c:v>
                </c:pt>
                <c:pt idx="529">
                  <c:v>0.00032996024</c:v>
                </c:pt>
                <c:pt idx="530">
                  <c:v>0.0003273701</c:v>
                </c:pt>
                <c:pt idx="531">
                  <c:v>0.00032085037</c:v>
                </c:pt>
                <c:pt idx="532">
                  <c:v>0.00031054188</c:v>
                </c:pt>
                <c:pt idx="533">
                  <c:v>0.00031345628</c:v>
                </c:pt>
                <c:pt idx="534">
                  <c:v>0.00031530109</c:v>
                </c:pt>
                <c:pt idx="535">
                  <c:v>0.00031363652</c:v>
                </c:pt>
                <c:pt idx="536">
                  <c:v>0.00031335282</c:v>
                </c:pt>
                <c:pt idx="537">
                  <c:v>0.00031484834</c:v>
                </c:pt>
                <c:pt idx="538">
                  <c:v>0.00031602818</c:v>
                </c:pt>
                <c:pt idx="539">
                  <c:v>0.00031299223</c:v>
                </c:pt>
                <c:pt idx="540">
                  <c:v>0.00031246926</c:v>
                </c:pt>
                <c:pt idx="541">
                  <c:v>0.00031463319</c:v>
                </c:pt>
                <c:pt idx="542">
                  <c:v>0.00031639351</c:v>
                </c:pt>
                <c:pt idx="543">
                  <c:v>0.00031283213</c:v>
                </c:pt>
                <c:pt idx="544">
                  <c:v>0.00031140388</c:v>
                </c:pt>
                <c:pt idx="545">
                  <c:v>0.00031505531</c:v>
                </c:pt>
                <c:pt idx="546">
                  <c:v>0.00031719925</c:v>
                </c:pt>
                <c:pt idx="547">
                  <c:v>0.000312613</c:v>
                </c:pt>
                <c:pt idx="548">
                  <c:v>0.00031049268</c:v>
                </c:pt>
                <c:pt idx="549">
                  <c:v>0.00031561356</c:v>
                </c:pt>
                <c:pt idx="550">
                  <c:v>0.00031783015</c:v>
                </c:pt>
                <c:pt idx="551">
                  <c:v>0.00031177656</c:v>
                </c:pt>
                <c:pt idx="552">
                  <c:v>0.00030957595</c:v>
                </c:pt>
                <c:pt idx="553">
                  <c:v>0.00031679922</c:v>
                </c:pt>
                <c:pt idx="554">
                  <c:v>0.00031874863</c:v>
                </c:pt>
                <c:pt idx="555">
                  <c:v>0.0095562787</c:v>
                </c:pt>
                <c:pt idx="556">
                  <c:v>0.0036793227</c:v>
                </c:pt>
                <c:pt idx="557">
                  <c:v>0.0016324509</c:v>
                </c:pt>
                <c:pt idx="558">
                  <c:v>0.00085396654</c:v>
                </c:pt>
                <c:pt idx="559">
                  <c:v>0.00057972019</c:v>
                </c:pt>
                <c:pt idx="560">
                  <c:v>0.00042144953</c:v>
                </c:pt>
                <c:pt idx="561">
                  <c:v>0.0003520248</c:v>
                </c:pt>
                <c:pt idx="562">
                  <c:v>0.00029376775</c:v>
                </c:pt>
                <c:pt idx="563">
                  <c:v>0.00026294923</c:v>
                </c:pt>
                <c:pt idx="564">
                  <c:v>0.00024993679</c:v>
                </c:pt>
                <c:pt idx="565">
                  <c:v>0.00020979778</c:v>
                </c:pt>
                <c:pt idx="566">
                  <c:v>0.00018958023</c:v>
                </c:pt>
                <c:pt idx="567">
                  <c:v>0.000180377</c:v>
                </c:pt>
                <c:pt idx="568">
                  <c:v>0.00016426129</c:v>
                </c:pt>
                <c:pt idx="569">
                  <c:v>0.00015671989</c:v>
                </c:pt>
                <c:pt idx="570">
                  <c:v>0.00015373139</c:v>
                </c:pt>
                <c:pt idx="571">
                  <c:v>0.00015840819</c:v>
                </c:pt>
                <c:pt idx="572">
                  <c:v>0.00014467657</c:v>
                </c:pt>
                <c:pt idx="573">
                  <c:v>0.00013768804</c:v>
                </c:pt>
                <c:pt idx="574">
                  <c:v>0.00013723088</c:v>
                </c:pt>
                <c:pt idx="575">
                  <c:v>0.00014197893</c:v>
                </c:pt>
                <c:pt idx="576">
                  <c:v>0.00014150728</c:v>
                </c:pt>
                <c:pt idx="577">
                  <c:v>0.00014735594</c:v>
                </c:pt>
                <c:pt idx="578">
                  <c:v>0.00013933451</c:v>
                </c:pt>
                <c:pt idx="579">
                  <c:v>0.00013262362</c:v>
                </c:pt>
                <c:pt idx="580">
                  <c:v>0.0001370685</c:v>
                </c:pt>
                <c:pt idx="581">
                  <c:v>0.0001452472</c:v>
                </c:pt>
                <c:pt idx="582">
                  <c:v>0.00013805719</c:v>
                </c:pt>
                <c:pt idx="583">
                  <c:v>0.00013172286</c:v>
                </c:pt>
                <c:pt idx="584">
                  <c:v>0.00013779949</c:v>
                </c:pt>
                <c:pt idx="585">
                  <c:v>0.00014789253</c:v>
                </c:pt>
                <c:pt idx="586">
                  <c:v>0.0001370897</c:v>
                </c:pt>
                <c:pt idx="587">
                  <c:v>0.00012771977</c:v>
                </c:pt>
                <c:pt idx="588">
                  <c:v>0.00013150583</c:v>
                </c:pt>
                <c:pt idx="589">
                  <c:v>0.0001380414</c:v>
                </c:pt>
                <c:pt idx="590">
                  <c:v>0.00013740549</c:v>
                </c:pt>
                <c:pt idx="591">
                  <c:v>0.00014015008</c:v>
                </c:pt>
                <c:pt idx="592">
                  <c:v>0.00013591594</c:v>
                </c:pt>
                <c:pt idx="593">
                  <c:v>0.00013232487</c:v>
                </c:pt>
                <c:pt idx="594">
                  <c:v>0.00013740081</c:v>
                </c:pt>
                <c:pt idx="595">
                  <c:v>0.0093482825</c:v>
                </c:pt>
                <c:pt idx="596">
                  <c:v>0.0036840895</c:v>
                </c:pt>
                <c:pt idx="597">
                  <c:v>0.0015224248</c:v>
                </c:pt>
                <c:pt idx="598">
                  <c:v>0.00088539995</c:v>
                </c:pt>
                <c:pt idx="599">
                  <c:v>0.00058902743</c:v>
                </c:pt>
                <c:pt idx="600">
                  <c:v>0.00044958639</c:v>
                </c:pt>
                <c:pt idx="601">
                  <c:v>0.00034554207</c:v>
                </c:pt>
                <c:pt idx="602">
                  <c:v>0.00028796175</c:v>
                </c:pt>
                <c:pt idx="603">
                  <c:v>0.000253907</c:v>
                </c:pt>
                <c:pt idx="604">
                  <c:v>0.00021824743</c:v>
                </c:pt>
                <c:pt idx="605">
                  <c:v>0.00019969985</c:v>
                </c:pt>
                <c:pt idx="606">
                  <c:v>0.00018352856</c:v>
                </c:pt>
                <c:pt idx="607">
                  <c:v>0.00017619785</c:v>
                </c:pt>
                <c:pt idx="608">
                  <c:v>0.00016883945</c:v>
                </c:pt>
                <c:pt idx="609">
                  <c:v>0.00017043881</c:v>
                </c:pt>
                <c:pt idx="610">
                  <c:v>0.00016344737</c:v>
                </c:pt>
                <c:pt idx="611">
                  <c:v>0.00016274436</c:v>
                </c:pt>
                <c:pt idx="612">
                  <c:v>0.0001633912</c:v>
                </c:pt>
                <c:pt idx="613">
                  <c:v>0.00016807348</c:v>
                </c:pt>
                <c:pt idx="614">
                  <c:v>0.00016656461</c:v>
                </c:pt>
                <c:pt idx="615">
                  <c:v>0.00016537428</c:v>
                </c:pt>
                <c:pt idx="616">
                  <c:v>0.00016629979</c:v>
                </c:pt>
                <c:pt idx="617">
                  <c:v>0.00017259077</c:v>
                </c:pt>
                <c:pt idx="618">
                  <c:v>0.00016423489</c:v>
                </c:pt>
                <c:pt idx="619">
                  <c:v>0.00015672735</c:v>
                </c:pt>
                <c:pt idx="620">
                  <c:v>0.00015728911</c:v>
                </c:pt>
                <c:pt idx="621">
                  <c:v>0.0001609389</c:v>
                </c:pt>
                <c:pt idx="622">
                  <c:v>0.00016153764</c:v>
                </c:pt>
                <c:pt idx="623">
                  <c:v>0.0001652113</c:v>
                </c:pt>
                <c:pt idx="624">
                  <c:v>0.00015884385</c:v>
                </c:pt>
                <c:pt idx="625">
                  <c:v>0.00015307547</c:v>
                </c:pt>
                <c:pt idx="626">
                  <c:v>0.00015381296</c:v>
                </c:pt>
                <c:pt idx="627">
                  <c:v>0.00015708814</c:v>
                </c:pt>
                <c:pt idx="628">
                  <c:v>0.00015877017</c:v>
                </c:pt>
                <c:pt idx="629">
                  <c:v>0.00016255639</c:v>
                </c:pt>
                <c:pt idx="630">
                  <c:v>0.00015998018</c:v>
                </c:pt>
                <c:pt idx="631">
                  <c:v>0.00015663073</c:v>
                </c:pt>
                <c:pt idx="632">
                  <c:v>0.00016253913</c:v>
                </c:pt>
                <c:pt idx="633">
                  <c:v>0.00017164972</c:v>
                </c:pt>
                <c:pt idx="634">
                  <c:v>0.00016432577</c:v>
                </c:pt>
                <c:pt idx="635">
                  <c:v>0.0087820696</c:v>
                </c:pt>
                <c:pt idx="636">
                  <c:v>0.0034888767</c:v>
                </c:pt>
                <c:pt idx="637">
                  <c:v>0.001555724</c:v>
                </c:pt>
                <c:pt idx="638">
                  <c:v>0.00084117539</c:v>
                </c:pt>
                <c:pt idx="639">
                  <c:v>0.00054672635</c:v>
                </c:pt>
                <c:pt idx="640">
                  <c:v>0.0004122663</c:v>
                </c:pt>
                <c:pt idx="641">
                  <c:v>0.00034092619</c:v>
                </c:pt>
                <c:pt idx="642">
                  <c:v>0.00030578066</c:v>
                </c:pt>
                <c:pt idx="643">
                  <c:v>0.00026999856</c:v>
                </c:pt>
                <c:pt idx="644">
                  <c:v>0.00025238006</c:v>
                </c:pt>
                <c:pt idx="645">
                  <c:v>0.00022798692</c:v>
                </c:pt>
                <c:pt idx="646">
                  <c:v>0.00022056046</c:v>
                </c:pt>
                <c:pt idx="647">
                  <c:v>0.00020713249</c:v>
                </c:pt>
                <c:pt idx="648">
                  <c:v>0.00020370483</c:v>
                </c:pt>
                <c:pt idx="649">
                  <c:v>0.00019453723</c:v>
                </c:pt>
                <c:pt idx="650">
                  <c:v>0.00019011405</c:v>
                </c:pt>
                <c:pt idx="651">
                  <c:v>0.00018116457</c:v>
                </c:pt>
                <c:pt idx="652">
                  <c:v>0.00018320255</c:v>
                </c:pt>
                <c:pt idx="653">
                  <c:v>0.00018153616</c:v>
                </c:pt>
                <c:pt idx="654">
                  <c:v>0.00017673995</c:v>
                </c:pt>
                <c:pt idx="655">
                  <c:v>0.00016775076</c:v>
                </c:pt>
                <c:pt idx="656">
                  <c:v>0.00017537839</c:v>
                </c:pt>
                <c:pt idx="657">
                  <c:v>0.00018119873</c:v>
                </c:pt>
                <c:pt idx="658">
                  <c:v>0.0001722429</c:v>
                </c:pt>
                <c:pt idx="659">
                  <c:v>0.00015966297</c:v>
                </c:pt>
                <c:pt idx="660">
                  <c:v>0.00016583541</c:v>
                </c:pt>
                <c:pt idx="661">
                  <c:v>0.00017057534</c:v>
                </c:pt>
                <c:pt idx="662">
                  <c:v>0.00017151519</c:v>
                </c:pt>
                <c:pt idx="663">
                  <c:v>0.00017201682</c:v>
                </c:pt>
                <c:pt idx="664">
                  <c:v>0.00016820029</c:v>
                </c:pt>
                <c:pt idx="665">
                  <c:v>0.00016356738</c:v>
                </c:pt>
                <c:pt idx="666">
                  <c:v>0.00017008341</c:v>
                </c:pt>
                <c:pt idx="667">
                  <c:v>0.00017772716</c:v>
                </c:pt>
                <c:pt idx="668">
                  <c:v>0.00016741262</c:v>
                </c:pt>
                <c:pt idx="669">
                  <c:v>0.00015815784</c:v>
                </c:pt>
                <c:pt idx="670">
                  <c:v>0.00016069557</c:v>
                </c:pt>
                <c:pt idx="671">
                  <c:v>0.00016462062</c:v>
                </c:pt>
                <c:pt idx="672">
                  <c:v>0.00016836833</c:v>
                </c:pt>
                <c:pt idx="673">
                  <c:v>0.00017437899</c:v>
                </c:pt>
                <c:pt idx="674">
                  <c:v>0.00016616384</c:v>
                </c:pt>
                <c:pt idx="675">
                  <c:v>0.00882831</c:v>
                </c:pt>
                <c:pt idx="676">
                  <c:v>0.0039708695</c:v>
                </c:pt>
                <c:pt idx="677">
                  <c:v>0.002026767</c:v>
                </c:pt>
                <c:pt idx="678">
                  <c:v>0.0010724116</c:v>
                </c:pt>
                <c:pt idx="679">
                  <c:v>0.0007008176</c:v>
                </c:pt>
                <c:pt idx="680">
                  <c:v>0.00063972782</c:v>
                </c:pt>
                <c:pt idx="681">
                  <c:v>0.00046304135</c:v>
                </c:pt>
                <c:pt idx="682">
                  <c:v>0.00044087616</c:v>
                </c:pt>
                <c:pt idx="683">
                  <c:v>0.00034190487</c:v>
                </c:pt>
                <c:pt idx="684">
                  <c:v>0.00030150499</c:v>
                </c:pt>
                <c:pt idx="685">
                  <c:v>0.00029062433</c:v>
                </c:pt>
                <c:pt idx="686">
                  <c:v>0.00024669863</c:v>
                </c:pt>
                <c:pt idx="687">
                  <c:v>0.00023018173</c:v>
                </c:pt>
                <c:pt idx="688">
                  <c:v>0.00022364017</c:v>
                </c:pt>
                <c:pt idx="689">
                  <c:v>0.00021382283</c:v>
                </c:pt>
                <c:pt idx="690">
                  <c:v>0.00020531799</c:v>
                </c:pt>
                <c:pt idx="691">
                  <c:v>0.00019174268</c:v>
                </c:pt>
                <c:pt idx="692">
                  <c:v>0.00019684095</c:v>
                </c:pt>
                <c:pt idx="693">
                  <c:v>0.00019947275</c:v>
                </c:pt>
                <c:pt idx="694">
                  <c:v>0.00019025641</c:v>
                </c:pt>
                <c:pt idx="695">
                  <c:v>0.00017730033</c:v>
                </c:pt>
                <c:pt idx="696">
                  <c:v>0.00018279604</c:v>
                </c:pt>
                <c:pt idx="697">
                  <c:v>0.00018746389</c:v>
                </c:pt>
                <c:pt idx="698">
                  <c:v>0.00018639364</c:v>
                </c:pt>
                <c:pt idx="699">
                  <c:v>0.00018438868</c:v>
                </c:pt>
                <c:pt idx="700">
                  <c:v>0.00018436303</c:v>
                </c:pt>
                <c:pt idx="701">
                  <c:v>0.00018143363</c:v>
                </c:pt>
                <c:pt idx="702">
                  <c:v>0.00018442623</c:v>
                </c:pt>
                <c:pt idx="703">
                  <c:v>0.0001868222</c:v>
                </c:pt>
                <c:pt idx="704">
                  <c:v>0.00018285027</c:v>
                </c:pt>
                <c:pt idx="705">
                  <c:v>0.00017592727</c:v>
                </c:pt>
                <c:pt idx="706">
                  <c:v>0.00018360427</c:v>
                </c:pt>
                <c:pt idx="707">
                  <c:v>0.00019278769</c:v>
                </c:pt>
                <c:pt idx="708">
                  <c:v>0.00018181676</c:v>
                </c:pt>
                <c:pt idx="709">
                  <c:v>0.00017110059</c:v>
                </c:pt>
                <c:pt idx="710">
                  <c:v>0.00017261056</c:v>
                </c:pt>
                <c:pt idx="711">
                  <c:v>0.00017597138</c:v>
                </c:pt>
                <c:pt idx="712">
                  <c:v>0.00017814144</c:v>
                </c:pt>
                <c:pt idx="713">
                  <c:v>0.00018182463</c:v>
                </c:pt>
                <c:pt idx="714">
                  <c:v>0.00018152055</c:v>
                </c:pt>
                <c:pt idx="715">
                  <c:v>0.0086356526</c:v>
                </c:pt>
                <c:pt idx="716">
                  <c:v>0.0037381956</c:v>
                </c:pt>
                <c:pt idx="717">
                  <c:v>0.0019660126</c:v>
                </c:pt>
                <c:pt idx="718">
                  <c:v>0.0011320765</c:v>
                </c:pt>
                <c:pt idx="719">
                  <c:v>0.00083218181</c:v>
                </c:pt>
                <c:pt idx="720">
                  <c:v>0.00062237738</c:v>
                </c:pt>
                <c:pt idx="721">
                  <c:v>0.00053103111</c:v>
                </c:pt>
                <c:pt idx="722">
                  <c:v>0.00045623722</c:v>
                </c:pt>
                <c:pt idx="723">
                  <c:v>0.00037874856</c:v>
                </c:pt>
                <c:pt idx="724">
                  <c:v>0.00035827039</c:v>
                </c:pt>
                <c:pt idx="725">
                  <c:v>0.00030948872</c:v>
                </c:pt>
                <c:pt idx="726">
                  <c:v>0.00029794792</c:v>
                </c:pt>
                <c:pt idx="727">
                  <c:v>0.00025859294</c:v>
                </c:pt>
                <c:pt idx="728">
                  <c:v>0.0002568064</c:v>
                </c:pt>
                <c:pt idx="729">
                  <c:v>0.00023475469</c:v>
                </c:pt>
                <c:pt idx="730">
                  <c:v>0.00023713767</c:v>
                </c:pt>
                <c:pt idx="731">
                  <c:v>0.00022057011</c:v>
                </c:pt>
                <c:pt idx="732">
                  <c:v>0.00022500888</c:v>
                </c:pt>
                <c:pt idx="733">
                  <c:v>0.00021561792</c:v>
                </c:pt>
                <c:pt idx="734">
                  <c:v>0.00021959011</c:v>
                </c:pt>
                <c:pt idx="735">
                  <c:v>0.00021098644</c:v>
                </c:pt>
                <c:pt idx="736">
                  <c:v>0.00021469449</c:v>
                </c:pt>
                <c:pt idx="737">
                  <c:v>0.0002108665</c:v>
                </c:pt>
                <c:pt idx="738">
                  <c:v>0.00021294184</c:v>
                </c:pt>
                <c:pt idx="739">
                  <c:v>0.00020743331</c:v>
                </c:pt>
                <c:pt idx="740">
                  <c:v>0.00021026545</c:v>
                </c:pt>
                <c:pt idx="741">
                  <c:v>0.00020989158</c:v>
                </c:pt>
                <c:pt idx="742">
                  <c:v>0.00021005239</c:v>
                </c:pt>
                <c:pt idx="743">
                  <c:v>0.00020484375</c:v>
                </c:pt>
                <c:pt idx="744">
                  <c:v>0.00020753879</c:v>
                </c:pt>
                <c:pt idx="745">
                  <c:v>0.000210438</c:v>
                </c:pt>
                <c:pt idx="746">
                  <c:v>0.00020860156</c:v>
                </c:pt>
                <c:pt idx="747">
                  <c:v>0.00020170912</c:v>
                </c:pt>
                <c:pt idx="748">
                  <c:v>0.00020453716</c:v>
                </c:pt>
                <c:pt idx="749">
                  <c:v>0.00021060548</c:v>
                </c:pt>
                <c:pt idx="750">
                  <c:v>0.0002083484</c:v>
                </c:pt>
                <c:pt idx="751">
                  <c:v>0.00020161611</c:v>
                </c:pt>
                <c:pt idx="752">
                  <c:v>0.00020357451</c:v>
                </c:pt>
                <c:pt idx="753">
                  <c:v>0.00020809212</c:v>
                </c:pt>
                <c:pt idx="754">
                  <c:v>0.00020805576</c:v>
                </c:pt>
                <c:pt idx="755">
                  <c:v>0.007916221</c:v>
                </c:pt>
                <c:pt idx="756">
                  <c:v>0.0034565139</c:v>
                </c:pt>
                <c:pt idx="757">
                  <c:v>0.0016248577</c:v>
                </c:pt>
                <c:pt idx="758">
                  <c:v>0.00095726279</c:v>
                </c:pt>
                <c:pt idx="759">
                  <c:v>0.00064409975</c:v>
                </c:pt>
                <c:pt idx="760">
                  <c:v>0.00052094551</c:v>
                </c:pt>
                <c:pt idx="761">
                  <c:v>0.00043428259</c:v>
                </c:pt>
                <c:pt idx="762">
                  <c:v>0.00038158753</c:v>
                </c:pt>
                <c:pt idx="763">
                  <c:v>0.00033938648</c:v>
                </c:pt>
                <c:pt idx="764">
                  <c:v>0.00031119947</c:v>
                </c:pt>
                <c:pt idx="765">
                  <c:v>0.00028993901</c:v>
                </c:pt>
                <c:pt idx="766">
                  <c:v>0.00027132935</c:v>
                </c:pt>
                <c:pt idx="767">
                  <c:v>0.00026874532</c:v>
                </c:pt>
                <c:pt idx="768">
                  <c:v>0.0002564806</c:v>
                </c:pt>
                <c:pt idx="769">
                  <c:v>0.00024621731</c:v>
                </c:pt>
                <c:pt idx="770">
                  <c:v>0.00024006769</c:v>
                </c:pt>
                <c:pt idx="771">
                  <c:v>0.00024046044</c:v>
                </c:pt>
                <c:pt idx="772">
                  <c:v>0.00023460745</c:v>
                </c:pt>
                <c:pt idx="773">
                  <c:v>0.00023816007</c:v>
                </c:pt>
                <c:pt idx="774">
                  <c:v>0.00023329855</c:v>
                </c:pt>
                <c:pt idx="775">
                  <c:v>0.00023122415</c:v>
                </c:pt>
                <c:pt idx="776">
                  <c:v>0.00022909568</c:v>
                </c:pt>
                <c:pt idx="777">
                  <c:v>0.00023519338</c:v>
                </c:pt>
                <c:pt idx="778">
                  <c:v>0.00023096028</c:v>
                </c:pt>
                <c:pt idx="779">
                  <c:v>0.00022642874</c:v>
                </c:pt>
                <c:pt idx="780">
                  <c:v>0.00022543191</c:v>
                </c:pt>
                <c:pt idx="781">
                  <c:v>0.00022868756</c:v>
                </c:pt>
                <c:pt idx="782">
                  <c:v>0.00022696025</c:v>
                </c:pt>
                <c:pt idx="783">
                  <c:v>0.00022849479</c:v>
                </c:pt>
                <c:pt idx="784">
                  <c:v>0.00022701924</c:v>
                </c:pt>
                <c:pt idx="785">
                  <c:v>0.00022727095</c:v>
                </c:pt>
                <c:pt idx="786">
                  <c:v>0.00022669758</c:v>
                </c:pt>
                <c:pt idx="787">
                  <c:v>0.00022820189</c:v>
                </c:pt>
                <c:pt idx="788">
                  <c:v>0.00022688803</c:v>
                </c:pt>
                <c:pt idx="789">
                  <c:v>0.00022636241</c:v>
                </c:pt>
                <c:pt idx="790">
                  <c:v>0.00022636354</c:v>
                </c:pt>
                <c:pt idx="791">
                  <c:v>0.00022847738</c:v>
                </c:pt>
                <c:pt idx="792">
                  <c:v>0.00022699448</c:v>
                </c:pt>
                <c:pt idx="793">
                  <c:v>0.00022519209</c:v>
                </c:pt>
                <c:pt idx="794">
                  <c:v>0.0002259744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Sheet1!$B$1595</c:f>
              <c:strCache>
                <c:ptCount val="1"/>
                <c:pt idx="0">
                  <c:v>y-velocity</c:v>
                </c:pt>
              </c:strCache>
            </c:strRef>
          </c:tx>
          <c:xVal>
            <c:numRef>
              <c:f>Sheet1!$A$1596:$A$2390</c:f>
              <c:numCache>
                <c:formatCode>General</c:formatCode>
                <c:ptCount val="795"/>
                <c:pt idx="0">
                  <c:v>64.0</c:v>
                </c:pt>
                <c:pt idx="1">
                  <c:v>128.0</c:v>
                </c:pt>
                <c:pt idx="2">
                  <c:v>192.0</c:v>
                </c:pt>
                <c:pt idx="3">
                  <c:v>256.0</c:v>
                </c:pt>
                <c:pt idx="4">
                  <c:v>320.0</c:v>
                </c:pt>
                <c:pt idx="5">
                  <c:v>384.0</c:v>
                </c:pt>
                <c:pt idx="6">
                  <c:v>448.0</c:v>
                </c:pt>
                <c:pt idx="7">
                  <c:v>512.0</c:v>
                </c:pt>
                <c:pt idx="8">
                  <c:v>576.0</c:v>
                </c:pt>
                <c:pt idx="9">
                  <c:v>640.0</c:v>
                </c:pt>
                <c:pt idx="10">
                  <c:v>704.0</c:v>
                </c:pt>
                <c:pt idx="11">
                  <c:v>768.0</c:v>
                </c:pt>
                <c:pt idx="12">
                  <c:v>832.0</c:v>
                </c:pt>
                <c:pt idx="13">
                  <c:v>896.0</c:v>
                </c:pt>
                <c:pt idx="14">
                  <c:v>960.0</c:v>
                </c:pt>
                <c:pt idx="15">
                  <c:v>1012.0</c:v>
                </c:pt>
                <c:pt idx="16">
                  <c:v>1044.0</c:v>
                </c:pt>
                <c:pt idx="17">
                  <c:v>1076.0</c:v>
                </c:pt>
                <c:pt idx="18">
                  <c:v>1108.0</c:v>
                </c:pt>
                <c:pt idx="19">
                  <c:v>1140.0</c:v>
                </c:pt>
                <c:pt idx="20">
                  <c:v>1172.0</c:v>
                </c:pt>
                <c:pt idx="21">
                  <c:v>1204.0</c:v>
                </c:pt>
                <c:pt idx="22">
                  <c:v>1236.0</c:v>
                </c:pt>
                <c:pt idx="23">
                  <c:v>1268.0</c:v>
                </c:pt>
                <c:pt idx="24">
                  <c:v>1300.0</c:v>
                </c:pt>
                <c:pt idx="25">
                  <c:v>1332.0</c:v>
                </c:pt>
                <c:pt idx="26">
                  <c:v>1364.0</c:v>
                </c:pt>
                <c:pt idx="27">
                  <c:v>1396.0</c:v>
                </c:pt>
                <c:pt idx="28">
                  <c:v>1428.0</c:v>
                </c:pt>
                <c:pt idx="29">
                  <c:v>1460.0</c:v>
                </c:pt>
                <c:pt idx="30">
                  <c:v>1492.0</c:v>
                </c:pt>
                <c:pt idx="31">
                  <c:v>1512.0</c:v>
                </c:pt>
                <c:pt idx="32">
                  <c:v>1528.0</c:v>
                </c:pt>
                <c:pt idx="33">
                  <c:v>1544.0</c:v>
                </c:pt>
                <c:pt idx="34">
                  <c:v>1560.0</c:v>
                </c:pt>
                <c:pt idx="35">
                  <c:v>1576.0</c:v>
                </c:pt>
                <c:pt idx="36">
                  <c:v>1592.0</c:v>
                </c:pt>
                <c:pt idx="37">
                  <c:v>1608.0</c:v>
                </c:pt>
                <c:pt idx="38">
                  <c:v>1624.0</c:v>
                </c:pt>
                <c:pt idx="39">
                  <c:v>1640.0</c:v>
                </c:pt>
                <c:pt idx="40">
                  <c:v>1656.0</c:v>
                </c:pt>
                <c:pt idx="41">
                  <c:v>1672.0</c:v>
                </c:pt>
                <c:pt idx="42">
                  <c:v>1688.0</c:v>
                </c:pt>
                <c:pt idx="43">
                  <c:v>1704.0</c:v>
                </c:pt>
                <c:pt idx="44">
                  <c:v>1720.0</c:v>
                </c:pt>
                <c:pt idx="45">
                  <c:v>1736.0</c:v>
                </c:pt>
                <c:pt idx="46">
                  <c:v>1752.0</c:v>
                </c:pt>
                <c:pt idx="47">
                  <c:v>1768.0</c:v>
                </c:pt>
                <c:pt idx="48">
                  <c:v>1784.0</c:v>
                </c:pt>
                <c:pt idx="49">
                  <c:v>1800.0</c:v>
                </c:pt>
                <c:pt idx="50">
                  <c:v>1816.0</c:v>
                </c:pt>
                <c:pt idx="51">
                  <c:v>1832.0</c:v>
                </c:pt>
                <c:pt idx="52">
                  <c:v>1848.0</c:v>
                </c:pt>
                <c:pt idx="53">
                  <c:v>1864.0</c:v>
                </c:pt>
                <c:pt idx="54">
                  <c:v>1880.0</c:v>
                </c:pt>
                <c:pt idx="55">
                  <c:v>1896.0</c:v>
                </c:pt>
                <c:pt idx="56">
                  <c:v>1912.0</c:v>
                </c:pt>
                <c:pt idx="57">
                  <c:v>1928.0</c:v>
                </c:pt>
                <c:pt idx="58">
                  <c:v>1944.0</c:v>
                </c:pt>
                <c:pt idx="59">
                  <c:v>1960.0</c:v>
                </c:pt>
                <c:pt idx="60">
                  <c:v>1976.0</c:v>
                </c:pt>
                <c:pt idx="61">
                  <c:v>1992.0</c:v>
                </c:pt>
                <c:pt idx="62">
                  <c:v>2004.0</c:v>
                </c:pt>
                <c:pt idx="63">
                  <c:v>2012.0</c:v>
                </c:pt>
                <c:pt idx="64">
                  <c:v>2020.0</c:v>
                </c:pt>
                <c:pt idx="65">
                  <c:v>2028.0</c:v>
                </c:pt>
                <c:pt idx="66">
                  <c:v>2036.0</c:v>
                </c:pt>
                <c:pt idx="67">
                  <c:v>2044.0</c:v>
                </c:pt>
                <c:pt idx="68">
                  <c:v>2052.0</c:v>
                </c:pt>
                <c:pt idx="69">
                  <c:v>2060.0</c:v>
                </c:pt>
                <c:pt idx="70">
                  <c:v>2068.0</c:v>
                </c:pt>
                <c:pt idx="71">
                  <c:v>2076.0</c:v>
                </c:pt>
                <c:pt idx="72">
                  <c:v>2084.0</c:v>
                </c:pt>
                <c:pt idx="73">
                  <c:v>2092.0</c:v>
                </c:pt>
                <c:pt idx="74">
                  <c:v>2100.0</c:v>
                </c:pt>
                <c:pt idx="75">
                  <c:v>2108.0</c:v>
                </c:pt>
                <c:pt idx="76">
                  <c:v>2116.0</c:v>
                </c:pt>
                <c:pt idx="77">
                  <c:v>2124.0</c:v>
                </c:pt>
                <c:pt idx="78">
                  <c:v>2132.0</c:v>
                </c:pt>
                <c:pt idx="79">
                  <c:v>2140.0</c:v>
                </c:pt>
                <c:pt idx="80">
                  <c:v>2148.0</c:v>
                </c:pt>
                <c:pt idx="81">
                  <c:v>2156.0</c:v>
                </c:pt>
                <c:pt idx="82">
                  <c:v>2164.0</c:v>
                </c:pt>
                <c:pt idx="83">
                  <c:v>2172.0</c:v>
                </c:pt>
                <c:pt idx="84">
                  <c:v>2180.0</c:v>
                </c:pt>
                <c:pt idx="85">
                  <c:v>2188.0</c:v>
                </c:pt>
                <c:pt idx="86">
                  <c:v>2196.0</c:v>
                </c:pt>
                <c:pt idx="87">
                  <c:v>2204.0</c:v>
                </c:pt>
                <c:pt idx="88">
                  <c:v>2212.0</c:v>
                </c:pt>
                <c:pt idx="89">
                  <c:v>2220.0</c:v>
                </c:pt>
                <c:pt idx="90">
                  <c:v>2228.0</c:v>
                </c:pt>
                <c:pt idx="91">
                  <c:v>2236.0</c:v>
                </c:pt>
                <c:pt idx="92">
                  <c:v>2244.0</c:v>
                </c:pt>
                <c:pt idx="93">
                  <c:v>2252.0</c:v>
                </c:pt>
                <c:pt idx="94">
                  <c:v>2260.0</c:v>
                </c:pt>
                <c:pt idx="95">
                  <c:v>2268.0</c:v>
                </c:pt>
                <c:pt idx="96">
                  <c:v>2276.0</c:v>
                </c:pt>
                <c:pt idx="97">
                  <c:v>2284.0</c:v>
                </c:pt>
                <c:pt idx="98">
                  <c:v>2292.0</c:v>
                </c:pt>
                <c:pt idx="99">
                  <c:v>2300.0</c:v>
                </c:pt>
                <c:pt idx="100">
                  <c:v>2308.0</c:v>
                </c:pt>
                <c:pt idx="101">
                  <c:v>2316.0</c:v>
                </c:pt>
                <c:pt idx="102">
                  <c:v>2324.0</c:v>
                </c:pt>
                <c:pt idx="103">
                  <c:v>2332.0</c:v>
                </c:pt>
                <c:pt idx="104">
                  <c:v>2340.0</c:v>
                </c:pt>
                <c:pt idx="105">
                  <c:v>2348.0</c:v>
                </c:pt>
                <c:pt idx="106">
                  <c:v>2356.0</c:v>
                </c:pt>
                <c:pt idx="107">
                  <c:v>2364.0</c:v>
                </c:pt>
                <c:pt idx="108">
                  <c:v>2372.0</c:v>
                </c:pt>
                <c:pt idx="109">
                  <c:v>2380.0</c:v>
                </c:pt>
                <c:pt idx="110">
                  <c:v>2388.0</c:v>
                </c:pt>
                <c:pt idx="111">
                  <c:v>2396.0</c:v>
                </c:pt>
                <c:pt idx="112">
                  <c:v>2404.0</c:v>
                </c:pt>
                <c:pt idx="113">
                  <c:v>2412.0</c:v>
                </c:pt>
                <c:pt idx="114">
                  <c:v>2420.0</c:v>
                </c:pt>
                <c:pt idx="115">
                  <c:v>2428.0</c:v>
                </c:pt>
                <c:pt idx="116">
                  <c:v>2436.0</c:v>
                </c:pt>
                <c:pt idx="117">
                  <c:v>2444.0</c:v>
                </c:pt>
                <c:pt idx="118">
                  <c:v>2452.0</c:v>
                </c:pt>
                <c:pt idx="119">
                  <c:v>2460.0</c:v>
                </c:pt>
                <c:pt idx="120">
                  <c:v>2468.0</c:v>
                </c:pt>
                <c:pt idx="121">
                  <c:v>2476.0</c:v>
                </c:pt>
                <c:pt idx="122">
                  <c:v>2484.0</c:v>
                </c:pt>
                <c:pt idx="123">
                  <c:v>2492.0</c:v>
                </c:pt>
                <c:pt idx="124">
                  <c:v>2500.0</c:v>
                </c:pt>
                <c:pt idx="125">
                  <c:v>2504.0</c:v>
                </c:pt>
                <c:pt idx="126">
                  <c:v>2508.0</c:v>
                </c:pt>
                <c:pt idx="127">
                  <c:v>2512.0</c:v>
                </c:pt>
                <c:pt idx="128">
                  <c:v>2516.0</c:v>
                </c:pt>
                <c:pt idx="129">
                  <c:v>2520.0</c:v>
                </c:pt>
                <c:pt idx="130">
                  <c:v>2524.0</c:v>
                </c:pt>
                <c:pt idx="131">
                  <c:v>2528.0</c:v>
                </c:pt>
                <c:pt idx="132">
                  <c:v>2532.0</c:v>
                </c:pt>
                <c:pt idx="133">
                  <c:v>2536.0</c:v>
                </c:pt>
                <c:pt idx="134">
                  <c:v>2540.0</c:v>
                </c:pt>
                <c:pt idx="135">
                  <c:v>2544.0</c:v>
                </c:pt>
                <c:pt idx="136">
                  <c:v>2548.0</c:v>
                </c:pt>
                <c:pt idx="137">
                  <c:v>2552.0</c:v>
                </c:pt>
                <c:pt idx="138">
                  <c:v>2556.0</c:v>
                </c:pt>
                <c:pt idx="139">
                  <c:v>2560.0</c:v>
                </c:pt>
                <c:pt idx="140">
                  <c:v>2564.0</c:v>
                </c:pt>
                <c:pt idx="141">
                  <c:v>2568.0</c:v>
                </c:pt>
                <c:pt idx="142">
                  <c:v>2572.0</c:v>
                </c:pt>
                <c:pt idx="143">
                  <c:v>2576.0</c:v>
                </c:pt>
                <c:pt idx="144">
                  <c:v>2580.0</c:v>
                </c:pt>
                <c:pt idx="145">
                  <c:v>2584.0</c:v>
                </c:pt>
                <c:pt idx="146">
                  <c:v>2588.0</c:v>
                </c:pt>
                <c:pt idx="147">
                  <c:v>2592.0</c:v>
                </c:pt>
                <c:pt idx="148">
                  <c:v>2596.0</c:v>
                </c:pt>
                <c:pt idx="149">
                  <c:v>2600.0</c:v>
                </c:pt>
                <c:pt idx="150">
                  <c:v>2604.0</c:v>
                </c:pt>
                <c:pt idx="151">
                  <c:v>2608.0</c:v>
                </c:pt>
                <c:pt idx="152">
                  <c:v>2612.0</c:v>
                </c:pt>
                <c:pt idx="153">
                  <c:v>2616.0</c:v>
                </c:pt>
                <c:pt idx="154">
                  <c:v>2620.0</c:v>
                </c:pt>
                <c:pt idx="155">
                  <c:v>2624.0</c:v>
                </c:pt>
                <c:pt idx="156">
                  <c:v>2628.0</c:v>
                </c:pt>
                <c:pt idx="157">
                  <c:v>2632.0</c:v>
                </c:pt>
                <c:pt idx="158">
                  <c:v>2636.0</c:v>
                </c:pt>
                <c:pt idx="159">
                  <c:v>2640.0</c:v>
                </c:pt>
                <c:pt idx="160">
                  <c:v>2644.0</c:v>
                </c:pt>
                <c:pt idx="161">
                  <c:v>2648.0</c:v>
                </c:pt>
                <c:pt idx="162">
                  <c:v>2652.0</c:v>
                </c:pt>
                <c:pt idx="163">
                  <c:v>2656.0</c:v>
                </c:pt>
                <c:pt idx="164">
                  <c:v>2660.0</c:v>
                </c:pt>
                <c:pt idx="165">
                  <c:v>2664.0</c:v>
                </c:pt>
                <c:pt idx="166">
                  <c:v>2668.0</c:v>
                </c:pt>
                <c:pt idx="167">
                  <c:v>2672.0</c:v>
                </c:pt>
                <c:pt idx="168">
                  <c:v>2676.0</c:v>
                </c:pt>
                <c:pt idx="169">
                  <c:v>2680.0</c:v>
                </c:pt>
                <c:pt idx="170">
                  <c:v>2684.0</c:v>
                </c:pt>
                <c:pt idx="171">
                  <c:v>2688.0</c:v>
                </c:pt>
                <c:pt idx="172">
                  <c:v>2692.0</c:v>
                </c:pt>
                <c:pt idx="173">
                  <c:v>2696.0</c:v>
                </c:pt>
                <c:pt idx="174">
                  <c:v>2700.0</c:v>
                </c:pt>
                <c:pt idx="175">
                  <c:v>2704.0</c:v>
                </c:pt>
                <c:pt idx="176">
                  <c:v>2708.0</c:v>
                </c:pt>
                <c:pt idx="177">
                  <c:v>2712.0</c:v>
                </c:pt>
                <c:pt idx="178">
                  <c:v>2716.0</c:v>
                </c:pt>
                <c:pt idx="179">
                  <c:v>2720.0</c:v>
                </c:pt>
                <c:pt idx="180">
                  <c:v>2724.0</c:v>
                </c:pt>
                <c:pt idx="181">
                  <c:v>2728.0</c:v>
                </c:pt>
                <c:pt idx="182">
                  <c:v>2732.0</c:v>
                </c:pt>
                <c:pt idx="183">
                  <c:v>2736.0</c:v>
                </c:pt>
                <c:pt idx="184">
                  <c:v>2740.0</c:v>
                </c:pt>
                <c:pt idx="185">
                  <c:v>2744.0</c:v>
                </c:pt>
                <c:pt idx="186">
                  <c:v>2748.0</c:v>
                </c:pt>
                <c:pt idx="187">
                  <c:v>2752.0</c:v>
                </c:pt>
                <c:pt idx="188">
                  <c:v>2756.0</c:v>
                </c:pt>
                <c:pt idx="189">
                  <c:v>2760.0</c:v>
                </c:pt>
                <c:pt idx="190">
                  <c:v>2764.0</c:v>
                </c:pt>
                <c:pt idx="191">
                  <c:v>2768.0</c:v>
                </c:pt>
                <c:pt idx="192">
                  <c:v>2772.0</c:v>
                </c:pt>
                <c:pt idx="193">
                  <c:v>2776.0</c:v>
                </c:pt>
                <c:pt idx="194">
                  <c:v>2780.0</c:v>
                </c:pt>
                <c:pt idx="195">
                  <c:v>2784.0</c:v>
                </c:pt>
                <c:pt idx="196">
                  <c:v>2788.0</c:v>
                </c:pt>
                <c:pt idx="197">
                  <c:v>2792.0</c:v>
                </c:pt>
                <c:pt idx="198">
                  <c:v>2796.0</c:v>
                </c:pt>
                <c:pt idx="199">
                  <c:v>2800.0</c:v>
                </c:pt>
                <c:pt idx="200">
                  <c:v>2804.0</c:v>
                </c:pt>
                <c:pt idx="201">
                  <c:v>2808.0</c:v>
                </c:pt>
                <c:pt idx="202">
                  <c:v>2812.0</c:v>
                </c:pt>
                <c:pt idx="203">
                  <c:v>2816.0</c:v>
                </c:pt>
                <c:pt idx="204">
                  <c:v>2820.0</c:v>
                </c:pt>
                <c:pt idx="205">
                  <c:v>2824.0</c:v>
                </c:pt>
                <c:pt idx="206">
                  <c:v>2828.0</c:v>
                </c:pt>
                <c:pt idx="207">
                  <c:v>2832.0</c:v>
                </c:pt>
                <c:pt idx="208">
                  <c:v>2836.0</c:v>
                </c:pt>
                <c:pt idx="209">
                  <c:v>2840.0</c:v>
                </c:pt>
                <c:pt idx="210">
                  <c:v>2844.0</c:v>
                </c:pt>
                <c:pt idx="211">
                  <c:v>2848.0</c:v>
                </c:pt>
                <c:pt idx="212">
                  <c:v>2852.0</c:v>
                </c:pt>
                <c:pt idx="213">
                  <c:v>2856.0</c:v>
                </c:pt>
                <c:pt idx="214">
                  <c:v>2860.0</c:v>
                </c:pt>
                <c:pt idx="215">
                  <c:v>2864.0</c:v>
                </c:pt>
                <c:pt idx="216">
                  <c:v>2868.0</c:v>
                </c:pt>
                <c:pt idx="217">
                  <c:v>2872.0</c:v>
                </c:pt>
                <c:pt idx="218">
                  <c:v>2876.0</c:v>
                </c:pt>
                <c:pt idx="219">
                  <c:v>2880.0</c:v>
                </c:pt>
                <c:pt idx="220">
                  <c:v>2884.0</c:v>
                </c:pt>
                <c:pt idx="221">
                  <c:v>2888.0</c:v>
                </c:pt>
                <c:pt idx="222">
                  <c:v>2892.0</c:v>
                </c:pt>
                <c:pt idx="223">
                  <c:v>2896.0</c:v>
                </c:pt>
                <c:pt idx="224">
                  <c:v>2900.0</c:v>
                </c:pt>
                <c:pt idx="225">
                  <c:v>2904.0</c:v>
                </c:pt>
                <c:pt idx="226">
                  <c:v>2908.0</c:v>
                </c:pt>
                <c:pt idx="227">
                  <c:v>2912.0</c:v>
                </c:pt>
                <c:pt idx="228">
                  <c:v>2916.0</c:v>
                </c:pt>
                <c:pt idx="229">
                  <c:v>2920.0</c:v>
                </c:pt>
                <c:pt idx="230">
                  <c:v>2924.0</c:v>
                </c:pt>
                <c:pt idx="231">
                  <c:v>2928.0</c:v>
                </c:pt>
                <c:pt idx="232">
                  <c:v>2932.0</c:v>
                </c:pt>
                <c:pt idx="233">
                  <c:v>2936.0</c:v>
                </c:pt>
                <c:pt idx="234">
                  <c:v>2940.0</c:v>
                </c:pt>
                <c:pt idx="235">
                  <c:v>2944.0</c:v>
                </c:pt>
                <c:pt idx="236">
                  <c:v>2948.0</c:v>
                </c:pt>
                <c:pt idx="237">
                  <c:v>2952.0</c:v>
                </c:pt>
                <c:pt idx="238">
                  <c:v>2956.0</c:v>
                </c:pt>
                <c:pt idx="239">
                  <c:v>2960.0</c:v>
                </c:pt>
                <c:pt idx="240">
                  <c:v>2964.0</c:v>
                </c:pt>
                <c:pt idx="241">
                  <c:v>2968.0</c:v>
                </c:pt>
                <c:pt idx="242">
                  <c:v>2972.0</c:v>
                </c:pt>
                <c:pt idx="243">
                  <c:v>2976.0</c:v>
                </c:pt>
                <c:pt idx="244">
                  <c:v>2980.0</c:v>
                </c:pt>
                <c:pt idx="245">
                  <c:v>2984.0</c:v>
                </c:pt>
                <c:pt idx="246">
                  <c:v>2988.0</c:v>
                </c:pt>
                <c:pt idx="247">
                  <c:v>2992.0</c:v>
                </c:pt>
                <c:pt idx="248">
                  <c:v>2996.0</c:v>
                </c:pt>
                <c:pt idx="249">
                  <c:v>3000.0</c:v>
                </c:pt>
                <c:pt idx="250">
                  <c:v>3002.0</c:v>
                </c:pt>
                <c:pt idx="251">
                  <c:v>3004.0</c:v>
                </c:pt>
                <c:pt idx="252">
                  <c:v>3006.0</c:v>
                </c:pt>
                <c:pt idx="253">
                  <c:v>3008.0</c:v>
                </c:pt>
                <c:pt idx="254">
                  <c:v>3010.0</c:v>
                </c:pt>
                <c:pt idx="255">
                  <c:v>3012.0</c:v>
                </c:pt>
                <c:pt idx="256">
                  <c:v>3014.0</c:v>
                </c:pt>
                <c:pt idx="257">
                  <c:v>3016.0</c:v>
                </c:pt>
                <c:pt idx="258">
                  <c:v>3018.0</c:v>
                </c:pt>
                <c:pt idx="259">
                  <c:v>3020.0</c:v>
                </c:pt>
                <c:pt idx="260">
                  <c:v>3022.0</c:v>
                </c:pt>
                <c:pt idx="261">
                  <c:v>3024.0</c:v>
                </c:pt>
                <c:pt idx="262">
                  <c:v>3026.0</c:v>
                </c:pt>
                <c:pt idx="263">
                  <c:v>3028.0</c:v>
                </c:pt>
                <c:pt idx="264">
                  <c:v>3030.0</c:v>
                </c:pt>
                <c:pt idx="265">
                  <c:v>3032.0</c:v>
                </c:pt>
                <c:pt idx="266">
                  <c:v>3034.0</c:v>
                </c:pt>
                <c:pt idx="267">
                  <c:v>3036.0</c:v>
                </c:pt>
                <c:pt idx="268">
                  <c:v>3038.0</c:v>
                </c:pt>
                <c:pt idx="269">
                  <c:v>3040.0</c:v>
                </c:pt>
                <c:pt idx="270">
                  <c:v>3042.0</c:v>
                </c:pt>
                <c:pt idx="271">
                  <c:v>3044.0</c:v>
                </c:pt>
                <c:pt idx="272">
                  <c:v>3046.0</c:v>
                </c:pt>
                <c:pt idx="273">
                  <c:v>3048.0</c:v>
                </c:pt>
                <c:pt idx="274">
                  <c:v>3050.0</c:v>
                </c:pt>
                <c:pt idx="275">
                  <c:v>3052.0</c:v>
                </c:pt>
                <c:pt idx="276">
                  <c:v>3054.0</c:v>
                </c:pt>
                <c:pt idx="277">
                  <c:v>3056.0</c:v>
                </c:pt>
                <c:pt idx="278">
                  <c:v>3058.0</c:v>
                </c:pt>
                <c:pt idx="279">
                  <c:v>3060.0</c:v>
                </c:pt>
                <c:pt idx="280">
                  <c:v>3062.0</c:v>
                </c:pt>
                <c:pt idx="281">
                  <c:v>3064.0</c:v>
                </c:pt>
                <c:pt idx="282">
                  <c:v>3066.0</c:v>
                </c:pt>
                <c:pt idx="283">
                  <c:v>3068.0</c:v>
                </c:pt>
                <c:pt idx="284">
                  <c:v>3070.0</c:v>
                </c:pt>
                <c:pt idx="285">
                  <c:v>3072.0</c:v>
                </c:pt>
                <c:pt idx="286">
                  <c:v>3074.0</c:v>
                </c:pt>
                <c:pt idx="287">
                  <c:v>3076.0</c:v>
                </c:pt>
                <c:pt idx="288">
                  <c:v>3078.0</c:v>
                </c:pt>
                <c:pt idx="289">
                  <c:v>3080.0</c:v>
                </c:pt>
                <c:pt idx="290">
                  <c:v>3082.0</c:v>
                </c:pt>
                <c:pt idx="291">
                  <c:v>3084.0</c:v>
                </c:pt>
                <c:pt idx="292">
                  <c:v>3086.0</c:v>
                </c:pt>
                <c:pt idx="293">
                  <c:v>3088.0</c:v>
                </c:pt>
                <c:pt idx="294">
                  <c:v>3090.0</c:v>
                </c:pt>
                <c:pt idx="295">
                  <c:v>3092.0</c:v>
                </c:pt>
                <c:pt idx="296">
                  <c:v>3094.0</c:v>
                </c:pt>
                <c:pt idx="297">
                  <c:v>3096.0</c:v>
                </c:pt>
                <c:pt idx="298">
                  <c:v>3098.0</c:v>
                </c:pt>
                <c:pt idx="299">
                  <c:v>3100.0</c:v>
                </c:pt>
                <c:pt idx="300">
                  <c:v>3102.0</c:v>
                </c:pt>
                <c:pt idx="301">
                  <c:v>3104.0</c:v>
                </c:pt>
                <c:pt idx="302">
                  <c:v>3106.0</c:v>
                </c:pt>
                <c:pt idx="303">
                  <c:v>3108.0</c:v>
                </c:pt>
                <c:pt idx="304">
                  <c:v>3110.0</c:v>
                </c:pt>
                <c:pt idx="305">
                  <c:v>3112.0</c:v>
                </c:pt>
                <c:pt idx="306">
                  <c:v>3114.0</c:v>
                </c:pt>
                <c:pt idx="307">
                  <c:v>3116.0</c:v>
                </c:pt>
                <c:pt idx="308">
                  <c:v>3118.0</c:v>
                </c:pt>
                <c:pt idx="309">
                  <c:v>3120.0</c:v>
                </c:pt>
                <c:pt idx="310">
                  <c:v>3122.0</c:v>
                </c:pt>
                <c:pt idx="311">
                  <c:v>3124.0</c:v>
                </c:pt>
                <c:pt idx="312">
                  <c:v>3126.0</c:v>
                </c:pt>
                <c:pt idx="313">
                  <c:v>3128.0</c:v>
                </c:pt>
                <c:pt idx="314">
                  <c:v>3130.0</c:v>
                </c:pt>
                <c:pt idx="315">
                  <c:v>3132.0</c:v>
                </c:pt>
                <c:pt idx="316">
                  <c:v>3134.0</c:v>
                </c:pt>
                <c:pt idx="317">
                  <c:v>3136.0</c:v>
                </c:pt>
                <c:pt idx="318">
                  <c:v>3138.0</c:v>
                </c:pt>
                <c:pt idx="319">
                  <c:v>3140.0</c:v>
                </c:pt>
                <c:pt idx="320">
                  <c:v>3142.0</c:v>
                </c:pt>
                <c:pt idx="321">
                  <c:v>3144.0</c:v>
                </c:pt>
                <c:pt idx="322">
                  <c:v>3146.0</c:v>
                </c:pt>
                <c:pt idx="323">
                  <c:v>3148.0</c:v>
                </c:pt>
                <c:pt idx="324">
                  <c:v>3150.0</c:v>
                </c:pt>
                <c:pt idx="325">
                  <c:v>3152.0</c:v>
                </c:pt>
                <c:pt idx="326">
                  <c:v>3154.0</c:v>
                </c:pt>
                <c:pt idx="327">
                  <c:v>3156.0</c:v>
                </c:pt>
                <c:pt idx="328">
                  <c:v>3158.0</c:v>
                </c:pt>
                <c:pt idx="329">
                  <c:v>3160.0</c:v>
                </c:pt>
                <c:pt idx="330">
                  <c:v>3162.0</c:v>
                </c:pt>
                <c:pt idx="331">
                  <c:v>3164.0</c:v>
                </c:pt>
                <c:pt idx="332">
                  <c:v>3166.0</c:v>
                </c:pt>
                <c:pt idx="333">
                  <c:v>3168.0</c:v>
                </c:pt>
                <c:pt idx="334">
                  <c:v>3170.0</c:v>
                </c:pt>
                <c:pt idx="335">
                  <c:v>3172.0</c:v>
                </c:pt>
                <c:pt idx="336">
                  <c:v>3174.0</c:v>
                </c:pt>
                <c:pt idx="337">
                  <c:v>3176.0</c:v>
                </c:pt>
                <c:pt idx="338">
                  <c:v>3178.0</c:v>
                </c:pt>
                <c:pt idx="339">
                  <c:v>3180.0</c:v>
                </c:pt>
                <c:pt idx="340">
                  <c:v>3182.0</c:v>
                </c:pt>
                <c:pt idx="341">
                  <c:v>3184.0</c:v>
                </c:pt>
                <c:pt idx="342">
                  <c:v>3186.0</c:v>
                </c:pt>
                <c:pt idx="343">
                  <c:v>3188.0</c:v>
                </c:pt>
                <c:pt idx="344">
                  <c:v>3190.0</c:v>
                </c:pt>
                <c:pt idx="345">
                  <c:v>3192.0</c:v>
                </c:pt>
                <c:pt idx="346">
                  <c:v>3194.0</c:v>
                </c:pt>
                <c:pt idx="347">
                  <c:v>3196.0</c:v>
                </c:pt>
                <c:pt idx="348">
                  <c:v>3198.0</c:v>
                </c:pt>
                <c:pt idx="349">
                  <c:v>3200.0</c:v>
                </c:pt>
                <c:pt idx="350">
                  <c:v>3202.0</c:v>
                </c:pt>
                <c:pt idx="351">
                  <c:v>3204.0</c:v>
                </c:pt>
                <c:pt idx="352">
                  <c:v>3206.0</c:v>
                </c:pt>
                <c:pt idx="353">
                  <c:v>3208.0</c:v>
                </c:pt>
                <c:pt idx="354">
                  <c:v>3210.0</c:v>
                </c:pt>
                <c:pt idx="355">
                  <c:v>3212.0</c:v>
                </c:pt>
                <c:pt idx="356">
                  <c:v>3214.0</c:v>
                </c:pt>
                <c:pt idx="357">
                  <c:v>3216.0</c:v>
                </c:pt>
                <c:pt idx="358">
                  <c:v>3218.0</c:v>
                </c:pt>
                <c:pt idx="359">
                  <c:v>3220.0</c:v>
                </c:pt>
                <c:pt idx="360">
                  <c:v>3222.0</c:v>
                </c:pt>
                <c:pt idx="361">
                  <c:v>3224.0</c:v>
                </c:pt>
                <c:pt idx="362">
                  <c:v>3226.0</c:v>
                </c:pt>
                <c:pt idx="363">
                  <c:v>3228.0</c:v>
                </c:pt>
                <c:pt idx="364">
                  <c:v>3230.0</c:v>
                </c:pt>
                <c:pt idx="365">
                  <c:v>3232.0</c:v>
                </c:pt>
                <c:pt idx="366">
                  <c:v>3234.0</c:v>
                </c:pt>
                <c:pt idx="367">
                  <c:v>3236.0</c:v>
                </c:pt>
                <c:pt idx="368">
                  <c:v>3238.0</c:v>
                </c:pt>
                <c:pt idx="369">
                  <c:v>3240.0</c:v>
                </c:pt>
                <c:pt idx="370">
                  <c:v>3242.0</c:v>
                </c:pt>
                <c:pt idx="371">
                  <c:v>3244.0</c:v>
                </c:pt>
                <c:pt idx="372">
                  <c:v>3246.0</c:v>
                </c:pt>
                <c:pt idx="373">
                  <c:v>3248.0</c:v>
                </c:pt>
                <c:pt idx="374">
                  <c:v>3250.0</c:v>
                </c:pt>
                <c:pt idx="375">
                  <c:v>3252.0</c:v>
                </c:pt>
                <c:pt idx="376">
                  <c:v>3254.0</c:v>
                </c:pt>
                <c:pt idx="377">
                  <c:v>3256.0</c:v>
                </c:pt>
                <c:pt idx="378">
                  <c:v>3258.0</c:v>
                </c:pt>
                <c:pt idx="379">
                  <c:v>3260.0</c:v>
                </c:pt>
                <c:pt idx="380">
                  <c:v>3262.0</c:v>
                </c:pt>
                <c:pt idx="381">
                  <c:v>3264.0</c:v>
                </c:pt>
                <c:pt idx="382">
                  <c:v>3266.0</c:v>
                </c:pt>
                <c:pt idx="383">
                  <c:v>3268.0</c:v>
                </c:pt>
                <c:pt idx="384">
                  <c:v>3270.0</c:v>
                </c:pt>
                <c:pt idx="385">
                  <c:v>3272.0</c:v>
                </c:pt>
                <c:pt idx="386">
                  <c:v>3274.0</c:v>
                </c:pt>
                <c:pt idx="387">
                  <c:v>3276.0</c:v>
                </c:pt>
                <c:pt idx="388">
                  <c:v>3278.0</c:v>
                </c:pt>
                <c:pt idx="389">
                  <c:v>3280.0</c:v>
                </c:pt>
                <c:pt idx="390">
                  <c:v>3282.0</c:v>
                </c:pt>
                <c:pt idx="391">
                  <c:v>3284.0</c:v>
                </c:pt>
                <c:pt idx="392">
                  <c:v>3286.0</c:v>
                </c:pt>
                <c:pt idx="393">
                  <c:v>3288.0</c:v>
                </c:pt>
                <c:pt idx="394">
                  <c:v>3290.0</c:v>
                </c:pt>
                <c:pt idx="395">
                  <c:v>3292.0</c:v>
                </c:pt>
                <c:pt idx="396">
                  <c:v>3294.0</c:v>
                </c:pt>
                <c:pt idx="397">
                  <c:v>3296.0</c:v>
                </c:pt>
                <c:pt idx="398">
                  <c:v>3298.0</c:v>
                </c:pt>
                <c:pt idx="399">
                  <c:v>3300.0</c:v>
                </c:pt>
                <c:pt idx="400">
                  <c:v>3302.0</c:v>
                </c:pt>
                <c:pt idx="401">
                  <c:v>3304.0</c:v>
                </c:pt>
                <c:pt idx="402">
                  <c:v>3306.0</c:v>
                </c:pt>
                <c:pt idx="403">
                  <c:v>3308.0</c:v>
                </c:pt>
                <c:pt idx="404">
                  <c:v>3310.0</c:v>
                </c:pt>
                <c:pt idx="405">
                  <c:v>3312.0</c:v>
                </c:pt>
                <c:pt idx="406">
                  <c:v>3314.0</c:v>
                </c:pt>
                <c:pt idx="407">
                  <c:v>3316.0</c:v>
                </c:pt>
                <c:pt idx="408">
                  <c:v>3318.0</c:v>
                </c:pt>
                <c:pt idx="409">
                  <c:v>3320.0</c:v>
                </c:pt>
                <c:pt idx="410">
                  <c:v>3322.0</c:v>
                </c:pt>
                <c:pt idx="411">
                  <c:v>3324.0</c:v>
                </c:pt>
                <c:pt idx="412">
                  <c:v>3326.0</c:v>
                </c:pt>
                <c:pt idx="413">
                  <c:v>3328.0</c:v>
                </c:pt>
                <c:pt idx="414">
                  <c:v>3330.0</c:v>
                </c:pt>
                <c:pt idx="415">
                  <c:v>3332.0</c:v>
                </c:pt>
                <c:pt idx="416">
                  <c:v>3334.0</c:v>
                </c:pt>
                <c:pt idx="417">
                  <c:v>3336.0</c:v>
                </c:pt>
                <c:pt idx="418">
                  <c:v>3338.0</c:v>
                </c:pt>
                <c:pt idx="419">
                  <c:v>3340.0</c:v>
                </c:pt>
                <c:pt idx="420">
                  <c:v>3342.0</c:v>
                </c:pt>
                <c:pt idx="421">
                  <c:v>3344.0</c:v>
                </c:pt>
                <c:pt idx="422">
                  <c:v>3346.0</c:v>
                </c:pt>
                <c:pt idx="423">
                  <c:v>3348.0</c:v>
                </c:pt>
                <c:pt idx="424">
                  <c:v>3350.0</c:v>
                </c:pt>
                <c:pt idx="425">
                  <c:v>3352.0</c:v>
                </c:pt>
                <c:pt idx="426">
                  <c:v>3354.0</c:v>
                </c:pt>
                <c:pt idx="427">
                  <c:v>3356.0</c:v>
                </c:pt>
                <c:pt idx="428">
                  <c:v>3358.0</c:v>
                </c:pt>
                <c:pt idx="429">
                  <c:v>3360.0</c:v>
                </c:pt>
                <c:pt idx="430">
                  <c:v>3362.0</c:v>
                </c:pt>
                <c:pt idx="431">
                  <c:v>3364.0</c:v>
                </c:pt>
                <c:pt idx="432">
                  <c:v>3366.0</c:v>
                </c:pt>
                <c:pt idx="433">
                  <c:v>3368.0</c:v>
                </c:pt>
                <c:pt idx="434">
                  <c:v>3370.0</c:v>
                </c:pt>
                <c:pt idx="435">
                  <c:v>3372.0</c:v>
                </c:pt>
                <c:pt idx="436">
                  <c:v>3374.0</c:v>
                </c:pt>
                <c:pt idx="437">
                  <c:v>3376.0</c:v>
                </c:pt>
                <c:pt idx="438">
                  <c:v>3378.0</c:v>
                </c:pt>
                <c:pt idx="439">
                  <c:v>3380.0</c:v>
                </c:pt>
                <c:pt idx="440">
                  <c:v>3382.0</c:v>
                </c:pt>
                <c:pt idx="441">
                  <c:v>3384.0</c:v>
                </c:pt>
                <c:pt idx="442">
                  <c:v>3386.0</c:v>
                </c:pt>
                <c:pt idx="443">
                  <c:v>3388.0</c:v>
                </c:pt>
                <c:pt idx="444">
                  <c:v>3390.0</c:v>
                </c:pt>
                <c:pt idx="445">
                  <c:v>3392.0</c:v>
                </c:pt>
                <c:pt idx="446">
                  <c:v>3394.0</c:v>
                </c:pt>
                <c:pt idx="447">
                  <c:v>3396.0</c:v>
                </c:pt>
                <c:pt idx="448">
                  <c:v>3398.0</c:v>
                </c:pt>
                <c:pt idx="449">
                  <c:v>3400.0</c:v>
                </c:pt>
                <c:pt idx="450">
                  <c:v>3402.0</c:v>
                </c:pt>
                <c:pt idx="451">
                  <c:v>3404.0</c:v>
                </c:pt>
                <c:pt idx="452">
                  <c:v>3406.0</c:v>
                </c:pt>
                <c:pt idx="453">
                  <c:v>3408.0</c:v>
                </c:pt>
                <c:pt idx="454">
                  <c:v>3410.0</c:v>
                </c:pt>
                <c:pt idx="455">
                  <c:v>3412.0</c:v>
                </c:pt>
                <c:pt idx="456">
                  <c:v>3414.0</c:v>
                </c:pt>
                <c:pt idx="457">
                  <c:v>3416.0</c:v>
                </c:pt>
                <c:pt idx="458">
                  <c:v>3418.0</c:v>
                </c:pt>
                <c:pt idx="459">
                  <c:v>3420.0</c:v>
                </c:pt>
                <c:pt idx="460">
                  <c:v>3422.0</c:v>
                </c:pt>
                <c:pt idx="461">
                  <c:v>3424.0</c:v>
                </c:pt>
                <c:pt idx="462">
                  <c:v>3426.0</c:v>
                </c:pt>
                <c:pt idx="463">
                  <c:v>3428.0</c:v>
                </c:pt>
                <c:pt idx="464">
                  <c:v>3430.0</c:v>
                </c:pt>
                <c:pt idx="465">
                  <c:v>3432.0</c:v>
                </c:pt>
                <c:pt idx="466">
                  <c:v>3434.0</c:v>
                </c:pt>
                <c:pt idx="467">
                  <c:v>3436.0</c:v>
                </c:pt>
                <c:pt idx="468">
                  <c:v>3438.0</c:v>
                </c:pt>
                <c:pt idx="469">
                  <c:v>3440.0</c:v>
                </c:pt>
                <c:pt idx="470">
                  <c:v>3442.0</c:v>
                </c:pt>
                <c:pt idx="471">
                  <c:v>3444.0</c:v>
                </c:pt>
                <c:pt idx="472">
                  <c:v>3446.0</c:v>
                </c:pt>
                <c:pt idx="473">
                  <c:v>3448.0</c:v>
                </c:pt>
                <c:pt idx="474">
                  <c:v>3450.0</c:v>
                </c:pt>
                <c:pt idx="475">
                  <c:v>3452.0</c:v>
                </c:pt>
                <c:pt idx="476">
                  <c:v>3454.0</c:v>
                </c:pt>
                <c:pt idx="477">
                  <c:v>3456.0</c:v>
                </c:pt>
                <c:pt idx="478">
                  <c:v>3458.0</c:v>
                </c:pt>
                <c:pt idx="479">
                  <c:v>3460.0</c:v>
                </c:pt>
                <c:pt idx="480">
                  <c:v>3462.0</c:v>
                </c:pt>
                <c:pt idx="481">
                  <c:v>3464.0</c:v>
                </c:pt>
                <c:pt idx="482">
                  <c:v>3466.0</c:v>
                </c:pt>
                <c:pt idx="483">
                  <c:v>3468.0</c:v>
                </c:pt>
                <c:pt idx="484">
                  <c:v>3470.0</c:v>
                </c:pt>
                <c:pt idx="485">
                  <c:v>3472.0</c:v>
                </c:pt>
                <c:pt idx="486">
                  <c:v>3474.0</c:v>
                </c:pt>
                <c:pt idx="487">
                  <c:v>3476.0</c:v>
                </c:pt>
                <c:pt idx="488">
                  <c:v>3478.0</c:v>
                </c:pt>
                <c:pt idx="489">
                  <c:v>3480.0</c:v>
                </c:pt>
                <c:pt idx="490">
                  <c:v>3482.0</c:v>
                </c:pt>
                <c:pt idx="491">
                  <c:v>3484.0</c:v>
                </c:pt>
                <c:pt idx="492">
                  <c:v>3486.0</c:v>
                </c:pt>
                <c:pt idx="493">
                  <c:v>3488.0</c:v>
                </c:pt>
                <c:pt idx="494">
                  <c:v>3490.0</c:v>
                </c:pt>
                <c:pt idx="495">
                  <c:v>3492.0</c:v>
                </c:pt>
                <c:pt idx="496">
                  <c:v>3494.0</c:v>
                </c:pt>
                <c:pt idx="497">
                  <c:v>3496.0</c:v>
                </c:pt>
                <c:pt idx="498">
                  <c:v>3498.0</c:v>
                </c:pt>
                <c:pt idx="499">
                  <c:v>3500.0</c:v>
                </c:pt>
                <c:pt idx="500">
                  <c:v>3501.0</c:v>
                </c:pt>
                <c:pt idx="501">
                  <c:v>3502.0</c:v>
                </c:pt>
                <c:pt idx="502">
                  <c:v>3503.0</c:v>
                </c:pt>
                <c:pt idx="503">
                  <c:v>3504.0</c:v>
                </c:pt>
                <c:pt idx="504">
                  <c:v>3505.0</c:v>
                </c:pt>
                <c:pt idx="505">
                  <c:v>3506.0</c:v>
                </c:pt>
                <c:pt idx="506">
                  <c:v>3507.0</c:v>
                </c:pt>
                <c:pt idx="507">
                  <c:v>3508.0</c:v>
                </c:pt>
                <c:pt idx="508">
                  <c:v>3509.0</c:v>
                </c:pt>
                <c:pt idx="509">
                  <c:v>3510.0</c:v>
                </c:pt>
                <c:pt idx="510">
                  <c:v>3511.0</c:v>
                </c:pt>
                <c:pt idx="511">
                  <c:v>3512.0</c:v>
                </c:pt>
                <c:pt idx="512">
                  <c:v>3513.0</c:v>
                </c:pt>
                <c:pt idx="513">
                  <c:v>3514.0</c:v>
                </c:pt>
                <c:pt idx="514">
                  <c:v>3515.0</c:v>
                </c:pt>
                <c:pt idx="515">
                  <c:v>3516.0</c:v>
                </c:pt>
                <c:pt idx="516">
                  <c:v>3517.0</c:v>
                </c:pt>
                <c:pt idx="517">
                  <c:v>3518.0</c:v>
                </c:pt>
                <c:pt idx="518">
                  <c:v>3519.0</c:v>
                </c:pt>
                <c:pt idx="519">
                  <c:v>3520.0</c:v>
                </c:pt>
                <c:pt idx="520">
                  <c:v>3521.0</c:v>
                </c:pt>
                <c:pt idx="521">
                  <c:v>3522.0</c:v>
                </c:pt>
                <c:pt idx="522">
                  <c:v>3523.0</c:v>
                </c:pt>
                <c:pt idx="523">
                  <c:v>3524.0</c:v>
                </c:pt>
                <c:pt idx="524">
                  <c:v>3525.0</c:v>
                </c:pt>
                <c:pt idx="525">
                  <c:v>3526.0</c:v>
                </c:pt>
                <c:pt idx="526">
                  <c:v>3527.0</c:v>
                </c:pt>
                <c:pt idx="527">
                  <c:v>3528.0</c:v>
                </c:pt>
                <c:pt idx="528">
                  <c:v>3529.0</c:v>
                </c:pt>
                <c:pt idx="529">
                  <c:v>3530.0</c:v>
                </c:pt>
                <c:pt idx="530">
                  <c:v>3531.0</c:v>
                </c:pt>
                <c:pt idx="531">
                  <c:v>3532.0</c:v>
                </c:pt>
                <c:pt idx="532">
                  <c:v>3533.0</c:v>
                </c:pt>
                <c:pt idx="533">
                  <c:v>3534.0</c:v>
                </c:pt>
                <c:pt idx="534">
                  <c:v>3535.0</c:v>
                </c:pt>
                <c:pt idx="535">
                  <c:v>3536.0</c:v>
                </c:pt>
                <c:pt idx="536">
                  <c:v>3537.0</c:v>
                </c:pt>
                <c:pt idx="537">
                  <c:v>3538.0</c:v>
                </c:pt>
                <c:pt idx="538">
                  <c:v>3539.0</c:v>
                </c:pt>
                <c:pt idx="539">
                  <c:v>3540.0</c:v>
                </c:pt>
                <c:pt idx="540">
                  <c:v>3541.0</c:v>
                </c:pt>
                <c:pt idx="541">
                  <c:v>3542.0</c:v>
                </c:pt>
                <c:pt idx="542">
                  <c:v>3543.0</c:v>
                </c:pt>
                <c:pt idx="543">
                  <c:v>3544.0</c:v>
                </c:pt>
                <c:pt idx="544">
                  <c:v>3545.0</c:v>
                </c:pt>
                <c:pt idx="545">
                  <c:v>3546.0</c:v>
                </c:pt>
                <c:pt idx="546">
                  <c:v>3547.0</c:v>
                </c:pt>
                <c:pt idx="547">
                  <c:v>3548.0</c:v>
                </c:pt>
                <c:pt idx="548">
                  <c:v>3549.0</c:v>
                </c:pt>
                <c:pt idx="549">
                  <c:v>3550.0</c:v>
                </c:pt>
                <c:pt idx="550">
                  <c:v>3551.0</c:v>
                </c:pt>
                <c:pt idx="551">
                  <c:v>3552.0</c:v>
                </c:pt>
                <c:pt idx="552">
                  <c:v>3553.0</c:v>
                </c:pt>
                <c:pt idx="553">
                  <c:v>3554.0</c:v>
                </c:pt>
                <c:pt idx="554">
                  <c:v>3555.0</c:v>
                </c:pt>
                <c:pt idx="555">
                  <c:v>3556.0</c:v>
                </c:pt>
                <c:pt idx="556">
                  <c:v>3557.0</c:v>
                </c:pt>
                <c:pt idx="557">
                  <c:v>3558.0</c:v>
                </c:pt>
                <c:pt idx="558">
                  <c:v>3559.0</c:v>
                </c:pt>
                <c:pt idx="559">
                  <c:v>3560.0</c:v>
                </c:pt>
                <c:pt idx="560">
                  <c:v>3561.0</c:v>
                </c:pt>
                <c:pt idx="561">
                  <c:v>3562.0</c:v>
                </c:pt>
                <c:pt idx="562">
                  <c:v>3563.0</c:v>
                </c:pt>
                <c:pt idx="563">
                  <c:v>3564.0</c:v>
                </c:pt>
                <c:pt idx="564">
                  <c:v>3565.0</c:v>
                </c:pt>
                <c:pt idx="565">
                  <c:v>3566.0</c:v>
                </c:pt>
                <c:pt idx="566">
                  <c:v>3567.0</c:v>
                </c:pt>
                <c:pt idx="567">
                  <c:v>3568.0</c:v>
                </c:pt>
                <c:pt idx="568">
                  <c:v>3569.0</c:v>
                </c:pt>
                <c:pt idx="569">
                  <c:v>3570.0</c:v>
                </c:pt>
                <c:pt idx="570">
                  <c:v>3571.0</c:v>
                </c:pt>
                <c:pt idx="571">
                  <c:v>3572.0</c:v>
                </c:pt>
                <c:pt idx="572">
                  <c:v>3573.0</c:v>
                </c:pt>
                <c:pt idx="573">
                  <c:v>3574.0</c:v>
                </c:pt>
                <c:pt idx="574">
                  <c:v>3575.0</c:v>
                </c:pt>
                <c:pt idx="575">
                  <c:v>3576.0</c:v>
                </c:pt>
                <c:pt idx="576">
                  <c:v>3577.0</c:v>
                </c:pt>
                <c:pt idx="577">
                  <c:v>3578.0</c:v>
                </c:pt>
                <c:pt idx="578">
                  <c:v>3579.0</c:v>
                </c:pt>
                <c:pt idx="579">
                  <c:v>3580.0</c:v>
                </c:pt>
                <c:pt idx="580">
                  <c:v>3581.0</c:v>
                </c:pt>
                <c:pt idx="581">
                  <c:v>3582.0</c:v>
                </c:pt>
                <c:pt idx="582">
                  <c:v>3583.0</c:v>
                </c:pt>
                <c:pt idx="583">
                  <c:v>3584.0</c:v>
                </c:pt>
                <c:pt idx="584">
                  <c:v>3585.0</c:v>
                </c:pt>
                <c:pt idx="585">
                  <c:v>3586.0</c:v>
                </c:pt>
                <c:pt idx="586">
                  <c:v>3587.0</c:v>
                </c:pt>
                <c:pt idx="587">
                  <c:v>3588.0</c:v>
                </c:pt>
                <c:pt idx="588">
                  <c:v>3589.0</c:v>
                </c:pt>
                <c:pt idx="589">
                  <c:v>3590.0</c:v>
                </c:pt>
                <c:pt idx="590">
                  <c:v>3591.0</c:v>
                </c:pt>
                <c:pt idx="591">
                  <c:v>3592.0</c:v>
                </c:pt>
                <c:pt idx="592">
                  <c:v>3593.0</c:v>
                </c:pt>
                <c:pt idx="593">
                  <c:v>3594.0</c:v>
                </c:pt>
                <c:pt idx="594">
                  <c:v>3595.0</c:v>
                </c:pt>
                <c:pt idx="595">
                  <c:v>3596.0</c:v>
                </c:pt>
                <c:pt idx="596">
                  <c:v>3597.0</c:v>
                </c:pt>
                <c:pt idx="597">
                  <c:v>3598.0</c:v>
                </c:pt>
                <c:pt idx="598">
                  <c:v>3599.0</c:v>
                </c:pt>
                <c:pt idx="599">
                  <c:v>3600.0</c:v>
                </c:pt>
                <c:pt idx="600">
                  <c:v>3601.0</c:v>
                </c:pt>
                <c:pt idx="601">
                  <c:v>3602.0</c:v>
                </c:pt>
                <c:pt idx="602">
                  <c:v>3603.0</c:v>
                </c:pt>
                <c:pt idx="603">
                  <c:v>3604.0</c:v>
                </c:pt>
                <c:pt idx="604">
                  <c:v>3605.0</c:v>
                </c:pt>
                <c:pt idx="605">
                  <c:v>3606.0</c:v>
                </c:pt>
                <c:pt idx="606">
                  <c:v>3607.0</c:v>
                </c:pt>
                <c:pt idx="607">
                  <c:v>3608.0</c:v>
                </c:pt>
                <c:pt idx="608">
                  <c:v>3609.0</c:v>
                </c:pt>
                <c:pt idx="609">
                  <c:v>3610.0</c:v>
                </c:pt>
                <c:pt idx="610">
                  <c:v>3611.0</c:v>
                </c:pt>
                <c:pt idx="611">
                  <c:v>3612.0</c:v>
                </c:pt>
                <c:pt idx="612">
                  <c:v>3613.0</c:v>
                </c:pt>
                <c:pt idx="613">
                  <c:v>3614.0</c:v>
                </c:pt>
                <c:pt idx="614">
                  <c:v>3615.0</c:v>
                </c:pt>
                <c:pt idx="615">
                  <c:v>3616.0</c:v>
                </c:pt>
                <c:pt idx="616">
                  <c:v>3617.0</c:v>
                </c:pt>
                <c:pt idx="617">
                  <c:v>3618.0</c:v>
                </c:pt>
                <c:pt idx="618">
                  <c:v>3619.0</c:v>
                </c:pt>
                <c:pt idx="619">
                  <c:v>3620.0</c:v>
                </c:pt>
                <c:pt idx="620">
                  <c:v>3621.0</c:v>
                </c:pt>
                <c:pt idx="621">
                  <c:v>3622.0</c:v>
                </c:pt>
                <c:pt idx="622">
                  <c:v>3623.0</c:v>
                </c:pt>
                <c:pt idx="623">
                  <c:v>3624.0</c:v>
                </c:pt>
                <c:pt idx="624">
                  <c:v>3625.0</c:v>
                </c:pt>
                <c:pt idx="625">
                  <c:v>3626.0</c:v>
                </c:pt>
                <c:pt idx="626">
                  <c:v>3627.0</c:v>
                </c:pt>
                <c:pt idx="627">
                  <c:v>3628.0</c:v>
                </c:pt>
                <c:pt idx="628">
                  <c:v>3629.0</c:v>
                </c:pt>
                <c:pt idx="629">
                  <c:v>3630.0</c:v>
                </c:pt>
                <c:pt idx="630">
                  <c:v>3631.0</c:v>
                </c:pt>
                <c:pt idx="631">
                  <c:v>3632.0</c:v>
                </c:pt>
                <c:pt idx="632">
                  <c:v>3633.0</c:v>
                </c:pt>
                <c:pt idx="633">
                  <c:v>3634.0</c:v>
                </c:pt>
                <c:pt idx="634">
                  <c:v>3635.0</c:v>
                </c:pt>
                <c:pt idx="635">
                  <c:v>3636.0</c:v>
                </c:pt>
                <c:pt idx="636">
                  <c:v>3637.0</c:v>
                </c:pt>
                <c:pt idx="637">
                  <c:v>3638.0</c:v>
                </c:pt>
                <c:pt idx="638">
                  <c:v>3639.0</c:v>
                </c:pt>
                <c:pt idx="639">
                  <c:v>3640.0</c:v>
                </c:pt>
                <c:pt idx="640">
                  <c:v>3641.0</c:v>
                </c:pt>
                <c:pt idx="641">
                  <c:v>3642.0</c:v>
                </c:pt>
                <c:pt idx="642">
                  <c:v>3643.0</c:v>
                </c:pt>
                <c:pt idx="643">
                  <c:v>3644.0</c:v>
                </c:pt>
                <c:pt idx="644">
                  <c:v>3645.0</c:v>
                </c:pt>
                <c:pt idx="645">
                  <c:v>3646.0</c:v>
                </c:pt>
                <c:pt idx="646">
                  <c:v>3647.0</c:v>
                </c:pt>
                <c:pt idx="647">
                  <c:v>3648.0</c:v>
                </c:pt>
                <c:pt idx="648">
                  <c:v>3649.0</c:v>
                </c:pt>
                <c:pt idx="649">
                  <c:v>3650.0</c:v>
                </c:pt>
                <c:pt idx="650">
                  <c:v>3651.0</c:v>
                </c:pt>
                <c:pt idx="651">
                  <c:v>3652.0</c:v>
                </c:pt>
                <c:pt idx="652">
                  <c:v>3653.0</c:v>
                </c:pt>
                <c:pt idx="653">
                  <c:v>3654.0</c:v>
                </c:pt>
                <c:pt idx="654">
                  <c:v>3655.0</c:v>
                </c:pt>
                <c:pt idx="655">
                  <c:v>3656.0</c:v>
                </c:pt>
                <c:pt idx="656">
                  <c:v>3657.0</c:v>
                </c:pt>
                <c:pt idx="657">
                  <c:v>3658.0</c:v>
                </c:pt>
                <c:pt idx="658">
                  <c:v>3659.0</c:v>
                </c:pt>
                <c:pt idx="659">
                  <c:v>3660.0</c:v>
                </c:pt>
                <c:pt idx="660">
                  <c:v>3661.0</c:v>
                </c:pt>
                <c:pt idx="661">
                  <c:v>3662.0</c:v>
                </c:pt>
                <c:pt idx="662">
                  <c:v>3663.0</c:v>
                </c:pt>
                <c:pt idx="663">
                  <c:v>3664.0</c:v>
                </c:pt>
                <c:pt idx="664">
                  <c:v>3665.0</c:v>
                </c:pt>
                <c:pt idx="665">
                  <c:v>3666.0</c:v>
                </c:pt>
                <c:pt idx="666">
                  <c:v>3667.0</c:v>
                </c:pt>
                <c:pt idx="667">
                  <c:v>3668.0</c:v>
                </c:pt>
                <c:pt idx="668">
                  <c:v>3669.0</c:v>
                </c:pt>
                <c:pt idx="669">
                  <c:v>3670.0</c:v>
                </c:pt>
                <c:pt idx="670">
                  <c:v>3671.0</c:v>
                </c:pt>
                <c:pt idx="671">
                  <c:v>3672.0</c:v>
                </c:pt>
                <c:pt idx="672">
                  <c:v>3673.0</c:v>
                </c:pt>
                <c:pt idx="673">
                  <c:v>3674.0</c:v>
                </c:pt>
                <c:pt idx="674">
                  <c:v>3675.0</c:v>
                </c:pt>
                <c:pt idx="675">
                  <c:v>3676.0</c:v>
                </c:pt>
                <c:pt idx="676">
                  <c:v>3677.0</c:v>
                </c:pt>
                <c:pt idx="677">
                  <c:v>3678.0</c:v>
                </c:pt>
                <c:pt idx="678">
                  <c:v>3679.0</c:v>
                </c:pt>
                <c:pt idx="679">
                  <c:v>3680.0</c:v>
                </c:pt>
                <c:pt idx="680">
                  <c:v>3681.0</c:v>
                </c:pt>
                <c:pt idx="681">
                  <c:v>3682.0</c:v>
                </c:pt>
                <c:pt idx="682">
                  <c:v>3683.0</c:v>
                </c:pt>
                <c:pt idx="683">
                  <c:v>3684.0</c:v>
                </c:pt>
                <c:pt idx="684">
                  <c:v>3685.0</c:v>
                </c:pt>
                <c:pt idx="685">
                  <c:v>3686.0</c:v>
                </c:pt>
                <c:pt idx="686">
                  <c:v>3687.0</c:v>
                </c:pt>
                <c:pt idx="687">
                  <c:v>3688.0</c:v>
                </c:pt>
                <c:pt idx="688">
                  <c:v>3689.0</c:v>
                </c:pt>
                <c:pt idx="689">
                  <c:v>3690.0</c:v>
                </c:pt>
                <c:pt idx="690">
                  <c:v>3691.0</c:v>
                </c:pt>
                <c:pt idx="691">
                  <c:v>3692.0</c:v>
                </c:pt>
                <c:pt idx="692">
                  <c:v>3693.0</c:v>
                </c:pt>
                <c:pt idx="693">
                  <c:v>3694.0</c:v>
                </c:pt>
                <c:pt idx="694">
                  <c:v>3695.0</c:v>
                </c:pt>
                <c:pt idx="695">
                  <c:v>3696.0</c:v>
                </c:pt>
                <c:pt idx="696">
                  <c:v>3697.0</c:v>
                </c:pt>
                <c:pt idx="697">
                  <c:v>3698.0</c:v>
                </c:pt>
                <c:pt idx="698">
                  <c:v>3699.0</c:v>
                </c:pt>
                <c:pt idx="699">
                  <c:v>3700.0</c:v>
                </c:pt>
                <c:pt idx="700">
                  <c:v>3701.0</c:v>
                </c:pt>
                <c:pt idx="701">
                  <c:v>3702.0</c:v>
                </c:pt>
                <c:pt idx="702">
                  <c:v>3703.0</c:v>
                </c:pt>
                <c:pt idx="703">
                  <c:v>3704.0</c:v>
                </c:pt>
                <c:pt idx="704">
                  <c:v>3705.0</c:v>
                </c:pt>
                <c:pt idx="705">
                  <c:v>3706.0</c:v>
                </c:pt>
                <c:pt idx="706">
                  <c:v>3707.0</c:v>
                </c:pt>
                <c:pt idx="707">
                  <c:v>3708.0</c:v>
                </c:pt>
                <c:pt idx="708">
                  <c:v>3709.0</c:v>
                </c:pt>
                <c:pt idx="709">
                  <c:v>3710.0</c:v>
                </c:pt>
                <c:pt idx="710">
                  <c:v>3711.0</c:v>
                </c:pt>
                <c:pt idx="711">
                  <c:v>3712.0</c:v>
                </c:pt>
                <c:pt idx="712">
                  <c:v>3713.0</c:v>
                </c:pt>
                <c:pt idx="713">
                  <c:v>3714.0</c:v>
                </c:pt>
                <c:pt idx="714">
                  <c:v>3715.0</c:v>
                </c:pt>
                <c:pt idx="715">
                  <c:v>3716.0</c:v>
                </c:pt>
                <c:pt idx="716">
                  <c:v>3717.0</c:v>
                </c:pt>
                <c:pt idx="717">
                  <c:v>3718.0</c:v>
                </c:pt>
                <c:pt idx="718">
                  <c:v>3719.0</c:v>
                </c:pt>
                <c:pt idx="719">
                  <c:v>3720.0</c:v>
                </c:pt>
                <c:pt idx="720">
                  <c:v>3721.0</c:v>
                </c:pt>
                <c:pt idx="721">
                  <c:v>3722.0</c:v>
                </c:pt>
                <c:pt idx="722">
                  <c:v>3723.0</c:v>
                </c:pt>
                <c:pt idx="723">
                  <c:v>3724.0</c:v>
                </c:pt>
                <c:pt idx="724">
                  <c:v>3725.0</c:v>
                </c:pt>
                <c:pt idx="725">
                  <c:v>3726.0</c:v>
                </c:pt>
                <c:pt idx="726">
                  <c:v>3727.0</c:v>
                </c:pt>
                <c:pt idx="727">
                  <c:v>3728.0</c:v>
                </c:pt>
                <c:pt idx="728">
                  <c:v>3729.0</c:v>
                </c:pt>
                <c:pt idx="729">
                  <c:v>3730.0</c:v>
                </c:pt>
                <c:pt idx="730">
                  <c:v>3731.0</c:v>
                </c:pt>
                <c:pt idx="731">
                  <c:v>3732.0</c:v>
                </c:pt>
                <c:pt idx="732">
                  <c:v>3733.0</c:v>
                </c:pt>
                <c:pt idx="733">
                  <c:v>3734.0</c:v>
                </c:pt>
                <c:pt idx="734">
                  <c:v>3735.0</c:v>
                </c:pt>
                <c:pt idx="735">
                  <c:v>3736.0</c:v>
                </c:pt>
                <c:pt idx="736">
                  <c:v>3737.0</c:v>
                </c:pt>
                <c:pt idx="737">
                  <c:v>3738.0</c:v>
                </c:pt>
                <c:pt idx="738">
                  <c:v>3739.0</c:v>
                </c:pt>
                <c:pt idx="739">
                  <c:v>3740.0</c:v>
                </c:pt>
                <c:pt idx="740">
                  <c:v>3741.0</c:v>
                </c:pt>
                <c:pt idx="741">
                  <c:v>3742.0</c:v>
                </c:pt>
                <c:pt idx="742">
                  <c:v>3743.0</c:v>
                </c:pt>
                <c:pt idx="743">
                  <c:v>3744.0</c:v>
                </c:pt>
                <c:pt idx="744">
                  <c:v>3745.0</c:v>
                </c:pt>
                <c:pt idx="745">
                  <c:v>3746.0</c:v>
                </c:pt>
                <c:pt idx="746">
                  <c:v>3747.0</c:v>
                </c:pt>
                <c:pt idx="747">
                  <c:v>3748.0</c:v>
                </c:pt>
                <c:pt idx="748">
                  <c:v>3749.0</c:v>
                </c:pt>
                <c:pt idx="749">
                  <c:v>3750.0</c:v>
                </c:pt>
                <c:pt idx="750">
                  <c:v>3751.0</c:v>
                </c:pt>
                <c:pt idx="751">
                  <c:v>3752.0</c:v>
                </c:pt>
                <c:pt idx="752">
                  <c:v>3753.0</c:v>
                </c:pt>
                <c:pt idx="753">
                  <c:v>3754.0</c:v>
                </c:pt>
                <c:pt idx="754">
                  <c:v>3755.0</c:v>
                </c:pt>
                <c:pt idx="755">
                  <c:v>3756.0</c:v>
                </c:pt>
                <c:pt idx="756">
                  <c:v>3757.0</c:v>
                </c:pt>
                <c:pt idx="757">
                  <c:v>3758.0</c:v>
                </c:pt>
                <c:pt idx="758">
                  <c:v>3759.0</c:v>
                </c:pt>
                <c:pt idx="759">
                  <c:v>3760.0</c:v>
                </c:pt>
                <c:pt idx="760">
                  <c:v>3761.0</c:v>
                </c:pt>
                <c:pt idx="761">
                  <c:v>3762.0</c:v>
                </c:pt>
                <c:pt idx="762">
                  <c:v>3763.0</c:v>
                </c:pt>
                <c:pt idx="763">
                  <c:v>3764.0</c:v>
                </c:pt>
                <c:pt idx="764">
                  <c:v>3765.0</c:v>
                </c:pt>
                <c:pt idx="765">
                  <c:v>3766.0</c:v>
                </c:pt>
                <c:pt idx="766">
                  <c:v>3767.0</c:v>
                </c:pt>
                <c:pt idx="767">
                  <c:v>3768.0</c:v>
                </c:pt>
                <c:pt idx="768">
                  <c:v>3769.0</c:v>
                </c:pt>
                <c:pt idx="769">
                  <c:v>3770.0</c:v>
                </c:pt>
                <c:pt idx="770">
                  <c:v>3771.0</c:v>
                </c:pt>
                <c:pt idx="771">
                  <c:v>3772.0</c:v>
                </c:pt>
                <c:pt idx="772">
                  <c:v>3773.0</c:v>
                </c:pt>
                <c:pt idx="773">
                  <c:v>3774.0</c:v>
                </c:pt>
                <c:pt idx="774">
                  <c:v>3775.0</c:v>
                </c:pt>
                <c:pt idx="775">
                  <c:v>3776.0</c:v>
                </c:pt>
                <c:pt idx="776">
                  <c:v>3777.0</c:v>
                </c:pt>
                <c:pt idx="777">
                  <c:v>3778.0</c:v>
                </c:pt>
                <c:pt idx="778">
                  <c:v>3779.0</c:v>
                </c:pt>
                <c:pt idx="779">
                  <c:v>3780.0</c:v>
                </c:pt>
                <c:pt idx="780">
                  <c:v>3781.0</c:v>
                </c:pt>
                <c:pt idx="781">
                  <c:v>3782.0</c:v>
                </c:pt>
                <c:pt idx="782">
                  <c:v>3783.0</c:v>
                </c:pt>
                <c:pt idx="783">
                  <c:v>3784.0</c:v>
                </c:pt>
                <c:pt idx="784">
                  <c:v>3785.0</c:v>
                </c:pt>
                <c:pt idx="785">
                  <c:v>3786.0</c:v>
                </c:pt>
                <c:pt idx="786">
                  <c:v>3787.0</c:v>
                </c:pt>
                <c:pt idx="787">
                  <c:v>3788.0</c:v>
                </c:pt>
                <c:pt idx="788">
                  <c:v>3789.0</c:v>
                </c:pt>
                <c:pt idx="789">
                  <c:v>3790.0</c:v>
                </c:pt>
                <c:pt idx="790">
                  <c:v>3791.0</c:v>
                </c:pt>
                <c:pt idx="791">
                  <c:v>3792.0</c:v>
                </c:pt>
                <c:pt idx="792">
                  <c:v>3793.0</c:v>
                </c:pt>
                <c:pt idx="793">
                  <c:v>3794.0</c:v>
                </c:pt>
                <c:pt idx="794">
                  <c:v>3795.0</c:v>
                </c:pt>
              </c:numCache>
            </c:numRef>
          </c:xVal>
          <c:yVal>
            <c:numRef>
              <c:f>Sheet1!$B$1596:$B$2390</c:f>
              <c:numCache>
                <c:formatCode>General</c:formatCode>
                <c:ptCount val="795"/>
                <c:pt idx="0">
                  <c:v>9.9720388e-05</c:v>
                </c:pt>
                <c:pt idx="1">
                  <c:v>0.00039604478</c:v>
                </c:pt>
                <c:pt idx="2">
                  <c:v>0.00013014266</c:v>
                </c:pt>
                <c:pt idx="3">
                  <c:v>0.00020463288</c:v>
                </c:pt>
                <c:pt idx="4">
                  <c:v>0.00037341874</c:v>
                </c:pt>
                <c:pt idx="5">
                  <c:v>0.0024720427</c:v>
                </c:pt>
                <c:pt idx="6">
                  <c:v>0.0016116326</c:v>
                </c:pt>
                <c:pt idx="7">
                  <c:v>4.3975036e-05</c:v>
                </c:pt>
                <c:pt idx="8">
                  <c:v>0.0033370513</c:v>
                </c:pt>
                <c:pt idx="9">
                  <c:v>0.0002311883</c:v>
                </c:pt>
                <c:pt idx="10">
                  <c:v>0.00025968701</c:v>
                </c:pt>
                <c:pt idx="11">
                  <c:v>9.1799599e-05</c:v>
                </c:pt>
                <c:pt idx="12">
                  <c:v>0.0015251034</c:v>
                </c:pt>
                <c:pt idx="13">
                  <c:v>0.001775924</c:v>
                </c:pt>
                <c:pt idx="14">
                  <c:v>0.0014299148</c:v>
                </c:pt>
                <c:pt idx="15">
                  <c:v>2.3728097e-05</c:v>
                </c:pt>
                <c:pt idx="16">
                  <c:v>0.00064136627</c:v>
                </c:pt>
                <c:pt idx="17">
                  <c:v>0.00010108989</c:v>
                </c:pt>
                <c:pt idx="18">
                  <c:v>0.00031086271</c:v>
                </c:pt>
                <c:pt idx="19">
                  <c:v>0.0019839868</c:v>
                </c:pt>
                <c:pt idx="20">
                  <c:v>0.00049589382</c:v>
                </c:pt>
                <c:pt idx="21">
                  <c:v>1.6384465e-05</c:v>
                </c:pt>
                <c:pt idx="22">
                  <c:v>0.00041230967</c:v>
                </c:pt>
                <c:pt idx="23">
                  <c:v>0.00013998015</c:v>
                </c:pt>
                <c:pt idx="24">
                  <c:v>0.00083853017</c:v>
                </c:pt>
                <c:pt idx="25">
                  <c:v>1.6861207e-05</c:v>
                </c:pt>
                <c:pt idx="26">
                  <c:v>0.00015794587</c:v>
                </c:pt>
                <c:pt idx="27">
                  <c:v>3.200127e-05</c:v>
                </c:pt>
                <c:pt idx="28">
                  <c:v>0.00012798988</c:v>
                </c:pt>
                <c:pt idx="29">
                  <c:v>0.002264271</c:v>
                </c:pt>
                <c:pt idx="30">
                  <c:v>0.00056026202</c:v>
                </c:pt>
                <c:pt idx="31">
                  <c:v>0.00029692326</c:v>
                </c:pt>
                <c:pt idx="32">
                  <c:v>0.0011089518</c:v>
                </c:pt>
                <c:pt idx="33">
                  <c:v>2.2071145e-05</c:v>
                </c:pt>
                <c:pt idx="34">
                  <c:v>0.00010532349</c:v>
                </c:pt>
                <c:pt idx="35">
                  <c:v>0.00099488873</c:v>
                </c:pt>
                <c:pt idx="36">
                  <c:v>0.00012899983</c:v>
                </c:pt>
                <c:pt idx="37">
                  <c:v>0.00012356253</c:v>
                </c:pt>
                <c:pt idx="38">
                  <c:v>6.9566655e-05</c:v>
                </c:pt>
                <c:pt idx="39">
                  <c:v>0.0002647986</c:v>
                </c:pt>
                <c:pt idx="40">
                  <c:v>2.3278343e-05</c:v>
                </c:pt>
                <c:pt idx="41">
                  <c:v>2.6422678e-05</c:v>
                </c:pt>
                <c:pt idx="42">
                  <c:v>8.9729832e-05</c:v>
                </c:pt>
                <c:pt idx="43">
                  <c:v>1.3388049e-05</c:v>
                </c:pt>
                <c:pt idx="44">
                  <c:v>0.00042704097</c:v>
                </c:pt>
                <c:pt idx="45">
                  <c:v>9.6686722e-05</c:v>
                </c:pt>
                <c:pt idx="46">
                  <c:v>9.6735345e-05</c:v>
                </c:pt>
                <c:pt idx="47">
                  <c:v>4.303479e-05</c:v>
                </c:pt>
                <c:pt idx="48">
                  <c:v>9.7022785e-06</c:v>
                </c:pt>
                <c:pt idx="49">
                  <c:v>0.00062000973</c:v>
                </c:pt>
                <c:pt idx="50">
                  <c:v>1.7692568e-05</c:v>
                </c:pt>
                <c:pt idx="51">
                  <c:v>1.1772379e-05</c:v>
                </c:pt>
                <c:pt idx="52">
                  <c:v>8.2126415e-05</c:v>
                </c:pt>
                <c:pt idx="53">
                  <c:v>2.3502816e-05</c:v>
                </c:pt>
                <c:pt idx="54">
                  <c:v>0.00049144257</c:v>
                </c:pt>
                <c:pt idx="55">
                  <c:v>5.1773852e-05</c:v>
                </c:pt>
                <c:pt idx="56">
                  <c:v>4.5893108e-05</c:v>
                </c:pt>
                <c:pt idx="57">
                  <c:v>7.9000885e-05</c:v>
                </c:pt>
                <c:pt idx="58">
                  <c:v>6.1977686e-05</c:v>
                </c:pt>
                <c:pt idx="59">
                  <c:v>0.00036846065</c:v>
                </c:pt>
                <c:pt idx="60">
                  <c:v>0.00010427642</c:v>
                </c:pt>
                <c:pt idx="61">
                  <c:v>0.00010219348</c:v>
                </c:pt>
                <c:pt idx="62">
                  <c:v>0.00021100544</c:v>
                </c:pt>
                <c:pt idx="63">
                  <c:v>4.8970751e-05</c:v>
                </c:pt>
                <c:pt idx="64">
                  <c:v>3.2328814e-05</c:v>
                </c:pt>
                <c:pt idx="65">
                  <c:v>3.0536171e-05</c:v>
                </c:pt>
                <c:pt idx="66">
                  <c:v>0.0072272631</c:v>
                </c:pt>
                <c:pt idx="67">
                  <c:v>0.00020364254</c:v>
                </c:pt>
                <c:pt idx="68">
                  <c:v>5.9564907e-05</c:v>
                </c:pt>
                <c:pt idx="69">
                  <c:v>4.7444746e-05</c:v>
                </c:pt>
                <c:pt idx="70">
                  <c:v>4.5332866e-05</c:v>
                </c:pt>
                <c:pt idx="71">
                  <c:v>0.0053129399</c:v>
                </c:pt>
                <c:pt idx="72">
                  <c:v>9.4072778e-05</c:v>
                </c:pt>
                <c:pt idx="73">
                  <c:v>3.9113089e-05</c:v>
                </c:pt>
                <c:pt idx="74">
                  <c:v>3.0211099e-05</c:v>
                </c:pt>
                <c:pt idx="75">
                  <c:v>2.8175883e-05</c:v>
                </c:pt>
                <c:pt idx="76">
                  <c:v>0.0054594817</c:v>
                </c:pt>
                <c:pt idx="77">
                  <c:v>0.00013803975</c:v>
                </c:pt>
                <c:pt idx="78">
                  <c:v>7.8427774e-05</c:v>
                </c:pt>
                <c:pt idx="79">
                  <c:v>7.1397007e-05</c:v>
                </c:pt>
                <c:pt idx="80">
                  <c:v>7.3059666e-05</c:v>
                </c:pt>
                <c:pt idx="81">
                  <c:v>0.0053675295</c:v>
                </c:pt>
                <c:pt idx="82">
                  <c:v>0.000169474</c:v>
                </c:pt>
                <c:pt idx="83">
                  <c:v>6.2906687e-05</c:v>
                </c:pt>
                <c:pt idx="84">
                  <c:v>5.7423207e-05</c:v>
                </c:pt>
                <c:pt idx="85">
                  <c:v>5.996746e-05</c:v>
                </c:pt>
                <c:pt idx="86">
                  <c:v>0.0053856618</c:v>
                </c:pt>
                <c:pt idx="87">
                  <c:v>0.00015683725</c:v>
                </c:pt>
                <c:pt idx="88">
                  <c:v>9.4428468e-05</c:v>
                </c:pt>
                <c:pt idx="89">
                  <c:v>8.0414533e-05</c:v>
                </c:pt>
                <c:pt idx="90">
                  <c:v>7.9081096e-05</c:v>
                </c:pt>
                <c:pt idx="91">
                  <c:v>0.005119573</c:v>
                </c:pt>
                <c:pt idx="92">
                  <c:v>0.00012498189</c:v>
                </c:pt>
                <c:pt idx="93">
                  <c:v>5.3178348e-05</c:v>
                </c:pt>
                <c:pt idx="94">
                  <c:v>4.3890281e-05</c:v>
                </c:pt>
                <c:pt idx="95">
                  <c:v>4.6965641e-05</c:v>
                </c:pt>
                <c:pt idx="96">
                  <c:v>0.0053798986</c:v>
                </c:pt>
                <c:pt idx="97">
                  <c:v>0.00011986291</c:v>
                </c:pt>
                <c:pt idx="98">
                  <c:v>5.2763507e-05</c:v>
                </c:pt>
                <c:pt idx="99">
                  <c:v>5.5799478e-05</c:v>
                </c:pt>
                <c:pt idx="100">
                  <c:v>5.6092287e-05</c:v>
                </c:pt>
                <c:pt idx="101">
                  <c:v>0.0050065991</c:v>
                </c:pt>
                <c:pt idx="102">
                  <c:v>0.00017607541</c:v>
                </c:pt>
                <c:pt idx="103">
                  <c:v>6.9720381e-05</c:v>
                </c:pt>
                <c:pt idx="104">
                  <c:v>5.9523439e-05</c:v>
                </c:pt>
                <c:pt idx="105">
                  <c:v>5.8116604e-05</c:v>
                </c:pt>
                <c:pt idx="106">
                  <c:v>0.0058357486</c:v>
                </c:pt>
                <c:pt idx="107">
                  <c:v>0.00018861826</c:v>
                </c:pt>
                <c:pt idx="108">
                  <c:v>5.1529285e-05</c:v>
                </c:pt>
                <c:pt idx="109">
                  <c:v>2.5782894e-05</c:v>
                </c:pt>
                <c:pt idx="110">
                  <c:v>2.2474848e-05</c:v>
                </c:pt>
                <c:pt idx="111">
                  <c:v>0.0054232639</c:v>
                </c:pt>
                <c:pt idx="112">
                  <c:v>0.00010078044</c:v>
                </c:pt>
                <c:pt idx="113">
                  <c:v>3.5012245e-05</c:v>
                </c:pt>
                <c:pt idx="114">
                  <c:v>2.9167842e-05</c:v>
                </c:pt>
                <c:pt idx="115">
                  <c:v>2.8348796e-05</c:v>
                </c:pt>
                <c:pt idx="116">
                  <c:v>0.0048999512</c:v>
                </c:pt>
                <c:pt idx="117">
                  <c:v>8.8582314e-05</c:v>
                </c:pt>
                <c:pt idx="118">
                  <c:v>4.241116e-05</c:v>
                </c:pt>
                <c:pt idx="119">
                  <c:v>3.475268e-05</c:v>
                </c:pt>
                <c:pt idx="120">
                  <c:v>3.3898598e-05</c:v>
                </c:pt>
                <c:pt idx="121">
                  <c:v>0.0052956946</c:v>
                </c:pt>
                <c:pt idx="122">
                  <c:v>0.0057507799</c:v>
                </c:pt>
                <c:pt idx="123">
                  <c:v>0.00083342444</c:v>
                </c:pt>
                <c:pt idx="124">
                  <c:v>0.0007294759</c:v>
                </c:pt>
                <c:pt idx="125">
                  <c:v>0.00072893931</c:v>
                </c:pt>
                <c:pt idx="126">
                  <c:v>0.00072802444</c:v>
                </c:pt>
                <c:pt idx="127">
                  <c:v>0.00072909778</c:v>
                </c:pt>
                <c:pt idx="128">
                  <c:v>0.13644145</c:v>
                </c:pt>
                <c:pt idx="129">
                  <c:v>0.030738014</c:v>
                </c:pt>
                <c:pt idx="130">
                  <c:v>0.0065812066</c:v>
                </c:pt>
                <c:pt idx="131">
                  <c:v>0.00160241</c:v>
                </c:pt>
                <c:pt idx="132">
                  <c:v>0.0004511143</c:v>
                </c:pt>
                <c:pt idx="133">
                  <c:v>0.00023354215</c:v>
                </c:pt>
                <c:pt idx="134">
                  <c:v>0.00019232412</c:v>
                </c:pt>
                <c:pt idx="135">
                  <c:v>0.00016586553</c:v>
                </c:pt>
                <c:pt idx="136">
                  <c:v>0.00016956939</c:v>
                </c:pt>
                <c:pt idx="137">
                  <c:v>0.00016356984</c:v>
                </c:pt>
                <c:pt idx="138">
                  <c:v>0.01386591</c:v>
                </c:pt>
                <c:pt idx="139">
                  <c:v>0.0016089057</c:v>
                </c:pt>
                <c:pt idx="140">
                  <c:v>0.00047859677</c:v>
                </c:pt>
                <c:pt idx="141">
                  <c:v>0.00019964206</c:v>
                </c:pt>
                <c:pt idx="142">
                  <c:v>0.00011516276</c:v>
                </c:pt>
                <c:pt idx="143">
                  <c:v>7.9714225e-05</c:v>
                </c:pt>
                <c:pt idx="144">
                  <c:v>7.3817995e-05</c:v>
                </c:pt>
                <c:pt idx="145">
                  <c:v>6.8710293e-05</c:v>
                </c:pt>
                <c:pt idx="146">
                  <c:v>6.8248734e-05</c:v>
                </c:pt>
                <c:pt idx="147">
                  <c:v>6.8289952e-05</c:v>
                </c:pt>
                <c:pt idx="148">
                  <c:v>0.013376416</c:v>
                </c:pt>
                <c:pt idx="149">
                  <c:v>0.001764697</c:v>
                </c:pt>
                <c:pt idx="150">
                  <c:v>0.0012460316</c:v>
                </c:pt>
                <c:pt idx="151">
                  <c:v>0.00087599254</c:v>
                </c:pt>
                <c:pt idx="152">
                  <c:v>0.00081607478</c:v>
                </c:pt>
                <c:pt idx="153">
                  <c:v>0.00080122866</c:v>
                </c:pt>
                <c:pt idx="154">
                  <c:v>0.00079752151</c:v>
                </c:pt>
                <c:pt idx="155">
                  <c:v>0.00079770765</c:v>
                </c:pt>
                <c:pt idx="156">
                  <c:v>0.00079866485</c:v>
                </c:pt>
                <c:pt idx="157">
                  <c:v>0.00079959116</c:v>
                </c:pt>
                <c:pt idx="158">
                  <c:v>0.013029455</c:v>
                </c:pt>
                <c:pt idx="159">
                  <c:v>0.0022270385</c:v>
                </c:pt>
                <c:pt idx="160">
                  <c:v>0.00052637641</c:v>
                </c:pt>
                <c:pt idx="161">
                  <c:v>0.00032178125</c:v>
                </c:pt>
                <c:pt idx="162">
                  <c:v>0.00016845795</c:v>
                </c:pt>
                <c:pt idx="163">
                  <c:v>9.8809278e-05</c:v>
                </c:pt>
                <c:pt idx="164">
                  <c:v>8.6607544e-05</c:v>
                </c:pt>
                <c:pt idx="165">
                  <c:v>7.77091e-05</c:v>
                </c:pt>
                <c:pt idx="166">
                  <c:v>8.4545357e-05</c:v>
                </c:pt>
                <c:pt idx="167">
                  <c:v>7.7584567e-05</c:v>
                </c:pt>
                <c:pt idx="168">
                  <c:v>0.0092601352</c:v>
                </c:pt>
                <c:pt idx="169">
                  <c:v>0.00089658704</c:v>
                </c:pt>
                <c:pt idx="170">
                  <c:v>0.0005685153</c:v>
                </c:pt>
                <c:pt idx="171">
                  <c:v>0.00026010073</c:v>
                </c:pt>
                <c:pt idx="172">
                  <c:v>0.00011061525</c:v>
                </c:pt>
                <c:pt idx="173">
                  <c:v>0.00011361816</c:v>
                </c:pt>
                <c:pt idx="174">
                  <c:v>0.00013019823</c:v>
                </c:pt>
                <c:pt idx="175">
                  <c:v>0.00017367527</c:v>
                </c:pt>
                <c:pt idx="176">
                  <c:v>0.00017611153</c:v>
                </c:pt>
                <c:pt idx="177">
                  <c:v>0.00017065688</c:v>
                </c:pt>
                <c:pt idx="178">
                  <c:v>0.01110964</c:v>
                </c:pt>
                <c:pt idx="179">
                  <c:v>0.0009770495</c:v>
                </c:pt>
                <c:pt idx="180">
                  <c:v>0.00045826481</c:v>
                </c:pt>
                <c:pt idx="181">
                  <c:v>0.00037299167</c:v>
                </c:pt>
                <c:pt idx="182">
                  <c:v>0.0002771908</c:v>
                </c:pt>
                <c:pt idx="183">
                  <c:v>0.00026953813</c:v>
                </c:pt>
                <c:pt idx="184">
                  <c:v>0.00027349016</c:v>
                </c:pt>
                <c:pt idx="185">
                  <c:v>0.00027714802</c:v>
                </c:pt>
                <c:pt idx="186">
                  <c:v>0.00027890807</c:v>
                </c:pt>
                <c:pt idx="187">
                  <c:v>0.00027956466</c:v>
                </c:pt>
                <c:pt idx="188">
                  <c:v>0.01054386</c:v>
                </c:pt>
                <c:pt idx="189">
                  <c:v>0.00080214356</c:v>
                </c:pt>
                <c:pt idx="190">
                  <c:v>0.00030553581</c:v>
                </c:pt>
                <c:pt idx="191">
                  <c:v>0.00014841073</c:v>
                </c:pt>
                <c:pt idx="192">
                  <c:v>7.0704441e-05</c:v>
                </c:pt>
                <c:pt idx="193">
                  <c:v>4.2629174e-05</c:v>
                </c:pt>
                <c:pt idx="194">
                  <c:v>3.0133591e-05</c:v>
                </c:pt>
                <c:pt idx="195">
                  <c:v>2.4632622e-05</c:v>
                </c:pt>
                <c:pt idx="196">
                  <c:v>2.2188968e-05</c:v>
                </c:pt>
                <c:pt idx="197">
                  <c:v>2.0951737e-05</c:v>
                </c:pt>
                <c:pt idx="198">
                  <c:v>0.012201624</c:v>
                </c:pt>
                <c:pt idx="199">
                  <c:v>0.0012481992</c:v>
                </c:pt>
                <c:pt idx="200">
                  <c:v>0.00057330448</c:v>
                </c:pt>
                <c:pt idx="201">
                  <c:v>0.0002016283</c:v>
                </c:pt>
                <c:pt idx="202">
                  <c:v>0.0001043293</c:v>
                </c:pt>
                <c:pt idx="203">
                  <c:v>5.2733662e-05</c:v>
                </c:pt>
                <c:pt idx="204">
                  <c:v>3.941711e-05</c:v>
                </c:pt>
                <c:pt idx="205">
                  <c:v>3.5258271e-05</c:v>
                </c:pt>
                <c:pt idx="206">
                  <c:v>3.3546388e-05</c:v>
                </c:pt>
                <c:pt idx="207">
                  <c:v>3.2633905e-05</c:v>
                </c:pt>
                <c:pt idx="208">
                  <c:v>0.012775494</c:v>
                </c:pt>
                <c:pt idx="209">
                  <c:v>0.0010449788</c:v>
                </c:pt>
                <c:pt idx="210">
                  <c:v>0.00033653036</c:v>
                </c:pt>
                <c:pt idx="211">
                  <c:v>0.00010512588</c:v>
                </c:pt>
                <c:pt idx="212">
                  <c:v>3.683977e-05</c:v>
                </c:pt>
                <c:pt idx="213">
                  <c:v>1.9106999e-05</c:v>
                </c:pt>
                <c:pt idx="214">
                  <c:v>1.306316e-05</c:v>
                </c:pt>
                <c:pt idx="215">
                  <c:v>1.1148322e-05</c:v>
                </c:pt>
                <c:pt idx="216">
                  <c:v>1.0415975e-05</c:v>
                </c:pt>
                <c:pt idx="217">
                  <c:v>1.010456e-05</c:v>
                </c:pt>
                <c:pt idx="218">
                  <c:v>0.012487816</c:v>
                </c:pt>
                <c:pt idx="219">
                  <c:v>0.0016241828</c:v>
                </c:pt>
                <c:pt idx="220">
                  <c:v>0.00045803152</c:v>
                </c:pt>
                <c:pt idx="221">
                  <c:v>0.00023079828</c:v>
                </c:pt>
                <c:pt idx="222">
                  <c:v>0.00014672954</c:v>
                </c:pt>
                <c:pt idx="223">
                  <c:v>9.4437529e-05</c:v>
                </c:pt>
                <c:pt idx="224">
                  <c:v>7.19717e-05</c:v>
                </c:pt>
                <c:pt idx="225">
                  <c:v>6.2697198e-05</c:v>
                </c:pt>
                <c:pt idx="226">
                  <c:v>5.8725056e-05</c:v>
                </c:pt>
                <c:pt idx="227">
                  <c:v>5.6859313e-05</c:v>
                </c:pt>
                <c:pt idx="228">
                  <c:v>0.0093132653</c:v>
                </c:pt>
                <c:pt idx="229">
                  <c:v>0.00071222262</c:v>
                </c:pt>
                <c:pt idx="230">
                  <c:v>0.00031387297</c:v>
                </c:pt>
                <c:pt idx="231">
                  <c:v>0.00019012276</c:v>
                </c:pt>
                <c:pt idx="232">
                  <c:v>0.00015896453</c:v>
                </c:pt>
                <c:pt idx="233">
                  <c:v>0.00015174428</c:v>
                </c:pt>
                <c:pt idx="234">
                  <c:v>0.00014855039</c:v>
                </c:pt>
                <c:pt idx="235">
                  <c:v>0.00014696291</c:v>
                </c:pt>
                <c:pt idx="236">
                  <c:v>0.00014595471</c:v>
                </c:pt>
                <c:pt idx="237">
                  <c:v>0.00014526602</c:v>
                </c:pt>
                <c:pt idx="238">
                  <c:v>0.010631332</c:v>
                </c:pt>
                <c:pt idx="239">
                  <c:v>0.00067989916</c:v>
                </c:pt>
                <c:pt idx="240">
                  <c:v>0.00035126831</c:v>
                </c:pt>
                <c:pt idx="241">
                  <c:v>0.00014802566</c:v>
                </c:pt>
                <c:pt idx="242">
                  <c:v>7.2314782e-05</c:v>
                </c:pt>
                <c:pt idx="243">
                  <c:v>5.5207568e-05</c:v>
                </c:pt>
                <c:pt idx="244">
                  <c:v>4.918247e-05</c:v>
                </c:pt>
                <c:pt idx="245">
                  <c:v>4.6855763e-05</c:v>
                </c:pt>
                <c:pt idx="246">
                  <c:v>4.5898042e-05</c:v>
                </c:pt>
                <c:pt idx="247">
                  <c:v>4.5389987e-05</c:v>
                </c:pt>
                <c:pt idx="248">
                  <c:v>0.011299663</c:v>
                </c:pt>
                <c:pt idx="249">
                  <c:v>0.00056783743</c:v>
                </c:pt>
                <c:pt idx="250">
                  <c:v>0.00033164581</c:v>
                </c:pt>
                <c:pt idx="251">
                  <c:v>0.00021077059</c:v>
                </c:pt>
                <c:pt idx="252">
                  <c:v>0.00014149299</c:v>
                </c:pt>
                <c:pt idx="253">
                  <c:v>0.00010137841</c:v>
                </c:pt>
                <c:pt idx="254">
                  <c:v>8.0115488e-05</c:v>
                </c:pt>
                <c:pt idx="255">
                  <c:v>6.6075768e-05</c:v>
                </c:pt>
                <c:pt idx="256">
                  <c:v>5.8347471e-05</c:v>
                </c:pt>
                <c:pt idx="257">
                  <c:v>5.3354001e-05</c:v>
                </c:pt>
                <c:pt idx="258">
                  <c:v>5.071682e-05</c:v>
                </c:pt>
                <c:pt idx="259">
                  <c:v>4.9074532e-05</c:v>
                </c:pt>
                <c:pt idx="260">
                  <c:v>4.8209376e-05</c:v>
                </c:pt>
                <c:pt idx="261">
                  <c:v>4.7604347e-05</c:v>
                </c:pt>
                <c:pt idx="262">
                  <c:v>4.7239457e-05</c:v>
                </c:pt>
                <c:pt idx="263">
                  <c:v>4.6981291e-05</c:v>
                </c:pt>
                <c:pt idx="264">
                  <c:v>4.6838056e-05</c:v>
                </c:pt>
                <c:pt idx="265">
                  <c:v>4.6753866e-05</c:v>
                </c:pt>
                <c:pt idx="266">
                  <c:v>4.672347e-05</c:v>
                </c:pt>
                <c:pt idx="267">
                  <c:v>0.011641981</c:v>
                </c:pt>
                <c:pt idx="268">
                  <c:v>0.0018706047</c:v>
                </c:pt>
                <c:pt idx="269">
                  <c:v>0.0005186808</c:v>
                </c:pt>
                <c:pt idx="270">
                  <c:v>0.00026866707</c:v>
                </c:pt>
                <c:pt idx="271">
                  <c:v>0.00016589046</c:v>
                </c:pt>
                <c:pt idx="272">
                  <c:v>0.0001540361</c:v>
                </c:pt>
                <c:pt idx="273">
                  <c:v>0.00010376238</c:v>
                </c:pt>
                <c:pt idx="274">
                  <c:v>9.7078013e-05</c:v>
                </c:pt>
                <c:pt idx="275">
                  <c:v>5.7251685e-05</c:v>
                </c:pt>
                <c:pt idx="276">
                  <c:v>8.8159537e-05</c:v>
                </c:pt>
                <c:pt idx="277">
                  <c:v>2.7742052e-05</c:v>
                </c:pt>
                <c:pt idx="278">
                  <c:v>3.0924746e-05</c:v>
                </c:pt>
                <c:pt idx="279">
                  <c:v>4.6850571e-05</c:v>
                </c:pt>
                <c:pt idx="280">
                  <c:v>6.6897706e-05</c:v>
                </c:pt>
                <c:pt idx="281">
                  <c:v>3.5959543e-05</c:v>
                </c:pt>
                <c:pt idx="282">
                  <c:v>6.0595767e-05</c:v>
                </c:pt>
                <c:pt idx="283">
                  <c:v>5.7148881e-05</c:v>
                </c:pt>
                <c:pt idx="284">
                  <c:v>6.2048711e-05</c:v>
                </c:pt>
                <c:pt idx="285">
                  <c:v>5.3956052e-05</c:v>
                </c:pt>
                <c:pt idx="286">
                  <c:v>6.7983561e-05</c:v>
                </c:pt>
                <c:pt idx="287">
                  <c:v>0.011775931</c:v>
                </c:pt>
                <c:pt idx="288">
                  <c:v>0.003790042</c:v>
                </c:pt>
                <c:pt idx="289">
                  <c:v>0.0013783828</c:v>
                </c:pt>
                <c:pt idx="290">
                  <c:v>0.0008348259</c:v>
                </c:pt>
                <c:pt idx="291">
                  <c:v>0.00049435746</c:v>
                </c:pt>
                <c:pt idx="292">
                  <c:v>0.00029577964</c:v>
                </c:pt>
                <c:pt idx="293">
                  <c:v>0.0001865979</c:v>
                </c:pt>
                <c:pt idx="294">
                  <c:v>0.0001166323</c:v>
                </c:pt>
                <c:pt idx="295">
                  <c:v>8.1171845e-05</c:v>
                </c:pt>
                <c:pt idx="296">
                  <c:v>3.5841126e-05</c:v>
                </c:pt>
                <c:pt idx="297">
                  <c:v>4.2099741e-05</c:v>
                </c:pt>
                <c:pt idx="298">
                  <c:v>3.5419126e-05</c:v>
                </c:pt>
                <c:pt idx="299">
                  <c:v>3.8579726e-05</c:v>
                </c:pt>
                <c:pt idx="300">
                  <c:v>3.2548435e-05</c:v>
                </c:pt>
                <c:pt idx="301">
                  <c:v>3.5896548e-05</c:v>
                </c:pt>
                <c:pt idx="302">
                  <c:v>3.1220228e-05</c:v>
                </c:pt>
                <c:pt idx="303">
                  <c:v>3.5843788e-05</c:v>
                </c:pt>
                <c:pt idx="304">
                  <c:v>2.7012261e-05</c:v>
                </c:pt>
                <c:pt idx="305">
                  <c:v>3.2121327e-05</c:v>
                </c:pt>
                <c:pt idx="306">
                  <c:v>2.6792609e-05</c:v>
                </c:pt>
                <c:pt idx="307">
                  <c:v>0.010433186</c:v>
                </c:pt>
                <c:pt idx="308">
                  <c:v>0.0021634151</c:v>
                </c:pt>
                <c:pt idx="309">
                  <c:v>0.00087972457</c:v>
                </c:pt>
                <c:pt idx="310">
                  <c:v>0.00043993385</c:v>
                </c:pt>
                <c:pt idx="311">
                  <c:v>0.00025092831</c:v>
                </c:pt>
                <c:pt idx="312">
                  <c:v>0.00016212046</c:v>
                </c:pt>
                <c:pt idx="313">
                  <c:v>0.00010492221</c:v>
                </c:pt>
                <c:pt idx="314">
                  <c:v>6.9163146e-05</c:v>
                </c:pt>
                <c:pt idx="315">
                  <c:v>5.0729364e-05</c:v>
                </c:pt>
                <c:pt idx="316">
                  <c:v>4.4715962e-05</c:v>
                </c:pt>
                <c:pt idx="317">
                  <c:v>2.5938236e-05</c:v>
                </c:pt>
                <c:pt idx="318">
                  <c:v>2.3938537e-05</c:v>
                </c:pt>
                <c:pt idx="319">
                  <c:v>1.8949761e-05</c:v>
                </c:pt>
                <c:pt idx="320">
                  <c:v>2.244477e-05</c:v>
                </c:pt>
                <c:pt idx="321">
                  <c:v>1.5561958e-05</c:v>
                </c:pt>
                <c:pt idx="322">
                  <c:v>2.590058e-05</c:v>
                </c:pt>
                <c:pt idx="323">
                  <c:v>1.6313928e-05</c:v>
                </c:pt>
                <c:pt idx="324">
                  <c:v>7.5568356e-06</c:v>
                </c:pt>
                <c:pt idx="325">
                  <c:v>1.0760166e-05</c:v>
                </c:pt>
                <c:pt idx="326">
                  <c:v>2.4263481e-05</c:v>
                </c:pt>
                <c:pt idx="327">
                  <c:v>0.010934156</c:v>
                </c:pt>
                <c:pt idx="328">
                  <c:v>0.0016875572</c:v>
                </c:pt>
                <c:pt idx="329">
                  <c:v>0.00058082025</c:v>
                </c:pt>
                <c:pt idx="330">
                  <c:v>0.00029018233</c:v>
                </c:pt>
                <c:pt idx="331">
                  <c:v>0.00016836431</c:v>
                </c:pt>
                <c:pt idx="332">
                  <c:v>0.00010559797</c:v>
                </c:pt>
                <c:pt idx="333">
                  <c:v>7.8397539e-05</c:v>
                </c:pt>
                <c:pt idx="334">
                  <c:v>6.6234578e-05</c:v>
                </c:pt>
                <c:pt idx="335">
                  <c:v>3.9069022e-05</c:v>
                </c:pt>
                <c:pt idx="336">
                  <c:v>3.7016215e-05</c:v>
                </c:pt>
                <c:pt idx="337">
                  <c:v>2.5701337e-05</c:v>
                </c:pt>
                <c:pt idx="338">
                  <c:v>1.961894e-05</c:v>
                </c:pt>
                <c:pt idx="339">
                  <c:v>2.2182107e-05</c:v>
                </c:pt>
                <c:pt idx="340">
                  <c:v>1.5837969e-05</c:v>
                </c:pt>
                <c:pt idx="341">
                  <c:v>2.1931107e-05</c:v>
                </c:pt>
                <c:pt idx="342">
                  <c:v>1.3769816e-05</c:v>
                </c:pt>
                <c:pt idx="343">
                  <c:v>1.8275665e-05</c:v>
                </c:pt>
                <c:pt idx="344">
                  <c:v>1.6147506e-05</c:v>
                </c:pt>
                <c:pt idx="345">
                  <c:v>1.76264e-05</c:v>
                </c:pt>
                <c:pt idx="346">
                  <c:v>1.5469395e-05</c:v>
                </c:pt>
                <c:pt idx="347">
                  <c:v>0.011777454</c:v>
                </c:pt>
                <c:pt idx="348">
                  <c:v>0.0020143566</c:v>
                </c:pt>
                <c:pt idx="349">
                  <c:v>0.00064192373</c:v>
                </c:pt>
                <c:pt idx="350">
                  <c:v>0.00033657154</c:v>
                </c:pt>
                <c:pt idx="351">
                  <c:v>0.00024763502</c:v>
                </c:pt>
                <c:pt idx="352">
                  <c:v>0.00017530113</c:v>
                </c:pt>
                <c:pt idx="353">
                  <c:v>0.00015923816</c:v>
                </c:pt>
                <c:pt idx="354">
                  <c:v>0.00014536911</c:v>
                </c:pt>
                <c:pt idx="355">
                  <c:v>0.00013662853</c:v>
                </c:pt>
                <c:pt idx="356">
                  <c:v>0.00013394386</c:v>
                </c:pt>
                <c:pt idx="357">
                  <c:v>0.00013402025</c:v>
                </c:pt>
                <c:pt idx="358">
                  <c:v>0.00013068565</c:v>
                </c:pt>
                <c:pt idx="359">
                  <c:v>0.00013500596</c:v>
                </c:pt>
                <c:pt idx="360">
                  <c:v>0.00013309132</c:v>
                </c:pt>
                <c:pt idx="361">
                  <c:v>0.00013613905</c:v>
                </c:pt>
                <c:pt idx="362">
                  <c:v>0.00013460272</c:v>
                </c:pt>
                <c:pt idx="363">
                  <c:v>0.00013667655</c:v>
                </c:pt>
                <c:pt idx="364">
                  <c:v>0.00013552876</c:v>
                </c:pt>
                <c:pt idx="365">
                  <c:v>0.00013689197</c:v>
                </c:pt>
                <c:pt idx="366">
                  <c:v>0.00013559979</c:v>
                </c:pt>
                <c:pt idx="367">
                  <c:v>0.011971834</c:v>
                </c:pt>
                <c:pt idx="368">
                  <c:v>0.0023071729</c:v>
                </c:pt>
                <c:pt idx="369">
                  <c:v>0.001107635</c:v>
                </c:pt>
                <c:pt idx="370">
                  <c:v>0.00074710364</c:v>
                </c:pt>
                <c:pt idx="371">
                  <c:v>0.0004635291</c:v>
                </c:pt>
                <c:pt idx="372">
                  <c:v>0.00030794998</c:v>
                </c:pt>
                <c:pt idx="373">
                  <c:v>0.00020642368</c:v>
                </c:pt>
                <c:pt idx="374">
                  <c:v>0.00015023818</c:v>
                </c:pt>
                <c:pt idx="375">
                  <c:v>9.8319545e-05</c:v>
                </c:pt>
                <c:pt idx="376">
                  <c:v>8.7279925e-05</c:v>
                </c:pt>
                <c:pt idx="377">
                  <c:v>7.89908e-05</c:v>
                </c:pt>
                <c:pt idx="378">
                  <c:v>7.5162853e-05</c:v>
                </c:pt>
                <c:pt idx="379">
                  <c:v>7.2814958e-05</c:v>
                </c:pt>
                <c:pt idx="380">
                  <c:v>7.146643e-05</c:v>
                </c:pt>
                <c:pt idx="381">
                  <c:v>7.0785523e-05</c:v>
                </c:pt>
                <c:pt idx="382">
                  <c:v>7.0570531e-05</c:v>
                </c:pt>
                <c:pt idx="383">
                  <c:v>7.0683484e-05</c:v>
                </c:pt>
                <c:pt idx="384">
                  <c:v>7.0863746e-05</c:v>
                </c:pt>
                <c:pt idx="385">
                  <c:v>7.1097443e-05</c:v>
                </c:pt>
                <c:pt idx="386">
                  <c:v>7.1335479e-05</c:v>
                </c:pt>
                <c:pt idx="387">
                  <c:v>0.010494383</c:v>
                </c:pt>
                <c:pt idx="388">
                  <c:v>0.0016408512</c:v>
                </c:pt>
                <c:pt idx="389">
                  <c:v>0.00062993343</c:v>
                </c:pt>
                <c:pt idx="390">
                  <c:v>0.00039793655</c:v>
                </c:pt>
                <c:pt idx="391">
                  <c:v>0.00028933856</c:v>
                </c:pt>
                <c:pt idx="392">
                  <c:v>0.00025320595</c:v>
                </c:pt>
                <c:pt idx="393">
                  <c:v>0.00017229333</c:v>
                </c:pt>
                <c:pt idx="394">
                  <c:v>0.00013187177</c:v>
                </c:pt>
                <c:pt idx="395">
                  <c:v>9.7304956e-05</c:v>
                </c:pt>
                <c:pt idx="396">
                  <c:v>0.00010297702</c:v>
                </c:pt>
                <c:pt idx="397">
                  <c:v>7.9112809e-05</c:v>
                </c:pt>
                <c:pt idx="398">
                  <c:v>7.5069768e-05</c:v>
                </c:pt>
                <c:pt idx="399">
                  <c:v>7.4135232e-05</c:v>
                </c:pt>
                <c:pt idx="400">
                  <c:v>7.3088516e-05</c:v>
                </c:pt>
                <c:pt idx="401">
                  <c:v>7.3056324e-05</c:v>
                </c:pt>
                <c:pt idx="402">
                  <c:v>7.2642278e-05</c:v>
                </c:pt>
                <c:pt idx="403">
                  <c:v>7.2905452e-05</c:v>
                </c:pt>
                <c:pt idx="404">
                  <c:v>7.2832139e-05</c:v>
                </c:pt>
                <c:pt idx="405">
                  <c:v>7.3261137e-05</c:v>
                </c:pt>
                <c:pt idx="406">
                  <c:v>7.3428623e-05</c:v>
                </c:pt>
                <c:pt idx="407">
                  <c:v>0.011017359</c:v>
                </c:pt>
                <c:pt idx="408">
                  <c:v>0.0016843411</c:v>
                </c:pt>
                <c:pt idx="409">
                  <c:v>0.0005422375</c:v>
                </c:pt>
                <c:pt idx="410">
                  <c:v>0.0002981853</c:v>
                </c:pt>
                <c:pt idx="411">
                  <c:v>0.00017730737</c:v>
                </c:pt>
                <c:pt idx="412">
                  <c:v>0.00012171575</c:v>
                </c:pt>
                <c:pt idx="413">
                  <c:v>9.7234774e-05</c:v>
                </c:pt>
                <c:pt idx="414">
                  <c:v>8.8278444e-05</c:v>
                </c:pt>
                <c:pt idx="415">
                  <c:v>8.7143945e-05</c:v>
                </c:pt>
                <c:pt idx="416">
                  <c:v>9.1246762e-05</c:v>
                </c:pt>
                <c:pt idx="417">
                  <c:v>9.5835579e-05</c:v>
                </c:pt>
                <c:pt idx="418">
                  <c:v>9.7934227e-05</c:v>
                </c:pt>
                <c:pt idx="419">
                  <c:v>9.8543755e-05</c:v>
                </c:pt>
                <c:pt idx="420">
                  <c:v>9.7796445e-05</c:v>
                </c:pt>
                <c:pt idx="421">
                  <c:v>9.6577649e-05</c:v>
                </c:pt>
                <c:pt idx="422">
                  <c:v>9.5928374e-05</c:v>
                </c:pt>
                <c:pt idx="423">
                  <c:v>9.7465514e-05</c:v>
                </c:pt>
                <c:pt idx="424">
                  <c:v>9.9711552e-05</c:v>
                </c:pt>
                <c:pt idx="425">
                  <c:v>0.0001011998</c:v>
                </c:pt>
                <c:pt idx="426">
                  <c:v>0.00010175117</c:v>
                </c:pt>
                <c:pt idx="427">
                  <c:v>0.011717233</c:v>
                </c:pt>
                <c:pt idx="428">
                  <c:v>0.002043818</c:v>
                </c:pt>
                <c:pt idx="429">
                  <c:v>0.00071172999</c:v>
                </c:pt>
                <c:pt idx="430">
                  <c:v>0.00041041792</c:v>
                </c:pt>
                <c:pt idx="431">
                  <c:v>0.00027307204</c:v>
                </c:pt>
                <c:pt idx="432">
                  <c:v>0.00019712432</c:v>
                </c:pt>
                <c:pt idx="433">
                  <c:v>0.00014939242</c:v>
                </c:pt>
                <c:pt idx="434">
                  <c:v>0.00011930292</c:v>
                </c:pt>
                <c:pt idx="435">
                  <c:v>0.00010047181</c:v>
                </c:pt>
                <c:pt idx="436">
                  <c:v>8.7376132e-05</c:v>
                </c:pt>
                <c:pt idx="437">
                  <c:v>7.965649e-05</c:v>
                </c:pt>
                <c:pt idx="438">
                  <c:v>7.7322432e-05</c:v>
                </c:pt>
                <c:pt idx="439">
                  <c:v>7.0461775e-05</c:v>
                </c:pt>
                <c:pt idx="440">
                  <c:v>6.7275544e-05</c:v>
                </c:pt>
                <c:pt idx="441">
                  <c:v>6.4902381e-05</c:v>
                </c:pt>
                <c:pt idx="442">
                  <c:v>6.3221844e-05</c:v>
                </c:pt>
                <c:pt idx="443">
                  <c:v>6.1182522e-05</c:v>
                </c:pt>
                <c:pt idx="444">
                  <c:v>5.9041339e-05</c:v>
                </c:pt>
                <c:pt idx="445">
                  <c:v>5.8447355e-05</c:v>
                </c:pt>
                <c:pt idx="446">
                  <c:v>5.9800272e-05</c:v>
                </c:pt>
                <c:pt idx="447">
                  <c:v>0.01082976</c:v>
                </c:pt>
                <c:pt idx="448">
                  <c:v>0.0016331536</c:v>
                </c:pt>
                <c:pt idx="449">
                  <c:v>0.00056462744</c:v>
                </c:pt>
                <c:pt idx="450">
                  <c:v>0.00037518747</c:v>
                </c:pt>
                <c:pt idx="451">
                  <c:v>0.00029592229</c:v>
                </c:pt>
                <c:pt idx="452">
                  <c:v>0.00026339328</c:v>
                </c:pt>
                <c:pt idx="453">
                  <c:v>0.0002398466</c:v>
                </c:pt>
                <c:pt idx="454">
                  <c:v>0.00021989958</c:v>
                </c:pt>
                <c:pt idx="455">
                  <c:v>0.00021180045</c:v>
                </c:pt>
                <c:pt idx="456">
                  <c:v>0.00020585485</c:v>
                </c:pt>
                <c:pt idx="457">
                  <c:v>0.0002025398</c:v>
                </c:pt>
                <c:pt idx="458">
                  <c:v>0.00020055382</c:v>
                </c:pt>
                <c:pt idx="459">
                  <c:v>0.00019871824</c:v>
                </c:pt>
                <c:pt idx="460">
                  <c:v>0.00019859385</c:v>
                </c:pt>
                <c:pt idx="461">
                  <c:v>0.00019725518</c:v>
                </c:pt>
                <c:pt idx="462">
                  <c:v>0.00019782819</c:v>
                </c:pt>
                <c:pt idx="463">
                  <c:v>0.00019672103</c:v>
                </c:pt>
                <c:pt idx="464">
                  <c:v>0.00019749799</c:v>
                </c:pt>
                <c:pt idx="465">
                  <c:v>0.00019649416</c:v>
                </c:pt>
                <c:pt idx="466">
                  <c:v>0.00019738932</c:v>
                </c:pt>
                <c:pt idx="467">
                  <c:v>0.011436683</c:v>
                </c:pt>
                <c:pt idx="468">
                  <c:v>0.0019664571</c:v>
                </c:pt>
                <c:pt idx="469">
                  <c:v>0.00075390947</c:v>
                </c:pt>
                <c:pt idx="470">
                  <c:v>0.00043708021</c:v>
                </c:pt>
                <c:pt idx="471">
                  <c:v>0.00033604574</c:v>
                </c:pt>
                <c:pt idx="472">
                  <c:v>0.00026858729</c:v>
                </c:pt>
                <c:pt idx="473">
                  <c:v>0.00023119433</c:v>
                </c:pt>
                <c:pt idx="474">
                  <c:v>0.0002017312</c:v>
                </c:pt>
                <c:pt idx="475">
                  <c:v>0.00018629137</c:v>
                </c:pt>
                <c:pt idx="476">
                  <c:v>0.00017327886</c:v>
                </c:pt>
                <c:pt idx="477">
                  <c:v>0.0001720113</c:v>
                </c:pt>
                <c:pt idx="478">
                  <c:v>0.00016618461</c:v>
                </c:pt>
                <c:pt idx="479">
                  <c:v>0.00016745293</c:v>
                </c:pt>
                <c:pt idx="480">
                  <c:v>0.00016451996</c:v>
                </c:pt>
                <c:pt idx="481">
                  <c:v>0.00016593642</c:v>
                </c:pt>
                <c:pt idx="482">
                  <c:v>0.00016397117</c:v>
                </c:pt>
                <c:pt idx="483">
                  <c:v>0.00016526409</c:v>
                </c:pt>
                <c:pt idx="484">
                  <c:v>0.00016374926</c:v>
                </c:pt>
                <c:pt idx="485">
                  <c:v>0.0001648423</c:v>
                </c:pt>
                <c:pt idx="486">
                  <c:v>0.000163583</c:v>
                </c:pt>
                <c:pt idx="487">
                  <c:v>0.011364131</c:v>
                </c:pt>
                <c:pt idx="488">
                  <c:v>0.002001612</c:v>
                </c:pt>
                <c:pt idx="489">
                  <c:v>0.0007711177</c:v>
                </c:pt>
                <c:pt idx="490">
                  <c:v>0.00045855124</c:v>
                </c:pt>
                <c:pt idx="491">
                  <c:v>0.00033144764</c:v>
                </c:pt>
                <c:pt idx="492">
                  <c:v>0.00027892491</c:v>
                </c:pt>
                <c:pt idx="493">
                  <c:v>0.00026097846</c:v>
                </c:pt>
                <c:pt idx="494">
                  <c:v>0.00024627951</c:v>
                </c:pt>
                <c:pt idx="495">
                  <c:v>0.00024335952</c:v>
                </c:pt>
                <c:pt idx="496">
                  <c:v>0.00024641286</c:v>
                </c:pt>
                <c:pt idx="497">
                  <c:v>0.00024908981</c:v>
                </c:pt>
                <c:pt idx="498">
                  <c:v>0.00024752294</c:v>
                </c:pt>
                <c:pt idx="499">
                  <c:v>0.0002488453</c:v>
                </c:pt>
                <c:pt idx="500">
                  <c:v>0.00024799691</c:v>
                </c:pt>
                <c:pt idx="501">
                  <c:v>0.00024931987</c:v>
                </c:pt>
                <c:pt idx="502">
                  <c:v>0.00025060196</c:v>
                </c:pt>
                <c:pt idx="503">
                  <c:v>0.00025103491</c:v>
                </c:pt>
                <c:pt idx="504">
                  <c:v>0.0002511467</c:v>
                </c:pt>
                <c:pt idx="505">
                  <c:v>0.00025290012</c:v>
                </c:pt>
                <c:pt idx="506">
                  <c:v>0.00025406802</c:v>
                </c:pt>
                <c:pt idx="507">
                  <c:v>0.00025312657</c:v>
                </c:pt>
                <c:pt idx="508">
                  <c:v>0.0002524886</c:v>
                </c:pt>
                <c:pt idx="509">
                  <c:v>0.00025318547</c:v>
                </c:pt>
                <c:pt idx="510">
                  <c:v>0.00025377338</c:v>
                </c:pt>
                <c:pt idx="511">
                  <c:v>0.00025286216</c:v>
                </c:pt>
                <c:pt idx="512">
                  <c:v>0.00025274326</c:v>
                </c:pt>
                <c:pt idx="513">
                  <c:v>0.00025335977</c:v>
                </c:pt>
                <c:pt idx="514">
                  <c:v>0.00025364186</c:v>
                </c:pt>
                <c:pt idx="515">
                  <c:v>0.010694893</c:v>
                </c:pt>
                <c:pt idx="516">
                  <c:v>0.0042187541</c:v>
                </c:pt>
                <c:pt idx="517">
                  <c:v>0.0018517647</c:v>
                </c:pt>
                <c:pt idx="518">
                  <c:v>0.0010446385</c:v>
                </c:pt>
                <c:pt idx="519">
                  <c:v>0.00069531561</c:v>
                </c:pt>
                <c:pt idx="520">
                  <c:v>0.00050608992</c:v>
                </c:pt>
                <c:pt idx="521">
                  <c:v>0.00042105256</c:v>
                </c:pt>
                <c:pt idx="522">
                  <c:v>0.00033613812</c:v>
                </c:pt>
                <c:pt idx="523">
                  <c:v>0.00029640121</c:v>
                </c:pt>
                <c:pt idx="524">
                  <c:v>0.00024831484</c:v>
                </c:pt>
                <c:pt idx="525">
                  <c:v>0.00021334434</c:v>
                </c:pt>
                <c:pt idx="526">
                  <c:v>0.00019209924</c:v>
                </c:pt>
                <c:pt idx="527">
                  <c:v>0.00016706728</c:v>
                </c:pt>
                <c:pt idx="528">
                  <c:v>0.00017054447</c:v>
                </c:pt>
                <c:pt idx="529">
                  <c:v>0.00015075766</c:v>
                </c:pt>
                <c:pt idx="530">
                  <c:v>0.00014413565</c:v>
                </c:pt>
                <c:pt idx="531">
                  <c:v>0.00013894276</c:v>
                </c:pt>
                <c:pt idx="532">
                  <c:v>0.0001484516</c:v>
                </c:pt>
                <c:pt idx="533">
                  <c:v>0.00014014508</c:v>
                </c:pt>
                <c:pt idx="534">
                  <c:v>0.0001312051</c:v>
                </c:pt>
                <c:pt idx="535">
                  <c:v>0.00013297222</c:v>
                </c:pt>
                <c:pt idx="536">
                  <c:v>0.0001450493</c:v>
                </c:pt>
                <c:pt idx="537">
                  <c:v>0.00014159775</c:v>
                </c:pt>
                <c:pt idx="538">
                  <c:v>0.00012912397</c:v>
                </c:pt>
                <c:pt idx="539">
                  <c:v>0.00013294341</c:v>
                </c:pt>
                <c:pt idx="540">
                  <c:v>0.00014744867</c:v>
                </c:pt>
                <c:pt idx="541">
                  <c:v>0.00014400576</c:v>
                </c:pt>
                <c:pt idx="542">
                  <c:v>0.00012778337</c:v>
                </c:pt>
                <c:pt idx="543">
                  <c:v>0.00013328655</c:v>
                </c:pt>
                <c:pt idx="544">
                  <c:v>0.00015157303</c:v>
                </c:pt>
                <c:pt idx="545">
                  <c:v>0.00014691367</c:v>
                </c:pt>
                <c:pt idx="546">
                  <c:v>0.00012615366</c:v>
                </c:pt>
                <c:pt idx="547">
                  <c:v>0.00013305367</c:v>
                </c:pt>
                <c:pt idx="548">
                  <c:v>0.00015638431</c:v>
                </c:pt>
                <c:pt idx="549">
                  <c:v>0.00014984685</c:v>
                </c:pt>
                <c:pt idx="550">
                  <c:v>0.00012318185</c:v>
                </c:pt>
                <c:pt idx="551">
                  <c:v>0.00013179803</c:v>
                </c:pt>
                <c:pt idx="552">
                  <c:v>0.00016164138</c:v>
                </c:pt>
                <c:pt idx="553">
                  <c:v>0.00015296229</c:v>
                </c:pt>
                <c:pt idx="554">
                  <c:v>0.00011858765</c:v>
                </c:pt>
                <c:pt idx="555">
                  <c:v>0.0098590365</c:v>
                </c:pt>
                <c:pt idx="556">
                  <c:v>0.0037773129</c:v>
                </c:pt>
                <c:pt idx="557">
                  <c:v>0.0015527921</c:v>
                </c:pt>
                <c:pt idx="558">
                  <c:v>0.00081250246</c:v>
                </c:pt>
                <c:pt idx="559">
                  <c:v>0.00048427295</c:v>
                </c:pt>
                <c:pt idx="560">
                  <c:v>0.00039007256</c:v>
                </c:pt>
                <c:pt idx="561">
                  <c:v>0.00032075561</c:v>
                </c:pt>
                <c:pt idx="562">
                  <c:v>0.00030360095</c:v>
                </c:pt>
                <c:pt idx="563">
                  <c:v>0.00026226648</c:v>
                </c:pt>
                <c:pt idx="564">
                  <c:v>0.00023811955</c:v>
                </c:pt>
                <c:pt idx="565">
                  <c:v>0.00020132055</c:v>
                </c:pt>
                <c:pt idx="566">
                  <c:v>0.0002051538</c:v>
                </c:pt>
                <c:pt idx="567">
                  <c:v>0.00018575975</c:v>
                </c:pt>
                <c:pt idx="568">
                  <c:v>0.00014356111</c:v>
                </c:pt>
                <c:pt idx="569">
                  <c:v>0.00015040498</c:v>
                </c:pt>
                <c:pt idx="570">
                  <c:v>0.00018699259</c:v>
                </c:pt>
                <c:pt idx="571">
                  <c:v>0.00017445234</c:v>
                </c:pt>
                <c:pt idx="572">
                  <c:v>0.00010861092</c:v>
                </c:pt>
                <c:pt idx="573">
                  <c:v>0.00010522041</c:v>
                </c:pt>
                <c:pt idx="574">
                  <c:v>0.00012074126</c:v>
                </c:pt>
                <c:pt idx="575">
                  <c:v>0.00014031594</c:v>
                </c:pt>
                <c:pt idx="576">
                  <c:v>0.00016762354</c:v>
                </c:pt>
                <c:pt idx="577">
                  <c:v>0.00016181348</c:v>
                </c:pt>
                <c:pt idx="578">
                  <c:v>0.00011472993</c:v>
                </c:pt>
                <c:pt idx="579">
                  <c:v>0.00011948961</c:v>
                </c:pt>
                <c:pt idx="580">
                  <c:v>0.00015644184</c:v>
                </c:pt>
                <c:pt idx="581">
                  <c:v>0.00015662492</c:v>
                </c:pt>
                <c:pt idx="582">
                  <c:v>0.00012323927</c:v>
                </c:pt>
                <c:pt idx="583">
                  <c:v>0.00013326703</c:v>
                </c:pt>
                <c:pt idx="584">
                  <c:v>0.00017420768</c:v>
                </c:pt>
                <c:pt idx="585">
                  <c:v>0.00016500161</c:v>
                </c:pt>
                <c:pt idx="586">
                  <c:v>0.00010557665</c:v>
                </c:pt>
                <c:pt idx="587">
                  <c:v>0.00010204264</c:v>
                </c:pt>
                <c:pt idx="588">
                  <c:v>0.00012455937</c:v>
                </c:pt>
                <c:pt idx="589">
                  <c:v>0.00014027495</c:v>
                </c:pt>
                <c:pt idx="590">
                  <c:v>0.00015871487</c:v>
                </c:pt>
                <c:pt idx="591">
                  <c:v>0.00015488988</c:v>
                </c:pt>
                <c:pt idx="592">
                  <c:v>0.0001238617</c:v>
                </c:pt>
                <c:pt idx="593">
                  <c:v>0.00013282562</c:v>
                </c:pt>
                <c:pt idx="594">
                  <c:v>0.00017316188</c:v>
                </c:pt>
                <c:pt idx="595">
                  <c:v>0.0098661678</c:v>
                </c:pt>
                <c:pt idx="596">
                  <c:v>0.0037463058</c:v>
                </c:pt>
                <c:pt idx="597">
                  <c:v>0.0015991236</c:v>
                </c:pt>
                <c:pt idx="598">
                  <c:v>0.00095381303</c:v>
                </c:pt>
                <c:pt idx="599">
                  <c:v>0.00061603775</c:v>
                </c:pt>
                <c:pt idx="600">
                  <c:v>0.00045070302</c:v>
                </c:pt>
                <c:pt idx="601">
                  <c:v>0.00032790595</c:v>
                </c:pt>
                <c:pt idx="602">
                  <c:v>0.00028503035</c:v>
                </c:pt>
                <c:pt idx="603">
                  <c:v>0.0002347422</c:v>
                </c:pt>
                <c:pt idx="604">
                  <c:v>0.00021984653</c:v>
                </c:pt>
                <c:pt idx="605">
                  <c:v>0.00018182383</c:v>
                </c:pt>
                <c:pt idx="606">
                  <c:v>0.00015410549</c:v>
                </c:pt>
                <c:pt idx="607">
                  <c:v>0.00014205111</c:v>
                </c:pt>
                <c:pt idx="608">
                  <c:v>0.00016360862</c:v>
                </c:pt>
                <c:pt idx="609">
                  <c:v>0.00014180645</c:v>
                </c:pt>
                <c:pt idx="610">
                  <c:v>0.0001015101</c:v>
                </c:pt>
                <c:pt idx="611">
                  <c:v>9.0403062e-05</c:v>
                </c:pt>
                <c:pt idx="612">
                  <c:v>8.9868999e-05</c:v>
                </c:pt>
                <c:pt idx="613">
                  <c:v>9.1186252e-05</c:v>
                </c:pt>
                <c:pt idx="614">
                  <c:v>0.00010100089</c:v>
                </c:pt>
                <c:pt idx="615">
                  <c:v>0.00011102346</c:v>
                </c:pt>
                <c:pt idx="616">
                  <c:v>0.000134611</c:v>
                </c:pt>
                <c:pt idx="617">
                  <c:v>0.00012586105</c:v>
                </c:pt>
                <c:pt idx="618">
                  <c:v>9.0870107e-05</c:v>
                </c:pt>
                <c:pt idx="619">
                  <c:v>8.5426729e-05</c:v>
                </c:pt>
                <c:pt idx="620">
                  <c:v>9.5123863e-05</c:v>
                </c:pt>
                <c:pt idx="621">
                  <c:v>0.00010686213</c:v>
                </c:pt>
                <c:pt idx="622">
                  <c:v>0.00012917296</c:v>
                </c:pt>
                <c:pt idx="623">
                  <c:v>0.00012272161</c:v>
                </c:pt>
                <c:pt idx="624">
                  <c:v>8.8743502e-05</c:v>
                </c:pt>
                <c:pt idx="625">
                  <c:v>8.4513795e-05</c:v>
                </c:pt>
                <c:pt idx="626">
                  <c:v>9.8189613e-05</c:v>
                </c:pt>
                <c:pt idx="627">
                  <c:v>0.00010713086</c:v>
                </c:pt>
                <c:pt idx="628">
                  <c:v>0.00011988647</c:v>
                </c:pt>
                <c:pt idx="629">
                  <c:v>0.00011630561</c:v>
                </c:pt>
                <c:pt idx="630">
                  <c:v>9.6808337e-05</c:v>
                </c:pt>
                <c:pt idx="631">
                  <c:v>0.00010178865</c:v>
                </c:pt>
                <c:pt idx="632">
                  <c:v>0.00013199504</c:v>
                </c:pt>
                <c:pt idx="633">
                  <c:v>0.00012562331</c:v>
                </c:pt>
                <c:pt idx="634">
                  <c:v>8.3213846e-05</c:v>
                </c:pt>
                <c:pt idx="635">
                  <c:v>0.009645772</c:v>
                </c:pt>
                <c:pt idx="636">
                  <c:v>0.0036839304</c:v>
                </c:pt>
                <c:pt idx="637">
                  <c:v>0.0015843259</c:v>
                </c:pt>
                <c:pt idx="638">
                  <c:v>0.00085704467</c:v>
                </c:pt>
                <c:pt idx="639">
                  <c:v>0.0005911666</c:v>
                </c:pt>
                <c:pt idx="640">
                  <c:v>0.00045720818</c:v>
                </c:pt>
                <c:pt idx="641">
                  <c:v>0.0003860796</c:v>
                </c:pt>
                <c:pt idx="642">
                  <c:v>0.00031765158</c:v>
                </c:pt>
                <c:pt idx="643">
                  <c:v>0.00029981167</c:v>
                </c:pt>
                <c:pt idx="644">
                  <c:v>0.00026435179</c:v>
                </c:pt>
                <c:pt idx="645">
                  <c:v>0.00025941796</c:v>
                </c:pt>
                <c:pt idx="646">
                  <c:v>0.00022856774</c:v>
                </c:pt>
                <c:pt idx="647">
                  <c:v>0.0002343845</c:v>
                </c:pt>
                <c:pt idx="648">
                  <c:v>0.00022510035</c:v>
                </c:pt>
                <c:pt idx="649">
                  <c:v>0.00022459258</c:v>
                </c:pt>
                <c:pt idx="650">
                  <c:v>0.00020073202</c:v>
                </c:pt>
                <c:pt idx="651">
                  <c:v>0.00020545745</c:v>
                </c:pt>
                <c:pt idx="652">
                  <c:v>0.00021827261</c:v>
                </c:pt>
                <c:pt idx="653">
                  <c:v>0.00020973582</c:v>
                </c:pt>
                <c:pt idx="654">
                  <c:v>0.00017963825</c:v>
                </c:pt>
                <c:pt idx="655">
                  <c:v>0.00018605384</c:v>
                </c:pt>
                <c:pt idx="656">
                  <c:v>0.00022339544</c:v>
                </c:pt>
                <c:pt idx="657">
                  <c:v>0.00020883472</c:v>
                </c:pt>
                <c:pt idx="658">
                  <c:v>0.0001550504</c:v>
                </c:pt>
                <c:pt idx="659">
                  <c:v>0.00014959653</c:v>
                </c:pt>
                <c:pt idx="660">
                  <c:v>0.00017171827</c:v>
                </c:pt>
                <c:pt idx="661">
                  <c:v>0.00018400792</c:v>
                </c:pt>
                <c:pt idx="662">
                  <c:v>0.00020532192</c:v>
                </c:pt>
                <c:pt idx="663">
                  <c:v>0.00019941685</c:v>
                </c:pt>
                <c:pt idx="664">
                  <c:v>0.00016781831</c:v>
                </c:pt>
                <c:pt idx="665">
                  <c:v>0.0001761871</c:v>
                </c:pt>
                <c:pt idx="666">
                  <c:v>0.00022031902</c:v>
                </c:pt>
                <c:pt idx="667">
                  <c:v>0.00020791881</c:v>
                </c:pt>
                <c:pt idx="668">
                  <c:v>0.00014674865</c:v>
                </c:pt>
                <c:pt idx="669">
                  <c:v>0.00013841336</c:v>
                </c:pt>
                <c:pt idx="670">
                  <c:v>0.00015114082</c:v>
                </c:pt>
                <c:pt idx="671">
                  <c:v>0.00017196417</c:v>
                </c:pt>
                <c:pt idx="672">
                  <c:v>0.00021182069</c:v>
                </c:pt>
                <c:pt idx="673">
                  <c:v>0.00020325781</c:v>
                </c:pt>
                <c:pt idx="674">
                  <c:v>0.00015390677</c:v>
                </c:pt>
                <c:pt idx="675">
                  <c:v>0.0097276054</c:v>
                </c:pt>
                <c:pt idx="676">
                  <c:v>0.0043894012</c:v>
                </c:pt>
                <c:pt idx="677">
                  <c:v>0.0021241576</c:v>
                </c:pt>
                <c:pt idx="678">
                  <c:v>0.0011717224</c:v>
                </c:pt>
                <c:pt idx="679">
                  <c:v>0.00079738573</c:v>
                </c:pt>
                <c:pt idx="680">
                  <c:v>0.00067281874</c:v>
                </c:pt>
                <c:pt idx="681">
                  <c:v>0.00050061225</c:v>
                </c:pt>
                <c:pt idx="682">
                  <c:v>0.00052964654</c:v>
                </c:pt>
                <c:pt idx="683">
                  <c:v>0.00039660593</c:v>
                </c:pt>
                <c:pt idx="684">
                  <c:v>0.00031623483</c:v>
                </c:pt>
                <c:pt idx="685">
                  <c:v>0.00032332779</c:v>
                </c:pt>
                <c:pt idx="686">
                  <c:v>0.00028924032</c:v>
                </c:pt>
                <c:pt idx="687">
                  <c:v>0.00027338155</c:v>
                </c:pt>
                <c:pt idx="688">
                  <c:v>0.00027764446</c:v>
                </c:pt>
                <c:pt idx="689">
                  <c:v>0.0002604494</c:v>
                </c:pt>
                <c:pt idx="690">
                  <c:v>0.00022974352</c:v>
                </c:pt>
                <c:pt idx="691">
                  <c:v>0.00022920997</c:v>
                </c:pt>
                <c:pt idx="692">
                  <c:v>0.00025649699</c:v>
                </c:pt>
                <c:pt idx="693">
                  <c:v>0.00024529273</c:v>
                </c:pt>
                <c:pt idx="694">
                  <c:v>0.00020488592</c:v>
                </c:pt>
                <c:pt idx="695">
                  <c:v>0.00019909581</c:v>
                </c:pt>
                <c:pt idx="696">
                  <c:v>0.00021623069</c:v>
                </c:pt>
                <c:pt idx="697">
                  <c:v>0.0002251448</c:v>
                </c:pt>
                <c:pt idx="698">
                  <c:v>0.00023472161</c:v>
                </c:pt>
                <c:pt idx="699">
                  <c:v>0.00022825359</c:v>
                </c:pt>
                <c:pt idx="700">
                  <c:v>0.00021493767</c:v>
                </c:pt>
                <c:pt idx="701">
                  <c:v>0.00021876824</c:v>
                </c:pt>
                <c:pt idx="702">
                  <c:v>0.00023836979</c:v>
                </c:pt>
                <c:pt idx="703">
                  <c:v>0.00022937688</c:v>
                </c:pt>
                <c:pt idx="704">
                  <c:v>0.00020247654</c:v>
                </c:pt>
                <c:pt idx="705">
                  <c:v>0.00021131176</c:v>
                </c:pt>
                <c:pt idx="706">
                  <c:v>0.0002497338</c:v>
                </c:pt>
                <c:pt idx="707">
                  <c:v>0.00023625071</c:v>
                </c:pt>
                <c:pt idx="708">
                  <c:v>0.0001812394</c:v>
                </c:pt>
                <c:pt idx="709">
                  <c:v>0.00017353173</c:v>
                </c:pt>
                <c:pt idx="710">
                  <c:v>0.00017880896</c:v>
                </c:pt>
                <c:pt idx="711">
                  <c:v>0.00018904649</c:v>
                </c:pt>
                <c:pt idx="712">
                  <c:v>0.00020946889</c:v>
                </c:pt>
                <c:pt idx="713">
                  <c:v>0.00021729916</c:v>
                </c:pt>
                <c:pt idx="714">
                  <c:v>0.00021883747</c:v>
                </c:pt>
                <c:pt idx="715">
                  <c:v>0.0090812641</c:v>
                </c:pt>
                <c:pt idx="716">
                  <c:v>0.0040357917</c:v>
                </c:pt>
                <c:pt idx="717">
                  <c:v>0.0019972567</c:v>
                </c:pt>
                <c:pt idx="718">
                  <c:v>0.0012015364</c:v>
                </c:pt>
                <c:pt idx="719">
                  <c:v>0.00087718685</c:v>
                </c:pt>
                <c:pt idx="720">
                  <c:v>0.00068194701</c:v>
                </c:pt>
                <c:pt idx="721">
                  <c:v>0.00056284458</c:v>
                </c:pt>
                <c:pt idx="722">
                  <c:v>0.00047161469</c:v>
                </c:pt>
                <c:pt idx="723">
                  <c:v>0.00040312751</c:v>
                </c:pt>
                <c:pt idx="724">
                  <c:v>0.00036648172</c:v>
                </c:pt>
                <c:pt idx="725">
                  <c:v>0.00032286384</c:v>
                </c:pt>
                <c:pt idx="726">
                  <c:v>0.00029029752</c:v>
                </c:pt>
                <c:pt idx="727">
                  <c:v>0.00026082253</c:v>
                </c:pt>
                <c:pt idx="728">
                  <c:v>0.00025170539</c:v>
                </c:pt>
                <c:pt idx="729">
                  <c:v>0.00023105955</c:v>
                </c:pt>
                <c:pt idx="730">
                  <c:v>0.00021953628</c:v>
                </c:pt>
                <c:pt idx="731">
                  <c:v>0.00020815095</c:v>
                </c:pt>
                <c:pt idx="732">
                  <c:v>0.00021111214</c:v>
                </c:pt>
                <c:pt idx="733">
                  <c:v>0.00020035369</c:v>
                </c:pt>
                <c:pt idx="734">
                  <c:v>0.0001939048</c:v>
                </c:pt>
                <c:pt idx="735">
                  <c:v>0.00018871758</c:v>
                </c:pt>
                <c:pt idx="736">
                  <c:v>0.00019676161</c:v>
                </c:pt>
                <c:pt idx="737">
                  <c:v>0.00018919134</c:v>
                </c:pt>
                <c:pt idx="738">
                  <c:v>0.00018143702</c:v>
                </c:pt>
                <c:pt idx="739">
                  <c:v>0.00017981029</c:v>
                </c:pt>
                <c:pt idx="740">
                  <c:v>0.0001929109</c:v>
                </c:pt>
                <c:pt idx="741">
                  <c:v>0.00018651522</c:v>
                </c:pt>
                <c:pt idx="742">
                  <c:v>0.00017392163</c:v>
                </c:pt>
                <c:pt idx="743">
                  <c:v>0.00017717856</c:v>
                </c:pt>
                <c:pt idx="744">
                  <c:v>0.00019910136</c:v>
                </c:pt>
                <c:pt idx="745">
                  <c:v>0.00019105411</c:v>
                </c:pt>
                <c:pt idx="746">
                  <c:v>0.00016616626</c:v>
                </c:pt>
                <c:pt idx="747">
                  <c:v>0.00017164043</c:v>
                </c:pt>
                <c:pt idx="748">
                  <c:v>0.00020308544</c:v>
                </c:pt>
                <c:pt idx="749">
                  <c:v>0.00019532824</c:v>
                </c:pt>
                <c:pt idx="750">
                  <c:v>0.00016282887</c:v>
                </c:pt>
                <c:pt idx="751">
                  <c:v>0.00016424219</c:v>
                </c:pt>
                <c:pt idx="752">
                  <c:v>0.00018857797</c:v>
                </c:pt>
                <c:pt idx="753">
                  <c:v>0.00019005084</c:v>
                </c:pt>
                <c:pt idx="754">
                  <c:v>0.00018350458</c:v>
                </c:pt>
                <c:pt idx="755">
                  <c:v>0.008568175</c:v>
                </c:pt>
                <c:pt idx="756">
                  <c:v>0.0036309412</c:v>
                </c:pt>
                <c:pt idx="757">
                  <c:v>0.0016584107</c:v>
                </c:pt>
                <c:pt idx="758">
                  <c:v>0.00093376846</c:v>
                </c:pt>
                <c:pt idx="759">
                  <c:v>0.00059213026</c:v>
                </c:pt>
                <c:pt idx="760">
                  <c:v>0.00047486176</c:v>
                </c:pt>
                <c:pt idx="761">
                  <c:v>0.00037274131</c:v>
                </c:pt>
                <c:pt idx="762">
                  <c:v>0.0003147919</c:v>
                </c:pt>
                <c:pt idx="763">
                  <c:v>0.00027381767</c:v>
                </c:pt>
                <c:pt idx="764">
                  <c:v>0.00025284239</c:v>
                </c:pt>
                <c:pt idx="765">
                  <c:v>0.00025204034</c:v>
                </c:pt>
                <c:pt idx="766">
                  <c:v>0.00026441635</c:v>
                </c:pt>
                <c:pt idx="767">
                  <c:v>0.00024405298</c:v>
                </c:pt>
                <c:pt idx="768">
                  <c:v>0.00019920756</c:v>
                </c:pt>
                <c:pt idx="769">
                  <c:v>0.00019145599</c:v>
                </c:pt>
                <c:pt idx="770">
                  <c:v>0.00020152647</c:v>
                </c:pt>
                <c:pt idx="771">
                  <c:v>0.0002088248</c:v>
                </c:pt>
                <c:pt idx="772">
                  <c:v>0.00021865569</c:v>
                </c:pt>
                <c:pt idx="773">
                  <c:v>0.0002122094</c:v>
                </c:pt>
                <c:pt idx="774">
                  <c:v>0.00019530712</c:v>
                </c:pt>
                <c:pt idx="775">
                  <c:v>0.00019953443</c:v>
                </c:pt>
                <c:pt idx="776">
                  <c:v>0.00022382997</c:v>
                </c:pt>
                <c:pt idx="777">
                  <c:v>0.00021414947</c:v>
                </c:pt>
                <c:pt idx="778">
                  <c:v>0.00018082239</c:v>
                </c:pt>
                <c:pt idx="779">
                  <c:v>0.00017958359</c:v>
                </c:pt>
                <c:pt idx="780">
                  <c:v>0.00019664402</c:v>
                </c:pt>
                <c:pt idx="781">
                  <c:v>0.00020261633</c:v>
                </c:pt>
                <c:pt idx="782">
                  <c:v>0.00020526286</c:v>
                </c:pt>
                <c:pt idx="783">
                  <c:v>0.00020328423</c:v>
                </c:pt>
                <c:pt idx="784">
                  <c:v>0.00020115145</c:v>
                </c:pt>
                <c:pt idx="785">
                  <c:v>0.00020132553</c:v>
                </c:pt>
                <c:pt idx="786">
                  <c:v>0.0002063184</c:v>
                </c:pt>
                <c:pt idx="787">
                  <c:v>0.00020372391</c:v>
                </c:pt>
                <c:pt idx="788">
                  <c:v>0.00019814542</c:v>
                </c:pt>
                <c:pt idx="789">
                  <c:v>0.00019974676</c:v>
                </c:pt>
                <c:pt idx="790">
                  <c:v>0.00020912361</c:v>
                </c:pt>
                <c:pt idx="791">
                  <c:v>0.00020512215</c:v>
                </c:pt>
                <c:pt idx="792">
                  <c:v>0.00019294536</c:v>
                </c:pt>
                <c:pt idx="793">
                  <c:v>0.00019716926</c:v>
                </c:pt>
                <c:pt idx="794">
                  <c:v>0.00021548852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Sheet1!$B$2392</c:f>
              <c:strCache>
                <c:ptCount val="1"/>
                <c:pt idx="0">
                  <c:v>k</c:v>
                </c:pt>
              </c:strCache>
            </c:strRef>
          </c:tx>
          <c:xVal>
            <c:numRef>
              <c:f>Sheet1!$A$2393:$A$3187</c:f>
              <c:numCache>
                <c:formatCode>General</c:formatCode>
                <c:ptCount val="795"/>
                <c:pt idx="0">
                  <c:v>64.0</c:v>
                </c:pt>
                <c:pt idx="1">
                  <c:v>128.0</c:v>
                </c:pt>
                <c:pt idx="2">
                  <c:v>192.0</c:v>
                </c:pt>
                <c:pt idx="3">
                  <c:v>256.0</c:v>
                </c:pt>
                <c:pt idx="4">
                  <c:v>320.0</c:v>
                </c:pt>
                <c:pt idx="5">
                  <c:v>384.0</c:v>
                </c:pt>
                <c:pt idx="6">
                  <c:v>448.0</c:v>
                </c:pt>
                <c:pt idx="7">
                  <c:v>512.0</c:v>
                </c:pt>
                <c:pt idx="8">
                  <c:v>576.0</c:v>
                </c:pt>
                <c:pt idx="9">
                  <c:v>640.0</c:v>
                </c:pt>
                <c:pt idx="10">
                  <c:v>704.0</c:v>
                </c:pt>
                <c:pt idx="11">
                  <c:v>768.0</c:v>
                </c:pt>
                <c:pt idx="12">
                  <c:v>832.0</c:v>
                </c:pt>
                <c:pt idx="13">
                  <c:v>896.0</c:v>
                </c:pt>
                <c:pt idx="14">
                  <c:v>960.0</c:v>
                </c:pt>
                <c:pt idx="15">
                  <c:v>1012.0</c:v>
                </c:pt>
                <c:pt idx="16">
                  <c:v>1044.0</c:v>
                </c:pt>
                <c:pt idx="17">
                  <c:v>1076.0</c:v>
                </c:pt>
                <c:pt idx="18">
                  <c:v>1108.0</c:v>
                </c:pt>
                <c:pt idx="19">
                  <c:v>1140.0</c:v>
                </c:pt>
                <c:pt idx="20">
                  <c:v>1172.0</c:v>
                </c:pt>
                <c:pt idx="21">
                  <c:v>1204.0</c:v>
                </c:pt>
                <c:pt idx="22">
                  <c:v>1236.0</c:v>
                </c:pt>
                <c:pt idx="23">
                  <c:v>1268.0</c:v>
                </c:pt>
                <c:pt idx="24">
                  <c:v>1300.0</c:v>
                </c:pt>
                <c:pt idx="25">
                  <c:v>1332.0</c:v>
                </c:pt>
                <c:pt idx="26">
                  <c:v>1364.0</c:v>
                </c:pt>
                <c:pt idx="27">
                  <c:v>1396.0</c:v>
                </c:pt>
                <c:pt idx="28">
                  <c:v>1428.0</c:v>
                </c:pt>
                <c:pt idx="29">
                  <c:v>1460.0</c:v>
                </c:pt>
                <c:pt idx="30">
                  <c:v>1492.0</c:v>
                </c:pt>
                <c:pt idx="31">
                  <c:v>1512.0</c:v>
                </c:pt>
                <c:pt idx="32">
                  <c:v>1528.0</c:v>
                </c:pt>
                <c:pt idx="33">
                  <c:v>1544.0</c:v>
                </c:pt>
                <c:pt idx="34">
                  <c:v>1560.0</c:v>
                </c:pt>
                <c:pt idx="35">
                  <c:v>1576.0</c:v>
                </c:pt>
                <c:pt idx="36">
                  <c:v>1592.0</c:v>
                </c:pt>
                <c:pt idx="37">
                  <c:v>1608.0</c:v>
                </c:pt>
                <c:pt idx="38">
                  <c:v>1624.0</c:v>
                </c:pt>
                <c:pt idx="39">
                  <c:v>1640.0</c:v>
                </c:pt>
                <c:pt idx="40">
                  <c:v>1656.0</c:v>
                </c:pt>
                <c:pt idx="41">
                  <c:v>1672.0</c:v>
                </c:pt>
                <c:pt idx="42">
                  <c:v>1688.0</c:v>
                </c:pt>
                <c:pt idx="43">
                  <c:v>1704.0</c:v>
                </c:pt>
                <c:pt idx="44">
                  <c:v>1720.0</c:v>
                </c:pt>
                <c:pt idx="45">
                  <c:v>1736.0</c:v>
                </c:pt>
                <c:pt idx="46">
                  <c:v>1752.0</c:v>
                </c:pt>
                <c:pt idx="47">
                  <c:v>1768.0</c:v>
                </c:pt>
                <c:pt idx="48">
                  <c:v>1784.0</c:v>
                </c:pt>
                <c:pt idx="49">
                  <c:v>1800.0</c:v>
                </c:pt>
                <c:pt idx="50">
                  <c:v>1816.0</c:v>
                </c:pt>
                <c:pt idx="51">
                  <c:v>1832.0</c:v>
                </c:pt>
                <c:pt idx="52">
                  <c:v>1848.0</c:v>
                </c:pt>
                <c:pt idx="53">
                  <c:v>1864.0</c:v>
                </c:pt>
                <c:pt idx="54">
                  <c:v>1880.0</c:v>
                </c:pt>
                <c:pt idx="55">
                  <c:v>1896.0</c:v>
                </c:pt>
                <c:pt idx="56">
                  <c:v>1912.0</c:v>
                </c:pt>
                <c:pt idx="57">
                  <c:v>1928.0</c:v>
                </c:pt>
                <c:pt idx="58">
                  <c:v>1944.0</c:v>
                </c:pt>
                <c:pt idx="59">
                  <c:v>1960.0</c:v>
                </c:pt>
                <c:pt idx="60">
                  <c:v>1976.0</c:v>
                </c:pt>
                <c:pt idx="61">
                  <c:v>1992.0</c:v>
                </c:pt>
                <c:pt idx="62">
                  <c:v>2004.0</c:v>
                </c:pt>
                <c:pt idx="63">
                  <c:v>2012.0</c:v>
                </c:pt>
                <c:pt idx="64">
                  <c:v>2020.0</c:v>
                </c:pt>
                <c:pt idx="65">
                  <c:v>2028.0</c:v>
                </c:pt>
                <c:pt idx="66">
                  <c:v>2036.0</c:v>
                </c:pt>
                <c:pt idx="67">
                  <c:v>2044.0</c:v>
                </c:pt>
                <c:pt idx="68">
                  <c:v>2052.0</c:v>
                </c:pt>
                <c:pt idx="69">
                  <c:v>2060.0</c:v>
                </c:pt>
                <c:pt idx="70">
                  <c:v>2068.0</c:v>
                </c:pt>
                <c:pt idx="71">
                  <c:v>2076.0</c:v>
                </c:pt>
                <c:pt idx="72">
                  <c:v>2084.0</c:v>
                </c:pt>
                <c:pt idx="73">
                  <c:v>2092.0</c:v>
                </c:pt>
                <c:pt idx="74">
                  <c:v>2100.0</c:v>
                </c:pt>
                <c:pt idx="75">
                  <c:v>2108.0</c:v>
                </c:pt>
                <c:pt idx="76">
                  <c:v>2116.0</c:v>
                </c:pt>
                <c:pt idx="77">
                  <c:v>2124.0</c:v>
                </c:pt>
                <c:pt idx="78">
                  <c:v>2132.0</c:v>
                </c:pt>
                <c:pt idx="79">
                  <c:v>2140.0</c:v>
                </c:pt>
                <c:pt idx="80">
                  <c:v>2148.0</c:v>
                </c:pt>
                <c:pt idx="81">
                  <c:v>2156.0</c:v>
                </c:pt>
                <c:pt idx="82">
                  <c:v>2164.0</c:v>
                </c:pt>
                <c:pt idx="83">
                  <c:v>2172.0</c:v>
                </c:pt>
                <c:pt idx="84">
                  <c:v>2180.0</c:v>
                </c:pt>
                <c:pt idx="85">
                  <c:v>2188.0</c:v>
                </c:pt>
                <c:pt idx="86">
                  <c:v>2196.0</c:v>
                </c:pt>
                <c:pt idx="87">
                  <c:v>2204.0</c:v>
                </c:pt>
                <c:pt idx="88">
                  <c:v>2212.0</c:v>
                </c:pt>
                <c:pt idx="89">
                  <c:v>2220.0</c:v>
                </c:pt>
                <c:pt idx="90">
                  <c:v>2228.0</c:v>
                </c:pt>
                <c:pt idx="91">
                  <c:v>2236.0</c:v>
                </c:pt>
                <c:pt idx="92">
                  <c:v>2244.0</c:v>
                </c:pt>
                <c:pt idx="93">
                  <c:v>2252.0</c:v>
                </c:pt>
                <c:pt idx="94">
                  <c:v>2260.0</c:v>
                </c:pt>
                <c:pt idx="95">
                  <c:v>2268.0</c:v>
                </c:pt>
                <c:pt idx="96">
                  <c:v>2276.0</c:v>
                </c:pt>
                <c:pt idx="97">
                  <c:v>2284.0</c:v>
                </c:pt>
                <c:pt idx="98">
                  <c:v>2292.0</c:v>
                </c:pt>
                <c:pt idx="99">
                  <c:v>2300.0</c:v>
                </c:pt>
                <c:pt idx="100">
                  <c:v>2308.0</c:v>
                </c:pt>
                <c:pt idx="101">
                  <c:v>2316.0</c:v>
                </c:pt>
                <c:pt idx="102">
                  <c:v>2324.0</c:v>
                </c:pt>
                <c:pt idx="103">
                  <c:v>2332.0</c:v>
                </c:pt>
                <c:pt idx="104">
                  <c:v>2340.0</c:v>
                </c:pt>
                <c:pt idx="105">
                  <c:v>2348.0</c:v>
                </c:pt>
                <c:pt idx="106">
                  <c:v>2356.0</c:v>
                </c:pt>
                <c:pt idx="107">
                  <c:v>2364.0</c:v>
                </c:pt>
                <c:pt idx="108">
                  <c:v>2372.0</c:v>
                </c:pt>
                <c:pt idx="109">
                  <c:v>2380.0</c:v>
                </c:pt>
                <c:pt idx="110">
                  <c:v>2388.0</c:v>
                </c:pt>
                <c:pt idx="111">
                  <c:v>2396.0</c:v>
                </c:pt>
                <c:pt idx="112">
                  <c:v>2404.0</c:v>
                </c:pt>
                <c:pt idx="113">
                  <c:v>2412.0</c:v>
                </c:pt>
                <c:pt idx="114">
                  <c:v>2420.0</c:v>
                </c:pt>
                <c:pt idx="115">
                  <c:v>2428.0</c:v>
                </c:pt>
                <c:pt idx="116">
                  <c:v>2436.0</c:v>
                </c:pt>
                <c:pt idx="117">
                  <c:v>2444.0</c:v>
                </c:pt>
                <c:pt idx="118">
                  <c:v>2452.0</c:v>
                </c:pt>
                <c:pt idx="119">
                  <c:v>2460.0</c:v>
                </c:pt>
                <c:pt idx="120">
                  <c:v>2468.0</c:v>
                </c:pt>
                <c:pt idx="121">
                  <c:v>2476.0</c:v>
                </c:pt>
                <c:pt idx="122">
                  <c:v>2484.0</c:v>
                </c:pt>
                <c:pt idx="123">
                  <c:v>2492.0</c:v>
                </c:pt>
                <c:pt idx="124">
                  <c:v>2500.0</c:v>
                </c:pt>
                <c:pt idx="125">
                  <c:v>2504.0</c:v>
                </c:pt>
                <c:pt idx="126">
                  <c:v>2508.0</c:v>
                </c:pt>
                <c:pt idx="127">
                  <c:v>2512.0</c:v>
                </c:pt>
                <c:pt idx="128">
                  <c:v>2516.0</c:v>
                </c:pt>
                <c:pt idx="129">
                  <c:v>2520.0</c:v>
                </c:pt>
                <c:pt idx="130">
                  <c:v>2524.0</c:v>
                </c:pt>
                <c:pt idx="131">
                  <c:v>2528.0</c:v>
                </c:pt>
                <c:pt idx="132">
                  <c:v>2532.0</c:v>
                </c:pt>
                <c:pt idx="133">
                  <c:v>2536.0</c:v>
                </c:pt>
                <c:pt idx="134">
                  <c:v>2540.0</c:v>
                </c:pt>
                <c:pt idx="135">
                  <c:v>2544.0</c:v>
                </c:pt>
                <c:pt idx="136">
                  <c:v>2548.0</c:v>
                </c:pt>
                <c:pt idx="137">
                  <c:v>2552.0</c:v>
                </c:pt>
                <c:pt idx="138">
                  <c:v>2556.0</c:v>
                </c:pt>
                <c:pt idx="139">
                  <c:v>2560.0</c:v>
                </c:pt>
                <c:pt idx="140">
                  <c:v>2564.0</c:v>
                </c:pt>
                <c:pt idx="141">
                  <c:v>2568.0</c:v>
                </c:pt>
                <c:pt idx="142">
                  <c:v>2572.0</c:v>
                </c:pt>
                <c:pt idx="143">
                  <c:v>2576.0</c:v>
                </c:pt>
                <c:pt idx="144">
                  <c:v>2580.0</c:v>
                </c:pt>
                <c:pt idx="145">
                  <c:v>2584.0</c:v>
                </c:pt>
                <c:pt idx="146">
                  <c:v>2588.0</c:v>
                </c:pt>
                <c:pt idx="147">
                  <c:v>2592.0</c:v>
                </c:pt>
                <c:pt idx="148">
                  <c:v>2596.0</c:v>
                </c:pt>
                <c:pt idx="149">
                  <c:v>2600.0</c:v>
                </c:pt>
                <c:pt idx="150">
                  <c:v>2604.0</c:v>
                </c:pt>
                <c:pt idx="151">
                  <c:v>2608.0</c:v>
                </c:pt>
                <c:pt idx="152">
                  <c:v>2612.0</c:v>
                </c:pt>
                <c:pt idx="153">
                  <c:v>2616.0</c:v>
                </c:pt>
                <c:pt idx="154">
                  <c:v>2620.0</c:v>
                </c:pt>
                <c:pt idx="155">
                  <c:v>2624.0</c:v>
                </c:pt>
                <c:pt idx="156">
                  <c:v>2628.0</c:v>
                </c:pt>
                <c:pt idx="157">
                  <c:v>2632.0</c:v>
                </c:pt>
                <c:pt idx="158">
                  <c:v>2636.0</c:v>
                </c:pt>
                <c:pt idx="159">
                  <c:v>2640.0</c:v>
                </c:pt>
                <c:pt idx="160">
                  <c:v>2644.0</c:v>
                </c:pt>
                <c:pt idx="161">
                  <c:v>2648.0</c:v>
                </c:pt>
                <c:pt idx="162">
                  <c:v>2652.0</c:v>
                </c:pt>
                <c:pt idx="163">
                  <c:v>2656.0</c:v>
                </c:pt>
                <c:pt idx="164">
                  <c:v>2660.0</c:v>
                </c:pt>
                <c:pt idx="165">
                  <c:v>2664.0</c:v>
                </c:pt>
                <c:pt idx="166">
                  <c:v>2668.0</c:v>
                </c:pt>
                <c:pt idx="167">
                  <c:v>2672.0</c:v>
                </c:pt>
                <c:pt idx="168">
                  <c:v>2676.0</c:v>
                </c:pt>
                <c:pt idx="169">
                  <c:v>2680.0</c:v>
                </c:pt>
                <c:pt idx="170">
                  <c:v>2684.0</c:v>
                </c:pt>
                <c:pt idx="171">
                  <c:v>2688.0</c:v>
                </c:pt>
                <c:pt idx="172">
                  <c:v>2692.0</c:v>
                </c:pt>
                <c:pt idx="173">
                  <c:v>2696.0</c:v>
                </c:pt>
                <c:pt idx="174">
                  <c:v>2700.0</c:v>
                </c:pt>
                <c:pt idx="175">
                  <c:v>2704.0</c:v>
                </c:pt>
                <c:pt idx="176">
                  <c:v>2708.0</c:v>
                </c:pt>
                <c:pt idx="177">
                  <c:v>2712.0</c:v>
                </c:pt>
                <c:pt idx="178">
                  <c:v>2716.0</c:v>
                </c:pt>
                <c:pt idx="179">
                  <c:v>2720.0</c:v>
                </c:pt>
                <c:pt idx="180">
                  <c:v>2724.0</c:v>
                </c:pt>
                <c:pt idx="181">
                  <c:v>2728.0</c:v>
                </c:pt>
                <c:pt idx="182">
                  <c:v>2732.0</c:v>
                </c:pt>
                <c:pt idx="183">
                  <c:v>2736.0</c:v>
                </c:pt>
                <c:pt idx="184">
                  <c:v>2740.0</c:v>
                </c:pt>
                <c:pt idx="185">
                  <c:v>2744.0</c:v>
                </c:pt>
                <c:pt idx="186">
                  <c:v>2748.0</c:v>
                </c:pt>
                <c:pt idx="187">
                  <c:v>2752.0</c:v>
                </c:pt>
                <c:pt idx="188">
                  <c:v>2756.0</c:v>
                </c:pt>
                <c:pt idx="189">
                  <c:v>2760.0</c:v>
                </c:pt>
                <c:pt idx="190">
                  <c:v>2764.0</c:v>
                </c:pt>
                <c:pt idx="191">
                  <c:v>2768.0</c:v>
                </c:pt>
                <c:pt idx="192">
                  <c:v>2772.0</c:v>
                </c:pt>
                <c:pt idx="193">
                  <c:v>2776.0</c:v>
                </c:pt>
                <c:pt idx="194">
                  <c:v>2780.0</c:v>
                </c:pt>
                <c:pt idx="195">
                  <c:v>2784.0</c:v>
                </c:pt>
                <c:pt idx="196">
                  <c:v>2788.0</c:v>
                </c:pt>
                <c:pt idx="197">
                  <c:v>2792.0</c:v>
                </c:pt>
                <c:pt idx="198">
                  <c:v>2796.0</c:v>
                </c:pt>
                <c:pt idx="199">
                  <c:v>2800.0</c:v>
                </c:pt>
                <c:pt idx="200">
                  <c:v>2804.0</c:v>
                </c:pt>
                <c:pt idx="201">
                  <c:v>2808.0</c:v>
                </c:pt>
                <c:pt idx="202">
                  <c:v>2812.0</c:v>
                </c:pt>
                <c:pt idx="203">
                  <c:v>2816.0</c:v>
                </c:pt>
                <c:pt idx="204">
                  <c:v>2820.0</c:v>
                </c:pt>
                <c:pt idx="205">
                  <c:v>2824.0</c:v>
                </c:pt>
                <c:pt idx="206">
                  <c:v>2828.0</c:v>
                </c:pt>
                <c:pt idx="207">
                  <c:v>2832.0</c:v>
                </c:pt>
                <c:pt idx="208">
                  <c:v>2836.0</c:v>
                </c:pt>
                <c:pt idx="209">
                  <c:v>2840.0</c:v>
                </c:pt>
                <c:pt idx="210">
                  <c:v>2844.0</c:v>
                </c:pt>
                <c:pt idx="211">
                  <c:v>2848.0</c:v>
                </c:pt>
                <c:pt idx="212">
                  <c:v>2852.0</c:v>
                </c:pt>
                <c:pt idx="213">
                  <c:v>2856.0</c:v>
                </c:pt>
                <c:pt idx="214">
                  <c:v>2860.0</c:v>
                </c:pt>
                <c:pt idx="215">
                  <c:v>2864.0</c:v>
                </c:pt>
                <c:pt idx="216">
                  <c:v>2868.0</c:v>
                </c:pt>
                <c:pt idx="217">
                  <c:v>2872.0</c:v>
                </c:pt>
                <c:pt idx="218">
                  <c:v>2876.0</c:v>
                </c:pt>
                <c:pt idx="219">
                  <c:v>2880.0</c:v>
                </c:pt>
                <c:pt idx="220">
                  <c:v>2884.0</c:v>
                </c:pt>
                <c:pt idx="221">
                  <c:v>2888.0</c:v>
                </c:pt>
                <c:pt idx="222">
                  <c:v>2892.0</c:v>
                </c:pt>
                <c:pt idx="223">
                  <c:v>2896.0</c:v>
                </c:pt>
                <c:pt idx="224">
                  <c:v>2900.0</c:v>
                </c:pt>
                <c:pt idx="225">
                  <c:v>2904.0</c:v>
                </c:pt>
                <c:pt idx="226">
                  <c:v>2908.0</c:v>
                </c:pt>
                <c:pt idx="227">
                  <c:v>2912.0</c:v>
                </c:pt>
                <c:pt idx="228">
                  <c:v>2916.0</c:v>
                </c:pt>
                <c:pt idx="229">
                  <c:v>2920.0</c:v>
                </c:pt>
                <c:pt idx="230">
                  <c:v>2924.0</c:v>
                </c:pt>
                <c:pt idx="231">
                  <c:v>2928.0</c:v>
                </c:pt>
                <c:pt idx="232">
                  <c:v>2932.0</c:v>
                </c:pt>
                <c:pt idx="233">
                  <c:v>2936.0</c:v>
                </c:pt>
                <c:pt idx="234">
                  <c:v>2940.0</c:v>
                </c:pt>
                <c:pt idx="235">
                  <c:v>2944.0</c:v>
                </c:pt>
                <c:pt idx="236">
                  <c:v>2948.0</c:v>
                </c:pt>
                <c:pt idx="237">
                  <c:v>2952.0</c:v>
                </c:pt>
                <c:pt idx="238">
                  <c:v>2956.0</c:v>
                </c:pt>
                <c:pt idx="239">
                  <c:v>2960.0</c:v>
                </c:pt>
                <c:pt idx="240">
                  <c:v>2964.0</c:v>
                </c:pt>
                <c:pt idx="241">
                  <c:v>2968.0</c:v>
                </c:pt>
                <c:pt idx="242">
                  <c:v>2972.0</c:v>
                </c:pt>
                <c:pt idx="243">
                  <c:v>2976.0</c:v>
                </c:pt>
                <c:pt idx="244">
                  <c:v>2980.0</c:v>
                </c:pt>
                <c:pt idx="245">
                  <c:v>2984.0</c:v>
                </c:pt>
                <c:pt idx="246">
                  <c:v>2988.0</c:v>
                </c:pt>
                <c:pt idx="247">
                  <c:v>2992.0</c:v>
                </c:pt>
                <c:pt idx="248">
                  <c:v>2996.0</c:v>
                </c:pt>
                <c:pt idx="249">
                  <c:v>3000.0</c:v>
                </c:pt>
                <c:pt idx="250">
                  <c:v>3002.0</c:v>
                </c:pt>
                <c:pt idx="251">
                  <c:v>3004.0</c:v>
                </c:pt>
                <c:pt idx="252">
                  <c:v>3006.0</c:v>
                </c:pt>
                <c:pt idx="253">
                  <c:v>3008.0</c:v>
                </c:pt>
                <c:pt idx="254">
                  <c:v>3010.0</c:v>
                </c:pt>
                <c:pt idx="255">
                  <c:v>3012.0</c:v>
                </c:pt>
                <c:pt idx="256">
                  <c:v>3014.0</c:v>
                </c:pt>
                <c:pt idx="257">
                  <c:v>3016.0</c:v>
                </c:pt>
                <c:pt idx="258">
                  <c:v>3018.0</c:v>
                </c:pt>
                <c:pt idx="259">
                  <c:v>3020.0</c:v>
                </c:pt>
                <c:pt idx="260">
                  <c:v>3022.0</c:v>
                </c:pt>
                <c:pt idx="261">
                  <c:v>3024.0</c:v>
                </c:pt>
                <c:pt idx="262">
                  <c:v>3026.0</c:v>
                </c:pt>
                <c:pt idx="263">
                  <c:v>3028.0</c:v>
                </c:pt>
                <c:pt idx="264">
                  <c:v>3030.0</c:v>
                </c:pt>
                <c:pt idx="265">
                  <c:v>3032.0</c:v>
                </c:pt>
                <c:pt idx="266">
                  <c:v>3034.0</c:v>
                </c:pt>
                <c:pt idx="267">
                  <c:v>3036.0</c:v>
                </c:pt>
                <c:pt idx="268">
                  <c:v>3038.0</c:v>
                </c:pt>
                <c:pt idx="269">
                  <c:v>3040.0</c:v>
                </c:pt>
                <c:pt idx="270">
                  <c:v>3042.0</c:v>
                </c:pt>
                <c:pt idx="271">
                  <c:v>3044.0</c:v>
                </c:pt>
                <c:pt idx="272">
                  <c:v>3046.0</c:v>
                </c:pt>
                <c:pt idx="273">
                  <c:v>3048.0</c:v>
                </c:pt>
                <c:pt idx="274">
                  <c:v>3050.0</c:v>
                </c:pt>
                <c:pt idx="275">
                  <c:v>3052.0</c:v>
                </c:pt>
                <c:pt idx="276">
                  <c:v>3054.0</c:v>
                </c:pt>
                <c:pt idx="277">
                  <c:v>3056.0</c:v>
                </c:pt>
                <c:pt idx="278">
                  <c:v>3058.0</c:v>
                </c:pt>
                <c:pt idx="279">
                  <c:v>3060.0</c:v>
                </c:pt>
                <c:pt idx="280">
                  <c:v>3062.0</c:v>
                </c:pt>
                <c:pt idx="281">
                  <c:v>3064.0</c:v>
                </c:pt>
                <c:pt idx="282">
                  <c:v>3066.0</c:v>
                </c:pt>
                <c:pt idx="283">
                  <c:v>3068.0</c:v>
                </c:pt>
                <c:pt idx="284">
                  <c:v>3070.0</c:v>
                </c:pt>
                <c:pt idx="285">
                  <c:v>3072.0</c:v>
                </c:pt>
                <c:pt idx="286">
                  <c:v>3074.0</c:v>
                </c:pt>
                <c:pt idx="287">
                  <c:v>3076.0</c:v>
                </c:pt>
                <c:pt idx="288">
                  <c:v>3078.0</c:v>
                </c:pt>
                <c:pt idx="289">
                  <c:v>3080.0</c:v>
                </c:pt>
                <c:pt idx="290">
                  <c:v>3082.0</c:v>
                </c:pt>
                <c:pt idx="291">
                  <c:v>3084.0</c:v>
                </c:pt>
                <c:pt idx="292">
                  <c:v>3086.0</c:v>
                </c:pt>
                <c:pt idx="293">
                  <c:v>3088.0</c:v>
                </c:pt>
                <c:pt idx="294">
                  <c:v>3090.0</c:v>
                </c:pt>
                <c:pt idx="295">
                  <c:v>3092.0</c:v>
                </c:pt>
                <c:pt idx="296">
                  <c:v>3094.0</c:v>
                </c:pt>
                <c:pt idx="297">
                  <c:v>3096.0</c:v>
                </c:pt>
                <c:pt idx="298">
                  <c:v>3098.0</c:v>
                </c:pt>
                <c:pt idx="299">
                  <c:v>3100.0</c:v>
                </c:pt>
                <c:pt idx="300">
                  <c:v>3102.0</c:v>
                </c:pt>
                <c:pt idx="301">
                  <c:v>3104.0</c:v>
                </c:pt>
                <c:pt idx="302">
                  <c:v>3106.0</c:v>
                </c:pt>
                <c:pt idx="303">
                  <c:v>3108.0</c:v>
                </c:pt>
                <c:pt idx="304">
                  <c:v>3110.0</c:v>
                </c:pt>
                <c:pt idx="305">
                  <c:v>3112.0</c:v>
                </c:pt>
                <c:pt idx="306">
                  <c:v>3114.0</c:v>
                </c:pt>
                <c:pt idx="307">
                  <c:v>3116.0</c:v>
                </c:pt>
                <c:pt idx="308">
                  <c:v>3118.0</c:v>
                </c:pt>
                <c:pt idx="309">
                  <c:v>3120.0</c:v>
                </c:pt>
                <c:pt idx="310">
                  <c:v>3122.0</c:v>
                </c:pt>
                <c:pt idx="311">
                  <c:v>3124.0</c:v>
                </c:pt>
                <c:pt idx="312">
                  <c:v>3126.0</c:v>
                </c:pt>
                <c:pt idx="313">
                  <c:v>3128.0</c:v>
                </c:pt>
                <c:pt idx="314">
                  <c:v>3130.0</c:v>
                </c:pt>
                <c:pt idx="315">
                  <c:v>3132.0</c:v>
                </c:pt>
                <c:pt idx="316">
                  <c:v>3134.0</c:v>
                </c:pt>
                <c:pt idx="317">
                  <c:v>3136.0</c:v>
                </c:pt>
                <c:pt idx="318">
                  <c:v>3138.0</c:v>
                </c:pt>
                <c:pt idx="319">
                  <c:v>3140.0</c:v>
                </c:pt>
                <c:pt idx="320">
                  <c:v>3142.0</c:v>
                </c:pt>
                <c:pt idx="321">
                  <c:v>3144.0</c:v>
                </c:pt>
                <c:pt idx="322">
                  <c:v>3146.0</c:v>
                </c:pt>
                <c:pt idx="323">
                  <c:v>3148.0</c:v>
                </c:pt>
                <c:pt idx="324">
                  <c:v>3150.0</c:v>
                </c:pt>
                <c:pt idx="325">
                  <c:v>3152.0</c:v>
                </c:pt>
                <c:pt idx="326">
                  <c:v>3154.0</c:v>
                </c:pt>
                <c:pt idx="327">
                  <c:v>3156.0</c:v>
                </c:pt>
                <c:pt idx="328">
                  <c:v>3158.0</c:v>
                </c:pt>
                <c:pt idx="329">
                  <c:v>3160.0</c:v>
                </c:pt>
                <c:pt idx="330">
                  <c:v>3162.0</c:v>
                </c:pt>
                <c:pt idx="331">
                  <c:v>3164.0</c:v>
                </c:pt>
                <c:pt idx="332">
                  <c:v>3166.0</c:v>
                </c:pt>
                <c:pt idx="333">
                  <c:v>3168.0</c:v>
                </c:pt>
                <c:pt idx="334">
                  <c:v>3170.0</c:v>
                </c:pt>
                <c:pt idx="335">
                  <c:v>3172.0</c:v>
                </c:pt>
                <c:pt idx="336">
                  <c:v>3174.0</c:v>
                </c:pt>
                <c:pt idx="337">
                  <c:v>3176.0</c:v>
                </c:pt>
                <c:pt idx="338">
                  <c:v>3178.0</c:v>
                </c:pt>
                <c:pt idx="339">
                  <c:v>3180.0</c:v>
                </c:pt>
                <c:pt idx="340">
                  <c:v>3182.0</c:v>
                </c:pt>
                <c:pt idx="341">
                  <c:v>3184.0</c:v>
                </c:pt>
                <c:pt idx="342">
                  <c:v>3186.0</c:v>
                </c:pt>
                <c:pt idx="343">
                  <c:v>3188.0</c:v>
                </c:pt>
                <c:pt idx="344">
                  <c:v>3190.0</c:v>
                </c:pt>
                <c:pt idx="345">
                  <c:v>3192.0</c:v>
                </c:pt>
                <c:pt idx="346">
                  <c:v>3194.0</c:v>
                </c:pt>
                <c:pt idx="347">
                  <c:v>3196.0</c:v>
                </c:pt>
                <c:pt idx="348">
                  <c:v>3198.0</c:v>
                </c:pt>
                <c:pt idx="349">
                  <c:v>3200.0</c:v>
                </c:pt>
                <c:pt idx="350">
                  <c:v>3202.0</c:v>
                </c:pt>
                <c:pt idx="351">
                  <c:v>3204.0</c:v>
                </c:pt>
                <c:pt idx="352">
                  <c:v>3206.0</c:v>
                </c:pt>
                <c:pt idx="353">
                  <c:v>3208.0</c:v>
                </c:pt>
                <c:pt idx="354">
                  <c:v>3210.0</c:v>
                </c:pt>
                <c:pt idx="355">
                  <c:v>3212.0</c:v>
                </c:pt>
                <c:pt idx="356">
                  <c:v>3214.0</c:v>
                </c:pt>
                <c:pt idx="357">
                  <c:v>3216.0</c:v>
                </c:pt>
                <c:pt idx="358">
                  <c:v>3218.0</c:v>
                </c:pt>
                <c:pt idx="359">
                  <c:v>3220.0</c:v>
                </c:pt>
                <c:pt idx="360">
                  <c:v>3222.0</c:v>
                </c:pt>
                <c:pt idx="361">
                  <c:v>3224.0</c:v>
                </c:pt>
                <c:pt idx="362">
                  <c:v>3226.0</c:v>
                </c:pt>
                <c:pt idx="363">
                  <c:v>3228.0</c:v>
                </c:pt>
                <c:pt idx="364">
                  <c:v>3230.0</c:v>
                </c:pt>
                <c:pt idx="365">
                  <c:v>3232.0</c:v>
                </c:pt>
                <c:pt idx="366">
                  <c:v>3234.0</c:v>
                </c:pt>
                <c:pt idx="367">
                  <c:v>3236.0</c:v>
                </c:pt>
                <c:pt idx="368">
                  <c:v>3238.0</c:v>
                </c:pt>
                <c:pt idx="369">
                  <c:v>3240.0</c:v>
                </c:pt>
                <c:pt idx="370">
                  <c:v>3242.0</c:v>
                </c:pt>
                <c:pt idx="371">
                  <c:v>3244.0</c:v>
                </c:pt>
                <c:pt idx="372">
                  <c:v>3246.0</c:v>
                </c:pt>
                <c:pt idx="373">
                  <c:v>3248.0</c:v>
                </c:pt>
                <c:pt idx="374">
                  <c:v>3250.0</c:v>
                </c:pt>
                <c:pt idx="375">
                  <c:v>3252.0</c:v>
                </c:pt>
                <c:pt idx="376">
                  <c:v>3254.0</c:v>
                </c:pt>
                <c:pt idx="377">
                  <c:v>3256.0</c:v>
                </c:pt>
                <c:pt idx="378">
                  <c:v>3258.0</c:v>
                </c:pt>
                <c:pt idx="379">
                  <c:v>3260.0</c:v>
                </c:pt>
                <c:pt idx="380">
                  <c:v>3262.0</c:v>
                </c:pt>
                <c:pt idx="381">
                  <c:v>3264.0</c:v>
                </c:pt>
                <c:pt idx="382">
                  <c:v>3266.0</c:v>
                </c:pt>
                <c:pt idx="383">
                  <c:v>3268.0</c:v>
                </c:pt>
                <c:pt idx="384">
                  <c:v>3270.0</c:v>
                </c:pt>
                <c:pt idx="385">
                  <c:v>3272.0</c:v>
                </c:pt>
                <c:pt idx="386">
                  <c:v>3274.0</c:v>
                </c:pt>
                <c:pt idx="387">
                  <c:v>3276.0</c:v>
                </c:pt>
                <c:pt idx="388">
                  <c:v>3278.0</c:v>
                </c:pt>
                <c:pt idx="389">
                  <c:v>3280.0</c:v>
                </c:pt>
                <c:pt idx="390">
                  <c:v>3282.0</c:v>
                </c:pt>
                <c:pt idx="391">
                  <c:v>3284.0</c:v>
                </c:pt>
                <c:pt idx="392">
                  <c:v>3286.0</c:v>
                </c:pt>
                <c:pt idx="393">
                  <c:v>3288.0</c:v>
                </c:pt>
                <c:pt idx="394">
                  <c:v>3290.0</c:v>
                </c:pt>
                <c:pt idx="395">
                  <c:v>3292.0</c:v>
                </c:pt>
                <c:pt idx="396">
                  <c:v>3294.0</c:v>
                </c:pt>
                <c:pt idx="397">
                  <c:v>3296.0</c:v>
                </c:pt>
                <c:pt idx="398">
                  <c:v>3298.0</c:v>
                </c:pt>
                <c:pt idx="399">
                  <c:v>3300.0</c:v>
                </c:pt>
                <c:pt idx="400">
                  <c:v>3302.0</c:v>
                </c:pt>
                <c:pt idx="401">
                  <c:v>3304.0</c:v>
                </c:pt>
                <c:pt idx="402">
                  <c:v>3306.0</c:v>
                </c:pt>
                <c:pt idx="403">
                  <c:v>3308.0</c:v>
                </c:pt>
                <c:pt idx="404">
                  <c:v>3310.0</c:v>
                </c:pt>
                <c:pt idx="405">
                  <c:v>3312.0</c:v>
                </c:pt>
                <c:pt idx="406">
                  <c:v>3314.0</c:v>
                </c:pt>
                <c:pt idx="407">
                  <c:v>3316.0</c:v>
                </c:pt>
                <c:pt idx="408">
                  <c:v>3318.0</c:v>
                </c:pt>
                <c:pt idx="409">
                  <c:v>3320.0</c:v>
                </c:pt>
                <c:pt idx="410">
                  <c:v>3322.0</c:v>
                </c:pt>
                <c:pt idx="411">
                  <c:v>3324.0</c:v>
                </c:pt>
                <c:pt idx="412">
                  <c:v>3326.0</c:v>
                </c:pt>
                <c:pt idx="413">
                  <c:v>3328.0</c:v>
                </c:pt>
                <c:pt idx="414">
                  <c:v>3330.0</c:v>
                </c:pt>
                <c:pt idx="415">
                  <c:v>3332.0</c:v>
                </c:pt>
                <c:pt idx="416">
                  <c:v>3334.0</c:v>
                </c:pt>
                <c:pt idx="417">
                  <c:v>3336.0</c:v>
                </c:pt>
                <c:pt idx="418">
                  <c:v>3338.0</c:v>
                </c:pt>
                <c:pt idx="419">
                  <c:v>3340.0</c:v>
                </c:pt>
                <c:pt idx="420">
                  <c:v>3342.0</c:v>
                </c:pt>
                <c:pt idx="421">
                  <c:v>3344.0</c:v>
                </c:pt>
                <c:pt idx="422">
                  <c:v>3346.0</c:v>
                </c:pt>
                <c:pt idx="423">
                  <c:v>3348.0</c:v>
                </c:pt>
                <c:pt idx="424">
                  <c:v>3350.0</c:v>
                </c:pt>
                <c:pt idx="425">
                  <c:v>3352.0</c:v>
                </c:pt>
                <c:pt idx="426">
                  <c:v>3354.0</c:v>
                </c:pt>
                <c:pt idx="427">
                  <c:v>3356.0</c:v>
                </c:pt>
                <c:pt idx="428">
                  <c:v>3358.0</c:v>
                </c:pt>
                <c:pt idx="429">
                  <c:v>3360.0</c:v>
                </c:pt>
                <c:pt idx="430">
                  <c:v>3362.0</c:v>
                </c:pt>
                <c:pt idx="431">
                  <c:v>3364.0</c:v>
                </c:pt>
                <c:pt idx="432">
                  <c:v>3366.0</c:v>
                </c:pt>
                <c:pt idx="433">
                  <c:v>3368.0</c:v>
                </c:pt>
                <c:pt idx="434">
                  <c:v>3370.0</c:v>
                </c:pt>
                <c:pt idx="435">
                  <c:v>3372.0</c:v>
                </c:pt>
                <c:pt idx="436">
                  <c:v>3374.0</c:v>
                </c:pt>
                <c:pt idx="437">
                  <c:v>3376.0</c:v>
                </c:pt>
                <c:pt idx="438">
                  <c:v>3378.0</c:v>
                </c:pt>
                <c:pt idx="439">
                  <c:v>3380.0</c:v>
                </c:pt>
                <c:pt idx="440">
                  <c:v>3382.0</c:v>
                </c:pt>
                <c:pt idx="441">
                  <c:v>3384.0</c:v>
                </c:pt>
                <c:pt idx="442">
                  <c:v>3386.0</c:v>
                </c:pt>
                <c:pt idx="443">
                  <c:v>3388.0</c:v>
                </c:pt>
                <c:pt idx="444">
                  <c:v>3390.0</c:v>
                </c:pt>
                <c:pt idx="445">
                  <c:v>3392.0</c:v>
                </c:pt>
                <c:pt idx="446">
                  <c:v>3394.0</c:v>
                </c:pt>
                <c:pt idx="447">
                  <c:v>3396.0</c:v>
                </c:pt>
                <c:pt idx="448">
                  <c:v>3398.0</c:v>
                </c:pt>
                <c:pt idx="449">
                  <c:v>3400.0</c:v>
                </c:pt>
                <c:pt idx="450">
                  <c:v>3402.0</c:v>
                </c:pt>
                <c:pt idx="451">
                  <c:v>3404.0</c:v>
                </c:pt>
                <c:pt idx="452">
                  <c:v>3406.0</c:v>
                </c:pt>
                <c:pt idx="453">
                  <c:v>3408.0</c:v>
                </c:pt>
                <c:pt idx="454">
                  <c:v>3410.0</c:v>
                </c:pt>
                <c:pt idx="455">
                  <c:v>3412.0</c:v>
                </c:pt>
                <c:pt idx="456">
                  <c:v>3414.0</c:v>
                </c:pt>
                <c:pt idx="457">
                  <c:v>3416.0</c:v>
                </c:pt>
                <c:pt idx="458">
                  <c:v>3418.0</c:v>
                </c:pt>
                <c:pt idx="459">
                  <c:v>3420.0</c:v>
                </c:pt>
                <c:pt idx="460">
                  <c:v>3422.0</c:v>
                </c:pt>
                <c:pt idx="461">
                  <c:v>3424.0</c:v>
                </c:pt>
                <c:pt idx="462">
                  <c:v>3426.0</c:v>
                </c:pt>
                <c:pt idx="463">
                  <c:v>3428.0</c:v>
                </c:pt>
                <c:pt idx="464">
                  <c:v>3430.0</c:v>
                </c:pt>
                <c:pt idx="465">
                  <c:v>3432.0</c:v>
                </c:pt>
                <c:pt idx="466">
                  <c:v>3434.0</c:v>
                </c:pt>
                <c:pt idx="467">
                  <c:v>3436.0</c:v>
                </c:pt>
                <c:pt idx="468">
                  <c:v>3438.0</c:v>
                </c:pt>
                <c:pt idx="469">
                  <c:v>3440.0</c:v>
                </c:pt>
                <c:pt idx="470">
                  <c:v>3442.0</c:v>
                </c:pt>
                <c:pt idx="471">
                  <c:v>3444.0</c:v>
                </c:pt>
                <c:pt idx="472">
                  <c:v>3446.0</c:v>
                </c:pt>
                <c:pt idx="473">
                  <c:v>3448.0</c:v>
                </c:pt>
                <c:pt idx="474">
                  <c:v>3450.0</c:v>
                </c:pt>
                <c:pt idx="475">
                  <c:v>3452.0</c:v>
                </c:pt>
                <c:pt idx="476">
                  <c:v>3454.0</c:v>
                </c:pt>
                <c:pt idx="477">
                  <c:v>3456.0</c:v>
                </c:pt>
                <c:pt idx="478">
                  <c:v>3458.0</c:v>
                </c:pt>
                <c:pt idx="479">
                  <c:v>3460.0</c:v>
                </c:pt>
                <c:pt idx="480">
                  <c:v>3462.0</c:v>
                </c:pt>
                <c:pt idx="481">
                  <c:v>3464.0</c:v>
                </c:pt>
                <c:pt idx="482">
                  <c:v>3466.0</c:v>
                </c:pt>
                <c:pt idx="483">
                  <c:v>3468.0</c:v>
                </c:pt>
                <c:pt idx="484">
                  <c:v>3470.0</c:v>
                </c:pt>
                <c:pt idx="485">
                  <c:v>3472.0</c:v>
                </c:pt>
                <c:pt idx="486">
                  <c:v>3474.0</c:v>
                </c:pt>
                <c:pt idx="487">
                  <c:v>3476.0</c:v>
                </c:pt>
                <c:pt idx="488">
                  <c:v>3478.0</c:v>
                </c:pt>
                <c:pt idx="489">
                  <c:v>3480.0</c:v>
                </c:pt>
                <c:pt idx="490">
                  <c:v>3482.0</c:v>
                </c:pt>
                <c:pt idx="491">
                  <c:v>3484.0</c:v>
                </c:pt>
                <c:pt idx="492">
                  <c:v>3486.0</c:v>
                </c:pt>
                <c:pt idx="493">
                  <c:v>3488.0</c:v>
                </c:pt>
                <c:pt idx="494">
                  <c:v>3490.0</c:v>
                </c:pt>
                <c:pt idx="495">
                  <c:v>3492.0</c:v>
                </c:pt>
                <c:pt idx="496">
                  <c:v>3494.0</c:v>
                </c:pt>
                <c:pt idx="497">
                  <c:v>3496.0</c:v>
                </c:pt>
                <c:pt idx="498">
                  <c:v>3498.0</c:v>
                </c:pt>
                <c:pt idx="499">
                  <c:v>3500.0</c:v>
                </c:pt>
                <c:pt idx="500">
                  <c:v>3501.0</c:v>
                </c:pt>
                <c:pt idx="501">
                  <c:v>3502.0</c:v>
                </c:pt>
                <c:pt idx="502">
                  <c:v>3503.0</c:v>
                </c:pt>
                <c:pt idx="503">
                  <c:v>3504.0</c:v>
                </c:pt>
                <c:pt idx="504">
                  <c:v>3505.0</c:v>
                </c:pt>
                <c:pt idx="505">
                  <c:v>3506.0</c:v>
                </c:pt>
                <c:pt idx="506">
                  <c:v>3507.0</c:v>
                </c:pt>
                <c:pt idx="507">
                  <c:v>3508.0</c:v>
                </c:pt>
                <c:pt idx="508">
                  <c:v>3509.0</c:v>
                </c:pt>
                <c:pt idx="509">
                  <c:v>3510.0</c:v>
                </c:pt>
                <c:pt idx="510">
                  <c:v>3511.0</c:v>
                </c:pt>
                <c:pt idx="511">
                  <c:v>3512.0</c:v>
                </c:pt>
                <c:pt idx="512">
                  <c:v>3513.0</c:v>
                </c:pt>
                <c:pt idx="513">
                  <c:v>3514.0</c:v>
                </c:pt>
                <c:pt idx="514">
                  <c:v>3515.0</c:v>
                </c:pt>
                <c:pt idx="515">
                  <c:v>3516.0</c:v>
                </c:pt>
                <c:pt idx="516">
                  <c:v>3517.0</c:v>
                </c:pt>
                <c:pt idx="517">
                  <c:v>3518.0</c:v>
                </c:pt>
                <c:pt idx="518">
                  <c:v>3519.0</c:v>
                </c:pt>
                <c:pt idx="519">
                  <c:v>3520.0</c:v>
                </c:pt>
                <c:pt idx="520">
                  <c:v>3521.0</c:v>
                </c:pt>
                <c:pt idx="521">
                  <c:v>3522.0</c:v>
                </c:pt>
                <c:pt idx="522">
                  <c:v>3523.0</c:v>
                </c:pt>
                <c:pt idx="523">
                  <c:v>3524.0</c:v>
                </c:pt>
                <c:pt idx="524">
                  <c:v>3525.0</c:v>
                </c:pt>
                <c:pt idx="525">
                  <c:v>3526.0</c:v>
                </c:pt>
                <c:pt idx="526">
                  <c:v>3527.0</c:v>
                </c:pt>
                <c:pt idx="527">
                  <c:v>3528.0</c:v>
                </c:pt>
                <c:pt idx="528">
                  <c:v>3529.0</c:v>
                </c:pt>
                <c:pt idx="529">
                  <c:v>3530.0</c:v>
                </c:pt>
                <c:pt idx="530">
                  <c:v>3531.0</c:v>
                </c:pt>
                <c:pt idx="531">
                  <c:v>3532.0</c:v>
                </c:pt>
                <c:pt idx="532">
                  <c:v>3533.0</c:v>
                </c:pt>
                <c:pt idx="533">
                  <c:v>3534.0</c:v>
                </c:pt>
                <c:pt idx="534">
                  <c:v>3535.0</c:v>
                </c:pt>
                <c:pt idx="535">
                  <c:v>3536.0</c:v>
                </c:pt>
                <c:pt idx="536">
                  <c:v>3537.0</c:v>
                </c:pt>
                <c:pt idx="537">
                  <c:v>3538.0</c:v>
                </c:pt>
                <c:pt idx="538">
                  <c:v>3539.0</c:v>
                </c:pt>
                <c:pt idx="539">
                  <c:v>3540.0</c:v>
                </c:pt>
                <c:pt idx="540">
                  <c:v>3541.0</c:v>
                </c:pt>
                <c:pt idx="541">
                  <c:v>3542.0</c:v>
                </c:pt>
                <c:pt idx="542">
                  <c:v>3543.0</c:v>
                </c:pt>
                <c:pt idx="543">
                  <c:v>3544.0</c:v>
                </c:pt>
                <c:pt idx="544">
                  <c:v>3545.0</c:v>
                </c:pt>
                <c:pt idx="545">
                  <c:v>3546.0</c:v>
                </c:pt>
                <c:pt idx="546">
                  <c:v>3547.0</c:v>
                </c:pt>
                <c:pt idx="547">
                  <c:v>3548.0</c:v>
                </c:pt>
                <c:pt idx="548">
                  <c:v>3549.0</c:v>
                </c:pt>
                <c:pt idx="549">
                  <c:v>3550.0</c:v>
                </c:pt>
                <c:pt idx="550">
                  <c:v>3551.0</c:v>
                </c:pt>
                <c:pt idx="551">
                  <c:v>3552.0</c:v>
                </c:pt>
                <c:pt idx="552">
                  <c:v>3553.0</c:v>
                </c:pt>
                <c:pt idx="553">
                  <c:v>3554.0</c:v>
                </c:pt>
                <c:pt idx="554">
                  <c:v>3555.0</c:v>
                </c:pt>
                <c:pt idx="555">
                  <c:v>3556.0</c:v>
                </c:pt>
                <c:pt idx="556">
                  <c:v>3557.0</c:v>
                </c:pt>
                <c:pt idx="557">
                  <c:v>3558.0</c:v>
                </c:pt>
                <c:pt idx="558">
                  <c:v>3559.0</c:v>
                </c:pt>
                <c:pt idx="559">
                  <c:v>3560.0</c:v>
                </c:pt>
                <c:pt idx="560">
                  <c:v>3561.0</c:v>
                </c:pt>
                <c:pt idx="561">
                  <c:v>3562.0</c:v>
                </c:pt>
                <c:pt idx="562">
                  <c:v>3563.0</c:v>
                </c:pt>
                <c:pt idx="563">
                  <c:v>3564.0</c:v>
                </c:pt>
                <c:pt idx="564">
                  <c:v>3565.0</c:v>
                </c:pt>
                <c:pt idx="565">
                  <c:v>3566.0</c:v>
                </c:pt>
                <c:pt idx="566">
                  <c:v>3567.0</c:v>
                </c:pt>
                <c:pt idx="567">
                  <c:v>3568.0</c:v>
                </c:pt>
                <c:pt idx="568">
                  <c:v>3569.0</c:v>
                </c:pt>
                <c:pt idx="569">
                  <c:v>3570.0</c:v>
                </c:pt>
                <c:pt idx="570">
                  <c:v>3571.0</c:v>
                </c:pt>
                <c:pt idx="571">
                  <c:v>3572.0</c:v>
                </c:pt>
                <c:pt idx="572">
                  <c:v>3573.0</c:v>
                </c:pt>
                <c:pt idx="573">
                  <c:v>3574.0</c:v>
                </c:pt>
                <c:pt idx="574">
                  <c:v>3575.0</c:v>
                </c:pt>
                <c:pt idx="575">
                  <c:v>3576.0</c:v>
                </c:pt>
                <c:pt idx="576">
                  <c:v>3577.0</c:v>
                </c:pt>
                <c:pt idx="577">
                  <c:v>3578.0</c:v>
                </c:pt>
                <c:pt idx="578">
                  <c:v>3579.0</c:v>
                </c:pt>
                <c:pt idx="579">
                  <c:v>3580.0</c:v>
                </c:pt>
                <c:pt idx="580">
                  <c:v>3581.0</c:v>
                </c:pt>
                <c:pt idx="581">
                  <c:v>3582.0</c:v>
                </c:pt>
                <c:pt idx="582">
                  <c:v>3583.0</c:v>
                </c:pt>
                <c:pt idx="583">
                  <c:v>3584.0</c:v>
                </c:pt>
                <c:pt idx="584">
                  <c:v>3585.0</c:v>
                </c:pt>
                <c:pt idx="585">
                  <c:v>3586.0</c:v>
                </c:pt>
                <c:pt idx="586">
                  <c:v>3587.0</c:v>
                </c:pt>
                <c:pt idx="587">
                  <c:v>3588.0</c:v>
                </c:pt>
                <c:pt idx="588">
                  <c:v>3589.0</c:v>
                </c:pt>
                <c:pt idx="589">
                  <c:v>3590.0</c:v>
                </c:pt>
                <c:pt idx="590">
                  <c:v>3591.0</c:v>
                </c:pt>
                <c:pt idx="591">
                  <c:v>3592.0</c:v>
                </c:pt>
                <c:pt idx="592">
                  <c:v>3593.0</c:v>
                </c:pt>
                <c:pt idx="593">
                  <c:v>3594.0</c:v>
                </c:pt>
                <c:pt idx="594">
                  <c:v>3595.0</c:v>
                </c:pt>
                <c:pt idx="595">
                  <c:v>3596.0</c:v>
                </c:pt>
                <c:pt idx="596">
                  <c:v>3597.0</c:v>
                </c:pt>
                <c:pt idx="597">
                  <c:v>3598.0</c:v>
                </c:pt>
                <c:pt idx="598">
                  <c:v>3599.0</c:v>
                </c:pt>
                <c:pt idx="599">
                  <c:v>3600.0</c:v>
                </c:pt>
                <c:pt idx="600">
                  <c:v>3601.0</c:v>
                </c:pt>
                <c:pt idx="601">
                  <c:v>3602.0</c:v>
                </c:pt>
                <c:pt idx="602">
                  <c:v>3603.0</c:v>
                </c:pt>
                <c:pt idx="603">
                  <c:v>3604.0</c:v>
                </c:pt>
                <c:pt idx="604">
                  <c:v>3605.0</c:v>
                </c:pt>
                <c:pt idx="605">
                  <c:v>3606.0</c:v>
                </c:pt>
                <c:pt idx="606">
                  <c:v>3607.0</c:v>
                </c:pt>
                <c:pt idx="607">
                  <c:v>3608.0</c:v>
                </c:pt>
                <c:pt idx="608">
                  <c:v>3609.0</c:v>
                </c:pt>
                <c:pt idx="609">
                  <c:v>3610.0</c:v>
                </c:pt>
                <c:pt idx="610">
                  <c:v>3611.0</c:v>
                </c:pt>
                <c:pt idx="611">
                  <c:v>3612.0</c:v>
                </c:pt>
                <c:pt idx="612">
                  <c:v>3613.0</c:v>
                </c:pt>
                <c:pt idx="613">
                  <c:v>3614.0</c:v>
                </c:pt>
                <c:pt idx="614">
                  <c:v>3615.0</c:v>
                </c:pt>
                <c:pt idx="615">
                  <c:v>3616.0</c:v>
                </c:pt>
                <c:pt idx="616">
                  <c:v>3617.0</c:v>
                </c:pt>
                <c:pt idx="617">
                  <c:v>3618.0</c:v>
                </c:pt>
                <c:pt idx="618">
                  <c:v>3619.0</c:v>
                </c:pt>
                <c:pt idx="619">
                  <c:v>3620.0</c:v>
                </c:pt>
                <c:pt idx="620">
                  <c:v>3621.0</c:v>
                </c:pt>
                <c:pt idx="621">
                  <c:v>3622.0</c:v>
                </c:pt>
                <c:pt idx="622">
                  <c:v>3623.0</c:v>
                </c:pt>
                <c:pt idx="623">
                  <c:v>3624.0</c:v>
                </c:pt>
                <c:pt idx="624">
                  <c:v>3625.0</c:v>
                </c:pt>
                <c:pt idx="625">
                  <c:v>3626.0</c:v>
                </c:pt>
                <c:pt idx="626">
                  <c:v>3627.0</c:v>
                </c:pt>
                <c:pt idx="627">
                  <c:v>3628.0</c:v>
                </c:pt>
                <c:pt idx="628">
                  <c:v>3629.0</c:v>
                </c:pt>
                <c:pt idx="629">
                  <c:v>3630.0</c:v>
                </c:pt>
                <c:pt idx="630">
                  <c:v>3631.0</c:v>
                </c:pt>
                <c:pt idx="631">
                  <c:v>3632.0</c:v>
                </c:pt>
                <c:pt idx="632">
                  <c:v>3633.0</c:v>
                </c:pt>
                <c:pt idx="633">
                  <c:v>3634.0</c:v>
                </c:pt>
                <c:pt idx="634">
                  <c:v>3635.0</c:v>
                </c:pt>
                <c:pt idx="635">
                  <c:v>3636.0</c:v>
                </c:pt>
                <c:pt idx="636">
                  <c:v>3637.0</c:v>
                </c:pt>
                <c:pt idx="637">
                  <c:v>3638.0</c:v>
                </c:pt>
                <c:pt idx="638">
                  <c:v>3639.0</c:v>
                </c:pt>
                <c:pt idx="639">
                  <c:v>3640.0</c:v>
                </c:pt>
                <c:pt idx="640">
                  <c:v>3641.0</c:v>
                </c:pt>
                <c:pt idx="641">
                  <c:v>3642.0</c:v>
                </c:pt>
                <c:pt idx="642">
                  <c:v>3643.0</c:v>
                </c:pt>
                <c:pt idx="643">
                  <c:v>3644.0</c:v>
                </c:pt>
                <c:pt idx="644">
                  <c:v>3645.0</c:v>
                </c:pt>
                <c:pt idx="645">
                  <c:v>3646.0</c:v>
                </c:pt>
                <c:pt idx="646">
                  <c:v>3647.0</c:v>
                </c:pt>
                <c:pt idx="647">
                  <c:v>3648.0</c:v>
                </c:pt>
                <c:pt idx="648">
                  <c:v>3649.0</c:v>
                </c:pt>
                <c:pt idx="649">
                  <c:v>3650.0</c:v>
                </c:pt>
                <c:pt idx="650">
                  <c:v>3651.0</c:v>
                </c:pt>
                <c:pt idx="651">
                  <c:v>3652.0</c:v>
                </c:pt>
                <c:pt idx="652">
                  <c:v>3653.0</c:v>
                </c:pt>
                <c:pt idx="653">
                  <c:v>3654.0</c:v>
                </c:pt>
                <c:pt idx="654">
                  <c:v>3655.0</c:v>
                </c:pt>
                <c:pt idx="655">
                  <c:v>3656.0</c:v>
                </c:pt>
                <c:pt idx="656">
                  <c:v>3657.0</c:v>
                </c:pt>
                <c:pt idx="657">
                  <c:v>3658.0</c:v>
                </c:pt>
                <c:pt idx="658">
                  <c:v>3659.0</c:v>
                </c:pt>
                <c:pt idx="659">
                  <c:v>3660.0</c:v>
                </c:pt>
                <c:pt idx="660">
                  <c:v>3661.0</c:v>
                </c:pt>
                <c:pt idx="661">
                  <c:v>3662.0</c:v>
                </c:pt>
                <c:pt idx="662">
                  <c:v>3663.0</c:v>
                </c:pt>
                <c:pt idx="663">
                  <c:v>3664.0</c:v>
                </c:pt>
                <c:pt idx="664">
                  <c:v>3665.0</c:v>
                </c:pt>
                <c:pt idx="665">
                  <c:v>3666.0</c:v>
                </c:pt>
                <c:pt idx="666">
                  <c:v>3667.0</c:v>
                </c:pt>
                <c:pt idx="667">
                  <c:v>3668.0</c:v>
                </c:pt>
                <c:pt idx="668">
                  <c:v>3669.0</c:v>
                </c:pt>
                <c:pt idx="669">
                  <c:v>3670.0</c:v>
                </c:pt>
                <c:pt idx="670">
                  <c:v>3671.0</c:v>
                </c:pt>
                <c:pt idx="671">
                  <c:v>3672.0</c:v>
                </c:pt>
                <c:pt idx="672">
                  <c:v>3673.0</c:v>
                </c:pt>
                <c:pt idx="673">
                  <c:v>3674.0</c:v>
                </c:pt>
                <c:pt idx="674">
                  <c:v>3675.0</c:v>
                </c:pt>
                <c:pt idx="675">
                  <c:v>3676.0</c:v>
                </c:pt>
                <c:pt idx="676">
                  <c:v>3677.0</c:v>
                </c:pt>
                <c:pt idx="677">
                  <c:v>3678.0</c:v>
                </c:pt>
                <c:pt idx="678">
                  <c:v>3679.0</c:v>
                </c:pt>
                <c:pt idx="679">
                  <c:v>3680.0</c:v>
                </c:pt>
                <c:pt idx="680">
                  <c:v>3681.0</c:v>
                </c:pt>
                <c:pt idx="681">
                  <c:v>3682.0</c:v>
                </c:pt>
                <c:pt idx="682">
                  <c:v>3683.0</c:v>
                </c:pt>
                <c:pt idx="683">
                  <c:v>3684.0</c:v>
                </c:pt>
                <c:pt idx="684">
                  <c:v>3685.0</c:v>
                </c:pt>
                <c:pt idx="685">
                  <c:v>3686.0</c:v>
                </c:pt>
                <c:pt idx="686">
                  <c:v>3687.0</c:v>
                </c:pt>
                <c:pt idx="687">
                  <c:v>3688.0</c:v>
                </c:pt>
                <c:pt idx="688">
                  <c:v>3689.0</c:v>
                </c:pt>
                <c:pt idx="689">
                  <c:v>3690.0</c:v>
                </c:pt>
                <c:pt idx="690">
                  <c:v>3691.0</c:v>
                </c:pt>
                <c:pt idx="691">
                  <c:v>3692.0</c:v>
                </c:pt>
                <c:pt idx="692">
                  <c:v>3693.0</c:v>
                </c:pt>
                <c:pt idx="693">
                  <c:v>3694.0</c:v>
                </c:pt>
                <c:pt idx="694">
                  <c:v>3695.0</c:v>
                </c:pt>
                <c:pt idx="695">
                  <c:v>3696.0</c:v>
                </c:pt>
                <c:pt idx="696">
                  <c:v>3697.0</c:v>
                </c:pt>
                <c:pt idx="697">
                  <c:v>3698.0</c:v>
                </c:pt>
                <c:pt idx="698">
                  <c:v>3699.0</c:v>
                </c:pt>
                <c:pt idx="699">
                  <c:v>3700.0</c:v>
                </c:pt>
                <c:pt idx="700">
                  <c:v>3701.0</c:v>
                </c:pt>
                <c:pt idx="701">
                  <c:v>3702.0</c:v>
                </c:pt>
                <c:pt idx="702">
                  <c:v>3703.0</c:v>
                </c:pt>
                <c:pt idx="703">
                  <c:v>3704.0</c:v>
                </c:pt>
                <c:pt idx="704">
                  <c:v>3705.0</c:v>
                </c:pt>
                <c:pt idx="705">
                  <c:v>3706.0</c:v>
                </c:pt>
                <c:pt idx="706">
                  <c:v>3707.0</c:v>
                </c:pt>
                <c:pt idx="707">
                  <c:v>3708.0</c:v>
                </c:pt>
                <c:pt idx="708">
                  <c:v>3709.0</c:v>
                </c:pt>
                <c:pt idx="709">
                  <c:v>3710.0</c:v>
                </c:pt>
                <c:pt idx="710">
                  <c:v>3711.0</c:v>
                </c:pt>
                <c:pt idx="711">
                  <c:v>3712.0</c:v>
                </c:pt>
                <c:pt idx="712">
                  <c:v>3713.0</c:v>
                </c:pt>
                <c:pt idx="713">
                  <c:v>3714.0</c:v>
                </c:pt>
                <c:pt idx="714">
                  <c:v>3715.0</c:v>
                </c:pt>
                <c:pt idx="715">
                  <c:v>3716.0</c:v>
                </c:pt>
                <c:pt idx="716">
                  <c:v>3717.0</c:v>
                </c:pt>
                <c:pt idx="717">
                  <c:v>3718.0</c:v>
                </c:pt>
                <c:pt idx="718">
                  <c:v>3719.0</c:v>
                </c:pt>
                <c:pt idx="719">
                  <c:v>3720.0</c:v>
                </c:pt>
                <c:pt idx="720">
                  <c:v>3721.0</c:v>
                </c:pt>
                <c:pt idx="721">
                  <c:v>3722.0</c:v>
                </c:pt>
                <c:pt idx="722">
                  <c:v>3723.0</c:v>
                </c:pt>
                <c:pt idx="723">
                  <c:v>3724.0</c:v>
                </c:pt>
                <c:pt idx="724">
                  <c:v>3725.0</c:v>
                </c:pt>
                <c:pt idx="725">
                  <c:v>3726.0</c:v>
                </c:pt>
                <c:pt idx="726">
                  <c:v>3727.0</c:v>
                </c:pt>
                <c:pt idx="727">
                  <c:v>3728.0</c:v>
                </c:pt>
                <c:pt idx="728">
                  <c:v>3729.0</c:v>
                </c:pt>
                <c:pt idx="729">
                  <c:v>3730.0</c:v>
                </c:pt>
                <c:pt idx="730">
                  <c:v>3731.0</c:v>
                </c:pt>
                <c:pt idx="731">
                  <c:v>3732.0</c:v>
                </c:pt>
                <c:pt idx="732">
                  <c:v>3733.0</c:v>
                </c:pt>
                <c:pt idx="733">
                  <c:v>3734.0</c:v>
                </c:pt>
                <c:pt idx="734">
                  <c:v>3735.0</c:v>
                </c:pt>
                <c:pt idx="735">
                  <c:v>3736.0</c:v>
                </c:pt>
                <c:pt idx="736">
                  <c:v>3737.0</c:v>
                </c:pt>
                <c:pt idx="737">
                  <c:v>3738.0</c:v>
                </c:pt>
                <c:pt idx="738">
                  <c:v>3739.0</c:v>
                </c:pt>
                <c:pt idx="739">
                  <c:v>3740.0</c:v>
                </c:pt>
                <c:pt idx="740">
                  <c:v>3741.0</c:v>
                </c:pt>
                <c:pt idx="741">
                  <c:v>3742.0</c:v>
                </c:pt>
                <c:pt idx="742">
                  <c:v>3743.0</c:v>
                </c:pt>
                <c:pt idx="743">
                  <c:v>3744.0</c:v>
                </c:pt>
                <c:pt idx="744">
                  <c:v>3745.0</c:v>
                </c:pt>
                <c:pt idx="745">
                  <c:v>3746.0</c:v>
                </c:pt>
                <c:pt idx="746">
                  <c:v>3747.0</c:v>
                </c:pt>
                <c:pt idx="747">
                  <c:v>3748.0</c:v>
                </c:pt>
                <c:pt idx="748">
                  <c:v>3749.0</c:v>
                </c:pt>
                <c:pt idx="749">
                  <c:v>3750.0</c:v>
                </c:pt>
                <c:pt idx="750">
                  <c:v>3751.0</c:v>
                </c:pt>
                <c:pt idx="751">
                  <c:v>3752.0</c:v>
                </c:pt>
                <c:pt idx="752">
                  <c:v>3753.0</c:v>
                </c:pt>
                <c:pt idx="753">
                  <c:v>3754.0</c:v>
                </c:pt>
                <c:pt idx="754">
                  <c:v>3755.0</c:v>
                </c:pt>
                <c:pt idx="755">
                  <c:v>3756.0</c:v>
                </c:pt>
                <c:pt idx="756">
                  <c:v>3757.0</c:v>
                </c:pt>
                <c:pt idx="757">
                  <c:v>3758.0</c:v>
                </c:pt>
                <c:pt idx="758">
                  <c:v>3759.0</c:v>
                </c:pt>
                <c:pt idx="759">
                  <c:v>3760.0</c:v>
                </c:pt>
                <c:pt idx="760">
                  <c:v>3761.0</c:v>
                </c:pt>
                <c:pt idx="761">
                  <c:v>3762.0</c:v>
                </c:pt>
                <c:pt idx="762">
                  <c:v>3763.0</c:v>
                </c:pt>
                <c:pt idx="763">
                  <c:v>3764.0</c:v>
                </c:pt>
                <c:pt idx="764">
                  <c:v>3765.0</c:v>
                </c:pt>
                <c:pt idx="765">
                  <c:v>3766.0</c:v>
                </c:pt>
                <c:pt idx="766">
                  <c:v>3767.0</c:v>
                </c:pt>
                <c:pt idx="767">
                  <c:v>3768.0</c:v>
                </c:pt>
                <c:pt idx="768">
                  <c:v>3769.0</c:v>
                </c:pt>
                <c:pt idx="769">
                  <c:v>3770.0</c:v>
                </c:pt>
                <c:pt idx="770">
                  <c:v>3771.0</c:v>
                </c:pt>
                <c:pt idx="771">
                  <c:v>3772.0</c:v>
                </c:pt>
                <c:pt idx="772">
                  <c:v>3773.0</c:v>
                </c:pt>
                <c:pt idx="773">
                  <c:v>3774.0</c:v>
                </c:pt>
                <c:pt idx="774">
                  <c:v>3775.0</c:v>
                </c:pt>
                <c:pt idx="775">
                  <c:v>3776.0</c:v>
                </c:pt>
                <c:pt idx="776">
                  <c:v>3777.0</c:v>
                </c:pt>
                <c:pt idx="777">
                  <c:v>3778.0</c:v>
                </c:pt>
                <c:pt idx="778">
                  <c:v>3779.0</c:v>
                </c:pt>
                <c:pt idx="779">
                  <c:v>3780.0</c:v>
                </c:pt>
                <c:pt idx="780">
                  <c:v>3781.0</c:v>
                </c:pt>
                <c:pt idx="781">
                  <c:v>3782.0</c:v>
                </c:pt>
                <c:pt idx="782">
                  <c:v>3783.0</c:v>
                </c:pt>
                <c:pt idx="783">
                  <c:v>3784.0</c:v>
                </c:pt>
                <c:pt idx="784">
                  <c:v>3785.0</c:v>
                </c:pt>
                <c:pt idx="785">
                  <c:v>3786.0</c:v>
                </c:pt>
                <c:pt idx="786">
                  <c:v>3787.0</c:v>
                </c:pt>
                <c:pt idx="787">
                  <c:v>3788.0</c:v>
                </c:pt>
                <c:pt idx="788">
                  <c:v>3789.0</c:v>
                </c:pt>
                <c:pt idx="789">
                  <c:v>3790.0</c:v>
                </c:pt>
                <c:pt idx="790">
                  <c:v>3791.0</c:v>
                </c:pt>
                <c:pt idx="791">
                  <c:v>3792.0</c:v>
                </c:pt>
                <c:pt idx="792">
                  <c:v>3793.0</c:v>
                </c:pt>
                <c:pt idx="793">
                  <c:v>3794.0</c:v>
                </c:pt>
                <c:pt idx="794">
                  <c:v>3795.0</c:v>
                </c:pt>
              </c:numCache>
            </c:numRef>
          </c:xVal>
          <c:yVal>
            <c:numRef>
              <c:f>Sheet1!$B$2393:$B$3187</c:f>
              <c:numCache>
                <c:formatCode>General</c:formatCode>
                <c:ptCount val="795"/>
                <c:pt idx="0">
                  <c:v>9.6955577e-07</c:v>
                </c:pt>
                <c:pt idx="1">
                  <c:v>5.5118056e-06</c:v>
                </c:pt>
                <c:pt idx="2">
                  <c:v>2.7094523e-06</c:v>
                </c:pt>
                <c:pt idx="3">
                  <c:v>7.7914504e-06</c:v>
                </c:pt>
                <c:pt idx="4">
                  <c:v>3.5889497e-06</c:v>
                </c:pt>
                <c:pt idx="5">
                  <c:v>0.004719636</c:v>
                </c:pt>
                <c:pt idx="6">
                  <c:v>0.00084811684</c:v>
                </c:pt>
                <c:pt idx="7">
                  <c:v>1.7970694e-06</c:v>
                </c:pt>
                <c:pt idx="8">
                  <c:v>0.004119309</c:v>
                </c:pt>
                <c:pt idx="9">
                  <c:v>6.8754732e-06</c:v>
                </c:pt>
                <c:pt idx="10">
                  <c:v>2.537805e-06</c:v>
                </c:pt>
                <c:pt idx="11">
                  <c:v>4.246508e-07</c:v>
                </c:pt>
                <c:pt idx="12">
                  <c:v>3.4266899e-05</c:v>
                </c:pt>
                <c:pt idx="13">
                  <c:v>4.7886028e-05</c:v>
                </c:pt>
                <c:pt idx="14">
                  <c:v>4.9765774e-05</c:v>
                </c:pt>
                <c:pt idx="15">
                  <c:v>9.6065712e-06</c:v>
                </c:pt>
                <c:pt idx="16">
                  <c:v>2.5750353e-05</c:v>
                </c:pt>
                <c:pt idx="17">
                  <c:v>2.0326567e-06</c:v>
                </c:pt>
                <c:pt idx="18">
                  <c:v>5.6712227e-06</c:v>
                </c:pt>
                <c:pt idx="19">
                  <c:v>0.00014576338</c:v>
                </c:pt>
                <c:pt idx="20">
                  <c:v>1.3091602e-05</c:v>
                </c:pt>
                <c:pt idx="21">
                  <c:v>1.0037229e-06</c:v>
                </c:pt>
                <c:pt idx="22">
                  <c:v>1.3578523e-05</c:v>
                </c:pt>
                <c:pt idx="23">
                  <c:v>1.1835746e-05</c:v>
                </c:pt>
                <c:pt idx="24">
                  <c:v>0.0001282937</c:v>
                </c:pt>
                <c:pt idx="25">
                  <c:v>4.6883158e-06</c:v>
                </c:pt>
                <c:pt idx="26">
                  <c:v>3.1227446e-06</c:v>
                </c:pt>
                <c:pt idx="27">
                  <c:v>1.6856558e-06</c:v>
                </c:pt>
                <c:pt idx="28">
                  <c:v>3.4283616e-06</c:v>
                </c:pt>
                <c:pt idx="29">
                  <c:v>0.00013715716</c:v>
                </c:pt>
                <c:pt idx="30">
                  <c:v>6.6187665e-06</c:v>
                </c:pt>
                <c:pt idx="31">
                  <c:v>1.0152028e-05</c:v>
                </c:pt>
                <c:pt idx="32">
                  <c:v>0.0001267415</c:v>
                </c:pt>
                <c:pt idx="33">
                  <c:v>1.7185644e-07</c:v>
                </c:pt>
                <c:pt idx="34">
                  <c:v>1.1137278e-06</c:v>
                </c:pt>
                <c:pt idx="35">
                  <c:v>0.00012011081</c:v>
                </c:pt>
                <c:pt idx="36">
                  <c:v>4.3488719e-06</c:v>
                </c:pt>
                <c:pt idx="37">
                  <c:v>4.3758815e-06</c:v>
                </c:pt>
                <c:pt idx="38">
                  <c:v>1.1918255e-06</c:v>
                </c:pt>
                <c:pt idx="39">
                  <c:v>2.7276098e-05</c:v>
                </c:pt>
                <c:pt idx="40">
                  <c:v>7.1843307e-07</c:v>
                </c:pt>
                <c:pt idx="41">
                  <c:v>7.137224e-07</c:v>
                </c:pt>
                <c:pt idx="42">
                  <c:v>1.7235696e-06</c:v>
                </c:pt>
                <c:pt idx="43">
                  <c:v>2.8991155e-07</c:v>
                </c:pt>
                <c:pt idx="44">
                  <c:v>2.8400989e-05</c:v>
                </c:pt>
                <c:pt idx="45">
                  <c:v>4.0437926e-06</c:v>
                </c:pt>
                <c:pt idx="46">
                  <c:v>4.0279637e-06</c:v>
                </c:pt>
                <c:pt idx="47">
                  <c:v>7.5800101e-07</c:v>
                </c:pt>
                <c:pt idx="48">
                  <c:v>1.0790636e-06</c:v>
                </c:pt>
                <c:pt idx="49">
                  <c:v>2.9092568e-05</c:v>
                </c:pt>
                <c:pt idx="50">
                  <c:v>1.8298778e-06</c:v>
                </c:pt>
                <c:pt idx="51">
                  <c:v>1.7129761e-06</c:v>
                </c:pt>
                <c:pt idx="52">
                  <c:v>2.4862835e-06</c:v>
                </c:pt>
                <c:pt idx="53">
                  <c:v>1.782337e-06</c:v>
                </c:pt>
                <c:pt idx="54">
                  <c:v>2.6441616e-05</c:v>
                </c:pt>
                <c:pt idx="55">
                  <c:v>2.315585e-06</c:v>
                </c:pt>
                <c:pt idx="56">
                  <c:v>2.2727593e-06</c:v>
                </c:pt>
                <c:pt idx="57">
                  <c:v>3.5274288e-06</c:v>
                </c:pt>
                <c:pt idx="58">
                  <c:v>3.2216255e-06</c:v>
                </c:pt>
                <c:pt idx="59">
                  <c:v>3.1449126e-05</c:v>
                </c:pt>
                <c:pt idx="60">
                  <c:v>5.54185e-06</c:v>
                </c:pt>
                <c:pt idx="61">
                  <c:v>5.1597741e-06</c:v>
                </c:pt>
                <c:pt idx="62">
                  <c:v>5.1653872e-06</c:v>
                </c:pt>
                <c:pt idx="63">
                  <c:v>1.5529969e-06</c:v>
                </c:pt>
                <c:pt idx="64">
                  <c:v>1.1928508e-06</c:v>
                </c:pt>
                <c:pt idx="65">
                  <c:v>1.1635783e-06</c:v>
                </c:pt>
                <c:pt idx="66">
                  <c:v>0.010957707</c:v>
                </c:pt>
                <c:pt idx="67">
                  <c:v>3.0269006e-06</c:v>
                </c:pt>
                <c:pt idx="68">
                  <c:v>1.2386475e-06</c:v>
                </c:pt>
                <c:pt idx="69">
                  <c:v>1.0572445e-06</c:v>
                </c:pt>
                <c:pt idx="70">
                  <c:v>1.0028042e-06</c:v>
                </c:pt>
                <c:pt idx="71">
                  <c:v>0.010835204</c:v>
                </c:pt>
                <c:pt idx="72">
                  <c:v>1.864419e-06</c:v>
                </c:pt>
                <c:pt idx="73">
                  <c:v>8.6431101e-07</c:v>
                </c:pt>
                <c:pt idx="74">
                  <c:v>7.1708511e-07</c:v>
                </c:pt>
                <c:pt idx="75">
                  <c:v>6.6035042e-07</c:v>
                </c:pt>
                <c:pt idx="76">
                  <c:v>0.010714097</c:v>
                </c:pt>
                <c:pt idx="77">
                  <c:v>3.8224791e-06</c:v>
                </c:pt>
                <c:pt idx="78">
                  <c:v>2.7095923e-06</c:v>
                </c:pt>
                <c:pt idx="79">
                  <c:v>2.5144109e-06</c:v>
                </c:pt>
                <c:pt idx="80">
                  <c:v>2.5451887e-06</c:v>
                </c:pt>
                <c:pt idx="81">
                  <c:v>0.010574275</c:v>
                </c:pt>
                <c:pt idx="82">
                  <c:v>4.1750785e-06</c:v>
                </c:pt>
                <c:pt idx="83">
                  <c:v>3.3171695e-06</c:v>
                </c:pt>
                <c:pt idx="84">
                  <c:v>3.3743908e-06</c:v>
                </c:pt>
                <c:pt idx="85">
                  <c:v>3.5061035e-06</c:v>
                </c:pt>
                <c:pt idx="86">
                  <c:v>0.010438788</c:v>
                </c:pt>
                <c:pt idx="87">
                  <c:v>4.8457073e-06</c:v>
                </c:pt>
                <c:pt idx="88">
                  <c:v>3.4765933e-06</c:v>
                </c:pt>
                <c:pt idx="89">
                  <c:v>3.2466455e-06</c:v>
                </c:pt>
                <c:pt idx="90">
                  <c:v>3.2783873e-06</c:v>
                </c:pt>
                <c:pt idx="91">
                  <c:v>0.010355259</c:v>
                </c:pt>
                <c:pt idx="92">
                  <c:v>4.7442745e-06</c:v>
                </c:pt>
                <c:pt idx="93">
                  <c:v>3.1817449e-06</c:v>
                </c:pt>
                <c:pt idx="94">
                  <c:v>2.9434807e-06</c:v>
                </c:pt>
                <c:pt idx="95">
                  <c:v>3.0823571e-06</c:v>
                </c:pt>
                <c:pt idx="96">
                  <c:v>0.010232442</c:v>
                </c:pt>
                <c:pt idx="97">
                  <c:v>2.9387372e-06</c:v>
                </c:pt>
                <c:pt idx="98">
                  <c:v>2.2918191e-06</c:v>
                </c:pt>
                <c:pt idx="99">
                  <c:v>2.6647818e-06</c:v>
                </c:pt>
                <c:pt idx="100">
                  <c:v>2.6709775e-06</c:v>
                </c:pt>
                <c:pt idx="101">
                  <c:v>0.010164054</c:v>
                </c:pt>
                <c:pt idx="102">
                  <c:v>9.5431297e-06</c:v>
                </c:pt>
                <c:pt idx="103">
                  <c:v>7.3866547e-06</c:v>
                </c:pt>
                <c:pt idx="104">
                  <c:v>7.1061206e-06</c:v>
                </c:pt>
                <c:pt idx="105">
                  <c:v>7.0530326e-06</c:v>
                </c:pt>
                <c:pt idx="106">
                  <c:v>0.010036843</c:v>
                </c:pt>
                <c:pt idx="107">
                  <c:v>5.5840277e-06</c:v>
                </c:pt>
                <c:pt idx="108">
                  <c:v>2.5412849e-06</c:v>
                </c:pt>
                <c:pt idx="109">
                  <c:v>1.5808617e-06</c:v>
                </c:pt>
                <c:pt idx="110">
                  <c:v>1.5602098e-06</c:v>
                </c:pt>
                <c:pt idx="111">
                  <c:v>0.0098834428</c:v>
                </c:pt>
                <c:pt idx="112">
                  <c:v>3.4323166e-06</c:v>
                </c:pt>
                <c:pt idx="113">
                  <c:v>2.207483e-06</c:v>
                </c:pt>
                <c:pt idx="114">
                  <c:v>2.1426844e-06</c:v>
                </c:pt>
                <c:pt idx="115">
                  <c:v>2.1549116e-06</c:v>
                </c:pt>
                <c:pt idx="116">
                  <c:v>0.0097643725</c:v>
                </c:pt>
                <c:pt idx="117">
                  <c:v>3.5883234e-06</c:v>
                </c:pt>
                <c:pt idx="118">
                  <c:v>2.3387926e-06</c:v>
                </c:pt>
                <c:pt idx="119">
                  <c:v>2.1505265e-06</c:v>
                </c:pt>
                <c:pt idx="120">
                  <c:v>2.1181875e-06</c:v>
                </c:pt>
                <c:pt idx="121">
                  <c:v>0.010753439</c:v>
                </c:pt>
                <c:pt idx="122">
                  <c:v>6.7125344e-05</c:v>
                </c:pt>
                <c:pt idx="123">
                  <c:v>2.8783366e-05</c:v>
                </c:pt>
                <c:pt idx="124">
                  <c:v>3.4880732e-05</c:v>
                </c:pt>
                <c:pt idx="125">
                  <c:v>3.5854501e-05</c:v>
                </c:pt>
                <c:pt idx="126">
                  <c:v>3.6196869e-05</c:v>
                </c:pt>
                <c:pt idx="127">
                  <c:v>3.6442405e-05</c:v>
                </c:pt>
                <c:pt idx="128">
                  <c:v>0.010521578</c:v>
                </c:pt>
                <c:pt idx="129">
                  <c:v>0.00023846778</c:v>
                </c:pt>
                <c:pt idx="130">
                  <c:v>0.00010140293</c:v>
                </c:pt>
                <c:pt idx="131">
                  <c:v>5.6588986e-05</c:v>
                </c:pt>
                <c:pt idx="132">
                  <c:v>4.2567792e-05</c:v>
                </c:pt>
                <c:pt idx="133">
                  <c:v>4.0585555e-05</c:v>
                </c:pt>
                <c:pt idx="134">
                  <c:v>3.8040618e-05</c:v>
                </c:pt>
                <c:pt idx="135">
                  <c:v>3.976776e-05</c:v>
                </c:pt>
                <c:pt idx="136">
                  <c:v>3.8443532e-05</c:v>
                </c:pt>
                <c:pt idx="137">
                  <c:v>3.8197378e-05</c:v>
                </c:pt>
                <c:pt idx="138">
                  <c:v>0.010185885</c:v>
                </c:pt>
                <c:pt idx="139">
                  <c:v>8.7794299e-05</c:v>
                </c:pt>
                <c:pt idx="140">
                  <c:v>2.2108305e-05</c:v>
                </c:pt>
                <c:pt idx="141">
                  <c:v>1.0213714e-05</c:v>
                </c:pt>
                <c:pt idx="142">
                  <c:v>6.7542307e-06</c:v>
                </c:pt>
                <c:pt idx="143">
                  <c:v>5.7681571e-06</c:v>
                </c:pt>
                <c:pt idx="144">
                  <c:v>5.8248351e-06</c:v>
                </c:pt>
                <c:pt idx="145">
                  <c:v>5.7403538e-06</c:v>
                </c:pt>
                <c:pt idx="146">
                  <c:v>5.7575379e-06</c:v>
                </c:pt>
                <c:pt idx="147">
                  <c:v>5.7868362e-06</c:v>
                </c:pt>
                <c:pt idx="148">
                  <c:v>0.010040594</c:v>
                </c:pt>
                <c:pt idx="149">
                  <c:v>0.00011549676</c:v>
                </c:pt>
                <c:pt idx="150">
                  <c:v>6.481844e-05</c:v>
                </c:pt>
                <c:pt idx="151">
                  <c:v>6.1769157e-05</c:v>
                </c:pt>
                <c:pt idx="152">
                  <c:v>6.1995989e-05</c:v>
                </c:pt>
                <c:pt idx="153">
                  <c:v>6.1917279e-05</c:v>
                </c:pt>
                <c:pt idx="154">
                  <c:v>6.1789226e-05</c:v>
                </c:pt>
                <c:pt idx="155">
                  <c:v>6.1754839e-05</c:v>
                </c:pt>
                <c:pt idx="156">
                  <c:v>6.1779339e-05</c:v>
                </c:pt>
                <c:pt idx="157">
                  <c:v>6.1835908e-05</c:v>
                </c:pt>
                <c:pt idx="158">
                  <c:v>0.0099096304</c:v>
                </c:pt>
                <c:pt idx="159">
                  <c:v>7.4089083e-05</c:v>
                </c:pt>
                <c:pt idx="160">
                  <c:v>2.8855663e-05</c:v>
                </c:pt>
                <c:pt idx="161">
                  <c:v>2.0973673e-05</c:v>
                </c:pt>
                <c:pt idx="162">
                  <c:v>9.3006329e-06</c:v>
                </c:pt>
                <c:pt idx="163">
                  <c:v>6.3580479e-06</c:v>
                </c:pt>
                <c:pt idx="164">
                  <c:v>6.4486316e-06</c:v>
                </c:pt>
                <c:pt idx="165">
                  <c:v>5.9505641e-06</c:v>
                </c:pt>
                <c:pt idx="166">
                  <c:v>6.6437059e-06</c:v>
                </c:pt>
                <c:pt idx="167">
                  <c:v>6.0750526e-06</c:v>
                </c:pt>
                <c:pt idx="168">
                  <c:v>0.0096621006</c:v>
                </c:pt>
                <c:pt idx="169">
                  <c:v>0.00010647601</c:v>
                </c:pt>
                <c:pt idx="170">
                  <c:v>2.5482589e-05</c:v>
                </c:pt>
                <c:pt idx="171">
                  <c:v>2.1620093e-05</c:v>
                </c:pt>
                <c:pt idx="172">
                  <c:v>2.3834825e-05</c:v>
                </c:pt>
                <c:pt idx="173">
                  <c:v>2.8772765e-05</c:v>
                </c:pt>
                <c:pt idx="174">
                  <c:v>3.0902619e-05</c:v>
                </c:pt>
                <c:pt idx="175">
                  <c:v>3.2736881e-05</c:v>
                </c:pt>
                <c:pt idx="176">
                  <c:v>3.1598471e-05</c:v>
                </c:pt>
                <c:pt idx="177">
                  <c:v>2.9882263e-05</c:v>
                </c:pt>
                <c:pt idx="178">
                  <c:v>0.0097211262</c:v>
                </c:pt>
                <c:pt idx="179">
                  <c:v>7.3579232e-05</c:v>
                </c:pt>
                <c:pt idx="180">
                  <c:v>3.0400833e-05</c:v>
                </c:pt>
                <c:pt idx="181">
                  <c:v>2.9119105e-05</c:v>
                </c:pt>
                <c:pt idx="182">
                  <c:v>2.9469465e-05</c:v>
                </c:pt>
                <c:pt idx="183">
                  <c:v>2.9933975e-05</c:v>
                </c:pt>
                <c:pt idx="184">
                  <c:v>3.0176611e-05</c:v>
                </c:pt>
                <c:pt idx="185">
                  <c:v>3.0240576e-05</c:v>
                </c:pt>
                <c:pt idx="186">
                  <c:v>3.028149e-05</c:v>
                </c:pt>
                <c:pt idx="187">
                  <c:v>3.0269035e-05</c:v>
                </c:pt>
                <c:pt idx="188">
                  <c:v>0.0097430593</c:v>
                </c:pt>
                <c:pt idx="189">
                  <c:v>7.1668067e-05</c:v>
                </c:pt>
                <c:pt idx="190">
                  <c:v>1.9419747e-05</c:v>
                </c:pt>
                <c:pt idx="191">
                  <c:v>1.3334969e-05</c:v>
                </c:pt>
                <c:pt idx="192">
                  <c:v>1.1543691e-05</c:v>
                </c:pt>
                <c:pt idx="193">
                  <c:v>1.1167635e-05</c:v>
                </c:pt>
                <c:pt idx="194">
                  <c:v>1.1016856e-05</c:v>
                </c:pt>
                <c:pt idx="195">
                  <c:v>1.0965795e-05</c:v>
                </c:pt>
                <c:pt idx="196">
                  <c:v>1.0958894e-05</c:v>
                </c:pt>
                <c:pt idx="197">
                  <c:v>1.0960574e-05</c:v>
                </c:pt>
                <c:pt idx="198">
                  <c:v>0.0096378603</c:v>
                </c:pt>
                <c:pt idx="199">
                  <c:v>7.1966082e-05</c:v>
                </c:pt>
                <c:pt idx="200">
                  <c:v>2.4094444e-05</c:v>
                </c:pt>
                <c:pt idx="201">
                  <c:v>1.1390706e-05</c:v>
                </c:pt>
                <c:pt idx="202">
                  <c:v>6.7875045e-06</c:v>
                </c:pt>
                <c:pt idx="203">
                  <c:v>5.6780532e-06</c:v>
                </c:pt>
                <c:pt idx="204">
                  <c:v>5.4439583e-06</c:v>
                </c:pt>
                <c:pt idx="205">
                  <c:v>5.3943278e-06</c:v>
                </c:pt>
                <c:pt idx="206">
                  <c:v>5.3869068e-06</c:v>
                </c:pt>
                <c:pt idx="207">
                  <c:v>5.3913789e-06</c:v>
                </c:pt>
                <c:pt idx="208">
                  <c:v>0.0094426118</c:v>
                </c:pt>
                <c:pt idx="209">
                  <c:v>4.6488103e-05</c:v>
                </c:pt>
                <c:pt idx="210">
                  <c:v>1.4250911e-05</c:v>
                </c:pt>
                <c:pt idx="211">
                  <c:v>7.1989357e-06</c:v>
                </c:pt>
                <c:pt idx="212">
                  <c:v>4.8936255e-06</c:v>
                </c:pt>
                <c:pt idx="213">
                  <c:v>4.1511765e-06</c:v>
                </c:pt>
                <c:pt idx="214">
                  <c:v>3.9377376e-06</c:v>
                </c:pt>
                <c:pt idx="215">
                  <c:v>3.8290003e-06</c:v>
                </c:pt>
                <c:pt idx="216">
                  <c:v>3.8054924e-06</c:v>
                </c:pt>
                <c:pt idx="217">
                  <c:v>3.7965718e-06</c:v>
                </c:pt>
                <c:pt idx="218">
                  <c:v>0.0097556479</c:v>
                </c:pt>
                <c:pt idx="219">
                  <c:v>6.6481461e-05</c:v>
                </c:pt>
                <c:pt idx="220">
                  <c:v>1.989711e-05</c:v>
                </c:pt>
                <c:pt idx="221">
                  <c:v>1.4221147e-05</c:v>
                </c:pt>
                <c:pt idx="222">
                  <c:v>9.807131e-06</c:v>
                </c:pt>
                <c:pt idx="223">
                  <c:v>8.5414859e-06</c:v>
                </c:pt>
                <c:pt idx="224">
                  <c:v>7.64406e-06</c:v>
                </c:pt>
                <c:pt idx="225">
                  <c:v>7.2423089e-06</c:v>
                </c:pt>
                <c:pt idx="226">
                  <c:v>7.0001737e-06</c:v>
                </c:pt>
                <c:pt idx="227">
                  <c:v>6.8128167e-06</c:v>
                </c:pt>
                <c:pt idx="228">
                  <c:v>0.0094564298</c:v>
                </c:pt>
                <c:pt idx="229">
                  <c:v>5.0970924e-05</c:v>
                </c:pt>
                <c:pt idx="230">
                  <c:v>2.2700354e-05</c:v>
                </c:pt>
                <c:pt idx="231">
                  <c:v>2.1362731e-05</c:v>
                </c:pt>
                <c:pt idx="232">
                  <c:v>2.1659911e-05</c:v>
                </c:pt>
                <c:pt idx="233">
                  <c:v>2.1647446e-05</c:v>
                </c:pt>
                <c:pt idx="234">
                  <c:v>2.1562704e-05</c:v>
                </c:pt>
                <c:pt idx="235">
                  <c:v>2.1467873e-05</c:v>
                </c:pt>
                <c:pt idx="236">
                  <c:v>2.138816e-05</c:v>
                </c:pt>
                <c:pt idx="237">
                  <c:v>2.1328565e-05</c:v>
                </c:pt>
                <c:pt idx="238">
                  <c:v>0.0093197269</c:v>
                </c:pt>
                <c:pt idx="239">
                  <c:v>4.7809608e-05</c:v>
                </c:pt>
                <c:pt idx="240">
                  <c:v>8.2876478e-06</c:v>
                </c:pt>
                <c:pt idx="241">
                  <c:v>4.7334869e-06</c:v>
                </c:pt>
                <c:pt idx="242">
                  <c:v>3.4737422e-06</c:v>
                </c:pt>
                <c:pt idx="243">
                  <c:v>2.9358217e-06</c:v>
                </c:pt>
                <c:pt idx="244">
                  <c:v>2.7721352e-06</c:v>
                </c:pt>
                <c:pt idx="245">
                  <c:v>2.7022904e-06</c:v>
                </c:pt>
                <c:pt idx="246">
                  <c:v>2.6696651e-06</c:v>
                </c:pt>
                <c:pt idx="247">
                  <c:v>2.6509832e-06</c:v>
                </c:pt>
                <c:pt idx="248">
                  <c:v>0.0093283423</c:v>
                </c:pt>
                <c:pt idx="249">
                  <c:v>4.6623725e-05</c:v>
                </c:pt>
                <c:pt idx="250">
                  <c:v>1.8203283e-05</c:v>
                </c:pt>
                <c:pt idx="251">
                  <c:v>1.0442287e-05</c:v>
                </c:pt>
                <c:pt idx="252">
                  <c:v>6.9219115e-06</c:v>
                </c:pt>
                <c:pt idx="253">
                  <c:v>5.6511038e-06</c:v>
                </c:pt>
                <c:pt idx="254">
                  <c:v>4.8362509e-06</c:v>
                </c:pt>
                <c:pt idx="255">
                  <c:v>4.2154997e-06</c:v>
                </c:pt>
                <c:pt idx="256">
                  <c:v>3.890792e-06</c:v>
                </c:pt>
                <c:pt idx="257">
                  <c:v>3.7883551e-06</c:v>
                </c:pt>
                <c:pt idx="258">
                  <c:v>3.7390801e-06</c:v>
                </c:pt>
                <c:pt idx="259">
                  <c:v>3.6757536e-06</c:v>
                </c:pt>
                <c:pt idx="260">
                  <c:v>3.6221585e-06</c:v>
                </c:pt>
                <c:pt idx="261">
                  <c:v>3.5831774e-06</c:v>
                </c:pt>
                <c:pt idx="262">
                  <c:v>3.5645532e-06</c:v>
                </c:pt>
                <c:pt idx="263">
                  <c:v>3.5534543e-06</c:v>
                </c:pt>
                <c:pt idx="264">
                  <c:v>3.5490636e-06</c:v>
                </c:pt>
                <c:pt idx="265">
                  <c:v>3.5488577e-06</c:v>
                </c:pt>
                <c:pt idx="266">
                  <c:v>3.5513496e-06</c:v>
                </c:pt>
                <c:pt idx="267">
                  <c:v>0.0091675146</c:v>
                </c:pt>
                <c:pt idx="268">
                  <c:v>0.0004886451</c:v>
                </c:pt>
                <c:pt idx="269">
                  <c:v>4.9773378e-05</c:v>
                </c:pt>
                <c:pt idx="270">
                  <c:v>1.5988811e-05</c:v>
                </c:pt>
                <c:pt idx="271">
                  <c:v>1.1631076e-05</c:v>
                </c:pt>
                <c:pt idx="272">
                  <c:v>1.1147983e-05</c:v>
                </c:pt>
                <c:pt idx="273">
                  <c:v>7.4600898e-06</c:v>
                </c:pt>
                <c:pt idx="274">
                  <c:v>7.0517956e-06</c:v>
                </c:pt>
                <c:pt idx="275">
                  <c:v>4.0617837e-06</c:v>
                </c:pt>
                <c:pt idx="276">
                  <c:v>6.6214401e-06</c:v>
                </c:pt>
                <c:pt idx="277">
                  <c:v>2.6368296e-06</c:v>
                </c:pt>
                <c:pt idx="278">
                  <c:v>1.943669e-06</c:v>
                </c:pt>
                <c:pt idx="279">
                  <c:v>3.5887097e-06</c:v>
                </c:pt>
                <c:pt idx="280">
                  <c:v>5.3031798e-06</c:v>
                </c:pt>
                <c:pt idx="281">
                  <c:v>2.9411536e-06</c:v>
                </c:pt>
                <c:pt idx="282">
                  <c:v>4.7644787e-06</c:v>
                </c:pt>
                <c:pt idx="283">
                  <c:v>4.5929893e-06</c:v>
                </c:pt>
                <c:pt idx="284">
                  <c:v>4.941227e-06</c:v>
                </c:pt>
                <c:pt idx="285">
                  <c:v>4.3539831e-06</c:v>
                </c:pt>
                <c:pt idx="286">
                  <c:v>5.3797744e-06</c:v>
                </c:pt>
                <c:pt idx="287">
                  <c:v>0.0093866239</c:v>
                </c:pt>
                <c:pt idx="288">
                  <c:v>0.00060776606</c:v>
                </c:pt>
                <c:pt idx="289">
                  <c:v>7.5436909e-05</c:v>
                </c:pt>
                <c:pt idx="290">
                  <c:v>2.9422726e-05</c:v>
                </c:pt>
                <c:pt idx="291">
                  <c:v>1.9942803e-05</c:v>
                </c:pt>
                <c:pt idx="292">
                  <c:v>1.6023279e-05</c:v>
                </c:pt>
                <c:pt idx="293">
                  <c:v>1.3897965e-05</c:v>
                </c:pt>
                <c:pt idx="294">
                  <c:v>1.3178542e-05</c:v>
                </c:pt>
                <c:pt idx="295">
                  <c:v>1.2780653e-05</c:v>
                </c:pt>
                <c:pt idx="296">
                  <c:v>1.269986e-05</c:v>
                </c:pt>
                <c:pt idx="297">
                  <c:v>1.2609088e-05</c:v>
                </c:pt>
                <c:pt idx="298">
                  <c:v>1.2641695e-05</c:v>
                </c:pt>
                <c:pt idx="299">
                  <c:v>1.2607615e-05</c:v>
                </c:pt>
                <c:pt idx="300">
                  <c:v>1.263179e-05</c:v>
                </c:pt>
                <c:pt idx="301">
                  <c:v>1.2587598e-05</c:v>
                </c:pt>
                <c:pt idx="302">
                  <c:v>1.2626198e-05</c:v>
                </c:pt>
                <c:pt idx="303">
                  <c:v>1.2470405e-05</c:v>
                </c:pt>
                <c:pt idx="304">
                  <c:v>1.2468518e-05</c:v>
                </c:pt>
                <c:pt idx="305">
                  <c:v>1.2422675e-05</c:v>
                </c:pt>
                <c:pt idx="306">
                  <c:v>1.2407719e-05</c:v>
                </c:pt>
                <c:pt idx="307">
                  <c:v>0.0090430966</c:v>
                </c:pt>
                <c:pt idx="308">
                  <c:v>0.00048747788</c:v>
                </c:pt>
                <c:pt idx="309">
                  <c:v>5.3792024e-05</c:v>
                </c:pt>
                <c:pt idx="310">
                  <c:v>1.9889064e-05</c:v>
                </c:pt>
                <c:pt idx="311">
                  <c:v>1.4568049e-05</c:v>
                </c:pt>
                <c:pt idx="312">
                  <c:v>7.9904633e-06</c:v>
                </c:pt>
                <c:pt idx="313">
                  <c:v>8.1560771e-06</c:v>
                </c:pt>
                <c:pt idx="314">
                  <c:v>4.3376231e-06</c:v>
                </c:pt>
                <c:pt idx="315">
                  <c:v>3.3172748e-06</c:v>
                </c:pt>
                <c:pt idx="316">
                  <c:v>3.8502879e-06</c:v>
                </c:pt>
                <c:pt idx="317">
                  <c:v>3.5137416e-06</c:v>
                </c:pt>
                <c:pt idx="318">
                  <c:v>3.5304215e-06</c:v>
                </c:pt>
                <c:pt idx="319">
                  <c:v>3.241705e-06</c:v>
                </c:pt>
                <c:pt idx="320">
                  <c:v>3.5291538e-06</c:v>
                </c:pt>
                <c:pt idx="321">
                  <c:v>3.0972306e-06</c:v>
                </c:pt>
                <c:pt idx="322">
                  <c:v>3.7104488e-06</c:v>
                </c:pt>
                <c:pt idx="323">
                  <c:v>1.6921017e-06</c:v>
                </c:pt>
                <c:pt idx="324">
                  <c:v>1.759859e-06</c:v>
                </c:pt>
                <c:pt idx="325">
                  <c:v>3.0244457e-06</c:v>
                </c:pt>
                <c:pt idx="326">
                  <c:v>3.5849538e-06</c:v>
                </c:pt>
                <c:pt idx="327">
                  <c:v>0.0090011286</c:v>
                </c:pt>
                <c:pt idx="328">
                  <c:v>0.00047581853</c:v>
                </c:pt>
                <c:pt idx="329">
                  <c:v>5.6394453e-05</c:v>
                </c:pt>
                <c:pt idx="330">
                  <c:v>1.9025591e-05</c:v>
                </c:pt>
                <c:pt idx="331">
                  <c:v>1.1749222e-05</c:v>
                </c:pt>
                <c:pt idx="332">
                  <c:v>8.8872942e-06</c:v>
                </c:pt>
                <c:pt idx="333">
                  <c:v>6.7506334e-06</c:v>
                </c:pt>
                <c:pt idx="334">
                  <c:v>5.4956301e-06</c:v>
                </c:pt>
                <c:pt idx="335">
                  <c:v>4.7567881e-06</c:v>
                </c:pt>
                <c:pt idx="336">
                  <c:v>4.3371943e-06</c:v>
                </c:pt>
                <c:pt idx="337">
                  <c:v>4.2728693e-06</c:v>
                </c:pt>
                <c:pt idx="338">
                  <c:v>3.9692565e-06</c:v>
                </c:pt>
                <c:pt idx="339">
                  <c:v>4.1237217e-06</c:v>
                </c:pt>
                <c:pt idx="340">
                  <c:v>3.8019821e-06</c:v>
                </c:pt>
                <c:pt idx="341">
                  <c:v>4.1624167e-06</c:v>
                </c:pt>
                <c:pt idx="342">
                  <c:v>3.4364258e-06</c:v>
                </c:pt>
                <c:pt idx="343">
                  <c:v>3.9426385e-06</c:v>
                </c:pt>
                <c:pt idx="344">
                  <c:v>3.8440579e-06</c:v>
                </c:pt>
                <c:pt idx="345">
                  <c:v>3.9177904e-06</c:v>
                </c:pt>
                <c:pt idx="346">
                  <c:v>3.7999728e-06</c:v>
                </c:pt>
                <c:pt idx="347">
                  <c:v>0.0091218284</c:v>
                </c:pt>
                <c:pt idx="348">
                  <c:v>0.00055560834</c:v>
                </c:pt>
                <c:pt idx="349">
                  <c:v>7.281375e-05</c:v>
                </c:pt>
                <c:pt idx="350">
                  <c:v>2.9136577e-05</c:v>
                </c:pt>
                <c:pt idx="351">
                  <c:v>2.1380987e-05</c:v>
                </c:pt>
                <c:pt idx="352">
                  <c:v>1.7078217e-05</c:v>
                </c:pt>
                <c:pt idx="353">
                  <c:v>1.7203239e-05</c:v>
                </c:pt>
                <c:pt idx="354">
                  <c:v>1.7134119e-05</c:v>
                </c:pt>
                <c:pt idx="355">
                  <c:v>1.7812876e-05</c:v>
                </c:pt>
                <c:pt idx="356">
                  <c:v>1.7995351e-05</c:v>
                </c:pt>
                <c:pt idx="357">
                  <c:v>1.8568061e-05</c:v>
                </c:pt>
                <c:pt idx="358">
                  <c:v>1.8882693e-05</c:v>
                </c:pt>
                <c:pt idx="359">
                  <c:v>1.9313233e-05</c:v>
                </c:pt>
                <c:pt idx="360">
                  <c:v>1.9458409e-05</c:v>
                </c:pt>
                <c:pt idx="361">
                  <c:v>1.9751938e-05</c:v>
                </c:pt>
                <c:pt idx="362">
                  <c:v>1.9750255e-05</c:v>
                </c:pt>
                <c:pt idx="363">
                  <c:v>1.991879e-05</c:v>
                </c:pt>
                <c:pt idx="364">
                  <c:v>1.9873054e-05</c:v>
                </c:pt>
                <c:pt idx="365">
                  <c:v>1.9981348e-05</c:v>
                </c:pt>
                <c:pt idx="366">
                  <c:v>1.9836286e-05</c:v>
                </c:pt>
                <c:pt idx="367">
                  <c:v>0.0091618942</c:v>
                </c:pt>
                <c:pt idx="368">
                  <c:v>0.00052914229</c:v>
                </c:pt>
                <c:pt idx="369">
                  <c:v>7.4257596e-05</c:v>
                </c:pt>
                <c:pt idx="370">
                  <c:v>2.9678546e-05</c:v>
                </c:pt>
                <c:pt idx="371">
                  <c:v>1.8807392e-05</c:v>
                </c:pt>
                <c:pt idx="372">
                  <c:v>1.3933546e-05</c:v>
                </c:pt>
                <c:pt idx="373">
                  <c:v>1.0336355e-05</c:v>
                </c:pt>
                <c:pt idx="374">
                  <c:v>8.4013292e-06</c:v>
                </c:pt>
                <c:pt idx="375">
                  <c:v>7.2289557e-06</c:v>
                </c:pt>
                <c:pt idx="376">
                  <c:v>6.5709941e-06</c:v>
                </c:pt>
                <c:pt idx="377">
                  <c:v>6.28607e-06</c:v>
                </c:pt>
                <c:pt idx="378">
                  <c:v>6.1262562e-06</c:v>
                </c:pt>
                <c:pt idx="379">
                  <c:v>6.0344646e-06</c:v>
                </c:pt>
                <c:pt idx="380">
                  <c:v>5.9971857e-06</c:v>
                </c:pt>
                <c:pt idx="381">
                  <c:v>5.9927851e-06</c:v>
                </c:pt>
                <c:pt idx="382">
                  <c:v>5.9921897e-06</c:v>
                </c:pt>
                <c:pt idx="383">
                  <c:v>6.0082439e-06</c:v>
                </c:pt>
                <c:pt idx="384">
                  <c:v>6.0215655e-06</c:v>
                </c:pt>
                <c:pt idx="385">
                  <c:v>6.0365807e-06</c:v>
                </c:pt>
                <c:pt idx="386">
                  <c:v>6.0503233e-06</c:v>
                </c:pt>
                <c:pt idx="387">
                  <c:v>0.0089516243</c:v>
                </c:pt>
                <c:pt idx="388">
                  <c:v>0.00050150288</c:v>
                </c:pt>
                <c:pt idx="389">
                  <c:v>4.9791676e-05</c:v>
                </c:pt>
                <c:pt idx="390">
                  <c:v>2.1699679e-05</c:v>
                </c:pt>
                <c:pt idx="391">
                  <c:v>1.390337e-05</c:v>
                </c:pt>
                <c:pt idx="392">
                  <c:v>9.9048648e-06</c:v>
                </c:pt>
                <c:pt idx="393">
                  <c:v>8.3654479e-06</c:v>
                </c:pt>
                <c:pt idx="394">
                  <c:v>7.6253876e-06</c:v>
                </c:pt>
                <c:pt idx="395">
                  <c:v>7.1970736e-06</c:v>
                </c:pt>
                <c:pt idx="396">
                  <c:v>6.7904523e-06</c:v>
                </c:pt>
                <c:pt idx="397">
                  <c:v>6.5319908e-06</c:v>
                </c:pt>
                <c:pt idx="398">
                  <c:v>6.3611936e-06</c:v>
                </c:pt>
                <c:pt idx="399">
                  <c:v>6.2880732e-06</c:v>
                </c:pt>
                <c:pt idx="400">
                  <c:v>6.2186977e-06</c:v>
                </c:pt>
                <c:pt idx="401">
                  <c:v>6.216006e-06</c:v>
                </c:pt>
                <c:pt idx="402">
                  <c:v>6.2017584e-06</c:v>
                </c:pt>
                <c:pt idx="403">
                  <c:v>6.2217104e-06</c:v>
                </c:pt>
                <c:pt idx="404">
                  <c:v>6.2370174e-06</c:v>
                </c:pt>
                <c:pt idx="405">
                  <c:v>6.2681409e-06</c:v>
                </c:pt>
                <c:pt idx="406">
                  <c:v>6.28405e-06</c:v>
                </c:pt>
                <c:pt idx="407">
                  <c:v>0.0090558988</c:v>
                </c:pt>
                <c:pt idx="408">
                  <c:v>0.00048945668</c:v>
                </c:pt>
                <c:pt idx="409">
                  <c:v>4.7001248e-05</c:v>
                </c:pt>
                <c:pt idx="410">
                  <c:v>1.7799234e-05</c:v>
                </c:pt>
                <c:pt idx="411">
                  <c:v>1.1368015e-05</c:v>
                </c:pt>
                <c:pt idx="412">
                  <c:v>8.3011226e-06</c:v>
                </c:pt>
                <c:pt idx="413">
                  <c:v>7.274272e-06</c:v>
                </c:pt>
                <c:pt idx="414">
                  <c:v>6.9007351e-06</c:v>
                </c:pt>
                <c:pt idx="415">
                  <c:v>6.9291534e-06</c:v>
                </c:pt>
                <c:pt idx="416">
                  <c:v>7.3034992e-06</c:v>
                </c:pt>
                <c:pt idx="417">
                  <c:v>7.584573e-06</c:v>
                </c:pt>
                <c:pt idx="418">
                  <c:v>7.7511698e-06</c:v>
                </c:pt>
                <c:pt idx="419">
                  <c:v>7.7863238e-06</c:v>
                </c:pt>
                <c:pt idx="420">
                  <c:v>7.6895632e-06</c:v>
                </c:pt>
                <c:pt idx="421">
                  <c:v>7.606695e-06</c:v>
                </c:pt>
                <c:pt idx="422">
                  <c:v>7.6992204e-06</c:v>
                </c:pt>
                <c:pt idx="423">
                  <c:v>7.8169805e-06</c:v>
                </c:pt>
                <c:pt idx="424">
                  <c:v>7.9535922e-06</c:v>
                </c:pt>
                <c:pt idx="425">
                  <c:v>8.0277546e-06</c:v>
                </c:pt>
                <c:pt idx="426">
                  <c:v>8.0194276e-06</c:v>
                </c:pt>
                <c:pt idx="427">
                  <c:v>0.0090600996</c:v>
                </c:pt>
                <c:pt idx="428">
                  <c:v>0.00054546446</c:v>
                </c:pt>
                <c:pt idx="429">
                  <c:v>7.1586366e-05</c:v>
                </c:pt>
                <c:pt idx="430">
                  <c:v>2.6197816e-05</c:v>
                </c:pt>
                <c:pt idx="431">
                  <c:v>1.6457397e-05</c:v>
                </c:pt>
                <c:pt idx="432">
                  <c:v>1.3297373e-05</c:v>
                </c:pt>
                <c:pt idx="433">
                  <c:v>1.0880371e-05</c:v>
                </c:pt>
                <c:pt idx="434">
                  <c:v>9.3610217e-06</c:v>
                </c:pt>
                <c:pt idx="435">
                  <c:v>8.3226302e-06</c:v>
                </c:pt>
                <c:pt idx="436">
                  <c:v>7.7959428e-06</c:v>
                </c:pt>
                <c:pt idx="437">
                  <c:v>7.4314873e-06</c:v>
                </c:pt>
                <c:pt idx="438">
                  <c:v>7.2666367e-06</c:v>
                </c:pt>
                <c:pt idx="439">
                  <c:v>7.1501453e-06</c:v>
                </c:pt>
                <c:pt idx="440">
                  <c:v>6.992576e-06</c:v>
                </c:pt>
                <c:pt idx="441">
                  <c:v>7.0245088e-06</c:v>
                </c:pt>
                <c:pt idx="442">
                  <c:v>7.0200207e-06</c:v>
                </c:pt>
                <c:pt idx="443">
                  <c:v>6.9378946e-06</c:v>
                </c:pt>
                <c:pt idx="444">
                  <c:v>6.8604133e-06</c:v>
                </c:pt>
                <c:pt idx="445">
                  <c:v>6.8351137e-06</c:v>
                </c:pt>
                <c:pt idx="446">
                  <c:v>6.9801499e-06</c:v>
                </c:pt>
                <c:pt idx="447">
                  <c:v>0.0090516741</c:v>
                </c:pt>
                <c:pt idx="448">
                  <c:v>0.00053626954</c:v>
                </c:pt>
                <c:pt idx="449">
                  <c:v>7.2588894e-05</c:v>
                </c:pt>
                <c:pt idx="450">
                  <c:v>3.3054287e-05</c:v>
                </c:pt>
                <c:pt idx="451">
                  <c:v>2.543675e-05</c:v>
                </c:pt>
                <c:pt idx="452">
                  <c:v>2.2611143e-05</c:v>
                </c:pt>
                <c:pt idx="453">
                  <c:v>2.0918534e-05</c:v>
                </c:pt>
                <c:pt idx="454">
                  <c:v>1.9627985e-05</c:v>
                </c:pt>
                <c:pt idx="455">
                  <c:v>1.9103518e-05</c:v>
                </c:pt>
                <c:pt idx="456">
                  <c:v>1.8662322e-05</c:v>
                </c:pt>
                <c:pt idx="457">
                  <c:v>1.8534988e-05</c:v>
                </c:pt>
                <c:pt idx="458">
                  <c:v>1.839478e-05</c:v>
                </c:pt>
                <c:pt idx="459">
                  <c:v>1.8397128e-05</c:v>
                </c:pt>
                <c:pt idx="460">
                  <c:v>1.8329108e-05</c:v>
                </c:pt>
                <c:pt idx="461">
                  <c:v>1.8319939e-05</c:v>
                </c:pt>
                <c:pt idx="462">
                  <c:v>1.8304169e-05</c:v>
                </c:pt>
                <c:pt idx="463">
                  <c:v>1.8306564e-05</c:v>
                </c:pt>
                <c:pt idx="464">
                  <c:v>1.830113e-05</c:v>
                </c:pt>
                <c:pt idx="465">
                  <c:v>1.830311e-05</c:v>
                </c:pt>
                <c:pt idx="466">
                  <c:v>1.8300456e-05</c:v>
                </c:pt>
                <c:pt idx="467">
                  <c:v>0.0093266422</c:v>
                </c:pt>
                <c:pt idx="468">
                  <c:v>0.00056224548</c:v>
                </c:pt>
                <c:pt idx="469">
                  <c:v>7.9153015e-05</c:v>
                </c:pt>
                <c:pt idx="470">
                  <c:v>3.1954156e-05</c:v>
                </c:pt>
                <c:pt idx="471">
                  <c:v>2.0695146e-05</c:v>
                </c:pt>
                <c:pt idx="472">
                  <c:v>1.6942323e-05</c:v>
                </c:pt>
                <c:pt idx="473">
                  <c:v>1.5301243e-05</c:v>
                </c:pt>
                <c:pt idx="474">
                  <c:v>1.4621949e-05</c:v>
                </c:pt>
                <c:pt idx="475">
                  <c:v>1.4047139e-05</c:v>
                </c:pt>
                <c:pt idx="476">
                  <c:v>1.4319651e-05</c:v>
                </c:pt>
                <c:pt idx="477">
                  <c:v>1.4409258e-05</c:v>
                </c:pt>
                <c:pt idx="478">
                  <c:v>1.484671e-05</c:v>
                </c:pt>
                <c:pt idx="479">
                  <c:v>1.4930905e-05</c:v>
                </c:pt>
                <c:pt idx="480">
                  <c:v>1.5279498e-05</c:v>
                </c:pt>
                <c:pt idx="481">
                  <c:v>1.5229375e-05</c:v>
                </c:pt>
                <c:pt idx="482">
                  <c:v>1.5462491e-05</c:v>
                </c:pt>
                <c:pt idx="483">
                  <c:v>1.5346312e-05</c:v>
                </c:pt>
                <c:pt idx="484">
                  <c:v>1.5521301e-05</c:v>
                </c:pt>
                <c:pt idx="485">
                  <c:v>1.5388106e-05</c:v>
                </c:pt>
                <c:pt idx="486">
                  <c:v>1.5535887e-05</c:v>
                </c:pt>
                <c:pt idx="487">
                  <c:v>0.0091280613</c:v>
                </c:pt>
                <c:pt idx="488">
                  <c:v>0.00053370902</c:v>
                </c:pt>
                <c:pt idx="489">
                  <c:v>7.6562594e-05</c:v>
                </c:pt>
                <c:pt idx="490">
                  <c:v>3.8124143e-05</c:v>
                </c:pt>
                <c:pt idx="491">
                  <c:v>3.2098744e-05</c:v>
                </c:pt>
                <c:pt idx="492">
                  <c:v>3.0476039e-05</c:v>
                </c:pt>
                <c:pt idx="493">
                  <c:v>2.9856245e-05</c:v>
                </c:pt>
                <c:pt idx="494">
                  <c:v>2.9250753e-05</c:v>
                </c:pt>
                <c:pt idx="495">
                  <c:v>2.9629058e-05</c:v>
                </c:pt>
                <c:pt idx="496">
                  <c:v>3.084708e-05</c:v>
                </c:pt>
                <c:pt idx="497">
                  <c:v>3.1632345e-05</c:v>
                </c:pt>
                <c:pt idx="498">
                  <c:v>3.1854878e-05</c:v>
                </c:pt>
                <c:pt idx="499">
                  <c:v>3.2294525e-05</c:v>
                </c:pt>
                <c:pt idx="500">
                  <c:v>3.2787518e-05</c:v>
                </c:pt>
                <c:pt idx="501">
                  <c:v>3.2615892e-05</c:v>
                </c:pt>
                <c:pt idx="502">
                  <c:v>3.2769554e-05</c:v>
                </c:pt>
                <c:pt idx="503">
                  <c:v>3.3075351e-05</c:v>
                </c:pt>
                <c:pt idx="504">
                  <c:v>3.3652942e-05</c:v>
                </c:pt>
                <c:pt idx="505">
                  <c:v>3.3633194e-05</c:v>
                </c:pt>
                <c:pt idx="506">
                  <c:v>3.3685435e-05</c:v>
                </c:pt>
                <c:pt idx="507">
                  <c:v>3.397217e-05</c:v>
                </c:pt>
                <c:pt idx="508">
                  <c:v>3.4372197e-05</c:v>
                </c:pt>
                <c:pt idx="509">
                  <c:v>3.4234915e-05</c:v>
                </c:pt>
                <c:pt idx="510">
                  <c:v>3.4101856e-05</c:v>
                </c:pt>
                <c:pt idx="511">
                  <c:v>3.4418783e-05</c:v>
                </c:pt>
                <c:pt idx="512">
                  <c:v>3.4827317e-05</c:v>
                </c:pt>
                <c:pt idx="513">
                  <c:v>3.460489e-05</c:v>
                </c:pt>
                <c:pt idx="514">
                  <c:v>3.4344191e-05</c:v>
                </c:pt>
                <c:pt idx="515">
                  <c:v>0.0089037103</c:v>
                </c:pt>
                <c:pt idx="516">
                  <c:v>0.0021031193</c:v>
                </c:pt>
                <c:pt idx="517">
                  <c:v>0.00053748357</c:v>
                </c:pt>
                <c:pt idx="518">
                  <c:v>0.00017902866</c:v>
                </c:pt>
                <c:pt idx="519">
                  <c:v>8.2286547e-05</c:v>
                </c:pt>
                <c:pt idx="520">
                  <c:v>4.9972119e-05</c:v>
                </c:pt>
                <c:pt idx="521">
                  <c:v>4.5825138e-05</c:v>
                </c:pt>
                <c:pt idx="522">
                  <c:v>3.8605106e-05</c:v>
                </c:pt>
                <c:pt idx="523">
                  <c:v>3.7816309e-05</c:v>
                </c:pt>
                <c:pt idx="524">
                  <c:v>3.3221863e-05</c:v>
                </c:pt>
                <c:pt idx="525">
                  <c:v>3.9565069e-05</c:v>
                </c:pt>
                <c:pt idx="526">
                  <c:v>3.8912685e-05</c:v>
                </c:pt>
                <c:pt idx="527">
                  <c:v>4.0592258e-05</c:v>
                </c:pt>
                <c:pt idx="528">
                  <c:v>3.9033084e-05</c:v>
                </c:pt>
                <c:pt idx="529">
                  <c:v>3.930841e-05</c:v>
                </c:pt>
                <c:pt idx="530">
                  <c:v>3.8466738e-05</c:v>
                </c:pt>
                <c:pt idx="531">
                  <c:v>3.8065749e-05</c:v>
                </c:pt>
                <c:pt idx="532">
                  <c:v>3.7492789e-05</c:v>
                </c:pt>
                <c:pt idx="533">
                  <c:v>3.7577829e-05</c:v>
                </c:pt>
                <c:pt idx="534">
                  <c:v>3.7351247e-05</c:v>
                </c:pt>
                <c:pt idx="535">
                  <c:v>3.7614842e-05</c:v>
                </c:pt>
                <c:pt idx="536">
                  <c:v>3.8021044e-05</c:v>
                </c:pt>
                <c:pt idx="537">
                  <c:v>3.7899669e-05</c:v>
                </c:pt>
                <c:pt idx="538">
                  <c:v>3.7343433e-05</c:v>
                </c:pt>
                <c:pt idx="539">
                  <c:v>3.7647913e-05</c:v>
                </c:pt>
                <c:pt idx="540">
                  <c:v>3.8210315e-05</c:v>
                </c:pt>
                <c:pt idx="541">
                  <c:v>3.8022391e-05</c:v>
                </c:pt>
                <c:pt idx="542">
                  <c:v>3.7448154e-05</c:v>
                </c:pt>
                <c:pt idx="543">
                  <c:v>3.7732867e-05</c:v>
                </c:pt>
                <c:pt idx="544">
                  <c:v>3.8447579e-05</c:v>
                </c:pt>
                <c:pt idx="545">
                  <c:v>3.8185031e-05</c:v>
                </c:pt>
                <c:pt idx="546">
                  <c:v>3.7474662e-05</c:v>
                </c:pt>
                <c:pt idx="547">
                  <c:v>3.7777327e-05</c:v>
                </c:pt>
                <c:pt idx="548">
                  <c:v>3.8707522e-05</c:v>
                </c:pt>
                <c:pt idx="549">
                  <c:v>3.8326672e-05</c:v>
                </c:pt>
                <c:pt idx="550">
                  <c:v>3.7479832e-05</c:v>
                </c:pt>
                <c:pt idx="551">
                  <c:v>3.7762115e-05</c:v>
                </c:pt>
                <c:pt idx="552">
                  <c:v>3.9013074e-05</c:v>
                </c:pt>
                <c:pt idx="553">
                  <c:v>3.8456799e-05</c:v>
                </c:pt>
                <c:pt idx="554">
                  <c:v>3.7444178e-05</c:v>
                </c:pt>
                <c:pt idx="555">
                  <c:v>0.0089211042</c:v>
                </c:pt>
                <c:pt idx="556">
                  <c:v>0.0020886363</c:v>
                </c:pt>
                <c:pt idx="557">
                  <c:v>0.00053104604</c:v>
                </c:pt>
                <c:pt idx="558">
                  <c:v>0.00016299157</c:v>
                </c:pt>
                <c:pt idx="559">
                  <c:v>7.1735804e-05</c:v>
                </c:pt>
                <c:pt idx="560">
                  <c:v>4.4363894e-05</c:v>
                </c:pt>
                <c:pt idx="561">
                  <c:v>3.4917465e-05</c:v>
                </c:pt>
                <c:pt idx="562">
                  <c:v>3.167988e-05</c:v>
                </c:pt>
                <c:pt idx="563">
                  <c:v>2.8599173e-05</c:v>
                </c:pt>
                <c:pt idx="564">
                  <c:v>2.3983e-05</c:v>
                </c:pt>
                <c:pt idx="565">
                  <c:v>2.3585925e-05</c:v>
                </c:pt>
                <c:pt idx="566">
                  <c:v>2.3753752e-05</c:v>
                </c:pt>
                <c:pt idx="567">
                  <c:v>2.2089377e-05</c:v>
                </c:pt>
                <c:pt idx="568">
                  <c:v>1.8889118e-05</c:v>
                </c:pt>
                <c:pt idx="569">
                  <c:v>1.9566643e-05</c:v>
                </c:pt>
                <c:pt idx="570">
                  <c:v>2.247243e-05</c:v>
                </c:pt>
                <c:pt idx="571">
                  <c:v>2.0616601e-05</c:v>
                </c:pt>
                <c:pt idx="572">
                  <c:v>1.6507927e-05</c:v>
                </c:pt>
                <c:pt idx="573">
                  <c:v>1.5522387e-05</c:v>
                </c:pt>
                <c:pt idx="574">
                  <c:v>1.7268008e-05</c:v>
                </c:pt>
                <c:pt idx="575">
                  <c:v>1.877723e-05</c:v>
                </c:pt>
                <c:pt idx="576">
                  <c:v>2.0490284e-05</c:v>
                </c:pt>
                <c:pt idx="577">
                  <c:v>1.8973727e-05</c:v>
                </c:pt>
                <c:pt idx="578">
                  <c:v>1.6253874e-05</c:v>
                </c:pt>
                <c:pt idx="579">
                  <c:v>1.6786694e-05</c:v>
                </c:pt>
                <c:pt idx="580">
                  <c:v>1.9721749e-05</c:v>
                </c:pt>
                <c:pt idx="581">
                  <c:v>1.8995929e-05</c:v>
                </c:pt>
                <c:pt idx="582">
                  <c:v>1.6539572e-05</c:v>
                </c:pt>
                <c:pt idx="583">
                  <c:v>1.75384e-05</c:v>
                </c:pt>
                <c:pt idx="584">
                  <c:v>2.0866558e-05</c:v>
                </c:pt>
                <c:pt idx="585">
                  <c:v>1.949578e-05</c:v>
                </c:pt>
                <c:pt idx="586">
                  <c:v>1.5765542e-05</c:v>
                </c:pt>
                <c:pt idx="587">
                  <c:v>1.5064771e-05</c:v>
                </c:pt>
                <c:pt idx="588">
                  <c:v>1.7250141e-05</c:v>
                </c:pt>
                <c:pt idx="589">
                  <c:v>1.8553057e-05</c:v>
                </c:pt>
                <c:pt idx="590">
                  <c:v>1.9512716e-05</c:v>
                </c:pt>
                <c:pt idx="591">
                  <c:v>1.8394775e-05</c:v>
                </c:pt>
                <c:pt idx="592">
                  <c:v>1.6446238e-05</c:v>
                </c:pt>
                <c:pt idx="593">
                  <c:v>1.7719178e-05</c:v>
                </c:pt>
                <c:pt idx="594">
                  <c:v>2.0770601e-05</c:v>
                </c:pt>
                <c:pt idx="595">
                  <c:v>0.0087890111</c:v>
                </c:pt>
                <c:pt idx="596">
                  <c:v>0.002030052</c:v>
                </c:pt>
                <c:pt idx="597">
                  <c:v>0.00052264363</c:v>
                </c:pt>
                <c:pt idx="598">
                  <c:v>0.00017492498</c:v>
                </c:pt>
                <c:pt idx="599">
                  <c:v>8.8597509e-05</c:v>
                </c:pt>
                <c:pt idx="600">
                  <c:v>5.0636959e-05</c:v>
                </c:pt>
                <c:pt idx="601">
                  <c:v>3.7770682e-05</c:v>
                </c:pt>
                <c:pt idx="602">
                  <c:v>3.2226922e-05</c:v>
                </c:pt>
                <c:pt idx="603">
                  <c:v>3.0655709e-05</c:v>
                </c:pt>
                <c:pt idx="604">
                  <c:v>2.7988184e-05</c:v>
                </c:pt>
                <c:pt idx="605">
                  <c:v>2.5111113e-05</c:v>
                </c:pt>
                <c:pt idx="606">
                  <c:v>2.3552914e-05</c:v>
                </c:pt>
                <c:pt idx="607">
                  <c:v>2.3965594e-05</c:v>
                </c:pt>
                <c:pt idx="608">
                  <c:v>2.6024993e-05</c:v>
                </c:pt>
                <c:pt idx="609">
                  <c:v>2.435885e-05</c:v>
                </c:pt>
                <c:pt idx="610">
                  <c:v>2.2578289e-05</c:v>
                </c:pt>
                <c:pt idx="611">
                  <c:v>2.2274643e-05</c:v>
                </c:pt>
                <c:pt idx="612">
                  <c:v>2.3455168e-05</c:v>
                </c:pt>
                <c:pt idx="613">
                  <c:v>2.3917951e-05</c:v>
                </c:pt>
                <c:pt idx="614">
                  <c:v>2.4983276e-05</c:v>
                </c:pt>
                <c:pt idx="615">
                  <c:v>2.5123436e-05</c:v>
                </c:pt>
                <c:pt idx="616">
                  <c:v>2.7073783e-05</c:v>
                </c:pt>
                <c:pt idx="617">
                  <c:v>2.5819637e-05</c:v>
                </c:pt>
                <c:pt idx="618">
                  <c:v>2.3466991e-05</c:v>
                </c:pt>
                <c:pt idx="619">
                  <c:v>2.2503753e-05</c:v>
                </c:pt>
                <c:pt idx="620">
                  <c:v>2.3864517e-05</c:v>
                </c:pt>
                <c:pt idx="621">
                  <c:v>2.4754221e-05</c:v>
                </c:pt>
                <c:pt idx="622">
                  <c:v>2.6210774e-05</c:v>
                </c:pt>
                <c:pt idx="623">
                  <c:v>2.4899316e-05</c:v>
                </c:pt>
                <c:pt idx="624">
                  <c:v>2.2766754e-05</c:v>
                </c:pt>
                <c:pt idx="625">
                  <c:v>2.2430962e-05</c:v>
                </c:pt>
                <c:pt idx="626">
                  <c:v>2.371674e-05</c:v>
                </c:pt>
                <c:pt idx="627">
                  <c:v>2.4190493e-05</c:v>
                </c:pt>
                <c:pt idx="628">
                  <c:v>2.4967327e-05</c:v>
                </c:pt>
                <c:pt idx="629">
                  <c:v>2.4150223e-05</c:v>
                </c:pt>
                <c:pt idx="630">
                  <c:v>2.2639281e-05</c:v>
                </c:pt>
                <c:pt idx="631">
                  <c:v>2.3386501e-05</c:v>
                </c:pt>
                <c:pt idx="632">
                  <c:v>2.554029e-05</c:v>
                </c:pt>
                <c:pt idx="633">
                  <c:v>2.4314012e-05</c:v>
                </c:pt>
                <c:pt idx="634">
                  <c:v>2.1337162e-05</c:v>
                </c:pt>
                <c:pt idx="635">
                  <c:v>0.0086661233</c:v>
                </c:pt>
                <c:pt idx="636">
                  <c:v>0.0020052251</c:v>
                </c:pt>
                <c:pt idx="637">
                  <c:v>0.00051194997</c:v>
                </c:pt>
                <c:pt idx="638">
                  <c:v>0.00015776045</c:v>
                </c:pt>
                <c:pt idx="639">
                  <c:v>8.3325015e-05</c:v>
                </c:pt>
                <c:pt idx="640">
                  <c:v>4.9782411e-05</c:v>
                </c:pt>
                <c:pt idx="641">
                  <c:v>4.0230104e-05</c:v>
                </c:pt>
                <c:pt idx="642">
                  <c:v>3.4611494e-05</c:v>
                </c:pt>
                <c:pt idx="643">
                  <c:v>3.4818549e-05</c:v>
                </c:pt>
                <c:pt idx="644">
                  <c:v>3.2195137e-05</c:v>
                </c:pt>
                <c:pt idx="645">
                  <c:v>3.1336894e-05</c:v>
                </c:pt>
                <c:pt idx="646">
                  <c:v>2.948374e-05</c:v>
                </c:pt>
                <c:pt idx="647">
                  <c:v>2.9814765e-05</c:v>
                </c:pt>
                <c:pt idx="648">
                  <c:v>2.9787228e-05</c:v>
                </c:pt>
                <c:pt idx="649">
                  <c:v>2.8691071e-05</c:v>
                </c:pt>
                <c:pt idx="650">
                  <c:v>2.7827707e-05</c:v>
                </c:pt>
                <c:pt idx="651">
                  <c:v>2.8462966e-05</c:v>
                </c:pt>
                <c:pt idx="652">
                  <c:v>3.0017818e-05</c:v>
                </c:pt>
                <c:pt idx="653">
                  <c:v>2.8605721e-05</c:v>
                </c:pt>
                <c:pt idx="654">
                  <c:v>2.687187e-05</c:v>
                </c:pt>
                <c:pt idx="655">
                  <c:v>2.783487e-05</c:v>
                </c:pt>
                <c:pt idx="656">
                  <c:v>3.1220682e-05</c:v>
                </c:pt>
                <c:pt idx="657">
                  <c:v>2.9857689e-05</c:v>
                </c:pt>
                <c:pt idx="658">
                  <c:v>2.60272e-05</c:v>
                </c:pt>
                <c:pt idx="659">
                  <c:v>2.525285e-05</c:v>
                </c:pt>
                <c:pt idx="660">
                  <c:v>2.8006127e-05</c:v>
                </c:pt>
                <c:pt idx="661">
                  <c:v>2.944272e-05</c:v>
                </c:pt>
                <c:pt idx="662">
                  <c:v>3.0851247e-05</c:v>
                </c:pt>
                <c:pt idx="663">
                  <c:v>2.9462431e-05</c:v>
                </c:pt>
                <c:pt idx="664">
                  <c:v>2.7761499e-05</c:v>
                </c:pt>
                <c:pt idx="665">
                  <c:v>2.9185946e-05</c:v>
                </c:pt>
                <c:pt idx="666">
                  <c:v>3.2889053e-05</c:v>
                </c:pt>
                <c:pt idx="667">
                  <c:v>3.1457915e-05</c:v>
                </c:pt>
                <c:pt idx="668">
                  <c:v>2.7190878e-05</c:v>
                </c:pt>
                <c:pt idx="669">
                  <c:v>2.5957162e-05</c:v>
                </c:pt>
                <c:pt idx="670">
                  <c:v>2.8014713e-05</c:v>
                </c:pt>
                <c:pt idx="671">
                  <c:v>3.0202472e-05</c:v>
                </c:pt>
                <c:pt idx="672">
                  <c:v>3.3042917e-05</c:v>
                </c:pt>
                <c:pt idx="673">
                  <c:v>3.1523896e-05</c:v>
                </c:pt>
                <c:pt idx="674">
                  <c:v>2.8215909e-05</c:v>
                </c:pt>
                <c:pt idx="675">
                  <c:v>0.0087252138</c:v>
                </c:pt>
                <c:pt idx="676">
                  <c:v>0.0020692363</c:v>
                </c:pt>
                <c:pt idx="677">
                  <c:v>0.0005529884</c:v>
                </c:pt>
                <c:pt idx="678">
                  <c:v>0.00016985092</c:v>
                </c:pt>
                <c:pt idx="679">
                  <c:v>8.7601667e-05</c:v>
                </c:pt>
                <c:pt idx="680">
                  <c:v>5.6312485e-05</c:v>
                </c:pt>
                <c:pt idx="681">
                  <c:v>4.6211022e-05</c:v>
                </c:pt>
                <c:pt idx="682">
                  <c:v>4.5769238e-05</c:v>
                </c:pt>
                <c:pt idx="683">
                  <c:v>4.3503834e-05</c:v>
                </c:pt>
                <c:pt idx="684">
                  <c:v>3.6922572e-05</c:v>
                </c:pt>
                <c:pt idx="685">
                  <c:v>3.3300534e-05</c:v>
                </c:pt>
                <c:pt idx="686">
                  <c:v>3.2569074e-05</c:v>
                </c:pt>
                <c:pt idx="687">
                  <c:v>3.1417515e-05</c:v>
                </c:pt>
                <c:pt idx="688">
                  <c:v>3.1316793e-05</c:v>
                </c:pt>
                <c:pt idx="689">
                  <c:v>2.9398235e-05</c:v>
                </c:pt>
                <c:pt idx="690">
                  <c:v>2.7058062e-05</c:v>
                </c:pt>
                <c:pt idx="691">
                  <c:v>2.7575029e-05</c:v>
                </c:pt>
                <c:pt idx="692">
                  <c:v>3.0511085e-05</c:v>
                </c:pt>
                <c:pt idx="693">
                  <c:v>2.9697704e-05</c:v>
                </c:pt>
                <c:pt idx="694">
                  <c:v>2.5967559e-05</c:v>
                </c:pt>
                <c:pt idx="695">
                  <c:v>2.5317426e-05</c:v>
                </c:pt>
                <c:pt idx="696">
                  <c:v>2.7528283e-05</c:v>
                </c:pt>
                <c:pt idx="697">
                  <c:v>2.8629362e-05</c:v>
                </c:pt>
                <c:pt idx="698">
                  <c:v>2.8710351e-05</c:v>
                </c:pt>
                <c:pt idx="699">
                  <c:v>2.7849305e-05</c:v>
                </c:pt>
                <c:pt idx="700">
                  <c:v>2.6854627e-05</c:v>
                </c:pt>
                <c:pt idx="701">
                  <c:v>2.7989096e-05</c:v>
                </c:pt>
                <c:pt idx="702">
                  <c:v>2.9324398e-05</c:v>
                </c:pt>
                <c:pt idx="703">
                  <c:v>2.8329689e-05</c:v>
                </c:pt>
                <c:pt idx="704">
                  <c:v>2.6117366e-05</c:v>
                </c:pt>
                <c:pt idx="705">
                  <c:v>2.7496267e-05</c:v>
                </c:pt>
                <c:pt idx="706">
                  <c:v>3.0758764e-05</c:v>
                </c:pt>
                <c:pt idx="707">
                  <c:v>2.9620098e-05</c:v>
                </c:pt>
                <c:pt idx="708">
                  <c:v>2.4961889e-05</c:v>
                </c:pt>
                <c:pt idx="709">
                  <c:v>2.3927715e-05</c:v>
                </c:pt>
                <c:pt idx="710">
                  <c:v>2.5170211e-05</c:v>
                </c:pt>
                <c:pt idx="711">
                  <c:v>2.6570225e-05</c:v>
                </c:pt>
                <c:pt idx="712">
                  <c:v>2.801372e-05</c:v>
                </c:pt>
                <c:pt idx="713">
                  <c:v>2.8114986e-05</c:v>
                </c:pt>
                <c:pt idx="714">
                  <c:v>2.8212942e-05</c:v>
                </c:pt>
                <c:pt idx="715">
                  <c:v>0.0086811209</c:v>
                </c:pt>
                <c:pt idx="716">
                  <c:v>0.0020362648</c:v>
                </c:pt>
                <c:pt idx="717">
                  <c:v>0.00050864282</c:v>
                </c:pt>
                <c:pt idx="718">
                  <c:v>0.00018441551</c:v>
                </c:pt>
                <c:pt idx="719">
                  <c:v>9.2558174e-05</c:v>
                </c:pt>
                <c:pt idx="720">
                  <c:v>6.4465709e-05</c:v>
                </c:pt>
                <c:pt idx="721">
                  <c:v>5.0392511e-05</c:v>
                </c:pt>
                <c:pt idx="722">
                  <c:v>4.1699895e-05</c:v>
                </c:pt>
                <c:pt idx="723">
                  <c:v>3.5878927e-05</c:v>
                </c:pt>
                <c:pt idx="724">
                  <c:v>3.3602516e-05</c:v>
                </c:pt>
                <c:pt idx="725">
                  <c:v>3.128705e-05</c:v>
                </c:pt>
                <c:pt idx="726">
                  <c:v>2.8851465e-05</c:v>
                </c:pt>
                <c:pt idx="727">
                  <c:v>2.7484742e-05</c:v>
                </c:pt>
                <c:pt idx="728">
                  <c:v>2.7088106e-05</c:v>
                </c:pt>
                <c:pt idx="729">
                  <c:v>2.6289707e-05</c:v>
                </c:pt>
                <c:pt idx="730">
                  <c:v>2.553792e-05</c:v>
                </c:pt>
                <c:pt idx="731">
                  <c:v>2.5325533e-05</c:v>
                </c:pt>
                <c:pt idx="732">
                  <c:v>2.5448697e-05</c:v>
                </c:pt>
                <c:pt idx="733">
                  <c:v>2.510838e-05</c:v>
                </c:pt>
                <c:pt idx="734">
                  <c:v>2.4617184e-05</c:v>
                </c:pt>
                <c:pt idx="735">
                  <c:v>2.4625222e-05</c:v>
                </c:pt>
                <c:pt idx="736">
                  <c:v>2.4997046e-05</c:v>
                </c:pt>
                <c:pt idx="737">
                  <c:v>2.4780545e-05</c:v>
                </c:pt>
                <c:pt idx="738">
                  <c:v>2.4226848e-05</c:v>
                </c:pt>
                <c:pt idx="739">
                  <c:v>2.4422234e-05</c:v>
                </c:pt>
                <c:pt idx="740">
                  <c:v>2.5048414e-05</c:v>
                </c:pt>
                <c:pt idx="741">
                  <c:v>2.4777529e-05</c:v>
                </c:pt>
                <c:pt idx="742">
                  <c:v>2.3959782e-05</c:v>
                </c:pt>
                <c:pt idx="743">
                  <c:v>2.4382309e-05</c:v>
                </c:pt>
                <c:pt idx="744">
                  <c:v>2.5439666e-05</c:v>
                </c:pt>
                <c:pt idx="745">
                  <c:v>2.4967852e-05</c:v>
                </c:pt>
                <c:pt idx="746">
                  <c:v>2.354355e-05</c:v>
                </c:pt>
                <c:pt idx="747">
                  <c:v>2.4149441e-05</c:v>
                </c:pt>
                <c:pt idx="748">
                  <c:v>2.5708284e-05</c:v>
                </c:pt>
                <c:pt idx="749">
                  <c:v>2.5122441e-05</c:v>
                </c:pt>
                <c:pt idx="750">
                  <c:v>2.3366896e-05</c:v>
                </c:pt>
                <c:pt idx="751">
                  <c:v>2.3625843e-05</c:v>
                </c:pt>
                <c:pt idx="752">
                  <c:v>2.4829373e-05</c:v>
                </c:pt>
                <c:pt idx="753">
                  <c:v>2.4688023e-05</c:v>
                </c:pt>
                <c:pt idx="754">
                  <c:v>2.4264085e-05</c:v>
                </c:pt>
                <c:pt idx="755">
                  <c:v>0.0085637581</c:v>
                </c:pt>
                <c:pt idx="756">
                  <c:v>0.0020002452</c:v>
                </c:pt>
                <c:pt idx="757">
                  <c:v>0.00053055222</c:v>
                </c:pt>
                <c:pt idx="758">
                  <c:v>0.00018646394</c:v>
                </c:pt>
                <c:pt idx="759">
                  <c:v>8.3010708e-05</c:v>
                </c:pt>
                <c:pt idx="760">
                  <c:v>6.4899456e-05</c:v>
                </c:pt>
                <c:pt idx="761">
                  <c:v>4.516359e-05</c:v>
                </c:pt>
                <c:pt idx="762">
                  <c:v>4.4393242e-05</c:v>
                </c:pt>
                <c:pt idx="763">
                  <c:v>3.6517229e-05</c:v>
                </c:pt>
                <c:pt idx="764">
                  <c:v>3.7000116e-05</c:v>
                </c:pt>
                <c:pt idx="765">
                  <c:v>3.5852542e-05</c:v>
                </c:pt>
                <c:pt idx="766">
                  <c:v>3.7374239e-05</c:v>
                </c:pt>
                <c:pt idx="767">
                  <c:v>3.5860743e-05</c:v>
                </c:pt>
                <c:pt idx="768">
                  <c:v>3.5114013e-05</c:v>
                </c:pt>
                <c:pt idx="769">
                  <c:v>3.5002594e-05</c:v>
                </c:pt>
                <c:pt idx="770">
                  <c:v>3.4885599e-05</c:v>
                </c:pt>
                <c:pt idx="771">
                  <c:v>3.5104005e-05</c:v>
                </c:pt>
                <c:pt idx="772">
                  <c:v>3.5562864e-05</c:v>
                </c:pt>
                <c:pt idx="773">
                  <c:v>3.5269953e-05</c:v>
                </c:pt>
                <c:pt idx="774">
                  <c:v>3.4696736e-05</c:v>
                </c:pt>
                <c:pt idx="775">
                  <c:v>3.5644541e-05</c:v>
                </c:pt>
                <c:pt idx="776">
                  <c:v>3.644126e-05</c:v>
                </c:pt>
                <c:pt idx="777">
                  <c:v>3.5595649e-05</c:v>
                </c:pt>
                <c:pt idx="778">
                  <c:v>3.4889585e-05</c:v>
                </c:pt>
                <c:pt idx="779">
                  <c:v>3.5037998e-05</c:v>
                </c:pt>
                <c:pt idx="780">
                  <c:v>3.5447492e-05</c:v>
                </c:pt>
                <c:pt idx="781">
                  <c:v>3.5445744e-05</c:v>
                </c:pt>
                <c:pt idx="782">
                  <c:v>3.5591519e-05</c:v>
                </c:pt>
                <c:pt idx="783">
                  <c:v>3.5569289e-05</c:v>
                </c:pt>
                <c:pt idx="784">
                  <c:v>3.5494076e-05</c:v>
                </c:pt>
                <c:pt idx="785">
                  <c:v>3.5621202e-05</c:v>
                </c:pt>
                <c:pt idx="786">
                  <c:v>3.5787187e-05</c:v>
                </c:pt>
                <c:pt idx="787">
                  <c:v>3.5687899e-05</c:v>
                </c:pt>
                <c:pt idx="788">
                  <c:v>3.5425696e-05</c:v>
                </c:pt>
                <c:pt idx="789">
                  <c:v>3.5649654e-05</c:v>
                </c:pt>
                <c:pt idx="790">
                  <c:v>3.5969856e-05</c:v>
                </c:pt>
                <c:pt idx="791">
                  <c:v>3.5735158e-05</c:v>
                </c:pt>
                <c:pt idx="792">
                  <c:v>3.5200766e-05</c:v>
                </c:pt>
                <c:pt idx="793">
                  <c:v>3.5800209e-05</c:v>
                </c:pt>
                <c:pt idx="794">
                  <c:v>3.634933e-05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Sheet1!$B$3189</c:f>
              <c:strCache>
                <c:ptCount val="1"/>
                <c:pt idx="0">
                  <c:v>omega</c:v>
                </c:pt>
              </c:strCache>
            </c:strRef>
          </c:tx>
          <c:xVal>
            <c:numRef>
              <c:f>Sheet1!$A$3190:$A$3984</c:f>
              <c:numCache>
                <c:formatCode>General</c:formatCode>
                <c:ptCount val="795"/>
                <c:pt idx="0">
                  <c:v>64.0</c:v>
                </c:pt>
                <c:pt idx="1">
                  <c:v>128.0</c:v>
                </c:pt>
                <c:pt idx="2">
                  <c:v>192.0</c:v>
                </c:pt>
                <c:pt idx="3">
                  <c:v>256.0</c:v>
                </c:pt>
                <c:pt idx="4">
                  <c:v>320.0</c:v>
                </c:pt>
                <c:pt idx="5">
                  <c:v>384.0</c:v>
                </c:pt>
                <c:pt idx="6">
                  <c:v>448.0</c:v>
                </c:pt>
                <c:pt idx="7">
                  <c:v>512.0</c:v>
                </c:pt>
                <c:pt idx="8">
                  <c:v>576.0</c:v>
                </c:pt>
                <c:pt idx="9">
                  <c:v>640.0</c:v>
                </c:pt>
                <c:pt idx="10">
                  <c:v>704.0</c:v>
                </c:pt>
                <c:pt idx="11">
                  <c:v>768.0</c:v>
                </c:pt>
                <c:pt idx="12">
                  <c:v>832.0</c:v>
                </c:pt>
                <c:pt idx="13">
                  <c:v>896.0</c:v>
                </c:pt>
                <c:pt idx="14">
                  <c:v>960.0</c:v>
                </c:pt>
                <c:pt idx="15">
                  <c:v>1012.0</c:v>
                </c:pt>
                <c:pt idx="16">
                  <c:v>1044.0</c:v>
                </c:pt>
                <c:pt idx="17">
                  <c:v>1076.0</c:v>
                </c:pt>
                <c:pt idx="18">
                  <c:v>1108.0</c:v>
                </c:pt>
                <c:pt idx="19">
                  <c:v>1140.0</c:v>
                </c:pt>
                <c:pt idx="20">
                  <c:v>1172.0</c:v>
                </c:pt>
                <c:pt idx="21">
                  <c:v>1204.0</c:v>
                </c:pt>
                <c:pt idx="22">
                  <c:v>1236.0</c:v>
                </c:pt>
                <c:pt idx="23">
                  <c:v>1268.0</c:v>
                </c:pt>
                <c:pt idx="24">
                  <c:v>1300.0</c:v>
                </c:pt>
                <c:pt idx="25">
                  <c:v>1332.0</c:v>
                </c:pt>
                <c:pt idx="26">
                  <c:v>1364.0</c:v>
                </c:pt>
                <c:pt idx="27">
                  <c:v>1396.0</c:v>
                </c:pt>
                <c:pt idx="28">
                  <c:v>1428.0</c:v>
                </c:pt>
                <c:pt idx="29">
                  <c:v>1460.0</c:v>
                </c:pt>
                <c:pt idx="30">
                  <c:v>1492.0</c:v>
                </c:pt>
                <c:pt idx="31">
                  <c:v>1512.0</c:v>
                </c:pt>
                <c:pt idx="32">
                  <c:v>1528.0</c:v>
                </c:pt>
                <c:pt idx="33">
                  <c:v>1544.0</c:v>
                </c:pt>
                <c:pt idx="34">
                  <c:v>1560.0</c:v>
                </c:pt>
                <c:pt idx="35">
                  <c:v>1576.0</c:v>
                </c:pt>
                <c:pt idx="36">
                  <c:v>1592.0</c:v>
                </c:pt>
                <c:pt idx="37">
                  <c:v>1608.0</c:v>
                </c:pt>
                <c:pt idx="38">
                  <c:v>1624.0</c:v>
                </c:pt>
                <c:pt idx="39">
                  <c:v>1640.0</c:v>
                </c:pt>
                <c:pt idx="40">
                  <c:v>1656.0</c:v>
                </c:pt>
                <c:pt idx="41">
                  <c:v>1672.0</c:v>
                </c:pt>
                <c:pt idx="42">
                  <c:v>1688.0</c:v>
                </c:pt>
                <c:pt idx="43">
                  <c:v>1704.0</c:v>
                </c:pt>
                <c:pt idx="44">
                  <c:v>1720.0</c:v>
                </c:pt>
                <c:pt idx="45">
                  <c:v>1736.0</c:v>
                </c:pt>
                <c:pt idx="46">
                  <c:v>1752.0</c:v>
                </c:pt>
                <c:pt idx="47">
                  <c:v>1768.0</c:v>
                </c:pt>
                <c:pt idx="48">
                  <c:v>1784.0</c:v>
                </c:pt>
                <c:pt idx="49">
                  <c:v>1800.0</c:v>
                </c:pt>
                <c:pt idx="50">
                  <c:v>1816.0</c:v>
                </c:pt>
                <c:pt idx="51">
                  <c:v>1832.0</c:v>
                </c:pt>
                <c:pt idx="52">
                  <c:v>1848.0</c:v>
                </c:pt>
                <c:pt idx="53">
                  <c:v>1864.0</c:v>
                </c:pt>
                <c:pt idx="54">
                  <c:v>1880.0</c:v>
                </c:pt>
                <c:pt idx="55">
                  <c:v>1896.0</c:v>
                </c:pt>
                <c:pt idx="56">
                  <c:v>1912.0</c:v>
                </c:pt>
                <c:pt idx="57">
                  <c:v>1928.0</c:v>
                </c:pt>
                <c:pt idx="58">
                  <c:v>1944.0</c:v>
                </c:pt>
                <c:pt idx="59">
                  <c:v>1960.0</c:v>
                </c:pt>
                <c:pt idx="60">
                  <c:v>1976.0</c:v>
                </c:pt>
                <c:pt idx="61">
                  <c:v>1992.0</c:v>
                </c:pt>
                <c:pt idx="62">
                  <c:v>2004.0</c:v>
                </c:pt>
                <c:pt idx="63">
                  <c:v>2012.0</c:v>
                </c:pt>
                <c:pt idx="64">
                  <c:v>2020.0</c:v>
                </c:pt>
                <c:pt idx="65">
                  <c:v>2028.0</c:v>
                </c:pt>
                <c:pt idx="66">
                  <c:v>2036.0</c:v>
                </c:pt>
                <c:pt idx="67">
                  <c:v>2044.0</c:v>
                </c:pt>
                <c:pt idx="68">
                  <c:v>2052.0</c:v>
                </c:pt>
                <c:pt idx="69">
                  <c:v>2060.0</c:v>
                </c:pt>
                <c:pt idx="70">
                  <c:v>2068.0</c:v>
                </c:pt>
                <c:pt idx="71">
                  <c:v>2076.0</c:v>
                </c:pt>
                <c:pt idx="72">
                  <c:v>2084.0</c:v>
                </c:pt>
                <c:pt idx="73">
                  <c:v>2092.0</c:v>
                </c:pt>
                <c:pt idx="74">
                  <c:v>2100.0</c:v>
                </c:pt>
                <c:pt idx="75">
                  <c:v>2108.0</c:v>
                </c:pt>
                <c:pt idx="76">
                  <c:v>2116.0</c:v>
                </c:pt>
                <c:pt idx="77">
                  <c:v>2124.0</c:v>
                </c:pt>
                <c:pt idx="78">
                  <c:v>2132.0</c:v>
                </c:pt>
                <c:pt idx="79">
                  <c:v>2140.0</c:v>
                </c:pt>
                <c:pt idx="80">
                  <c:v>2148.0</c:v>
                </c:pt>
                <c:pt idx="81">
                  <c:v>2156.0</c:v>
                </c:pt>
                <c:pt idx="82">
                  <c:v>2164.0</c:v>
                </c:pt>
                <c:pt idx="83">
                  <c:v>2172.0</c:v>
                </c:pt>
                <c:pt idx="84">
                  <c:v>2180.0</c:v>
                </c:pt>
                <c:pt idx="85">
                  <c:v>2188.0</c:v>
                </c:pt>
                <c:pt idx="86">
                  <c:v>2196.0</c:v>
                </c:pt>
                <c:pt idx="87">
                  <c:v>2204.0</c:v>
                </c:pt>
                <c:pt idx="88">
                  <c:v>2212.0</c:v>
                </c:pt>
                <c:pt idx="89">
                  <c:v>2220.0</c:v>
                </c:pt>
                <c:pt idx="90">
                  <c:v>2228.0</c:v>
                </c:pt>
                <c:pt idx="91">
                  <c:v>2236.0</c:v>
                </c:pt>
                <c:pt idx="92">
                  <c:v>2244.0</c:v>
                </c:pt>
                <c:pt idx="93">
                  <c:v>2252.0</c:v>
                </c:pt>
                <c:pt idx="94">
                  <c:v>2260.0</c:v>
                </c:pt>
                <c:pt idx="95">
                  <c:v>2268.0</c:v>
                </c:pt>
                <c:pt idx="96">
                  <c:v>2276.0</c:v>
                </c:pt>
                <c:pt idx="97">
                  <c:v>2284.0</c:v>
                </c:pt>
                <c:pt idx="98">
                  <c:v>2292.0</c:v>
                </c:pt>
                <c:pt idx="99">
                  <c:v>2300.0</c:v>
                </c:pt>
                <c:pt idx="100">
                  <c:v>2308.0</c:v>
                </c:pt>
                <c:pt idx="101">
                  <c:v>2316.0</c:v>
                </c:pt>
                <c:pt idx="102">
                  <c:v>2324.0</c:v>
                </c:pt>
                <c:pt idx="103">
                  <c:v>2332.0</c:v>
                </c:pt>
                <c:pt idx="104">
                  <c:v>2340.0</c:v>
                </c:pt>
                <c:pt idx="105">
                  <c:v>2348.0</c:v>
                </c:pt>
                <c:pt idx="106">
                  <c:v>2356.0</c:v>
                </c:pt>
                <c:pt idx="107">
                  <c:v>2364.0</c:v>
                </c:pt>
                <c:pt idx="108">
                  <c:v>2372.0</c:v>
                </c:pt>
                <c:pt idx="109">
                  <c:v>2380.0</c:v>
                </c:pt>
                <c:pt idx="110">
                  <c:v>2388.0</c:v>
                </c:pt>
                <c:pt idx="111">
                  <c:v>2396.0</c:v>
                </c:pt>
                <c:pt idx="112">
                  <c:v>2404.0</c:v>
                </c:pt>
                <c:pt idx="113">
                  <c:v>2412.0</c:v>
                </c:pt>
                <c:pt idx="114">
                  <c:v>2420.0</c:v>
                </c:pt>
                <c:pt idx="115">
                  <c:v>2428.0</c:v>
                </c:pt>
                <c:pt idx="116">
                  <c:v>2436.0</c:v>
                </c:pt>
                <c:pt idx="117">
                  <c:v>2444.0</c:v>
                </c:pt>
                <c:pt idx="118">
                  <c:v>2452.0</c:v>
                </c:pt>
                <c:pt idx="119">
                  <c:v>2460.0</c:v>
                </c:pt>
                <c:pt idx="120">
                  <c:v>2468.0</c:v>
                </c:pt>
                <c:pt idx="121">
                  <c:v>2476.0</c:v>
                </c:pt>
                <c:pt idx="122">
                  <c:v>2484.0</c:v>
                </c:pt>
                <c:pt idx="123">
                  <c:v>2492.0</c:v>
                </c:pt>
                <c:pt idx="124">
                  <c:v>2500.0</c:v>
                </c:pt>
                <c:pt idx="125">
                  <c:v>2504.0</c:v>
                </c:pt>
                <c:pt idx="126">
                  <c:v>2508.0</c:v>
                </c:pt>
                <c:pt idx="127">
                  <c:v>2512.0</c:v>
                </c:pt>
                <c:pt idx="128">
                  <c:v>2516.0</c:v>
                </c:pt>
                <c:pt idx="129">
                  <c:v>2520.0</c:v>
                </c:pt>
                <c:pt idx="130">
                  <c:v>2524.0</c:v>
                </c:pt>
                <c:pt idx="131">
                  <c:v>2528.0</c:v>
                </c:pt>
                <c:pt idx="132">
                  <c:v>2532.0</c:v>
                </c:pt>
                <c:pt idx="133">
                  <c:v>2536.0</c:v>
                </c:pt>
                <c:pt idx="134">
                  <c:v>2540.0</c:v>
                </c:pt>
                <c:pt idx="135">
                  <c:v>2544.0</c:v>
                </c:pt>
                <c:pt idx="136">
                  <c:v>2548.0</c:v>
                </c:pt>
                <c:pt idx="137">
                  <c:v>2552.0</c:v>
                </c:pt>
                <c:pt idx="138">
                  <c:v>2556.0</c:v>
                </c:pt>
                <c:pt idx="139">
                  <c:v>2560.0</c:v>
                </c:pt>
                <c:pt idx="140">
                  <c:v>2564.0</c:v>
                </c:pt>
                <c:pt idx="141">
                  <c:v>2568.0</c:v>
                </c:pt>
                <c:pt idx="142">
                  <c:v>2572.0</c:v>
                </c:pt>
                <c:pt idx="143">
                  <c:v>2576.0</c:v>
                </c:pt>
                <c:pt idx="144">
                  <c:v>2580.0</c:v>
                </c:pt>
                <c:pt idx="145">
                  <c:v>2584.0</c:v>
                </c:pt>
                <c:pt idx="146">
                  <c:v>2588.0</c:v>
                </c:pt>
                <c:pt idx="147">
                  <c:v>2592.0</c:v>
                </c:pt>
                <c:pt idx="148">
                  <c:v>2596.0</c:v>
                </c:pt>
                <c:pt idx="149">
                  <c:v>2600.0</c:v>
                </c:pt>
                <c:pt idx="150">
                  <c:v>2604.0</c:v>
                </c:pt>
                <c:pt idx="151">
                  <c:v>2608.0</c:v>
                </c:pt>
                <c:pt idx="152">
                  <c:v>2612.0</c:v>
                </c:pt>
                <c:pt idx="153">
                  <c:v>2616.0</c:v>
                </c:pt>
                <c:pt idx="154">
                  <c:v>2620.0</c:v>
                </c:pt>
                <c:pt idx="155">
                  <c:v>2624.0</c:v>
                </c:pt>
                <c:pt idx="156">
                  <c:v>2628.0</c:v>
                </c:pt>
                <c:pt idx="157">
                  <c:v>2632.0</c:v>
                </c:pt>
                <c:pt idx="158">
                  <c:v>2636.0</c:v>
                </c:pt>
                <c:pt idx="159">
                  <c:v>2640.0</c:v>
                </c:pt>
                <c:pt idx="160">
                  <c:v>2644.0</c:v>
                </c:pt>
                <c:pt idx="161">
                  <c:v>2648.0</c:v>
                </c:pt>
                <c:pt idx="162">
                  <c:v>2652.0</c:v>
                </c:pt>
                <c:pt idx="163">
                  <c:v>2656.0</c:v>
                </c:pt>
                <c:pt idx="164">
                  <c:v>2660.0</c:v>
                </c:pt>
                <c:pt idx="165">
                  <c:v>2664.0</c:v>
                </c:pt>
                <c:pt idx="166">
                  <c:v>2668.0</c:v>
                </c:pt>
                <c:pt idx="167">
                  <c:v>2672.0</c:v>
                </c:pt>
                <c:pt idx="168">
                  <c:v>2676.0</c:v>
                </c:pt>
                <c:pt idx="169">
                  <c:v>2680.0</c:v>
                </c:pt>
                <c:pt idx="170">
                  <c:v>2684.0</c:v>
                </c:pt>
                <c:pt idx="171">
                  <c:v>2688.0</c:v>
                </c:pt>
                <c:pt idx="172">
                  <c:v>2692.0</c:v>
                </c:pt>
                <c:pt idx="173">
                  <c:v>2696.0</c:v>
                </c:pt>
                <c:pt idx="174">
                  <c:v>2700.0</c:v>
                </c:pt>
                <c:pt idx="175">
                  <c:v>2704.0</c:v>
                </c:pt>
                <c:pt idx="176">
                  <c:v>2708.0</c:v>
                </c:pt>
                <c:pt idx="177">
                  <c:v>2712.0</c:v>
                </c:pt>
                <c:pt idx="178">
                  <c:v>2716.0</c:v>
                </c:pt>
                <c:pt idx="179">
                  <c:v>2720.0</c:v>
                </c:pt>
                <c:pt idx="180">
                  <c:v>2724.0</c:v>
                </c:pt>
                <c:pt idx="181">
                  <c:v>2728.0</c:v>
                </c:pt>
                <c:pt idx="182">
                  <c:v>2732.0</c:v>
                </c:pt>
                <c:pt idx="183">
                  <c:v>2736.0</c:v>
                </c:pt>
                <c:pt idx="184">
                  <c:v>2740.0</c:v>
                </c:pt>
                <c:pt idx="185">
                  <c:v>2744.0</c:v>
                </c:pt>
                <c:pt idx="186">
                  <c:v>2748.0</c:v>
                </c:pt>
                <c:pt idx="187">
                  <c:v>2752.0</c:v>
                </c:pt>
                <c:pt idx="188">
                  <c:v>2756.0</c:v>
                </c:pt>
                <c:pt idx="189">
                  <c:v>2760.0</c:v>
                </c:pt>
                <c:pt idx="190">
                  <c:v>2764.0</c:v>
                </c:pt>
                <c:pt idx="191">
                  <c:v>2768.0</c:v>
                </c:pt>
                <c:pt idx="192">
                  <c:v>2772.0</c:v>
                </c:pt>
                <c:pt idx="193">
                  <c:v>2776.0</c:v>
                </c:pt>
                <c:pt idx="194">
                  <c:v>2780.0</c:v>
                </c:pt>
                <c:pt idx="195">
                  <c:v>2784.0</c:v>
                </c:pt>
                <c:pt idx="196">
                  <c:v>2788.0</c:v>
                </c:pt>
                <c:pt idx="197">
                  <c:v>2792.0</c:v>
                </c:pt>
                <c:pt idx="198">
                  <c:v>2796.0</c:v>
                </c:pt>
                <c:pt idx="199">
                  <c:v>2800.0</c:v>
                </c:pt>
                <c:pt idx="200">
                  <c:v>2804.0</c:v>
                </c:pt>
                <c:pt idx="201">
                  <c:v>2808.0</c:v>
                </c:pt>
                <c:pt idx="202">
                  <c:v>2812.0</c:v>
                </c:pt>
                <c:pt idx="203">
                  <c:v>2816.0</c:v>
                </c:pt>
                <c:pt idx="204">
                  <c:v>2820.0</c:v>
                </c:pt>
                <c:pt idx="205">
                  <c:v>2824.0</c:v>
                </c:pt>
                <c:pt idx="206">
                  <c:v>2828.0</c:v>
                </c:pt>
                <c:pt idx="207">
                  <c:v>2832.0</c:v>
                </c:pt>
                <c:pt idx="208">
                  <c:v>2836.0</c:v>
                </c:pt>
                <c:pt idx="209">
                  <c:v>2840.0</c:v>
                </c:pt>
                <c:pt idx="210">
                  <c:v>2844.0</c:v>
                </c:pt>
                <c:pt idx="211">
                  <c:v>2848.0</c:v>
                </c:pt>
                <c:pt idx="212">
                  <c:v>2852.0</c:v>
                </c:pt>
                <c:pt idx="213">
                  <c:v>2856.0</c:v>
                </c:pt>
                <c:pt idx="214">
                  <c:v>2860.0</c:v>
                </c:pt>
                <c:pt idx="215">
                  <c:v>2864.0</c:v>
                </c:pt>
                <c:pt idx="216">
                  <c:v>2868.0</c:v>
                </c:pt>
                <c:pt idx="217">
                  <c:v>2872.0</c:v>
                </c:pt>
                <c:pt idx="218">
                  <c:v>2876.0</c:v>
                </c:pt>
                <c:pt idx="219">
                  <c:v>2880.0</c:v>
                </c:pt>
                <c:pt idx="220">
                  <c:v>2884.0</c:v>
                </c:pt>
                <c:pt idx="221">
                  <c:v>2888.0</c:v>
                </c:pt>
                <c:pt idx="222">
                  <c:v>2892.0</c:v>
                </c:pt>
                <c:pt idx="223">
                  <c:v>2896.0</c:v>
                </c:pt>
                <c:pt idx="224">
                  <c:v>2900.0</c:v>
                </c:pt>
                <c:pt idx="225">
                  <c:v>2904.0</c:v>
                </c:pt>
                <c:pt idx="226">
                  <c:v>2908.0</c:v>
                </c:pt>
                <c:pt idx="227">
                  <c:v>2912.0</c:v>
                </c:pt>
                <c:pt idx="228">
                  <c:v>2916.0</c:v>
                </c:pt>
                <c:pt idx="229">
                  <c:v>2920.0</c:v>
                </c:pt>
                <c:pt idx="230">
                  <c:v>2924.0</c:v>
                </c:pt>
                <c:pt idx="231">
                  <c:v>2928.0</c:v>
                </c:pt>
                <c:pt idx="232">
                  <c:v>2932.0</c:v>
                </c:pt>
                <c:pt idx="233">
                  <c:v>2936.0</c:v>
                </c:pt>
                <c:pt idx="234">
                  <c:v>2940.0</c:v>
                </c:pt>
                <c:pt idx="235">
                  <c:v>2944.0</c:v>
                </c:pt>
                <c:pt idx="236">
                  <c:v>2948.0</c:v>
                </c:pt>
                <c:pt idx="237">
                  <c:v>2952.0</c:v>
                </c:pt>
                <c:pt idx="238">
                  <c:v>2956.0</c:v>
                </c:pt>
                <c:pt idx="239">
                  <c:v>2960.0</c:v>
                </c:pt>
                <c:pt idx="240">
                  <c:v>2964.0</c:v>
                </c:pt>
                <c:pt idx="241">
                  <c:v>2968.0</c:v>
                </c:pt>
                <c:pt idx="242">
                  <c:v>2972.0</c:v>
                </c:pt>
                <c:pt idx="243">
                  <c:v>2976.0</c:v>
                </c:pt>
                <c:pt idx="244">
                  <c:v>2980.0</c:v>
                </c:pt>
                <c:pt idx="245">
                  <c:v>2984.0</c:v>
                </c:pt>
                <c:pt idx="246">
                  <c:v>2988.0</c:v>
                </c:pt>
                <c:pt idx="247">
                  <c:v>2992.0</c:v>
                </c:pt>
                <c:pt idx="248">
                  <c:v>2996.0</c:v>
                </c:pt>
                <c:pt idx="249">
                  <c:v>3000.0</c:v>
                </c:pt>
                <c:pt idx="250">
                  <c:v>3002.0</c:v>
                </c:pt>
                <c:pt idx="251">
                  <c:v>3004.0</c:v>
                </c:pt>
                <c:pt idx="252">
                  <c:v>3006.0</c:v>
                </c:pt>
                <c:pt idx="253">
                  <c:v>3008.0</c:v>
                </c:pt>
                <c:pt idx="254">
                  <c:v>3010.0</c:v>
                </c:pt>
                <c:pt idx="255">
                  <c:v>3012.0</c:v>
                </c:pt>
                <c:pt idx="256">
                  <c:v>3014.0</c:v>
                </c:pt>
                <c:pt idx="257">
                  <c:v>3016.0</c:v>
                </c:pt>
                <c:pt idx="258">
                  <c:v>3018.0</c:v>
                </c:pt>
                <c:pt idx="259">
                  <c:v>3020.0</c:v>
                </c:pt>
                <c:pt idx="260">
                  <c:v>3022.0</c:v>
                </c:pt>
                <c:pt idx="261">
                  <c:v>3024.0</c:v>
                </c:pt>
                <c:pt idx="262">
                  <c:v>3026.0</c:v>
                </c:pt>
                <c:pt idx="263">
                  <c:v>3028.0</c:v>
                </c:pt>
                <c:pt idx="264">
                  <c:v>3030.0</c:v>
                </c:pt>
                <c:pt idx="265">
                  <c:v>3032.0</c:v>
                </c:pt>
                <c:pt idx="266">
                  <c:v>3034.0</c:v>
                </c:pt>
                <c:pt idx="267">
                  <c:v>3036.0</c:v>
                </c:pt>
                <c:pt idx="268">
                  <c:v>3038.0</c:v>
                </c:pt>
                <c:pt idx="269">
                  <c:v>3040.0</c:v>
                </c:pt>
                <c:pt idx="270">
                  <c:v>3042.0</c:v>
                </c:pt>
                <c:pt idx="271">
                  <c:v>3044.0</c:v>
                </c:pt>
                <c:pt idx="272">
                  <c:v>3046.0</c:v>
                </c:pt>
                <c:pt idx="273">
                  <c:v>3048.0</c:v>
                </c:pt>
                <c:pt idx="274">
                  <c:v>3050.0</c:v>
                </c:pt>
                <c:pt idx="275">
                  <c:v>3052.0</c:v>
                </c:pt>
                <c:pt idx="276">
                  <c:v>3054.0</c:v>
                </c:pt>
                <c:pt idx="277">
                  <c:v>3056.0</c:v>
                </c:pt>
                <c:pt idx="278">
                  <c:v>3058.0</c:v>
                </c:pt>
                <c:pt idx="279">
                  <c:v>3060.0</c:v>
                </c:pt>
                <c:pt idx="280">
                  <c:v>3062.0</c:v>
                </c:pt>
                <c:pt idx="281">
                  <c:v>3064.0</c:v>
                </c:pt>
                <c:pt idx="282">
                  <c:v>3066.0</c:v>
                </c:pt>
                <c:pt idx="283">
                  <c:v>3068.0</c:v>
                </c:pt>
                <c:pt idx="284">
                  <c:v>3070.0</c:v>
                </c:pt>
                <c:pt idx="285">
                  <c:v>3072.0</c:v>
                </c:pt>
                <c:pt idx="286">
                  <c:v>3074.0</c:v>
                </c:pt>
                <c:pt idx="287">
                  <c:v>3076.0</c:v>
                </c:pt>
                <c:pt idx="288">
                  <c:v>3078.0</c:v>
                </c:pt>
                <c:pt idx="289">
                  <c:v>3080.0</c:v>
                </c:pt>
                <c:pt idx="290">
                  <c:v>3082.0</c:v>
                </c:pt>
                <c:pt idx="291">
                  <c:v>3084.0</c:v>
                </c:pt>
                <c:pt idx="292">
                  <c:v>3086.0</c:v>
                </c:pt>
                <c:pt idx="293">
                  <c:v>3088.0</c:v>
                </c:pt>
                <c:pt idx="294">
                  <c:v>3090.0</c:v>
                </c:pt>
                <c:pt idx="295">
                  <c:v>3092.0</c:v>
                </c:pt>
                <c:pt idx="296">
                  <c:v>3094.0</c:v>
                </c:pt>
                <c:pt idx="297">
                  <c:v>3096.0</c:v>
                </c:pt>
                <c:pt idx="298">
                  <c:v>3098.0</c:v>
                </c:pt>
                <c:pt idx="299">
                  <c:v>3100.0</c:v>
                </c:pt>
                <c:pt idx="300">
                  <c:v>3102.0</c:v>
                </c:pt>
                <c:pt idx="301">
                  <c:v>3104.0</c:v>
                </c:pt>
                <c:pt idx="302">
                  <c:v>3106.0</c:v>
                </c:pt>
                <c:pt idx="303">
                  <c:v>3108.0</c:v>
                </c:pt>
                <c:pt idx="304">
                  <c:v>3110.0</c:v>
                </c:pt>
                <c:pt idx="305">
                  <c:v>3112.0</c:v>
                </c:pt>
                <c:pt idx="306">
                  <c:v>3114.0</c:v>
                </c:pt>
                <c:pt idx="307">
                  <c:v>3116.0</c:v>
                </c:pt>
                <c:pt idx="308">
                  <c:v>3118.0</c:v>
                </c:pt>
                <c:pt idx="309">
                  <c:v>3120.0</c:v>
                </c:pt>
                <c:pt idx="310">
                  <c:v>3122.0</c:v>
                </c:pt>
                <c:pt idx="311">
                  <c:v>3124.0</c:v>
                </c:pt>
                <c:pt idx="312">
                  <c:v>3126.0</c:v>
                </c:pt>
                <c:pt idx="313">
                  <c:v>3128.0</c:v>
                </c:pt>
                <c:pt idx="314">
                  <c:v>3130.0</c:v>
                </c:pt>
                <c:pt idx="315">
                  <c:v>3132.0</c:v>
                </c:pt>
                <c:pt idx="316">
                  <c:v>3134.0</c:v>
                </c:pt>
                <c:pt idx="317">
                  <c:v>3136.0</c:v>
                </c:pt>
                <c:pt idx="318">
                  <c:v>3138.0</c:v>
                </c:pt>
                <c:pt idx="319">
                  <c:v>3140.0</c:v>
                </c:pt>
                <c:pt idx="320">
                  <c:v>3142.0</c:v>
                </c:pt>
                <c:pt idx="321">
                  <c:v>3144.0</c:v>
                </c:pt>
                <c:pt idx="322">
                  <c:v>3146.0</c:v>
                </c:pt>
                <c:pt idx="323">
                  <c:v>3148.0</c:v>
                </c:pt>
                <c:pt idx="324">
                  <c:v>3150.0</c:v>
                </c:pt>
                <c:pt idx="325">
                  <c:v>3152.0</c:v>
                </c:pt>
                <c:pt idx="326">
                  <c:v>3154.0</c:v>
                </c:pt>
                <c:pt idx="327">
                  <c:v>3156.0</c:v>
                </c:pt>
                <c:pt idx="328">
                  <c:v>3158.0</c:v>
                </c:pt>
                <c:pt idx="329">
                  <c:v>3160.0</c:v>
                </c:pt>
                <c:pt idx="330">
                  <c:v>3162.0</c:v>
                </c:pt>
                <c:pt idx="331">
                  <c:v>3164.0</c:v>
                </c:pt>
                <c:pt idx="332">
                  <c:v>3166.0</c:v>
                </c:pt>
                <c:pt idx="333">
                  <c:v>3168.0</c:v>
                </c:pt>
                <c:pt idx="334">
                  <c:v>3170.0</c:v>
                </c:pt>
                <c:pt idx="335">
                  <c:v>3172.0</c:v>
                </c:pt>
                <c:pt idx="336">
                  <c:v>3174.0</c:v>
                </c:pt>
                <c:pt idx="337">
                  <c:v>3176.0</c:v>
                </c:pt>
                <c:pt idx="338">
                  <c:v>3178.0</c:v>
                </c:pt>
                <c:pt idx="339">
                  <c:v>3180.0</c:v>
                </c:pt>
                <c:pt idx="340">
                  <c:v>3182.0</c:v>
                </c:pt>
                <c:pt idx="341">
                  <c:v>3184.0</c:v>
                </c:pt>
                <c:pt idx="342">
                  <c:v>3186.0</c:v>
                </c:pt>
                <c:pt idx="343">
                  <c:v>3188.0</c:v>
                </c:pt>
                <c:pt idx="344">
                  <c:v>3190.0</c:v>
                </c:pt>
                <c:pt idx="345">
                  <c:v>3192.0</c:v>
                </c:pt>
                <c:pt idx="346">
                  <c:v>3194.0</c:v>
                </c:pt>
                <c:pt idx="347">
                  <c:v>3196.0</c:v>
                </c:pt>
                <c:pt idx="348">
                  <c:v>3198.0</c:v>
                </c:pt>
                <c:pt idx="349">
                  <c:v>3200.0</c:v>
                </c:pt>
                <c:pt idx="350">
                  <c:v>3202.0</c:v>
                </c:pt>
                <c:pt idx="351">
                  <c:v>3204.0</c:v>
                </c:pt>
                <c:pt idx="352">
                  <c:v>3206.0</c:v>
                </c:pt>
                <c:pt idx="353">
                  <c:v>3208.0</c:v>
                </c:pt>
                <c:pt idx="354">
                  <c:v>3210.0</c:v>
                </c:pt>
                <c:pt idx="355">
                  <c:v>3212.0</c:v>
                </c:pt>
                <c:pt idx="356">
                  <c:v>3214.0</c:v>
                </c:pt>
                <c:pt idx="357">
                  <c:v>3216.0</c:v>
                </c:pt>
                <c:pt idx="358">
                  <c:v>3218.0</c:v>
                </c:pt>
                <c:pt idx="359">
                  <c:v>3220.0</c:v>
                </c:pt>
                <c:pt idx="360">
                  <c:v>3222.0</c:v>
                </c:pt>
                <c:pt idx="361">
                  <c:v>3224.0</c:v>
                </c:pt>
                <c:pt idx="362">
                  <c:v>3226.0</c:v>
                </c:pt>
                <c:pt idx="363">
                  <c:v>3228.0</c:v>
                </c:pt>
                <c:pt idx="364">
                  <c:v>3230.0</c:v>
                </c:pt>
                <c:pt idx="365">
                  <c:v>3232.0</c:v>
                </c:pt>
                <c:pt idx="366">
                  <c:v>3234.0</c:v>
                </c:pt>
                <c:pt idx="367">
                  <c:v>3236.0</c:v>
                </c:pt>
                <c:pt idx="368">
                  <c:v>3238.0</c:v>
                </c:pt>
                <c:pt idx="369">
                  <c:v>3240.0</c:v>
                </c:pt>
                <c:pt idx="370">
                  <c:v>3242.0</c:v>
                </c:pt>
                <c:pt idx="371">
                  <c:v>3244.0</c:v>
                </c:pt>
                <c:pt idx="372">
                  <c:v>3246.0</c:v>
                </c:pt>
                <c:pt idx="373">
                  <c:v>3248.0</c:v>
                </c:pt>
                <c:pt idx="374">
                  <c:v>3250.0</c:v>
                </c:pt>
                <c:pt idx="375">
                  <c:v>3252.0</c:v>
                </c:pt>
                <c:pt idx="376">
                  <c:v>3254.0</c:v>
                </c:pt>
                <c:pt idx="377">
                  <c:v>3256.0</c:v>
                </c:pt>
                <c:pt idx="378">
                  <c:v>3258.0</c:v>
                </c:pt>
                <c:pt idx="379">
                  <c:v>3260.0</c:v>
                </c:pt>
                <c:pt idx="380">
                  <c:v>3262.0</c:v>
                </c:pt>
                <c:pt idx="381">
                  <c:v>3264.0</c:v>
                </c:pt>
                <c:pt idx="382">
                  <c:v>3266.0</c:v>
                </c:pt>
                <c:pt idx="383">
                  <c:v>3268.0</c:v>
                </c:pt>
                <c:pt idx="384">
                  <c:v>3270.0</c:v>
                </c:pt>
                <c:pt idx="385">
                  <c:v>3272.0</c:v>
                </c:pt>
                <c:pt idx="386">
                  <c:v>3274.0</c:v>
                </c:pt>
                <c:pt idx="387">
                  <c:v>3276.0</c:v>
                </c:pt>
                <c:pt idx="388">
                  <c:v>3278.0</c:v>
                </c:pt>
                <c:pt idx="389">
                  <c:v>3280.0</c:v>
                </c:pt>
                <c:pt idx="390">
                  <c:v>3282.0</c:v>
                </c:pt>
                <c:pt idx="391">
                  <c:v>3284.0</c:v>
                </c:pt>
                <c:pt idx="392">
                  <c:v>3286.0</c:v>
                </c:pt>
                <c:pt idx="393">
                  <c:v>3288.0</c:v>
                </c:pt>
                <c:pt idx="394">
                  <c:v>3290.0</c:v>
                </c:pt>
                <c:pt idx="395">
                  <c:v>3292.0</c:v>
                </c:pt>
                <c:pt idx="396">
                  <c:v>3294.0</c:v>
                </c:pt>
                <c:pt idx="397">
                  <c:v>3296.0</c:v>
                </c:pt>
                <c:pt idx="398">
                  <c:v>3298.0</c:v>
                </c:pt>
                <c:pt idx="399">
                  <c:v>3300.0</c:v>
                </c:pt>
                <c:pt idx="400">
                  <c:v>3302.0</c:v>
                </c:pt>
                <c:pt idx="401">
                  <c:v>3304.0</c:v>
                </c:pt>
                <c:pt idx="402">
                  <c:v>3306.0</c:v>
                </c:pt>
                <c:pt idx="403">
                  <c:v>3308.0</c:v>
                </c:pt>
                <c:pt idx="404">
                  <c:v>3310.0</c:v>
                </c:pt>
                <c:pt idx="405">
                  <c:v>3312.0</c:v>
                </c:pt>
                <c:pt idx="406">
                  <c:v>3314.0</c:v>
                </c:pt>
                <c:pt idx="407">
                  <c:v>3316.0</c:v>
                </c:pt>
                <c:pt idx="408">
                  <c:v>3318.0</c:v>
                </c:pt>
                <c:pt idx="409">
                  <c:v>3320.0</c:v>
                </c:pt>
                <c:pt idx="410">
                  <c:v>3322.0</c:v>
                </c:pt>
                <c:pt idx="411">
                  <c:v>3324.0</c:v>
                </c:pt>
                <c:pt idx="412">
                  <c:v>3326.0</c:v>
                </c:pt>
                <c:pt idx="413">
                  <c:v>3328.0</c:v>
                </c:pt>
                <c:pt idx="414">
                  <c:v>3330.0</c:v>
                </c:pt>
                <c:pt idx="415">
                  <c:v>3332.0</c:v>
                </c:pt>
                <c:pt idx="416">
                  <c:v>3334.0</c:v>
                </c:pt>
                <c:pt idx="417">
                  <c:v>3336.0</c:v>
                </c:pt>
                <c:pt idx="418">
                  <c:v>3338.0</c:v>
                </c:pt>
                <c:pt idx="419">
                  <c:v>3340.0</c:v>
                </c:pt>
                <c:pt idx="420">
                  <c:v>3342.0</c:v>
                </c:pt>
                <c:pt idx="421">
                  <c:v>3344.0</c:v>
                </c:pt>
                <c:pt idx="422">
                  <c:v>3346.0</c:v>
                </c:pt>
                <c:pt idx="423">
                  <c:v>3348.0</c:v>
                </c:pt>
                <c:pt idx="424">
                  <c:v>3350.0</c:v>
                </c:pt>
                <c:pt idx="425">
                  <c:v>3352.0</c:v>
                </c:pt>
                <c:pt idx="426">
                  <c:v>3354.0</c:v>
                </c:pt>
                <c:pt idx="427">
                  <c:v>3356.0</c:v>
                </c:pt>
                <c:pt idx="428">
                  <c:v>3358.0</c:v>
                </c:pt>
                <c:pt idx="429">
                  <c:v>3360.0</c:v>
                </c:pt>
                <c:pt idx="430">
                  <c:v>3362.0</c:v>
                </c:pt>
                <c:pt idx="431">
                  <c:v>3364.0</c:v>
                </c:pt>
                <c:pt idx="432">
                  <c:v>3366.0</c:v>
                </c:pt>
                <c:pt idx="433">
                  <c:v>3368.0</c:v>
                </c:pt>
                <c:pt idx="434">
                  <c:v>3370.0</c:v>
                </c:pt>
                <c:pt idx="435">
                  <c:v>3372.0</c:v>
                </c:pt>
                <c:pt idx="436">
                  <c:v>3374.0</c:v>
                </c:pt>
                <c:pt idx="437">
                  <c:v>3376.0</c:v>
                </c:pt>
                <c:pt idx="438">
                  <c:v>3378.0</c:v>
                </c:pt>
                <c:pt idx="439">
                  <c:v>3380.0</c:v>
                </c:pt>
                <c:pt idx="440">
                  <c:v>3382.0</c:v>
                </c:pt>
                <c:pt idx="441">
                  <c:v>3384.0</c:v>
                </c:pt>
                <c:pt idx="442">
                  <c:v>3386.0</c:v>
                </c:pt>
                <c:pt idx="443">
                  <c:v>3388.0</c:v>
                </c:pt>
                <c:pt idx="444">
                  <c:v>3390.0</c:v>
                </c:pt>
                <c:pt idx="445">
                  <c:v>3392.0</c:v>
                </c:pt>
                <c:pt idx="446">
                  <c:v>3394.0</c:v>
                </c:pt>
                <c:pt idx="447">
                  <c:v>3396.0</c:v>
                </c:pt>
                <c:pt idx="448">
                  <c:v>3398.0</c:v>
                </c:pt>
                <c:pt idx="449">
                  <c:v>3400.0</c:v>
                </c:pt>
                <c:pt idx="450">
                  <c:v>3402.0</c:v>
                </c:pt>
                <c:pt idx="451">
                  <c:v>3404.0</c:v>
                </c:pt>
                <c:pt idx="452">
                  <c:v>3406.0</c:v>
                </c:pt>
                <c:pt idx="453">
                  <c:v>3408.0</c:v>
                </c:pt>
                <c:pt idx="454">
                  <c:v>3410.0</c:v>
                </c:pt>
                <c:pt idx="455">
                  <c:v>3412.0</c:v>
                </c:pt>
                <c:pt idx="456">
                  <c:v>3414.0</c:v>
                </c:pt>
                <c:pt idx="457">
                  <c:v>3416.0</c:v>
                </c:pt>
                <c:pt idx="458">
                  <c:v>3418.0</c:v>
                </c:pt>
                <c:pt idx="459">
                  <c:v>3420.0</c:v>
                </c:pt>
                <c:pt idx="460">
                  <c:v>3422.0</c:v>
                </c:pt>
                <c:pt idx="461">
                  <c:v>3424.0</c:v>
                </c:pt>
                <c:pt idx="462">
                  <c:v>3426.0</c:v>
                </c:pt>
                <c:pt idx="463">
                  <c:v>3428.0</c:v>
                </c:pt>
                <c:pt idx="464">
                  <c:v>3430.0</c:v>
                </c:pt>
                <c:pt idx="465">
                  <c:v>3432.0</c:v>
                </c:pt>
                <c:pt idx="466">
                  <c:v>3434.0</c:v>
                </c:pt>
                <c:pt idx="467">
                  <c:v>3436.0</c:v>
                </c:pt>
                <c:pt idx="468">
                  <c:v>3438.0</c:v>
                </c:pt>
                <c:pt idx="469">
                  <c:v>3440.0</c:v>
                </c:pt>
                <c:pt idx="470">
                  <c:v>3442.0</c:v>
                </c:pt>
                <c:pt idx="471">
                  <c:v>3444.0</c:v>
                </c:pt>
                <c:pt idx="472">
                  <c:v>3446.0</c:v>
                </c:pt>
                <c:pt idx="473">
                  <c:v>3448.0</c:v>
                </c:pt>
                <c:pt idx="474">
                  <c:v>3450.0</c:v>
                </c:pt>
                <c:pt idx="475">
                  <c:v>3452.0</c:v>
                </c:pt>
                <c:pt idx="476">
                  <c:v>3454.0</c:v>
                </c:pt>
                <c:pt idx="477">
                  <c:v>3456.0</c:v>
                </c:pt>
                <c:pt idx="478">
                  <c:v>3458.0</c:v>
                </c:pt>
                <c:pt idx="479">
                  <c:v>3460.0</c:v>
                </c:pt>
                <c:pt idx="480">
                  <c:v>3462.0</c:v>
                </c:pt>
                <c:pt idx="481">
                  <c:v>3464.0</c:v>
                </c:pt>
                <c:pt idx="482">
                  <c:v>3466.0</c:v>
                </c:pt>
                <c:pt idx="483">
                  <c:v>3468.0</c:v>
                </c:pt>
                <c:pt idx="484">
                  <c:v>3470.0</c:v>
                </c:pt>
                <c:pt idx="485">
                  <c:v>3472.0</c:v>
                </c:pt>
                <c:pt idx="486">
                  <c:v>3474.0</c:v>
                </c:pt>
                <c:pt idx="487">
                  <c:v>3476.0</c:v>
                </c:pt>
                <c:pt idx="488">
                  <c:v>3478.0</c:v>
                </c:pt>
                <c:pt idx="489">
                  <c:v>3480.0</c:v>
                </c:pt>
                <c:pt idx="490">
                  <c:v>3482.0</c:v>
                </c:pt>
                <c:pt idx="491">
                  <c:v>3484.0</c:v>
                </c:pt>
                <c:pt idx="492">
                  <c:v>3486.0</c:v>
                </c:pt>
                <c:pt idx="493">
                  <c:v>3488.0</c:v>
                </c:pt>
                <c:pt idx="494">
                  <c:v>3490.0</c:v>
                </c:pt>
                <c:pt idx="495">
                  <c:v>3492.0</c:v>
                </c:pt>
                <c:pt idx="496">
                  <c:v>3494.0</c:v>
                </c:pt>
                <c:pt idx="497">
                  <c:v>3496.0</c:v>
                </c:pt>
                <c:pt idx="498">
                  <c:v>3498.0</c:v>
                </c:pt>
                <c:pt idx="499">
                  <c:v>3500.0</c:v>
                </c:pt>
                <c:pt idx="500">
                  <c:v>3501.0</c:v>
                </c:pt>
                <c:pt idx="501">
                  <c:v>3502.0</c:v>
                </c:pt>
                <c:pt idx="502">
                  <c:v>3503.0</c:v>
                </c:pt>
                <c:pt idx="503">
                  <c:v>3504.0</c:v>
                </c:pt>
                <c:pt idx="504">
                  <c:v>3505.0</c:v>
                </c:pt>
                <c:pt idx="505">
                  <c:v>3506.0</c:v>
                </c:pt>
                <c:pt idx="506">
                  <c:v>3507.0</c:v>
                </c:pt>
                <c:pt idx="507">
                  <c:v>3508.0</c:v>
                </c:pt>
                <c:pt idx="508">
                  <c:v>3509.0</c:v>
                </c:pt>
                <c:pt idx="509">
                  <c:v>3510.0</c:v>
                </c:pt>
                <c:pt idx="510">
                  <c:v>3511.0</c:v>
                </c:pt>
                <c:pt idx="511">
                  <c:v>3512.0</c:v>
                </c:pt>
                <c:pt idx="512">
                  <c:v>3513.0</c:v>
                </c:pt>
                <c:pt idx="513">
                  <c:v>3514.0</c:v>
                </c:pt>
                <c:pt idx="514">
                  <c:v>3515.0</c:v>
                </c:pt>
                <c:pt idx="515">
                  <c:v>3516.0</c:v>
                </c:pt>
                <c:pt idx="516">
                  <c:v>3517.0</c:v>
                </c:pt>
                <c:pt idx="517">
                  <c:v>3518.0</c:v>
                </c:pt>
                <c:pt idx="518">
                  <c:v>3519.0</c:v>
                </c:pt>
                <c:pt idx="519">
                  <c:v>3520.0</c:v>
                </c:pt>
                <c:pt idx="520">
                  <c:v>3521.0</c:v>
                </c:pt>
                <c:pt idx="521">
                  <c:v>3522.0</c:v>
                </c:pt>
                <c:pt idx="522">
                  <c:v>3523.0</c:v>
                </c:pt>
                <c:pt idx="523">
                  <c:v>3524.0</c:v>
                </c:pt>
                <c:pt idx="524">
                  <c:v>3525.0</c:v>
                </c:pt>
                <c:pt idx="525">
                  <c:v>3526.0</c:v>
                </c:pt>
                <c:pt idx="526">
                  <c:v>3527.0</c:v>
                </c:pt>
                <c:pt idx="527">
                  <c:v>3528.0</c:v>
                </c:pt>
                <c:pt idx="528">
                  <c:v>3529.0</c:v>
                </c:pt>
                <c:pt idx="529">
                  <c:v>3530.0</c:v>
                </c:pt>
                <c:pt idx="530">
                  <c:v>3531.0</c:v>
                </c:pt>
                <c:pt idx="531">
                  <c:v>3532.0</c:v>
                </c:pt>
                <c:pt idx="532">
                  <c:v>3533.0</c:v>
                </c:pt>
                <c:pt idx="533">
                  <c:v>3534.0</c:v>
                </c:pt>
                <c:pt idx="534">
                  <c:v>3535.0</c:v>
                </c:pt>
                <c:pt idx="535">
                  <c:v>3536.0</c:v>
                </c:pt>
                <c:pt idx="536">
                  <c:v>3537.0</c:v>
                </c:pt>
                <c:pt idx="537">
                  <c:v>3538.0</c:v>
                </c:pt>
                <c:pt idx="538">
                  <c:v>3539.0</c:v>
                </c:pt>
                <c:pt idx="539">
                  <c:v>3540.0</c:v>
                </c:pt>
                <c:pt idx="540">
                  <c:v>3541.0</c:v>
                </c:pt>
                <c:pt idx="541">
                  <c:v>3542.0</c:v>
                </c:pt>
                <c:pt idx="542">
                  <c:v>3543.0</c:v>
                </c:pt>
                <c:pt idx="543">
                  <c:v>3544.0</c:v>
                </c:pt>
                <c:pt idx="544">
                  <c:v>3545.0</c:v>
                </c:pt>
                <c:pt idx="545">
                  <c:v>3546.0</c:v>
                </c:pt>
                <c:pt idx="546">
                  <c:v>3547.0</c:v>
                </c:pt>
                <c:pt idx="547">
                  <c:v>3548.0</c:v>
                </c:pt>
                <c:pt idx="548">
                  <c:v>3549.0</c:v>
                </c:pt>
                <c:pt idx="549">
                  <c:v>3550.0</c:v>
                </c:pt>
                <c:pt idx="550">
                  <c:v>3551.0</c:v>
                </c:pt>
                <c:pt idx="551">
                  <c:v>3552.0</c:v>
                </c:pt>
                <c:pt idx="552">
                  <c:v>3553.0</c:v>
                </c:pt>
                <c:pt idx="553">
                  <c:v>3554.0</c:v>
                </c:pt>
                <c:pt idx="554">
                  <c:v>3555.0</c:v>
                </c:pt>
                <c:pt idx="555">
                  <c:v>3556.0</c:v>
                </c:pt>
                <c:pt idx="556">
                  <c:v>3557.0</c:v>
                </c:pt>
                <c:pt idx="557">
                  <c:v>3558.0</c:v>
                </c:pt>
                <c:pt idx="558">
                  <c:v>3559.0</c:v>
                </c:pt>
                <c:pt idx="559">
                  <c:v>3560.0</c:v>
                </c:pt>
                <c:pt idx="560">
                  <c:v>3561.0</c:v>
                </c:pt>
                <c:pt idx="561">
                  <c:v>3562.0</c:v>
                </c:pt>
                <c:pt idx="562">
                  <c:v>3563.0</c:v>
                </c:pt>
                <c:pt idx="563">
                  <c:v>3564.0</c:v>
                </c:pt>
                <c:pt idx="564">
                  <c:v>3565.0</c:v>
                </c:pt>
                <c:pt idx="565">
                  <c:v>3566.0</c:v>
                </c:pt>
                <c:pt idx="566">
                  <c:v>3567.0</c:v>
                </c:pt>
                <c:pt idx="567">
                  <c:v>3568.0</c:v>
                </c:pt>
                <c:pt idx="568">
                  <c:v>3569.0</c:v>
                </c:pt>
                <c:pt idx="569">
                  <c:v>3570.0</c:v>
                </c:pt>
                <c:pt idx="570">
                  <c:v>3571.0</c:v>
                </c:pt>
                <c:pt idx="571">
                  <c:v>3572.0</c:v>
                </c:pt>
                <c:pt idx="572">
                  <c:v>3573.0</c:v>
                </c:pt>
                <c:pt idx="573">
                  <c:v>3574.0</c:v>
                </c:pt>
                <c:pt idx="574">
                  <c:v>3575.0</c:v>
                </c:pt>
                <c:pt idx="575">
                  <c:v>3576.0</c:v>
                </c:pt>
                <c:pt idx="576">
                  <c:v>3577.0</c:v>
                </c:pt>
                <c:pt idx="577">
                  <c:v>3578.0</c:v>
                </c:pt>
                <c:pt idx="578">
                  <c:v>3579.0</c:v>
                </c:pt>
                <c:pt idx="579">
                  <c:v>3580.0</c:v>
                </c:pt>
                <c:pt idx="580">
                  <c:v>3581.0</c:v>
                </c:pt>
                <c:pt idx="581">
                  <c:v>3582.0</c:v>
                </c:pt>
                <c:pt idx="582">
                  <c:v>3583.0</c:v>
                </c:pt>
                <c:pt idx="583">
                  <c:v>3584.0</c:v>
                </c:pt>
                <c:pt idx="584">
                  <c:v>3585.0</c:v>
                </c:pt>
                <c:pt idx="585">
                  <c:v>3586.0</c:v>
                </c:pt>
                <c:pt idx="586">
                  <c:v>3587.0</c:v>
                </c:pt>
                <c:pt idx="587">
                  <c:v>3588.0</c:v>
                </c:pt>
                <c:pt idx="588">
                  <c:v>3589.0</c:v>
                </c:pt>
                <c:pt idx="589">
                  <c:v>3590.0</c:v>
                </c:pt>
                <c:pt idx="590">
                  <c:v>3591.0</c:v>
                </c:pt>
                <c:pt idx="591">
                  <c:v>3592.0</c:v>
                </c:pt>
                <c:pt idx="592">
                  <c:v>3593.0</c:v>
                </c:pt>
                <c:pt idx="593">
                  <c:v>3594.0</c:v>
                </c:pt>
                <c:pt idx="594">
                  <c:v>3595.0</c:v>
                </c:pt>
                <c:pt idx="595">
                  <c:v>3596.0</c:v>
                </c:pt>
                <c:pt idx="596">
                  <c:v>3597.0</c:v>
                </c:pt>
                <c:pt idx="597">
                  <c:v>3598.0</c:v>
                </c:pt>
                <c:pt idx="598">
                  <c:v>3599.0</c:v>
                </c:pt>
                <c:pt idx="599">
                  <c:v>3600.0</c:v>
                </c:pt>
                <c:pt idx="600">
                  <c:v>3601.0</c:v>
                </c:pt>
                <c:pt idx="601">
                  <c:v>3602.0</c:v>
                </c:pt>
                <c:pt idx="602">
                  <c:v>3603.0</c:v>
                </c:pt>
                <c:pt idx="603">
                  <c:v>3604.0</c:v>
                </c:pt>
                <c:pt idx="604">
                  <c:v>3605.0</c:v>
                </c:pt>
                <c:pt idx="605">
                  <c:v>3606.0</c:v>
                </c:pt>
                <c:pt idx="606">
                  <c:v>3607.0</c:v>
                </c:pt>
                <c:pt idx="607">
                  <c:v>3608.0</c:v>
                </c:pt>
                <c:pt idx="608">
                  <c:v>3609.0</c:v>
                </c:pt>
                <c:pt idx="609">
                  <c:v>3610.0</c:v>
                </c:pt>
                <c:pt idx="610">
                  <c:v>3611.0</c:v>
                </c:pt>
                <c:pt idx="611">
                  <c:v>3612.0</c:v>
                </c:pt>
                <c:pt idx="612">
                  <c:v>3613.0</c:v>
                </c:pt>
                <c:pt idx="613">
                  <c:v>3614.0</c:v>
                </c:pt>
                <c:pt idx="614">
                  <c:v>3615.0</c:v>
                </c:pt>
                <c:pt idx="615">
                  <c:v>3616.0</c:v>
                </c:pt>
                <c:pt idx="616">
                  <c:v>3617.0</c:v>
                </c:pt>
                <c:pt idx="617">
                  <c:v>3618.0</c:v>
                </c:pt>
                <c:pt idx="618">
                  <c:v>3619.0</c:v>
                </c:pt>
                <c:pt idx="619">
                  <c:v>3620.0</c:v>
                </c:pt>
                <c:pt idx="620">
                  <c:v>3621.0</c:v>
                </c:pt>
                <c:pt idx="621">
                  <c:v>3622.0</c:v>
                </c:pt>
                <c:pt idx="622">
                  <c:v>3623.0</c:v>
                </c:pt>
                <c:pt idx="623">
                  <c:v>3624.0</c:v>
                </c:pt>
                <c:pt idx="624">
                  <c:v>3625.0</c:v>
                </c:pt>
                <c:pt idx="625">
                  <c:v>3626.0</c:v>
                </c:pt>
                <c:pt idx="626">
                  <c:v>3627.0</c:v>
                </c:pt>
                <c:pt idx="627">
                  <c:v>3628.0</c:v>
                </c:pt>
                <c:pt idx="628">
                  <c:v>3629.0</c:v>
                </c:pt>
                <c:pt idx="629">
                  <c:v>3630.0</c:v>
                </c:pt>
                <c:pt idx="630">
                  <c:v>3631.0</c:v>
                </c:pt>
                <c:pt idx="631">
                  <c:v>3632.0</c:v>
                </c:pt>
                <c:pt idx="632">
                  <c:v>3633.0</c:v>
                </c:pt>
                <c:pt idx="633">
                  <c:v>3634.0</c:v>
                </c:pt>
                <c:pt idx="634">
                  <c:v>3635.0</c:v>
                </c:pt>
                <c:pt idx="635">
                  <c:v>3636.0</c:v>
                </c:pt>
                <c:pt idx="636">
                  <c:v>3637.0</c:v>
                </c:pt>
                <c:pt idx="637">
                  <c:v>3638.0</c:v>
                </c:pt>
                <c:pt idx="638">
                  <c:v>3639.0</c:v>
                </c:pt>
                <c:pt idx="639">
                  <c:v>3640.0</c:v>
                </c:pt>
                <c:pt idx="640">
                  <c:v>3641.0</c:v>
                </c:pt>
                <c:pt idx="641">
                  <c:v>3642.0</c:v>
                </c:pt>
                <c:pt idx="642">
                  <c:v>3643.0</c:v>
                </c:pt>
                <c:pt idx="643">
                  <c:v>3644.0</c:v>
                </c:pt>
                <c:pt idx="644">
                  <c:v>3645.0</c:v>
                </c:pt>
                <c:pt idx="645">
                  <c:v>3646.0</c:v>
                </c:pt>
                <c:pt idx="646">
                  <c:v>3647.0</c:v>
                </c:pt>
                <c:pt idx="647">
                  <c:v>3648.0</c:v>
                </c:pt>
                <c:pt idx="648">
                  <c:v>3649.0</c:v>
                </c:pt>
                <c:pt idx="649">
                  <c:v>3650.0</c:v>
                </c:pt>
                <c:pt idx="650">
                  <c:v>3651.0</c:v>
                </c:pt>
                <c:pt idx="651">
                  <c:v>3652.0</c:v>
                </c:pt>
                <c:pt idx="652">
                  <c:v>3653.0</c:v>
                </c:pt>
                <c:pt idx="653">
                  <c:v>3654.0</c:v>
                </c:pt>
                <c:pt idx="654">
                  <c:v>3655.0</c:v>
                </c:pt>
                <c:pt idx="655">
                  <c:v>3656.0</c:v>
                </c:pt>
                <c:pt idx="656">
                  <c:v>3657.0</c:v>
                </c:pt>
                <c:pt idx="657">
                  <c:v>3658.0</c:v>
                </c:pt>
                <c:pt idx="658">
                  <c:v>3659.0</c:v>
                </c:pt>
                <c:pt idx="659">
                  <c:v>3660.0</c:v>
                </c:pt>
                <c:pt idx="660">
                  <c:v>3661.0</c:v>
                </c:pt>
                <c:pt idx="661">
                  <c:v>3662.0</c:v>
                </c:pt>
                <c:pt idx="662">
                  <c:v>3663.0</c:v>
                </c:pt>
                <c:pt idx="663">
                  <c:v>3664.0</c:v>
                </c:pt>
                <c:pt idx="664">
                  <c:v>3665.0</c:v>
                </c:pt>
                <c:pt idx="665">
                  <c:v>3666.0</c:v>
                </c:pt>
                <c:pt idx="666">
                  <c:v>3667.0</c:v>
                </c:pt>
                <c:pt idx="667">
                  <c:v>3668.0</c:v>
                </c:pt>
                <c:pt idx="668">
                  <c:v>3669.0</c:v>
                </c:pt>
                <c:pt idx="669">
                  <c:v>3670.0</c:v>
                </c:pt>
                <c:pt idx="670">
                  <c:v>3671.0</c:v>
                </c:pt>
                <c:pt idx="671">
                  <c:v>3672.0</c:v>
                </c:pt>
                <c:pt idx="672">
                  <c:v>3673.0</c:v>
                </c:pt>
                <c:pt idx="673">
                  <c:v>3674.0</c:v>
                </c:pt>
                <c:pt idx="674">
                  <c:v>3675.0</c:v>
                </c:pt>
                <c:pt idx="675">
                  <c:v>3676.0</c:v>
                </c:pt>
                <c:pt idx="676">
                  <c:v>3677.0</c:v>
                </c:pt>
                <c:pt idx="677">
                  <c:v>3678.0</c:v>
                </c:pt>
                <c:pt idx="678">
                  <c:v>3679.0</c:v>
                </c:pt>
                <c:pt idx="679">
                  <c:v>3680.0</c:v>
                </c:pt>
                <c:pt idx="680">
                  <c:v>3681.0</c:v>
                </c:pt>
                <c:pt idx="681">
                  <c:v>3682.0</c:v>
                </c:pt>
                <c:pt idx="682">
                  <c:v>3683.0</c:v>
                </c:pt>
                <c:pt idx="683">
                  <c:v>3684.0</c:v>
                </c:pt>
                <c:pt idx="684">
                  <c:v>3685.0</c:v>
                </c:pt>
                <c:pt idx="685">
                  <c:v>3686.0</c:v>
                </c:pt>
                <c:pt idx="686">
                  <c:v>3687.0</c:v>
                </c:pt>
                <c:pt idx="687">
                  <c:v>3688.0</c:v>
                </c:pt>
                <c:pt idx="688">
                  <c:v>3689.0</c:v>
                </c:pt>
                <c:pt idx="689">
                  <c:v>3690.0</c:v>
                </c:pt>
                <c:pt idx="690">
                  <c:v>3691.0</c:v>
                </c:pt>
                <c:pt idx="691">
                  <c:v>3692.0</c:v>
                </c:pt>
                <c:pt idx="692">
                  <c:v>3693.0</c:v>
                </c:pt>
                <c:pt idx="693">
                  <c:v>3694.0</c:v>
                </c:pt>
                <c:pt idx="694">
                  <c:v>3695.0</c:v>
                </c:pt>
                <c:pt idx="695">
                  <c:v>3696.0</c:v>
                </c:pt>
                <c:pt idx="696">
                  <c:v>3697.0</c:v>
                </c:pt>
                <c:pt idx="697">
                  <c:v>3698.0</c:v>
                </c:pt>
                <c:pt idx="698">
                  <c:v>3699.0</c:v>
                </c:pt>
                <c:pt idx="699">
                  <c:v>3700.0</c:v>
                </c:pt>
                <c:pt idx="700">
                  <c:v>3701.0</c:v>
                </c:pt>
                <c:pt idx="701">
                  <c:v>3702.0</c:v>
                </c:pt>
                <c:pt idx="702">
                  <c:v>3703.0</c:v>
                </c:pt>
                <c:pt idx="703">
                  <c:v>3704.0</c:v>
                </c:pt>
                <c:pt idx="704">
                  <c:v>3705.0</c:v>
                </c:pt>
                <c:pt idx="705">
                  <c:v>3706.0</c:v>
                </c:pt>
                <c:pt idx="706">
                  <c:v>3707.0</c:v>
                </c:pt>
                <c:pt idx="707">
                  <c:v>3708.0</c:v>
                </c:pt>
                <c:pt idx="708">
                  <c:v>3709.0</c:v>
                </c:pt>
                <c:pt idx="709">
                  <c:v>3710.0</c:v>
                </c:pt>
                <c:pt idx="710">
                  <c:v>3711.0</c:v>
                </c:pt>
                <c:pt idx="711">
                  <c:v>3712.0</c:v>
                </c:pt>
                <c:pt idx="712">
                  <c:v>3713.0</c:v>
                </c:pt>
                <c:pt idx="713">
                  <c:v>3714.0</c:v>
                </c:pt>
                <c:pt idx="714">
                  <c:v>3715.0</c:v>
                </c:pt>
                <c:pt idx="715">
                  <c:v>3716.0</c:v>
                </c:pt>
                <c:pt idx="716">
                  <c:v>3717.0</c:v>
                </c:pt>
                <c:pt idx="717">
                  <c:v>3718.0</c:v>
                </c:pt>
                <c:pt idx="718">
                  <c:v>3719.0</c:v>
                </c:pt>
                <c:pt idx="719">
                  <c:v>3720.0</c:v>
                </c:pt>
                <c:pt idx="720">
                  <c:v>3721.0</c:v>
                </c:pt>
                <c:pt idx="721">
                  <c:v>3722.0</c:v>
                </c:pt>
                <c:pt idx="722">
                  <c:v>3723.0</c:v>
                </c:pt>
                <c:pt idx="723">
                  <c:v>3724.0</c:v>
                </c:pt>
                <c:pt idx="724">
                  <c:v>3725.0</c:v>
                </c:pt>
                <c:pt idx="725">
                  <c:v>3726.0</c:v>
                </c:pt>
                <c:pt idx="726">
                  <c:v>3727.0</c:v>
                </c:pt>
                <c:pt idx="727">
                  <c:v>3728.0</c:v>
                </c:pt>
                <c:pt idx="728">
                  <c:v>3729.0</c:v>
                </c:pt>
                <c:pt idx="729">
                  <c:v>3730.0</c:v>
                </c:pt>
                <c:pt idx="730">
                  <c:v>3731.0</c:v>
                </c:pt>
                <c:pt idx="731">
                  <c:v>3732.0</c:v>
                </c:pt>
                <c:pt idx="732">
                  <c:v>3733.0</c:v>
                </c:pt>
                <c:pt idx="733">
                  <c:v>3734.0</c:v>
                </c:pt>
                <c:pt idx="734">
                  <c:v>3735.0</c:v>
                </c:pt>
                <c:pt idx="735">
                  <c:v>3736.0</c:v>
                </c:pt>
                <c:pt idx="736">
                  <c:v>3737.0</c:v>
                </c:pt>
                <c:pt idx="737">
                  <c:v>3738.0</c:v>
                </c:pt>
                <c:pt idx="738">
                  <c:v>3739.0</c:v>
                </c:pt>
                <c:pt idx="739">
                  <c:v>3740.0</c:v>
                </c:pt>
                <c:pt idx="740">
                  <c:v>3741.0</c:v>
                </c:pt>
                <c:pt idx="741">
                  <c:v>3742.0</c:v>
                </c:pt>
                <c:pt idx="742">
                  <c:v>3743.0</c:v>
                </c:pt>
                <c:pt idx="743">
                  <c:v>3744.0</c:v>
                </c:pt>
                <c:pt idx="744">
                  <c:v>3745.0</c:v>
                </c:pt>
                <c:pt idx="745">
                  <c:v>3746.0</c:v>
                </c:pt>
                <c:pt idx="746">
                  <c:v>3747.0</c:v>
                </c:pt>
                <c:pt idx="747">
                  <c:v>3748.0</c:v>
                </c:pt>
                <c:pt idx="748">
                  <c:v>3749.0</c:v>
                </c:pt>
                <c:pt idx="749">
                  <c:v>3750.0</c:v>
                </c:pt>
                <c:pt idx="750">
                  <c:v>3751.0</c:v>
                </c:pt>
                <c:pt idx="751">
                  <c:v>3752.0</c:v>
                </c:pt>
                <c:pt idx="752">
                  <c:v>3753.0</c:v>
                </c:pt>
                <c:pt idx="753">
                  <c:v>3754.0</c:v>
                </c:pt>
                <c:pt idx="754">
                  <c:v>3755.0</c:v>
                </c:pt>
                <c:pt idx="755">
                  <c:v>3756.0</c:v>
                </c:pt>
                <c:pt idx="756">
                  <c:v>3757.0</c:v>
                </c:pt>
                <c:pt idx="757">
                  <c:v>3758.0</c:v>
                </c:pt>
                <c:pt idx="758">
                  <c:v>3759.0</c:v>
                </c:pt>
                <c:pt idx="759">
                  <c:v>3760.0</c:v>
                </c:pt>
                <c:pt idx="760">
                  <c:v>3761.0</c:v>
                </c:pt>
                <c:pt idx="761">
                  <c:v>3762.0</c:v>
                </c:pt>
                <c:pt idx="762">
                  <c:v>3763.0</c:v>
                </c:pt>
                <c:pt idx="763">
                  <c:v>3764.0</c:v>
                </c:pt>
                <c:pt idx="764">
                  <c:v>3765.0</c:v>
                </c:pt>
                <c:pt idx="765">
                  <c:v>3766.0</c:v>
                </c:pt>
                <c:pt idx="766">
                  <c:v>3767.0</c:v>
                </c:pt>
                <c:pt idx="767">
                  <c:v>3768.0</c:v>
                </c:pt>
                <c:pt idx="768">
                  <c:v>3769.0</c:v>
                </c:pt>
                <c:pt idx="769">
                  <c:v>3770.0</c:v>
                </c:pt>
                <c:pt idx="770">
                  <c:v>3771.0</c:v>
                </c:pt>
                <c:pt idx="771">
                  <c:v>3772.0</c:v>
                </c:pt>
                <c:pt idx="772">
                  <c:v>3773.0</c:v>
                </c:pt>
                <c:pt idx="773">
                  <c:v>3774.0</c:v>
                </c:pt>
                <c:pt idx="774">
                  <c:v>3775.0</c:v>
                </c:pt>
                <c:pt idx="775">
                  <c:v>3776.0</c:v>
                </c:pt>
                <c:pt idx="776">
                  <c:v>3777.0</c:v>
                </c:pt>
                <c:pt idx="777">
                  <c:v>3778.0</c:v>
                </c:pt>
                <c:pt idx="778">
                  <c:v>3779.0</c:v>
                </c:pt>
                <c:pt idx="779">
                  <c:v>3780.0</c:v>
                </c:pt>
                <c:pt idx="780">
                  <c:v>3781.0</c:v>
                </c:pt>
                <c:pt idx="781">
                  <c:v>3782.0</c:v>
                </c:pt>
                <c:pt idx="782">
                  <c:v>3783.0</c:v>
                </c:pt>
                <c:pt idx="783">
                  <c:v>3784.0</c:v>
                </c:pt>
                <c:pt idx="784">
                  <c:v>3785.0</c:v>
                </c:pt>
                <c:pt idx="785">
                  <c:v>3786.0</c:v>
                </c:pt>
                <c:pt idx="786">
                  <c:v>3787.0</c:v>
                </c:pt>
                <c:pt idx="787">
                  <c:v>3788.0</c:v>
                </c:pt>
                <c:pt idx="788">
                  <c:v>3789.0</c:v>
                </c:pt>
                <c:pt idx="789">
                  <c:v>3790.0</c:v>
                </c:pt>
                <c:pt idx="790">
                  <c:v>3791.0</c:v>
                </c:pt>
                <c:pt idx="791">
                  <c:v>3792.0</c:v>
                </c:pt>
                <c:pt idx="792">
                  <c:v>3793.0</c:v>
                </c:pt>
                <c:pt idx="793">
                  <c:v>3794.0</c:v>
                </c:pt>
                <c:pt idx="794">
                  <c:v>3795.0</c:v>
                </c:pt>
              </c:numCache>
            </c:numRef>
          </c:xVal>
          <c:yVal>
            <c:numRef>
              <c:f>Sheet1!$B$3190:$B$3984</c:f>
              <c:numCache>
                <c:formatCode>General</c:formatCode>
                <c:ptCount val="795"/>
                <c:pt idx="0">
                  <c:v>1.374961e-05</c:v>
                </c:pt>
                <c:pt idx="1">
                  <c:v>3.6573752e-05</c:v>
                </c:pt>
                <c:pt idx="2">
                  <c:v>2.5061112e-05</c:v>
                </c:pt>
                <c:pt idx="3">
                  <c:v>7.0312899e-05</c:v>
                </c:pt>
                <c:pt idx="4">
                  <c:v>5.2521305e-05</c:v>
                </c:pt>
                <c:pt idx="5">
                  <c:v>0.0045085765</c:v>
                </c:pt>
                <c:pt idx="6">
                  <c:v>0.00094063584</c:v>
                </c:pt>
                <c:pt idx="7">
                  <c:v>1.4049207e-05</c:v>
                </c:pt>
                <c:pt idx="8">
                  <c:v>0.0039062202</c:v>
                </c:pt>
                <c:pt idx="9">
                  <c:v>2.4915139e-05</c:v>
                </c:pt>
                <c:pt idx="10">
                  <c:v>3.7789609e-05</c:v>
                </c:pt>
                <c:pt idx="11">
                  <c:v>3.750939e-06</c:v>
                </c:pt>
                <c:pt idx="12">
                  <c:v>0.00026149844</c:v>
                </c:pt>
                <c:pt idx="13">
                  <c:v>0.00024957851</c:v>
                </c:pt>
                <c:pt idx="14">
                  <c:v>0.00029084087</c:v>
                </c:pt>
                <c:pt idx="15">
                  <c:v>1.2389657e-05</c:v>
                </c:pt>
                <c:pt idx="16">
                  <c:v>0.00022895195</c:v>
                </c:pt>
                <c:pt idx="17">
                  <c:v>1.3811685e-05</c:v>
                </c:pt>
                <c:pt idx="18">
                  <c:v>3.5408142e-05</c:v>
                </c:pt>
                <c:pt idx="19">
                  <c:v>0.00034117589</c:v>
                </c:pt>
                <c:pt idx="20">
                  <c:v>0.00010357035</c:v>
                </c:pt>
                <c:pt idx="21">
                  <c:v>7.0256322e-06</c:v>
                </c:pt>
                <c:pt idx="22">
                  <c:v>8.4861521e-05</c:v>
                </c:pt>
                <c:pt idx="23">
                  <c:v>9.7746139e-05</c:v>
                </c:pt>
                <c:pt idx="24">
                  <c:v>0.00022798814</c:v>
                </c:pt>
                <c:pt idx="25">
                  <c:v>3.0687077e-05</c:v>
                </c:pt>
                <c:pt idx="26">
                  <c:v>3.7872788e-05</c:v>
                </c:pt>
                <c:pt idx="27">
                  <c:v>9.6779252e-06</c:v>
                </c:pt>
                <c:pt idx="28">
                  <c:v>1.6615837e-05</c:v>
                </c:pt>
                <c:pt idx="29">
                  <c:v>0.00024758663</c:v>
                </c:pt>
                <c:pt idx="30">
                  <c:v>4.2192237e-05</c:v>
                </c:pt>
                <c:pt idx="31">
                  <c:v>6.5826089e-05</c:v>
                </c:pt>
                <c:pt idx="32">
                  <c:v>0.00022594992</c:v>
                </c:pt>
                <c:pt idx="33">
                  <c:v>1.0692519e-06</c:v>
                </c:pt>
                <c:pt idx="34">
                  <c:v>8.3108336e-06</c:v>
                </c:pt>
                <c:pt idx="35">
                  <c:v>0.00026102158</c:v>
                </c:pt>
                <c:pt idx="36">
                  <c:v>3.667173e-05</c:v>
                </c:pt>
                <c:pt idx="37">
                  <c:v>3.7104542e-05</c:v>
                </c:pt>
                <c:pt idx="38">
                  <c:v>6.5130315e-06</c:v>
                </c:pt>
                <c:pt idx="39">
                  <c:v>6.4656127e-05</c:v>
                </c:pt>
                <c:pt idx="40">
                  <c:v>5.1490786e-06</c:v>
                </c:pt>
                <c:pt idx="41">
                  <c:v>6.565945e-06</c:v>
                </c:pt>
                <c:pt idx="42">
                  <c:v>1.0436334e-05</c:v>
                </c:pt>
                <c:pt idx="43">
                  <c:v>3.2389883e-06</c:v>
                </c:pt>
                <c:pt idx="44">
                  <c:v>7.3034086e-05</c:v>
                </c:pt>
                <c:pt idx="45">
                  <c:v>3.2298406e-05</c:v>
                </c:pt>
                <c:pt idx="46">
                  <c:v>3.2108965e-05</c:v>
                </c:pt>
                <c:pt idx="47">
                  <c:v>6.6925078e-06</c:v>
                </c:pt>
                <c:pt idx="48">
                  <c:v>9.6148153e-06</c:v>
                </c:pt>
                <c:pt idx="49">
                  <c:v>9.2150247e-05</c:v>
                </c:pt>
                <c:pt idx="50">
                  <c:v>1.4573396e-05</c:v>
                </c:pt>
                <c:pt idx="51">
                  <c:v>1.3960461e-05</c:v>
                </c:pt>
                <c:pt idx="52">
                  <c:v>1.9502162e-05</c:v>
                </c:pt>
                <c:pt idx="53">
                  <c:v>1.5105921e-05</c:v>
                </c:pt>
                <c:pt idx="54">
                  <c:v>7.663398e-05</c:v>
                </c:pt>
                <c:pt idx="55">
                  <c:v>1.6780791e-05</c:v>
                </c:pt>
                <c:pt idx="56">
                  <c:v>1.6467582e-05</c:v>
                </c:pt>
                <c:pt idx="57">
                  <c:v>2.8220947e-05</c:v>
                </c:pt>
                <c:pt idx="58">
                  <c:v>2.4562085e-05</c:v>
                </c:pt>
                <c:pt idx="59">
                  <c:v>0.00013772608</c:v>
                </c:pt>
                <c:pt idx="60">
                  <c:v>4.0650583e-05</c:v>
                </c:pt>
                <c:pt idx="61">
                  <c:v>3.6688936e-05</c:v>
                </c:pt>
                <c:pt idx="62">
                  <c:v>3.2887833e-05</c:v>
                </c:pt>
                <c:pt idx="63">
                  <c:v>8.2670029e-06</c:v>
                </c:pt>
                <c:pt idx="64">
                  <c:v>6.1552195e-06</c:v>
                </c:pt>
                <c:pt idx="65">
                  <c:v>6.0092145e-06</c:v>
                </c:pt>
                <c:pt idx="66">
                  <c:v>0.010086807</c:v>
                </c:pt>
                <c:pt idx="67">
                  <c:v>2.411136e-05</c:v>
                </c:pt>
                <c:pt idx="68">
                  <c:v>7.0694179e-06</c:v>
                </c:pt>
                <c:pt idx="69">
                  <c:v>5.4894442e-06</c:v>
                </c:pt>
                <c:pt idx="70">
                  <c:v>5.1118352e-06</c:v>
                </c:pt>
                <c:pt idx="71">
                  <c:v>0.010422509</c:v>
                </c:pt>
                <c:pt idx="72">
                  <c:v>1.4053645e-05</c:v>
                </c:pt>
                <c:pt idx="73">
                  <c:v>5.4378418e-06</c:v>
                </c:pt>
                <c:pt idx="74">
                  <c:v>4.0201347e-06</c:v>
                </c:pt>
                <c:pt idx="75">
                  <c:v>3.5072055e-06</c:v>
                </c:pt>
                <c:pt idx="76">
                  <c:v>0.01000704</c:v>
                </c:pt>
                <c:pt idx="77">
                  <c:v>3.1534431e-05</c:v>
                </c:pt>
                <c:pt idx="78">
                  <c:v>2.0573147e-05</c:v>
                </c:pt>
                <c:pt idx="79">
                  <c:v>1.7978368e-05</c:v>
                </c:pt>
                <c:pt idx="80">
                  <c:v>1.7378421e-05</c:v>
                </c:pt>
                <c:pt idx="81">
                  <c:v>0.0097255348</c:v>
                </c:pt>
                <c:pt idx="82">
                  <c:v>2.5686085e-05</c:v>
                </c:pt>
                <c:pt idx="83">
                  <c:v>1.6640769e-05</c:v>
                </c:pt>
                <c:pt idx="84">
                  <c:v>1.6498738e-05</c:v>
                </c:pt>
                <c:pt idx="85">
                  <c:v>1.7096399e-05</c:v>
                </c:pt>
                <c:pt idx="86">
                  <c:v>0.0096363285</c:v>
                </c:pt>
                <c:pt idx="87">
                  <c:v>3.0759288e-05</c:v>
                </c:pt>
                <c:pt idx="88">
                  <c:v>1.9597119e-05</c:v>
                </c:pt>
                <c:pt idx="89">
                  <c:v>1.7128895e-05</c:v>
                </c:pt>
                <c:pt idx="90">
                  <c:v>1.6887406e-05</c:v>
                </c:pt>
                <c:pt idx="91">
                  <c:v>0.0095465258</c:v>
                </c:pt>
                <c:pt idx="92">
                  <c:v>2.9107433e-05</c:v>
                </c:pt>
                <c:pt idx="93">
                  <c:v>1.8678446e-05</c:v>
                </c:pt>
                <c:pt idx="94">
                  <c:v>1.7407117e-05</c:v>
                </c:pt>
                <c:pt idx="95">
                  <c:v>1.8426784e-05</c:v>
                </c:pt>
                <c:pt idx="96">
                  <c:v>0.009706311</c:v>
                </c:pt>
                <c:pt idx="97">
                  <c:v>2.1690292e-05</c:v>
                </c:pt>
                <c:pt idx="98">
                  <c:v>1.4260914e-05</c:v>
                </c:pt>
                <c:pt idx="99">
                  <c:v>1.4683315e-05</c:v>
                </c:pt>
                <c:pt idx="100">
                  <c:v>1.4256316e-05</c:v>
                </c:pt>
                <c:pt idx="101">
                  <c:v>0.010827219</c:v>
                </c:pt>
                <c:pt idx="102">
                  <c:v>5.9851367e-05</c:v>
                </c:pt>
                <c:pt idx="103">
                  <c:v>4.2291978e-05</c:v>
                </c:pt>
                <c:pt idx="104">
                  <c:v>4.0882226e-05</c:v>
                </c:pt>
                <c:pt idx="105">
                  <c:v>4.0601744e-05</c:v>
                </c:pt>
                <c:pt idx="106">
                  <c:v>0.0099838091</c:v>
                </c:pt>
                <c:pt idx="107">
                  <c:v>4.1574143e-05</c:v>
                </c:pt>
                <c:pt idx="108">
                  <c:v>1.5761919e-05</c:v>
                </c:pt>
                <c:pt idx="109">
                  <c:v>9.4157241e-06</c:v>
                </c:pt>
                <c:pt idx="110">
                  <c:v>1.004684e-05</c:v>
                </c:pt>
                <c:pt idx="111">
                  <c:v>0.0095927597</c:v>
                </c:pt>
                <c:pt idx="112">
                  <c:v>2.565328e-05</c:v>
                </c:pt>
                <c:pt idx="113">
                  <c:v>1.5441447e-05</c:v>
                </c:pt>
                <c:pt idx="114">
                  <c:v>1.4340214e-05</c:v>
                </c:pt>
                <c:pt idx="115">
                  <c:v>1.3900288e-05</c:v>
                </c:pt>
                <c:pt idx="116">
                  <c:v>0.0097382725</c:v>
                </c:pt>
                <c:pt idx="117">
                  <c:v>2.3672672e-05</c:v>
                </c:pt>
                <c:pt idx="118">
                  <c:v>1.3892392e-05</c:v>
                </c:pt>
                <c:pt idx="119">
                  <c:v>1.3081059e-05</c:v>
                </c:pt>
                <c:pt idx="120">
                  <c:v>1.262118e-05</c:v>
                </c:pt>
                <c:pt idx="121">
                  <c:v>0.027194861</c:v>
                </c:pt>
                <c:pt idx="122">
                  <c:v>0.00051739665</c:v>
                </c:pt>
                <c:pt idx="123">
                  <c:v>0.0002540598</c:v>
                </c:pt>
                <c:pt idx="124">
                  <c:v>0.00027544333</c:v>
                </c:pt>
                <c:pt idx="125">
                  <c:v>0.00028062777</c:v>
                </c:pt>
                <c:pt idx="126">
                  <c:v>0.00028246168</c:v>
                </c:pt>
                <c:pt idx="127">
                  <c:v>0.00028390411</c:v>
                </c:pt>
                <c:pt idx="128">
                  <c:v>0.019036861</c:v>
                </c:pt>
                <c:pt idx="129">
                  <c:v>0.0014852566</c:v>
                </c:pt>
                <c:pt idx="130">
                  <c:v>0.00075718372</c:v>
                </c:pt>
                <c:pt idx="131">
                  <c:v>0.00032718312</c:v>
                </c:pt>
                <c:pt idx="132">
                  <c:v>0.00024732272</c:v>
                </c:pt>
                <c:pt idx="133">
                  <c:v>0.0002313983</c:v>
                </c:pt>
                <c:pt idx="134">
                  <c:v>0.00022107629</c:v>
                </c:pt>
                <c:pt idx="135">
                  <c:v>0.00022836275</c:v>
                </c:pt>
                <c:pt idx="136">
                  <c:v>0.00022379242</c:v>
                </c:pt>
                <c:pt idx="137">
                  <c:v>0.00022071281</c:v>
                </c:pt>
                <c:pt idx="138">
                  <c:v>0.014976067</c:v>
                </c:pt>
                <c:pt idx="139">
                  <c:v>0.00034105875</c:v>
                </c:pt>
                <c:pt idx="140">
                  <c:v>8.0256628e-05</c:v>
                </c:pt>
                <c:pt idx="141">
                  <c:v>3.6740659e-05</c:v>
                </c:pt>
                <c:pt idx="142">
                  <c:v>2.6096277e-05</c:v>
                </c:pt>
                <c:pt idx="143">
                  <c:v>2.4285676e-05</c:v>
                </c:pt>
                <c:pt idx="144">
                  <c:v>2.4474609e-05</c:v>
                </c:pt>
                <c:pt idx="145">
                  <c:v>2.3840519e-05</c:v>
                </c:pt>
                <c:pt idx="146">
                  <c:v>2.3845484e-05</c:v>
                </c:pt>
                <c:pt idx="147">
                  <c:v>2.396271e-05</c:v>
                </c:pt>
                <c:pt idx="148">
                  <c:v>0.013788074</c:v>
                </c:pt>
                <c:pt idx="149">
                  <c:v>0.00053015004</c:v>
                </c:pt>
                <c:pt idx="150">
                  <c:v>0.00031315008</c:v>
                </c:pt>
                <c:pt idx="151">
                  <c:v>0.00029359168</c:v>
                </c:pt>
                <c:pt idx="152">
                  <c:v>0.000294167</c:v>
                </c:pt>
                <c:pt idx="153">
                  <c:v>0.00029347871</c:v>
                </c:pt>
                <c:pt idx="154">
                  <c:v>0.00029414302</c:v>
                </c:pt>
                <c:pt idx="155">
                  <c:v>0.00029483414</c:v>
                </c:pt>
                <c:pt idx="156">
                  <c:v>0.00029547218</c:v>
                </c:pt>
                <c:pt idx="157">
                  <c:v>0.00029607707</c:v>
                </c:pt>
                <c:pt idx="158">
                  <c:v>0.01280701</c:v>
                </c:pt>
                <c:pt idx="159">
                  <c:v>0.00044342182</c:v>
                </c:pt>
                <c:pt idx="160">
                  <c:v>0.00012714558</c:v>
                </c:pt>
                <c:pt idx="161">
                  <c:v>0.000100973</c:v>
                </c:pt>
                <c:pt idx="162">
                  <c:v>5.2691666e-05</c:v>
                </c:pt>
                <c:pt idx="163">
                  <c:v>5.174566e-05</c:v>
                </c:pt>
                <c:pt idx="164">
                  <c:v>5.0766412e-05</c:v>
                </c:pt>
                <c:pt idx="165">
                  <c:v>4.6933233e-05</c:v>
                </c:pt>
                <c:pt idx="166">
                  <c:v>5.1812767e-05</c:v>
                </c:pt>
                <c:pt idx="167">
                  <c:v>4.7450065e-05</c:v>
                </c:pt>
                <c:pt idx="168">
                  <c:v>0.012447905</c:v>
                </c:pt>
                <c:pt idx="169">
                  <c:v>0.00044636695</c:v>
                </c:pt>
                <c:pt idx="170">
                  <c:v>0.00016675568</c:v>
                </c:pt>
                <c:pt idx="171">
                  <c:v>0.00013988799</c:v>
                </c:pt>
                <c:pt idx="172">
                  <c:v>0.0001470937</c:v>
                </c:pt>
                <c:pt idx="173">
                  <c:v>0.00015957666</c:v>
                </c:pt>
                <c:pt idx="174">
                  <c:v>0.00016384619</c:v>
                </c:pt>
                <c:pt idx="175">
                  <c:v>0.00017929111</c:v>
                </c:pt>
                <c:pt idx="176">
                  <c:v>0.00016470023</c:v>
                </c:pt>
                <c:pt idx="177">
                  <c:v>0.00015122291</c:v>
                </c:pt>
                <c:pt idx="178">
                  <c:v>0.012702562</c:v>
                </c:pt>
                <c:pt idx="179">
                  <c:v>0.0002807578</c:v>
                </c:pt>
                <c:pt idx="180">
                  <c:v>0.00016745972</c:v>
                </c:pt>
                <c:pt idx="181">
                  <c:v>0.00015174461</c:v>
                </c:pt>
                <c:pt idx="182">
                  <c:v>0.00014640236</c:v>
                </c:pt>
                <c:pt idx="183">
                  <c:v>0.00014638796</c:v>
                </c:pt>
                <c:pt idx="184">
                  <c:v>0.00014759748</c:v>
                </c:pt>
                <c:pt idx="185">
                  <c:v>0.00014823222</c:v>
                </c:pt>
                <c:pt idx="186">
                  <c:v>0.00014866032</c:v>
                </c:pt>
                <c:pt idx="187">
                  <c:v>0.00014866451</c:v>
                </c:pt>
                <c:pt idx="188">
                  <c:v>0.012337012</c:v>
                </c:pt>
                <c:pt idx="189">
                  <c:v>0.0002667067</c:v>
                </c:pt>
                <c:pt idx="190">
                  <c:v>9.3792241e-05</c:v>
                </c:pt>
                <c:pt idx="191">
                  <c:v>6.1313365e-05</c:v>
                </c:pt>
                <c:pt idx="192">
                  <c:v>5.1591836e-05</c:v>
                </c:pt>
                <c:pt idx="193">
                  <c:v>5.0034423e-05</c:v>
                </c:pt>
                <c:pt idx="194">
                  <c:v>4.9107389e-05</c:v>
                </c:pt>
                <c:pt idx="195">
                  <c:v>4.8655862e-05</c:v>
                </c:pt>
                <c:pt idx="196">
                  <c:v>4.8507203e-05</c:v>
                </c:pt>
                <c:pt idx="197">
                  <c:v>4.8470672e-05</c:v>
                </c:pt>
                <c:pt idx="198">
                  <c:v>0.012236865</c:v>
                </c:pt>
                <c:pt idx="199">
                  <c:v>0.00026741752</c:v>
                </c:pt>
                <c:pt idx="200">
                  <c:v>0.00010816495</c:v>
                </c:pt>
                <c:pt idx="201">
                  <c:v>5.2491592e-05</c:v>
                </c:pt>
                <c:pt idx="202">
                  <c:v>3.2614277e-05</c:v>
                </c:pt>
                <c:pt idx="203">
                  <c:v>2.7935552e-05</c:v>
                </c:pt>
                <c:pt idx="204">
                  <c:v>2.6846589e-05</c:v>
                </c:pt>
                <c:pt idx="205">
                  <c:v>2.658282e-05</c:v>
                </c:pt>
                <c:pt idx="206">
                  <c:v>2.6526274e-05</c:v>
                </c:pt>
                <c:pt idx="207">
                  <c:v>2.6502033e-05</c:v>
                </c:pt>
                <c:pt idx="208">
                  <c:v>0.011073331</c:v>
                </c:pt>
                <c:pt idx="209">
                  <c:v>0.00019336221</c:v>
                </c:pt>
                <c:pt idx="210">
                  <c:v>8.6449921e-05</c:v>
                </c:pt>
                <c:pt idx="211">
                  <c:v>4.1669734e-05</c:v>
                </c:pt>
                <c:pt idx="212">
                  <c:v>2.726152e-05</c:v>
                </c:pt>
                <c:pt idx="213">
                  <c:v>2.289444e-05</c:v>
                </c:pt>
                <c:pt idx="214">
                  <c:v>2.1694171e-05</c:v>
                </c:pt>
                <c:pt idx="215">
                  <c:v>2.1235668e-05</c:v>
                </c:pt>
                <c:pt idx="216">
                  <c:v>2.1130033e-05</c:v>
                </c:pt>
                <c:pt idx="217">
                  <c:v>2.1118625e-05</c:v>
                </c:pt>
                <c:pt idx="218">
                  <c:v>0.011193016</c:v>
                </c:pt>
                <c:pt idx="219">
                  <c:v>0.00024187868</c:v>
                </c:pt>
                <c:pt idx="220">
                  <c:v>8.6017201e-05</c:v>
                </c:pt>
                <c:pt idx="221">
                  <c:v>6.7715967e-05</c:v>
                </c:pt>
                <c:pt idx="222">
                  <c:v>4.5136595e-05</c:v>
                </c:pt>
                <c:pt idx="223">
                  <c:v>3.5020804e-05</c:v>
                </c:pt>
                <c:pt idx="224">
                  <c:v>3.1446817e-05</c:v>
                </c:pt>
                <c:pt idx="225">
                  <c:v>3.0450251e-05</c:v>
                </c:pt>
                <c:pt idx="226">
                  <c:v>3.0049078e-05</c:v>
                </c:pt>
                <c:pt idx="227">
                  <c:v>2.9702784e-05</c:v>
                </c:pt>
                <c:pt idx="228">
                  <c:v>0.010812108</c:v>
                </c:pt>
                <c:pt idx="229">
                  <c:v>0.00021446877</c:v>
                </c:pt>
                <c:pt idx="230">
                  <c:v>0.00012426274</c:v>
                </c:pt>
                <c:pt idx="231">
                  <c:v>0.00011437035</c:v>
                </c:pt>
                <c:pt idx="232">
                  <c:v>0.00011502043</c:v>
                </c:pt>
                <c:pt idx="233">
                  <c:v>0.00011470746</c:v>
                </c:pt>
                <c:pt idx="234">
                  <c:v>0.00011409518</c:v>
                </c:pt>
                <c:pt idx="235">
                  <c:v>0.00011345451</c:v>
                </c:pt>
                <c:pt idx="236">
                  <c:v>0.0001129246</c:v>
                </c:pt>
                <c:pt idx="237">
                  <c:v>0.00011253295</c:v>
                </c:pt>
                <c:pt idx="238">
                  <c:v>0.010689626</c:v>
                </c:pt>
                <c:pt idx="239">
                  <c:v>0.00017584364</c:v>
                </c:pt>
                <c:pt idx="240">
                  <c:v>4.1445188e-05</c:v>
                </c:pt>
                <c:pt idx="241">
                  <c:v>2.1286841e-05</c:v>
                </c:pt>
                <c:pt idx="242">
                  <c:v>1.4718012e-05</c:v>
                </c:pt>
                <c:pt idx="243">
                  <c:v>1.2474119e-05</c:v>
                </c:pt>
                <c:pt idx="244">
                  <c:v>1.1793172e-05</c:v>
                </c:pt>
                <c:pt idx="245">
                  <c:v>1.1551577e-05</c:v>
                </c:pt>
                <c:pt idx="246">
                  <c:v>1.1469342e-05</c:v>
                </c:pt>
                <c:pt idx="247">
                  <c:v>1.1435946e-05</c:v>
                </c:pt>
                <c:pt idx="248">
                  <c:v>0.011126556</c:v>
                </c:pt>
                <c:pt idx="249">
                  <c:v>0.00020459654</c:v>
                </c:pt>
                <c:pt idx="250">
                  <c:v>9.7673379e-05</c:v>
                </c:pt>
                <c:pt idx="251">
                  <c:v>5.8610397e-05</c:v>
                </c:pt>
                <c:pt idx="252">
                  <c:v>3.8338468e-05</c:v>
                </c:pt>
                <c:pt idx="253">
                  <c:v>2.7104125e-05</c:v>
                </c:pt>
                <c:pt idx="254">
                  <c:v>2.1577333e-05</c:v>
                </c:pt>
                <c:pt idx="255">
                  <c:v>1.9050512e-05</c:v>
                </c:pt>
                <c:pt idx="256">
                  <c:v>1.8743099e-05</c:v>
                </c:pt>
                <c:pt idx="257">
                  <c:v>1.8476708e-05</c:v>
                </c:pt>
                <c:pt idx="258">
                  <c:v>1.8399316e-05</c:v>
                </c:pt>
                <c:pt idx="259">
                  <c:v>1.8222767e-05</c:v>
                </c:pt>
                <c:pt idx="260">
                  <c:v>1.8093098e-05</c:v>
                </c:pt>
                <c:pt idx="261">
                  <c:v>1.7971897e-05</c:v>
                </c:pt>
                <c:pt idx="262">
                  <c:v>1.7938247e-05</c:v>
                </c:pt>
                <c:pt idx="263">
                  <c:v>1.7921475e-05</c:v>
                </c:pt>
                <c:pt idx="264">
                  <c:v>1.7924286e-05</c:v>
                </c:pt>
                <c:pt idx="265">
                  <c:v>1.7926409e-05</c:v>
                </c:pt>
                <c:pt idx="266">
                  <c:v>1.7936774e-05</c:v>
                </c:pt>
                <c:pt idx="267">
                  <c:v>0.0114089</c:v>
                </c:pt>
                <c:pt idx="268">
                  <c:v>0.001105589</c:v>
                </c:pt>
                <c:pt idx="269">
                  <c:v>0.0002465421</c:v>
                </c:pt>
                <c:pt idx="270">
                  <c:v>0.00010080793</c:v>
                </c:pt>
                <c:pt idx="271">
                  <c:v>6.0471438e-05</c:v>
                </c:pt>
                <c:pt idx="272">
                  <c:v>4.7646822e-05</c:v>
                </c:pt>
                <c:pt idx="273">
                  <c:v>3.3095111e-05</c:v>
                </c:pt>
                <c:pt idx="274">
                  <c:v>3.0273779e-05</c:v>
                </c:pt>
                <c:pt idx="275">
                  <c:v>1.7788041e-05</c:v>
                </c:pt>
                <c:pt idx="276">
                  <c:v>2.778885e-05</c:v>
                </c:pt>
                <c:pt idx="277">
                  <c:v>1.2305011e-05</c:v>
                </c:pt>
                <c:pt idx="278">
                  <c:v>7.5980111e-06</c:v>
                </c:pt>
                <c:pt idx="279">
                  <c:v>1.4594018e-05</c:v>
                </c:pt>
                <c:pt idx="280">
                  <c:v>2.2406597e-05</c:v>
                </c:pt>
                <c:pt idx="281">
                  <c:v>1.2942551e-05</c:v>
                </c:pt>
                <c:pt idx="282">
                  <c:v>1.9506996e-05</c:v>
                </c:pt>
                <c:pt idx="283">
                  <c:v>1.8937536e-05</c:v>
                </c:pt>
                <c:pt idx="284">
                  <c:v>2.0732233e-05</c:v>
                </c:pt>
                <c:pt idx="285">
                  <c:v>1.8434171e-05</c:v>
                </c:pt>
                <c:pt idx="286">
                  <c:v>2.3053492e-05</c:v>
                </c:pt>
                <c:pt idx="287">
                  <c:v>0.012553826</c:v>
                </c:pt>
                <c:pt idx="288">
                  <c:v>0.0014433502</c:v>
                </c:pt>
                <c:pt idx="289">
                  <c:v>0.00030343277</c:v>
                </c:pt>
                <c:pt idx="290">
                  <c:v>0.00013580591</c:v>
                </c:pt>
                <c:pt idx="291">
                  <c:v>9.2642975e-05</c:v>
                </c:pt>
                <c:pt idx="292">
                  <c:v>7.8978438e-05</c:v>
                </c:pt>
                <c:pt idx="293">
                  <c:v>6.8027657e-05</c:v>
                </c:pt>
                <c:pt idx="294">
                  <c:v>6.8763938e-05</c:v>
                </c:pt>
                <c:pt idx="295">
                  <c:v>6.5900402e-05</c:v>
                </c:pt>
                <c:pt idx="296">
                  <c:v>6.8013375e-05</c:v>
                </c:pt>
                <c:pt idx="297">
                  <c:v>6.5548163e-05</c:v>
                </c:pt>
                <c:pt idx="298">
                  <c:v>6.856138e-05</c:v>
                </c:pt>
                <c:pt idx="299">
                  <c:v>6.580393e-05</c:v>
                </c:pt>
                <c:pt idx="300">
                  <c:v>6.8913724e-05</c:v>
                </c:pt>
                <c:pt idx="301">
                  <c:v>6.6479725e-05</c:v>
                </c:pt>
                <c:pt idx="302">
                  <c:v>6.867575e-05</c:v>
                </c:pt>
                <c:pt idx="303">
                  <c:v>6.5377307e-05</c:v>
                </c:pt>
                <c:pt idx="304">
                  <c:v>6.7959866e-05</c:v>
                </c:pt>
                <c:pt idx="305">
                  <c:v>6.4625891e-05</c:v>
                </c:pt>
                <c:pt idx="306">
                  <c:v>6.7903718e-05</c:v>
                </c:pt>
                <c:pt idx="307">
                  <c:v>0.010692304</c:v>
                </c:pt>
                <c:pt idx="308">
                  <c:v>0.0010313783</c:v>
                </c:pt>
                <c:pt idx="309">
                  <c:v>0.00018564572</c:v>
                </c:pt>
                <c:pt idx="310">
                  <c:v>8.7659372e-05</c:v>
                </c:pt>
                <c:pt idx="311">
                  <c:v>6.1544371e-05</c:v>
                </c:pt>
                <c:pt idx="312">
                  <c:v>3.6374596e-05</c:v>
                </c:pt>
                <c:pt idx="313">
                  <c:v>4.2406623e-05</c:v>
                </c:pt>
                <c:pt idx="314">
                  <c:v>2.1258418e-05</c:v>
                </c:pt>
                <c:pt idx="315">
                  <c:v>1.6867487e-05</c:v>
                </c:pt>
                <c:pt idx="316">
                  <c:v>1.9613007e-05</c:v>
                </c:pt>
                <c:pt idx="317">
                  <c:v>1.8307416e-05</c:v>
                </c:pt>
                <c:pt idx="318">
                  <c:v>1.8229025e-05</c:v>
                </c:pt>
                <c:pt idx="319">
                  <c:v>1.7192466e-05</c:v>
                </c:pt>
                <c:pt idx="320">
                  <c:v>1.8127161e-05</c:v>
                </c:pt>
                <c:pt idx="321">
                  <c:v>1.6524529e-05</c:v>
                </c:pt>
                <c:pt idx="322">
                  <c:v>1.8671444e-05</c:v>
                </c:pt>
                <c:pt idx="323">
                  <c:v>9.397243e-06</c:v>
                </c:pt>
                <c:pt idx="324">
                  <c:v>9.5312345e-06</c:v>
                </c:pt>
                <c:pt idx="325">
                  <c:v>1.6212501e-05</c:v>
                </c:pt>
                <c:pt idx="326">
                  <c:v>1.8124203e-05</c:v>
                </c:pt>
                <c:pt idx="327">
                  <c:v>0.011020014</c:v>
                </c:pt>
                <c:pt idx="328">
                  <c:v>0.00093429416</c:v>
                </c:pt>
                <c:pt idx="329">
                  <c:v>0.00020740175</c:v>
                </c:pt>
                <c:pt idx="330">
                  <c:v>9.3089336e-05</c:v>
                </c:pt>
                <c:pt idx="331">
                  <c:v>6.2795868e-05</c:v>
                </c:pt>
                <c:pt idx="332">
                  <c:v>4.8071913e-05</c:v>
                </c:pt>
                <c:pt idx="333">
                  <c:v>3.7910232e-05</c:v>
                </c:pt>
                <c:pt idx="334">
                  <c:v>3.0656082e-05</c:v>
                </c:pt>
                <c:pt idx="335">
                  <c:v>2.640319e-05</c:v>
                </c:pt>
                <c:pt idx="336">
                  <c:v>2.3162583e-05</c:v>
                </c:pt>
                <c:pt idx="337">
                  <c:v>2.264437e-05</c:v>
                </c:pt>
                <c:pt idx="338">
                  <c:v>2.0373407e-05</c:v>
                </c:pt>
                <c:pt idx="339">
                  <c:v>2.1554174e-05</c:v>
                </c:pt>
                <c:pt idx="340">
                  <c:v>1.9272405e-05</c:v>
                </c:pt>
                <c:pt idx="341">
                  <c:v>2.1538432e-05</c:v>
                </c:pt>
                <c:pt idx="342">
                  <c:v>1.7851337e-05</c:v>
                </c:pt>
                <c:pt idx="343">
                  <c:v>2.0240689e-05</c:v>
                </c:pt>
                <c:pt idx="344">
                  <c:v>1.9775598e-05</c:v>
                </c:pt>
                <c:pt idx="345">
                  <c:v>2.0320955e-05</c:v>
                </c:pt>
                <c:pt idx="346">
                  <c:v>1.9548325e-05</c:v>
                </c:pt>
                <c:pt idx="347">
                  <c:v>0.01166476</c:v>
                </c:pt>
                <c:pt idx="348">
                  <c:v>0.0013425732</c:v>
                </c:pt>
                <c:pt idx="349">
                  <c:v>0.0002858566</c:v>
                </c:pt>
                <c:pt idx="350">
                  <c:v>0.00012779599</c:v>
                </c:pt>
                <c:pt idx="351">
                  <c:v>9.7802213e-05</c:v>
                </c:pt>
                <c:pt idx="352">
                  <c:v>8.338494e-05</c:v>
                </c:pt>
                <c:pt idx="353">
                  <c:v>8.3999835e-05</c:v>
                </c:pt>
                <c:pt idx="354">
                  <c:v>8.7349359e-05</c:v>
                </c:pt>
                <c:pt idx="355">
                  <c:v>9.2372115e-05</c:v>
                </c:pt>
                <c:pt idx="356">
                  <c:v>9.4950568e-05</c:v>
                </c:pt>
                <c:pt idx="357">
                  <c:v>9.8498241e-05</c:v>
                </c:pt>
                <c:pt idx="358">
                  <c:v>9.9896632e-05</c:v>
                </c:pt>
                <c:pt idx="359">
                  <c:v>0.00010220822</c:v>
                </c:pt>
                <c:pt idx="360">
                  <c:v>0.00010265255</c:v>
                </c:pt>
                <c:pt idx="361">
                  <c:v>0.00010422573</c:v>
                </c:pt>
                <c:pt idx="362">
                  <c:v>0.000104029</c:v>
                </c:pt>
                <c:pt idx="363">
                  <c:v>0.00010492807</c:v>
                </c:pt>
                <c:pt idx="364">
                  <c:v>0.0001045504</c:v>
                </c:pt>
                <c:pt idx="365">
                  <c:v>0.00010517534</c:v>
                </c:pt>
                <c:pt idx="366">
                  <c:v>0.00010432706</c:v>
                </c:pt>
                <c:pt idx="367">
                  <c:v>0.011784677</c:v>
                </c:pt>
                <c:pt idx="368">
                  <c:v>0.0012260974</c:v>
                </c:pt>
                <c:pt idx="369">
                  <c:v>0.00026680758</c:v>
                </c:pt>
                <c:pt idx="370">
                  <c:v>0.00010997592</c:v>
                </c:pt>
                <c:pt idx="371">
                  <c:v>6.9713976e-05</c:v>
                </c:pt>
                <c:pt idx="372">
                  <c:v>5.0625178e-05</c:v>
                </c:pt>
                <c:pt idx="373">
                  <c:v>3.829553e-05</c:v>
                </c:pt>
                <c:pt idx="374">
                  <c:v>3.1380107e-05</c:v>
                </c:pt>
                <c:pt idx="375">
                  <c:v>2.6827113e-05</c:v>
                </c:pt>
                <c:pt idx="376">
                  <c:v>2.4349551e-05</c:v>
                </c:pt>
                <c:pt idx="377">
                  <c:v>2.2965353e-05</c:v>
                </c:pt>
                <c:pt idx="378">
                  <c:v>2.2295393e-05</c:v>
                </c:pt>
                <c:pt idx="379">
                  <c:v>2.1937158e-05</c:v>
                </c:pt>
                <c:pt idx="380">
                  <c:v>2.1765227e-05</c:v>
                </c:pt>
                <c:pt idx="381">
                  <c:v>2.1703736e-05</c:v>
                </c:pt>
                <c:pt idx="382">
                  <c:v>2.1668526e-05</c:v>
                </c:pt>
                <c:pt idx="383">
                  <c:v>2.1701211e-05</c:v>
                </c:pt>
                <c:pt idx="384">
                  <c:v>2.1741918e-05</c:v>
                </c:pt>
                <c:pt idx="385">
                  <c:v>2.1793503e-05</c:v>
                </c:pt>
                <c:pt idx="386">
                  <c:v>2.1842279e-05</c:v>
                </c:pt>
                <c:pt idx="387">
                  <c:v>0.011388243</c:v>
                </c:pt>
                <c:pt idx="388">
                  <c:v>0.0010501938</c:v>
                </c:pt>
                <c:pt idx="389">
                  <c:v>0.00018555535</c:v>
                </c:pt>
                <c:pt idx="390">
                  <c:v>0.0001089288</c:v>
                </c:pt>
                <c:pt idx="391">
                  <c:v>7.901278e-05</c:v>
                </c:pt>
                <c:pt idx="392">
                  <c:v>5.4226827e-05</c:v>
                </c:pt>
                <c:pt idx="393">
                  <c:v>4.4514313e-05</c:v>
                </c:pt>
                <c:pt idx="394">
                  <c:v>3.7941801e-05</c:v>
                </c:pt>
                <c:pt idx="395">
                  <c:v>3.5907066e-05</c:v>
                </c:pt>
                <c:pt idx="396">
                  <c:v>3.3742994e-05</c:v>
                </c:pt>
                <c:pt idx="397">
                  <c:v>3.2937058e-05</c:v>
                </c:pt>
                <c:pt idx="398">
                  <c:v>3.2157183e-05</c:v>
                </c:pt>
                <c:pt idx="399">
                  <c:v>3.2025497e-05</c:v>
                </c:pt>
                <c:pt idx="400">
                  <c:v>3.1666289e-05</c:v>
                </c:pt>
                <c:pt idx="401">
                  <c:v>3.1753173e-05</c:v>
                </c:pt>
                <c:pt idx="402">
                  <c:v>3.1570573e-05</c:v>
                </c:pt>
                <c:pt idx="403">
                  <c:v>3.1703664e-05</c:v>
                </c:pt>
                <c:pt idx="404">
                  <c:v>3.1609721e-05</c:v>
                </c:pt>
                <c:pt idx="405">
                  <c:v>3.1766239e-05</c:v>
                </c:pt>
                <c:pt idx="406">
                  <c:v>3.1741242e-05</c:v>
                </c:pt>
                <c:pt idx="407">
                  <c:v>0.01198516</c:v>
                </c:pt>
                <c:pt idx="408">
                  <c:v>0.0010443273</c:v>
                </c:pt>
                <c:pt idx="409">
                  <c:v>0.00013878067</c:v>
                </c:pt>
                <c:pt idx="410">
                  <c:v>6.7441179e-05</c:v>
                </c:pt>
                <c:pt idx="411">
                  <c:v>4.7930111e-05</c:v>
                </c:pt>
                <c:pt idx="412">
                  <c:v>3.6412706e-05</c:v>
                </c:pt>
                <c:pt idx="413">
                  <c:v>3.2592829e-05</c:v>
                </c:pt>
                <c:pt idx="414">
                  <c:v>3.1823107e-05</c:v>
                </c:pt>
                <c:pt idx="415">
                  <c:v>3.2381483e-05</c:v>
                </c:pt>
                <c:pt idx="416">
                  <c:v>3.4260548e-05</c:v>
                </c:pt>
                <c:pt idx="417">
                  <c:v>3.593216e-05</c:v>
                </c:pt>
                <c:pt idx="418">
                  <c:v>3.6758059e-05</c:v>
                </c:pt>
                <c:pt idx="419">
                  <c:v>3.6794835e-05</c:v>
                </c:pt>
                <c:pt idx="420">
                  <c:v>3.6270545e-05</c:v>
                </c:pt>
                <c:pt idx="421">
                  <c:v>3.5846506e-05</c:v>
                </c:pt>
                <c:pt idx="422">
                  <c:v>3.6357826e-05</c:v>
                </c:pt>
                <c:pt idx="423">
                  <c:v>3.7086263e-05</c:v>
                </c:pt>
                <c:pt idx="424">
                  <c:v>3.7753591e-05</c:v>
                </c:pt>
                <c:pt idx="425">
                  <c:v>3.8115494e-05</c:v>
                </c:pt>
                <c:pt idx="426">
                  <c:v>3.8103758e-05</c:v>
                </c:pt>
                <c:pt idx="427">
                  <c:v>0.012085879</c:v>
                </c:pt>
                <c:pt idx="428">
                  <c:v>0.001202969</c:v>
                </c:pt>
                <c:pt idx="429">
                  <c:v>0.00025226731</c:v>
                </c:pt>
                <c:pt idx="430">
                  <c:v>0.00011906025</c:v>
                </c:pt>
                <c:pt idx="431">
                  <c:v>7.1182849e-05</c:v>
                </c:pt>
                <c:pt idx="432">
                  <c:v>5.1907922e-05</c:v>
                </c:pt>
                <c:pt idx="433">
                  <c:v>4.1646837e-05</c:v>
                </c:pt>
                <c:pt idx="434">
                  <c:v>3.5424039e-05</c:v>
                </c:pt>
                <c:pt idx="435">
                  <c:v>3.0788833e-05</c:v>
                </c:pt>
                <c:pt idx="436">
                  <c:v>2.768118e-05</c:v>
                </c:pt>
                <c:pt idx="437">
                  <c:v>2.5939921e-05</c:v>
                </c:pt>
                <c:pt idx="438">
                  <c:v>2.4697554e-05</c:v>
                </c:pt>
                <c:pt idx="439">
                  <c:v>2.3815034e-05</c:v>
                </c:pt>
                <c:pt idx="440">
                  <c:v>2.2625517e-05</c:v>
                </c:pt>
                <c:pt idx="441">
                  <c:v>2.2294179e-05</c:v>
                </c:pt>
                <c:pt idx="442">
                  <c:v>2.1783436e-05</c:v>
                </c:pt>
                <c:pt idx="443">
                  <c:v>2.0860521e-05</c:v>
                </c:pt>
                <c:pt idx="444">
                  <c:v>1.9941279e-05</c:v>
                </c:pt>
                <c:pt idx="445">
                  <c:v>1.9374979e-05</c:v>
                </c:pt>
                <c:pt idx="446">
                  <c:v>1.9736576e-05</c:v>
                </c:pt>
                <c:pt idx="447">
                  <c:v>0.013110041</c:v>
                </c:pt>
                <c:pt idx="448">
                  <c:v>0.0012212655</c:v>
                </c:pt>
                <c:pt idx="449">
                  <c:v>0.00023492736</c:v>
                </c:pt>
                <c:pt idx="450">
                  <c:v>0.0001229298</c:v>
                </c:pt>
                <c:pt idx="451">
                  <c:v>9.3709795e-05</c:v>
                </c:pt>
                <c:pt idx="452">
                  <c:v>8.5348288e-05</c:v>
                </c:pt>
                <c:pt idx="453">
                  <c:v>7.888364e-05</c:v>
                </c:pt>
                <c:pt idx="454">
                  <c:v>7.2717865e-05</c:v>
                </c:pt>
                <c:pt idx="455">
                  <c:v>7.020224e-05</c:v>
                </c:pt>
                <c:pt idx="456">
                  <c:v>6.847164e-05</c:v>
                </c:pt>
                <c:pt idx="457">
                  <c:v>6.8138483e-05</c:v>
                </c:pt>
                <c:pt idx="458">
                  <c:v>6.7678902e-05</c:v>
                </c:pt>
                <c:pt idx="459">
                  <c:v>6.7578989e-05</c:v>
                </c:pt>
                <c:pt idx="460">
                  <c:v>6.7371522e-05</c:v>
                </c:pt>
                <c:pt idx="461">
                  <c:v>6.7158756e-05</c:v>
                </c:pt>
                <c:pt idx="462">
                  <c:v>6.7181813e-05</c:v>
                </c:pt>
                <c:pt idx="463">
                  <c:v>6.7055813e-05</c:v>
                </c:pt>
                <c:pt idx="464">
                  <c:v>6.7162951e-05</c:v>
                </c:pt>
                <c:pt idx="465">
                  <c:v>6.7043517e-05</c:v>
                </c:pt>
                <c:pt idx="466">
                  <c:v>6.7162579e-05</c:v>
                </c:pt>
                <c:pt idx="467">
                  <c:v>0.015058526</c:v>
                </c:pt>
                <c:pt idx="468">
                  <c:v>0.0015248638</c:v>
                </c:pt>
                <c:pt idx="469">
                  <c:v>0.00031119356</c:v>
                </c:pt>
                <c:pt idx="470">
                  <c:v>0.00014351467</c:v>
                </c:pt>
                <c:pt idx="471">
                  <c:v>9.363445e-05</c:v>
                </c:pt>
                <c:pt idx="472">
                  <c:v>7.5782952e-05</c:v>
                </c:pt>
                <c:pt idx="473">
                  <c:v>6.9698182e-05</c:v>
                </c:pt>
                <c:pt idx="474">
                  <c:v>6.5943176e-05</c:v>
                </c:pt>
                <c:pt idx="475">
                  <c:v>6.3949281e-05</c:v>
                </c:pt>
                <c:pt idx="476">
                  <c:v>6.4660118e-05</c:v>
                </c:pt>
                <c:pt idx="477">
                  <c:v>6.5165637e-05</c:v>
                </c:pt>
                <c:pt idx="478">
                  <c:v>6.6672992e-05</c:v>
                </c:pt>
                <c:pt idx="479">
                  <c:v>6.6928843e-05</c:v>
                </c:pt>
                <c:pt idx="480">
                  <c:v>6.8140349e-05</c:v>
                </c:pt>
                <c:pt idx="481">
                  <c:v>6.7949191e-05</c:v>
                </c:pt>
                <c:pt idx="482">
                  <c:v>6.8868489e-05</c:v>
                </c:pt>
                <c:pt idx="483">
                  <c:v>6.839909e-05</c:v>
                </c:pt>
                <c:pt idx="484">
                  <c:v>6.9117426e-05</c:v>
                </c:pt>
                <c:pt idx="485">
                  <c:v>6.8556651e-05</c:v>
                </c:pt>
                <c:pt idx="486">
                  <c:v>6.9177122e-05</c:v>
                </c:pt>
                <c:pt idx="487">
                  <c:v>0.012458033</c:v>
                </c:pt>
                <c:pt idx="488">
                  <c:v>0.0012258912</c:v>
                </c:pt>
                <c:pt idx="489">
                  <c:v>0.00027550482</c:v>
                </c:pt>
                <c:pt idx="490">
                  <c:v>0.00015392957</c:v>
                </c:pt>
                <c:pt idx="491">
                  <c:v>0.00012639929</c:v>
                </c:pt>
                <c:pt idx="492">
                  <c:v>0.00011745663</c:v>
                </c:pt>
                <c:pt idx="493">
                  <c:v>0.00011794626</c:v>
                </c:pt>
                <c:pt idx="494">
                  <c:v>0.00011558731</c:v>
                </c:pt>
                <c:pt idx="495">
                  <c:v>0.00011667675</c:v>
                </c:pt>
                <c:pt idx="496">
                  <c:v>0.0001174659</c:v>
                </c:pt>
                <c:pt idx="497">
                  <c:v>0.00011864611</c:v>
                </c:pt>
                <c:pt idx="498">
                  <c:v>0.00011919944</c:v>
                </c:pt>
                <c:pt idx="499">
                  <c:v>0.00012037587</c:v>
                </c:pt>
                <c:pt idx="500">
                  <c:v>0.0001224829</c:v>
                </c:pt>
                <c:pt idx="501">
                  <c:v>0.00012128218</c:v>
                </c:pt>
                <c:pt idx="502">
                  <c:v>0.00012216255</c:v>
                </c:pt>
                <c:pt idx="503">
                  <c:v>0.00012251279</c:v>
                </c:pt>
                <c:pt idx="504">
                  <c:v>0.00012437865</c:v>
                </c:pt>
                <c:pt idx="505">
                  <c:v>0.00012397874</c:v>
                </c:pt>
                <c:pt idx="506">
                  <c:v>0.00012445624</c:v>
                </c:pt>
                <c:pt idx="507">
                  <c:v>0.00012484574</c:v>
                </c:pt>
                <c:pt idx="508">
                  <c:v>0.00012602641</c:v>
                </c:pt>
                <c:pt idx="509">
                  <c:v>0.00012559901</c:v>
                </c:pt>
                <c:pt idx="510">
                  <c:v>0.00012534723</c:v>
                </c:pt>
                <c:pt idx="511">
                  <c:v>0.0001260391</c:v>
                </c:pt>
                <c:pt idx="512">
                  <c:v>0.00012713949</c:v>
                </c:pt>
                <c:pt idx="513">
                  <c:v>0.00012657745</c:v>
                </c:pt>
                <c:pt idx="514">
                  <c:v>0.00012585821</c:v>
                </c:pt>
                <c:pt idx="515">
                  <c:v>0.012068156</c:v>
                </c:pt>
                <c:pt idx="516">
                  <c:v>0.0035358594</c:v>
                </c:pt>
                <c:pt idx="517">
                  <c:v>0.0011180646</c:v>
                </c:pt>
                <c:pt idx="518">
                  <c:v>0.00054244451</c:v>
                </c:pt>
                <c:pt idx="519">
                  <c:v>0.00031792477</c:v>
                </c:pt>
                <c:pt idx="520">
                  <c:v>0.00021405077</c:v>
                </c:pt>
                <c:pt idx="521">
                  <c:v>0.0001909788</c:v>
                </c:pt>
                <c:pt idx="522">
                  <c:v>0.00016113773</c:v>
                </c:pt>
                <c:pt idx="523">
                  <c:v>0.00015479729</c:v>
                </c:pt>
                <c:pt idx="524">
                  <c:v>0.00014636788</c:v>
                </c:pt>
                <c:pt idx="525">
                  <c:v>0.00015528531</c:v>
                </c:pt>
                <c:pt idx="526">
                  <c:v>0.00014578472</c:v>
                </c:pt>
                <c:pt idx="527">
                  <c:v>0.00015392217</c:v>
                </c:pt>
                <c:pt idx="528">
                  <c:v>0.00014538498</c:v>
                </c:pt>
                <c:pt idx="529">
                  <c:v>0.00014530207</c:v>
                </c:pt>
                <c:pt idx="530">
                  <c:v>0.00013799272</c:v>
                </c:pt>
                <c:pt idx="531">
                  <c:v>0.00014129546</c:v>
                </c:pt>
                <c:pt idx="532">
                  <c:v>0.00013997802</c:v>
                </c:pt>
                <c:pt idx="533">
                  <c:v>0.00013938062</c:v>
                </c:pt>
                <c:pt idx="534">
                  <c:v>0.00013526819</c:v>
                </c:pt>
                <c:pt idx="535">
                  <c:v>0.00013818485</c:v>
                </c:pt>
                <c:pt idx="536">
                  <c:v>0.00014198957</c:v>
                </c:pt>
                <c:pt idx="537">
                  <c:v>0.00013998503</c:v>
                </c:pt>
                <c:pt idx="538">
                  <c:v>0.00013464095</c:v>
                </c:pt>
                <c:pt idx="539">
                  <c:v>0.00013736607</c:v>
                </c:pt>
                <c:pt idx="540">
                  <c:v>0.00014289313</c:v>
                </c:pt>
                <c:pt idx="541">
                  <c:v>0.00014026335</c:v>
                </c:pt>
                <c:pt idx="542">
                  <c:v>0.000133942</c:v>
                </c:pt>
                <c:pt idx="543">
                  <c:v>0.00013674027</c:v>
                </c:pt>
                <c:pt idx="544">
                  <c:v>0.00014399173</c:v>
                </c:pt>
                <c:pt idx="545">
                  <c:v>0.00014087863</c:v>
                </c:pt>
                <c:pt idx="546">
                  <c:v>0.00013286909</c:v>
                </c:pt>
                <c:pt idx="547">
                  <c:v>0.00013597417</c:v>
                </c:pt>
                <c:pt idx="548">
                  <c:v>0.00014538767</c:v>
                </c:pt>
                <c:pt idx="549">
                  <c:v>0.00014161992</c:v>
                </c:pt>
                <c:pt idx="550">
                  <c:v>0.00013120701</c:v>
                </c:pt>
                <c:pt idx="551">
                  <c:v>0.00013482581</c:v>
                </c:pt>
                <c:pt idx="552">
                  <c:v>0.00014709775</c:v>
                </c:pt>
                <c:pt idx="553">
                  <c:v>0.00014250389</c:v>
                </c:pt>
                <c:pt idx="554">
                  <c:v>0.0001288597</c:v>
                </c:pt>
                <c:pt idx="555">
                  <c:v>0.012575071</c:v>
                </c:pt>
                <c:pt idx="556">
                  <c:v>0.0034290406</c:v>
                </c:pt>
                <c:pt idx="557">
                  <c:v>0.0010708724</c:v>
                </c:pt>
                <c:pt idx="558">
                  <c:v>0.00043713188</c:v>
                </c:pt>
                <c:pt idx="559">
                  <c:v>0.00023460843</c:v>
                </c:pt>
                <c:pt idx="560">
                  <c:v>0.00013830231</c:v>
                </c:pt>
                <c:pt idx="561">
                  <c:v>0.00012998125</c:v>
                </c:pt>
                <c:pt idx="562">
                  <c:v>0.00012065001</c:v>
                </c:pt>
                <c:pt idx="563">
                  <c:v>0.00011751643</c:v>
                </c:pt>
                <c:pt idx="564">
                  <c:v>9.6128971e-05</c:v>
                </c:pt>
                <c:pt idx="565">
                  <c:v>9.7958123e-05</c:v>
                </c:pt>
                <c:pt idx="566">
                  <c:v>0.00010455879</c:v>
                </c:pt>
                <c:pt idx="567">
                  <c:v>9.523185e-05</c:v>
                </c:pt>
                <c:pt idx="568">
                  <c:v>7.6261939e-05</c:v>
                </c:pt>
                <c:pt idx="569">
                  <c:v>8.2085869e-05</c:v>
                </c:pt>
                <c:pt idx="570">
                  <c:v>0.00010379847</c:v>
                </c:pt>
                <c:pt idx="571">
                  <c:v>9.0853324e-05</c:v>
                </c:pt>
                <c:pt idx="572">
                  <c:v>6.4413478e-05</c:v>
                </c:pt>
                <c:pt idx="573">
                  <c:v>6.0544695e-05</c:v>
                </c:pt>
                <c:pt idx="574">
                  <c:v>7.1862462e-05</c:v>
                </c:pt>
                <c:pt idx="575">
                  <c:v>8.1049524e-05</c:v>
                </c:pt>
                <c:pt idx="576">
                  <c:v>9.4644427e-05</c:v>
                </c:pt>
                <c:pt idx="577">
                  <c:v>8.5188551e-05</c:v>
                </c:pt>
                <c:pt idx="578">
                  <c:v>6.3378912e-05</c:v>
                </c:pt>
                <c:pt idx="579">
                  <c:v>7.0100443e-05</c:v>
                </c:pt>
                <c:pt idx="580">
                  <c:v>8.9831686e-05</c:v>
                </c:pt>
                <c:pt idx="581">
                  <c:v>8.4517639e-05</c:v>
                </c:pt>
                <c:pt idx="582">
                  <c:v>6.7973765e-05</c:v>
                </c:pt>
                <c:pt idx="583">
                  <c:v>7.5350652e-05</c:v>
                </c:pt>
                <c:pt idx="584">
                  <c:v>9.7734556e-05</c:v>
                </c:pt>
                <c:pt idx="585">
                  <c:v>8.6571807e-05</c:v>
                </c:pt>
                <c:pt idx="586">
                  <c:v>6.0709911e-05</c:v>
                </c:pt>
                <c:pt idx="587">
                  <c:v>5.9668628e-05</c:v>
                </c:pt>
                <c:pt idx="588">
                  <c:v>7.3171751e-05</c:v>
                </c:pt>
                <c:pt idx="589">
                  <c:v>8.0346175e-05</c:v>
                </c:pt>
                <c:pt idx="590">
                  <c:v>8.8739724e-05</c:v>
                </c:pt>
                <c:pt idx="591">
                  <c:v>8.2595064e-05</c:v>
                </c:pt>
                <c:pt idx="592">
                  <c:v>6.8299689e-05</c:v>
                </c:pt>
                <c:pt idx="593">
                  <c:v>7.6043522e-05</c:v>
                </c:pt>
                <c:pt idx="594">
                  <c:v>9.697485e-05</c:v>
                </c:pt>
                <c:pt idx="595">
                  <c:v>0.011499724</c:v>
                </c:pt>
                <c:pt idx="596">
                  <c:v>0.0033828308</c:v>
                </c:pt>
                <c:pt idx="597">
                  <c:v>0.0011273777</c:v>
                </c:pt>
                <c:pt idx="598">
                  <c:v>0.00045670302</c:v>
                </c:pt>
                <c:pt idx="599">
                  <c:v>0.00025817059</c:v>
                </c:pt>
                <c:pt idx="600">
                  <c:v>0.00014465389</c:v>
                </c:pt>
                <c:pt idx="601">
                  <c:v>0.00011360474</c:v>
                </c:pt>
                <c:pt idx="602">
                  <c:v>0.00010570289</c:v>
                </c:pt>
                <c:pt idx="603">
                  <c:v>0.00010437579</c:v>
                </c:pt>
                <c:pt idx="604">
                  <c:v>9.9720747e-05</c:v>
                </c:pt>
                <c:pt idx="605">
                  <c:v>9.0837317e-05</c:v>
                </c:pt>
                <c:pt idx="606">
                  <c:v>7.8878419e-05</c:v>
                </c:pt>
                <c:pt idx="607">
                  <c:v>8.3702716e-05</c:v>
                </c:pt>
                <c:pt idx="608">
                  <c:v>9.6506896e-05</c:v>
                </c:pt>
                <c:pt idx="609">
                  <c:v>8.7644761e-05</c:v>
                </c:pt>
                <c:pt idx="610">
                  <c:v>7.3204217e-05</c:v>
                </c:pt>
                <c:pt idx="611">
                  <c:v>6.8445154e-05</c:v>
                </c:pt>
                <c:pt idx="612">
                  <c:v>7.0512365e-05</c:v>
                </c:pt>
                <c:pt idx="613">
                  <c:v>7.4228648e-05</c:v>
                </c:pt>
                <c:pt idx="614">
                  <c:v>7.9084961e-05</c:v>
                </c:pt>
                <c:pt idx="615">
                  <c:v>8.5964888e-05</c:v>
                </c:pt>
                <c:pt idx="616">
                  <c:v>9.8010681e-05</c:v>
                </c:pt>
                <c:pt idx="617">
                  <c:v>9.1698013e-05</c:v>
                </c:pt>
                <c:pt idx="618">
                  <c:v>7.5338158e-05</c:v>
                </c:pt>
                <c:pt idx="619">
                  <c:v>7.0786807e-05</c:v>
                </c:pt>
                <c:pt idx="620">
                  <c:v>7.835272e-05</c:v>
                </c:pt>
                <c:pt idx="621">
                  <c:v>8.5797358e-05</c:v>
                </c:pt>
                <c:pt idx="622">
                  <c:v>9.647863e-05</c:v>
                </c:pt>
                <c:pt idx="623">
                  <c:v>8.972129e-05</c:v>
                </c:pt>
                <c:pt idx="624">
                  <c:v>7.4368612e-05</c:v>
                </c:pt>
                <c:pt idx="625">
                  <c:v>7.258411e-05</c:v>
                </c:pt>
                <c:pt idx="626">
                  <c:v>8.0858727e-05</c:v>
                </c:pt>
                <c:pt idx="627">
                  <c:v>8.5795109e-05</c:v>
                </c:pt>
                <c:pt idx="628">
                  <c:v>9.1948788e-05</c:v>
                </c:pt>
                <c:pt idx="629">
                  <c:v>8.8324478e-05</c:v>
                </c:pt>
                <c:pt idx="630">
                  <c:v>7.7779841e-05</c:v>
                </c:pt>
                <c:pt idx="631">
                  <c:v>8.3818673e-05</c:v>
                </c:pt>
                <c:pt idx="632">
                  <c:v>9.9546717e-05</c:v>
                </c:pt>
                <c:pt idx="633">
                  <c:v>9.1954426e-05</c:v>
                </c:pt>
                <c:pt idx="634">
                  <c:v>7.6523671e-05</c:v>
                </c:pt>
                <c:pt idx="635">
                  <c:v>0.011031592</c:v>
                </c:pt>
                <c:pt idx="636">
                  <c:v>0.0031511064</c:v>
                </c:pt>
                <c:pt idx="637">
                  <c:v>0.0010356217</c:v>
                </c:pt>
                <c:pt idx="638">
                  <c:v>0.00044895829</c:v>
                </c:pt>
                <c:pt idx="639">
                  <c:v>0.00027720846</c:v>
                </c:pt>
                <c:pt idx="640">
                  <c:v>0.00020246285</c:v>
                </c:pt>
                <c:pt idx="641">
                  <c:v>0.00016259392</c:v>
                </c:pt>
                <c:pt idx="642">
                  <c:v>0.00014727898</c:v>
                </c:pt>
                <c:pt idx="643">
                  <c:v>0.00014256565</c:v>
                </c:pt>
                <c:pt idx="644">
                  <c:v>0.00013700527</c:v>
                </c:pt>
                <c:pt idx="645">
                  <c:v>0.00013013335</c:v>
                </c:pt>
                <c:pt idx="646">
                  <c:v>0.00012528732</c:v>
                </c:pt>
                <c:pt idx="647">
                  <c:v>0.00012217964</c:v>
                </c:pt>
                <c:pt idx="648">
                  <c:v>0.00012820391</c:v>
                </c:pt>
                <c:pt idx="649">
                  <c:v>0.00011844252</c:v>
                </c:pt>
                <c:pt idx="650">
                  <c:v>0.00011339454</c:v>
                </c:pt>
                <c:pt idx="651">
                  <c:v>0.00011496499</c:v>
                </c:pt>
                <c:pt idx="652">
                  <c:v>0.00012738102</c:v>
                </c:pt>
                <c:pt idx="653">
                  <c:v>0.00011807225</c:v>
                </c:pt>
                <c:pt idx="654">
                  <c:v>0.00010240229</c:v>
                </c:pt>
                <c:pt idx="655">
                  <c:v>0.00011039476</c:v>
                </c:pt>
                <c:pt idx="656">
                  <c:v>0.00013279152</c:v>
                </c:pt>
                <c:pt idx="657">
                  <c:v>0.00012005298</c:v>
                </c:pt>
                <c:pt idx="658">
                  <c:v>9.0390588e-05</c:v>
                </c:pt>
                <c:pt idx="659">
                  <c:v>8.8254441e-05</c:v>
                </c:pt>
                <c:pt idx="660">
                  <c:v>0.00010290251</c:v>
                </c:pt>
                <c:pt idx="661">
                  <c:v>0.00011391504</c:v>
                </c:pt>
                <c:pt idx="662">
                  <c:v>0.00012251571</c:v>
                </c:pt>
                <c:pt idx="663">
                  <c:v>0.00011505688</c:v>
                </c:pt>
                <c:pt idx="664">
                  <c:v>9.7307139e-05</c:v>
                </c:pt>
                <c:pt idx="665">
                  <c:v>0.00010879328</c:v>
                </c:pt>
                <c:pt idx="666">
                  <c:v>0.00013366331</c:v>
                </c:pt>
                <c:pt idx="667">
                  <c:v>0.00011935983</c:v>
                </c:pt>
                <c:pt idx="668">
                  <c:v>9.0870625e-05</c:v>
                </c:pt>
                <c:pt idx="669">
                  <c:v>8.1584623e-05</c:v>
                </c:pt>
                <c:pt idx="670">
                  <c:v>9.2646211e-05</c:v>
                </c:pt>
                <c:pt idx="671">
                  <c:v>0.00010798652</c:v>
                </c:pt>
                <c:pt idx="672">
                  <c:v>0.00012911964</c:v>
                </c:pt>
                <c:pt idx="673">
                  <c:v>0.00011762619</c:v>
                </c:pt>
                <c:pt idx="674">
                  <c:v>9.0064118e-05</c:v>
                </c:pt>
                <c:pt idx="675">
                  <c:v>0.011725886</c:v>
                </c:pt>
                <c:pt idx="676">
                  <c:v>0.0034744189</c:v>
                </c:pt>
                <c:pt idx="677">
                  <c:v>0.0013046967</c:v>
                </c:pt>
                <c:pt idx="678">
                  <c:v>0.00055701434</c:v>
                </c:pt>
                <c:pt idx="679">
                  <c:v>0.00029350288</c:v>
                </c:pt>
                <c:pt idx="680">
                  <c:v>0.00020308962</c:v>
                </c:pt>
                <c:pt idx="681">
                  <c:v>0.00018695122</c:v>
                </c:pt>
                <c:pt idx="682">
                  <c:v>0.00019209768</c:v>
                </c:pt>
                <c:pt idx="683">
                  <c:v>0.00016937522</c:v>
                </c:pt>
                <c:pt idx="684">
                  <c:v>0.00013114972</c:v>
                </c:pt>
                <c:pt idx="685">
                  <c:v>0.00012277817</c:v>
                </c:pt>
                <c:pt idx="686">
                  <c:v>0.00012656925</c:v>
                </c:pt>
                <c:pt idx="687">
                  <c:v>0.00012993317</c:v>
                </c:pt>
                <c:pt idx="688">
                  <c:v>0.00013497774</c:v>
                </c:pt>
                <c:pt idx="689">
                  <c:v>0.00012843477</c:v>
                </c:pt>
                <c:pt idx="690">
                  <c:v>0.00010636547</c:v>
                </c:pt>
                <c:pt idx="691">
                  <c:v>0.00011365464</c:v>
                </c:pt>
                <c:pt idx="692">
                  <c:v>0.00013510132</c:v>
                </c:pt>
                <c:pt idx="693">
                  <c:v>0.00012691717</c:v>
                </c:pt>
                <c:pt idx="694">
                  <c:v>9.8212503e-05</c:v>
                </c:pt>
                <c:pt idx="695">
                  <c:v>9.6798419e-05</c:v>
                </c:pt>
                <c:pt idx="696">
                  <c:v>0.00011276254</c:v>
                </c:pt>
                <c:pt idx="697">
                  <c:v>0.00012066212</c:v>
                </c:pt>
                <c:pt idx="698">
                  <c:v>0.00012256141</c:v>
                </c:pt>
                <c:pt idx="699">
                  <c:v>0.00011763976</c:v>
                </c:pt>
                <c:pt idx="700">
                  <c:v>0.00011017535</c:v>
                </c:pt>
                <c:pt idx="701">
                  <c:v>0.00011637671</c:v>
                </c:pt>
                <c:pt idx="702">
                  <c:v>0.00012698907</c:v>
                </c:pt>
                <c:pt idx="703">
                  <c:v>0.00011904417</c:v>
                </c:pt>
                <c:pt idx="704">
                  <c:v>0.00010205466</c:v>
                </c:pt>
                <c:pt idx="705">
                  <c:v>0.00011236661</c:v>
                </c:pt>
                <c:pt idx="706">
                  <c:v>0.00013676459</c:v>
                </c:pt>
                <c:pt idx="707">
                  <c:v>0.00012266126</c:v>
                </c:pt>
                <c:pt idx="708">
                  <c:v>9.5445904e-05</c:v>
                </c:pt>
                <c:pt idx="709">
                  <c:v>8.4180232e-05</c:v>
                </c:pt>
                <c:pt idx="710">
                  <c:v>9.1727793e-05</c:v>
                </c:pt>
                <c:pt idx="711">
                  <c:v>0.00010050243</c:v>
                </c:pt>
                <c:pt idx="712">
                  <c:v>0.00011298728</c:v>
                </c:pt>
                <c:pt idx="713">
                  <c:v>0.00011660642</c:v>
                </c:pt>
                <c:pt idx="714">
                  <c:v>0.00011688567</c:v>
                </c:pt>
                <c:pt idx="715">
                  <c:v>0.011998667</c:v>
                </c:pt>
                <c:pt idx="716">
                  <c:v>0.0034517755</c:v>
                </c:pt>
                <c:pt idx="717">
                  <c:v>0.0013081211</c:v>
                </c:pt>
                <c:pt idx="718">
                  <c:v>0.00063185612</c:v>
                </c:pt>
                <c:pt idx="719">
                  <c:v>0.00034823904</c:v>
                </c:pt>
                <c:pt idx="720">
                  <c:v>0.00023408665</c:v>
                </c:pt>
                <c:pt idx="721">
                  <c:v>0.00020039622</c:v>
                </c:pt>
                <c:pt idx="722">
                  <c:v>0.00014812283</c:v>
                </c:pt>
                <c:pt idx="723">
                  <c:v>0.00014604662</c:v>
                </c:pt>
                <c:pt idx="724">
                  <c:v>0.00012710187</c:v>
                </c:pt>
                <c:pt idx="725">
                  <c:v>0.00012243272</c:v>
                </c:pt>
                <c:pt idx="726">
                  <c:v>0.00011159488</c:v>
                </c:pt>
                <c:pt idx="727">
                  <c:v>0.0001065628</c:v>
                </c:pt>
                <c:pt idx="728">
                  <c:v>0.00010645489</c:v>
                </c:pt>
                <c:pt idx="729">
                  <c:v>0.00010135609</c:v>
                </c:pt>
                <c:pt idx="730">
                  <c:v>9.8680277e-05</c:v>
                </c:pt>
                <c:pt idx="731">
                  <c:v>9.7415469e-05</c:v>
                </c:pt>
                <c:pt idx="732">
                  <c:v>9.9650364e-05</c:v>
                </c:pt>
                <c:pt idx="733">
                  <c:v>9.6250874e-05</c:v>
                </c:pt>
                <c:pt idx="734">
                  <c:v>9.3813258e-05</c:v>
                </c:pt>
                <c:pt idx="735">
                  <c:v>9.4483696e-05</c:v>
                </c:pt>
                <c:pt idx="736">
                  <c:v>9.8073639e-05</c:v>
                </c:pt>
                <c:pt idx="737">
                  <c:v>9.503229e-05</c:v>
                </c:pt>
                <c:pt idx="738">
                  <c:v>9.0727578e-05</c:v>
                </c:pt>
                <c:pt idx="739">
                  <c:v>9.3373992e-05</c:v>
                </c:pt>
                <c:pt idx="740">
                  <c:v>9.9258288e-05</c:v>
                </c:pt>
                <c:pt idx="741">
                  <c:v>9.4962648e-05</c:v>
                </c:pt>
                <c:pt idx="742">
                  <c:v>8.7203516e-05</c:v>
                </c:pt>
                <c:pt idx="743">
                  <c:v>9.2533405e-05</c:v>
                </c:pt>
                <c:pt idx="744">
                  <c:v>0.00010322766</c:v>
                </c:pt>
                <c:pt idx="745">
                  <c:v>9.5593229e-05</c:v>
                </c:pt>
                <c:pt idx="746">
                  <c:v>8.2855453e-05</c:v>
                </c:pt>
                <c:pt idx="747">
                  <c:v>8.8593745e-05</c:v>
                </c:pt>
                <c:pt idx="748">
                  <c:v>0.00010515192</c:v>
                </c:pt>
                <c:pt idx="749">
                  <c:v>9.6002768e-05</c:v>
                </c:pt>
                <c:pt idx="750">
                  <c:v>8.3735422e-05</c:v>
                </c:pt>
                <c:pt idx="751">
                  <c:v>8.2150073e-05</c:v>
                </c:pt>
                <c:pt idx="752">
                  <c:v>9.5094063e-05</c:v>
                </c:pt>
                <c:pt idx="753">
                  <c:v>9.4350119e-05</c:v>
                </c:pt>
                <c:pt idx="754">
                  <c:v>9.0765487e-05</c:v>
                </c:pt>
                <c:pt idx="755">
                  <c:v>0.012043127</c:v>
                </c:pt>
                <c:pt idx="756">
                  <c:v>0.0033774618</c:v>
                </c:pt>
                <c:pt idx="757">
                  <c:v>0.001235446</c:v>
                </c:pt>
                <c:pt idx="758">
                  <c:v>0.0005958511</c:v>
                </c:pt>
                <c:pt idx="759">
                  <c:v>0.00029547411</c:v>
                </c:pt>
                <c:pt idx="760">
                  <c:v>0.00027677929</c:v>
                </c:pt>
                <c:pt idx="761">
                  <c:v>0.00021882845</c:v>
                </c:pt>
                <c:pt idx="762">
                  <c:v>0.00020111046</c:v>
                </c:pt>
                <c:pt idx="763">
                  <c:v>0.00017707491</c:v>
                </c:pt>
                <c:pt idx="764">
                  <c:v>0.00017580364</c:v>
                </c:pt>
                <c:pt idx="765">
                  <c:v>0.00017885923</c:v>
                </c:pt>
                <c:pt idx="766">
                  <c:v>0.00019596341</c:v>
                </c:pt>
                <c:pt idx="767">
                  <c:v>0.00017762169</c:v>
                </c:pt>
                <c:pt idx="768">
                  <c:v>0.0001707065</c:v>
                </c:pt>
                <c:pt idx="769">
                  <c:v>0.00016477221</c:v>
                </c:pt>
                <c:pt idx="770">
                  <c:v>0.00017043507</c:v>
                </c:pt>
                <c:pt idx="771">
                  <c:v>0.00017566547</c:v>
                </c:pt>
                <c:pt idx="772">
                  <c:v>0.00018179464</c:v>
                </c:pt>
                <c:pt idx="773">
                  <c:v>0.00017596402</c:v>
                </c:pt>
                <c:pt idx="774">
                  <c:v>0.00016657844</c:v>
                </c:pt>
                <c:pt idx="775">
                  <c:v>0.00017525847</c:v>
                </c:pt>
                <c:pt idx="776">
                  <c:v>0.00018862063</c:v>
                </c:pt>
                <c:pt idx="777">
                  <c:v>0.0001763967</c:v>
                </c:pt>
                <c:pt idx="778">
                  <c:v>0.00016853578</c:v>
                </c:pt>
                <c:pt idx="779">
                  <c:v>0.00016452333</c:v>
                </c:pt>
                <c:pt idx="780">
                  <c:v>0.00017411864</c:v>
                </c:pt>
                <c:pt idx="781">
                  <c:v>0.00017614901</c:v>
                </c:pt>
                <c:pt idx="782">
                  <c:v>0.00017721469</c:v>
                </c:pt>
                <c:pt idx="783">
                  <c:v>0.00017634298</c:v>
                </c:pt>
                <c:pt idx="784">
                  <c:v>0.00017438349</c:v>
                </c:pt>
                <c:pt idx="785">
                  <c:v>0.00017620398</c:v>
                </c:pt>
                <c:pt idx="786">
                  <c:v>0.0001784912</c:v>
                </c:pt>
                <c:pt idx="787">
                  <c:v>0.00017638683</c:v>
                </c:pt>
                <c:pt idx="788">
                  <c:v>0.00017256984</c:v>
                </c:pt>
                <c:pt idx="789">
                  <c:v>0.00017604123</c:v>
                </c:pt>
                <c:pt idx="790">
                  <c:v>0.00018088905</c:v>
                </c:pt>
                <c:pt idx="791">
                  <c:v>0.00017645085</c:v>
                </c:pt>
                <c:pt idx="792">
                  <c:v>0.00016894206</c:v>
                </c:pt>
                <c:pt idx="793">
                  <c:v>0.00017576569</c:v>
                </c:pt>
                <c:pt idx="794">
                  <c:v>0.00018577645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logBase val="1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Residuals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6618E0-4A20-C3E4-EF6E-6FE109F712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75320-5D97-7B49-7831-8593F53606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B41B2-2F64-4A50-B697-32B2FFAF6A18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22171-62D2-A3A0-1ECA-8E41A3C521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716BE-50D3-07D4-C65E-C513B02368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AD41B-BF82-4D4B-9860-B0AEF8593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91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A50AE-3EA1-4D83-B5DA-96E75DC571B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C9A20-3693-43FD-997B-0E90FA7F0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0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12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119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CEED26B-D93E-50A6-47C7-4342EA2E45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resenter">
            <a:extLst>
              <a:ext uri="{FF2B5EF4-FFF2-40B4-BE49-F238E27FC236}">
                <a16:creationId xmlns:a16="http://schemas.microsoft.com/office/drawing/2014/main" id="{9AFE08CF-AC0B-7143-9A94-E8A35CBC7D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1664" y="4155984"/>
            <a:ext cx="5394325" cy="8483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500" b="0" i="0">
                <a:solidFill>
                  <a:schemeClr val="accent2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23B808CC-F74C-B743-BAB4-F4C99E1956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24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orient="horz" pos="261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9" y="735808"/>
            <a:ext cx="10972800" cy="5633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4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489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A1CF486-8139-B9ED-4840-6BC7FB37F2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Nexus:toc_link">
            <a:extLst>
              <a:ext uri="{FF2B5EF4-FFF2-40B4-BE49-F238E27FC236}">
                <a16:creationId xmlns:a16="http://schemas.microsoft.com/office/drawing/2014/main" id="{B963AE51-EFC8-2773-CBA9-60631CED46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8B9D080D-15E5-8FB5-B5F3-78231DCF01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5" name="Nexus:comments">
            <a:extLst>
              <a:ext uri="{FF2B5EF4-FFF2-40B4-BE49-F238E27FC236}">
                <a16:creationId xmlns:a16="http://schemas.microsoft.com/office/drawing/2014/main" id="{E9587B0A-FFC8-52AA-CDBE-5E1F1BDC42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4449096"/>
            <a:ext cx="10972800" cy="7680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5A7A9E02-9DDC-E3B7-3F9A-0CBFA2C2BF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225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2648" y="1636776"/>
            <a:ext cx="10972800" cy="47321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62AD4A8-3439-4073-C4B8-23456EAC54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Nexus:breadcrumbs">
            <a:extLst>
              <a:ext uri="{FF2B5EF4-FFF2-40B4-BE49-F238E27FC236}">
                <a16:creationId xmlns:a16="http://schemas.microsoft.com/office/drawing/2014/main" id="{809D2074-158F-8839-0F33-44CCECDF70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4053E460-5B51-F640-1250-486034E984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48585"/>
            <a:ext cx="10972799" cy="427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654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4C5F8081-5E16-4801-8E6F-2E3312D5787D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09602" y="1636776"/>
            <a:ext cx="10972800" cy="473659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4D5D914-82C0-0148-3392-BF28090AF0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468AEF22-4557-6775-386C-88E6D3981A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08068" y="6493036"/>
            <a:ext cx="187738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D1CF6FE0-1215-16B9-D742-B8FDF2285F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C1B25A9B-7D96-B69C-07CB-679EA12C3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2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499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91C4973A-6811-43AE-B46D-74F27A5E8E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2" y="1636776"/>
            <a:ext cx="10972799" cy="47365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D78FA5C3-1F44-C010-7501-CCB84E42CC2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FE0F0B4B-1989-4D7C-4658-6E852A6D49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B95A29DA-2234-C7DE-D36C-27FD09BAD5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EDAD3441-1F31-769E-67CE-4F271FCBC4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903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6ECC26B2-C67D-490A-A762-73CBC5C13F04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09601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43547F9-14B7-192A-DE8F-4CF6B663841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2416ACCD-8B61-6353-56DB-5975A95243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B4BABA50-9F87-457A-27D1-E561C7187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D4AEA23C-8BB8-8D59-F52C-2040A5F46B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862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E9FF20B6-8B82-429F-AEEF-D9E0D5B0552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09600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90BA0ECC-3B3D-81BB-C03F-BC7DA1919A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52CF12DE-4979-541A-F3BC-7BEA560518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9159CFF0-23A4-04DF-BB88-DD44CF29B8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A825564B-7CFD-89BB-B346-BA3F5DFE02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8E8E82C-B438-4701-92A5-0DDD4944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128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627076D-4247-3C98-AC7E-62CB8D4D6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195" y="6566315"/>
            <a:ext cx="457200" cy="246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3AC52-F1B0-4671-BA92-58020EC92B3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Fluent Burn">
            <a:extLst>
              <a:ext uri="{FF2B5EF4-FFF2-40B4-BE49-F238E27FC236}">
                <a16:creationId xmlns:a16="http://schemas.microsoft.com/office/drawing/2014/main" id="{72D1D4B2-5D9E-C49B-F0F6-C5E4F596132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5802" y="6566315"/>
            <a:ext cx="2181627" cy="246221"/>
            <a:chOff x="578620" y="6530065"/>
            <a:chExt cx="2446049" cy="276064"/>
          </a:xfrm>
        </p:grpSpPr>
        <p:pic>
          <p:nvPicPr>
            <p:cNvPr id="4" name="Ansys Fluent Logo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C8958358-8D02-6FC4-7AAF-C169099602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1541494" y="6552055"/>
              <a:ext cx="1483175" cy="232086"/>
            </a:xfrm>
            <a:prstGeom prst="rect">
              <a:avLst/>
            </a:prstGeom>
          </p:spPr>
        </p:pic>
        <p:sp>
          <p:nvSpPr>
            <p:cNvPr id="7" name="Created With">
              <a:extLst>
                <a:ext uri="{FF2B5EF4-FFF2-40B4-BE49-F238E27FC236}">
                  <a16:creationId xmlns:a16="http://schemas.microsoft.com/office/drawing/2014/main" id="{0A0381EF-D2B2-0464-0EA6-670F80396F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78620" y="6530065"/>
              <a:ext cx="978088" cy="276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Source Sans Pro" panose="020B0503030403020204" pitchFamily="34" charset="0"/>
                  <a:ea typeface="Source Sans Pro" panose="020B0503030403020204" pitchFamily="34" charset="0"/>
                  <a:cs typeface="Kalinga" panose="020B0502040204020203" pitchFamily="34" charset="0"/>
                </a:rPr>
                <a:t>Created with</a:t>
              </a:r>
            </a:p>
          </p:txBody>
        </p:sp>
      </p:grpSp>
      <p:sp>
        <p:nvSpPr>
          <p:cNvPr id="8" name="Top Right Decoration">
            <a:extLst>
              <a:ext uri="{FF2B5EF4-FFF2-40B4-BE49-F238E27FC236}">
                <a16:creationId xmlns:a16="http://schemas.microsoft.com/office/drawing/2014/main" id="{83BA1A1C-776B-1B57-9E82-5F92796C73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11748976" y="0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op Left Decoration">
            <a:extLst>
              <a:ext uri="{FF2B5EF4-FFF2-40B4-BE49-F238E27FC236}">
                <a16:creationId xmlns:a16="http://schemas.microsoft.com/office/drawing/2014/main" id="{A0D740A8-4B06-E244-1787-06D16049EF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53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44" r:id="rId2"/>
    <p:sldLayoutId id="2147483748" r:id="rId3"/>
    <p:sldLayoutId id="2147483750" r:id="rId4"/>
    <p:sldLayoutId id="2147483745" r:id="rId5"/>
    <p:sldLayoutId id="2147483749" r:id="rId6"/>
    <p:sldLayoutId id="2147483746" r:id="rId7"/>
    <p:sldLayoutId id="2147483747" r:id="rId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461963" marR="0" indent="-23177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alibri" panose="020F0502020204030204" pitchFamily="34" charset="0"/>
        <a:buChar char="‐"/>
        <a:tabLst/>
        <a:defRPr sz="20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746125" marR="0" indent="-28892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969963" marR="0" indent="-223838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4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203325" marR="0" indent="-233363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ourier New" panose="02070309020205020404" pitchFamily="49" charset="0"/>
        <a:buChar char="o"/>
        <a:tabLst/>
        <a:defRPr sz="12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19.xml"/><Relationship Id="rId19" Type="http://schemas.openxmlformats.org/officeDocument/2006/relationships/slide" Target="slide20.xml"/><Relationship Id="rId20" Type="http://schemas.openxmlformats.org/officeDocument/2006/relationships/slide" Target="slide21.xml"/><Relationship Id="rId21" Type="http://schemas.openxmlformats.org/officeDocument/2006/relationships/slide" Target="slide22.xml"/><Relationship Id="rId22" Type="http://schemas.openxmlformats.org/officeDocument/2006/relationships/slide" Target="slide24.xml"/><Relationship Id="rId23" Type="http://schemas.openxmlformats.org/officeDocument/2006/relationships/slide" Target="slide26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3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slide" Target="slide3.xml"/><Relationship Id="rId4" Type="http://schemas.openxmlformats.org/officeDocument/2006/relationships/slide" Target="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slide" Target="slide3.xml"/><Relationship Id="rId4" Type="http://schemas.openxmlformats.org/officeDocument/2006/relationships/slide" Target="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slide" Target="slide3.xml"/><Relationship Id="rId4" Type="http://schemas.openxmlformats.org/officeDocument/2006/relationships/slide" Target="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2B969168-07A6-18D1-6196-37729E4CBF7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Presenter">
            <a:extLst>
              <a:ext uri="{FF2B5EF4-FFF2-40B4-BE49-F238E27FC236}">
                <a16:creationId xmlns:a16="http://schemas.microsoft.com/office/drawing/2014/main" id="{E369EDDE-3F24-65AC-C5A7-FEAA88E6E2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Nexus:html_header">
            <a:extLst>
              <a:ext uri="{FF2B5EF4-FFF2-40B4-BE49-F238E27FC236}">
                <a16:creationId xmlns:a16="http://schemas.microsoft.com/office/drawing/2014/main" id="{E7FA8ABC-BCFD-8F4D-EEF6-8BBA9B8C6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3200"/>
              <a:t>Ansys Fluent Simulation Report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4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Nexus:query=A|i_type|eq|table;A|i_name|eq|Header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ShubhamR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2/7/2026 08:45 PM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Slide Number Placeholder">
            <a:extLst>
              <a:ext uri="{FF2B5EF4-FFF2-40B4-BE49-F238E27FC236}">
                <a16:creationId xmlns:a16="http://schemas.microsoft.com/office/drawing/2014/main" id="{316B0EEE-2178-FDF6-C813-0D0D003F0A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</a:t>
            </a:fld>
            <a:endParaRPr lang="en-US"/>
          </a:p>
        </p:txBody>
      </p:sp>
      <p:sp>
        <p:nvSpPr>
          <p:cNvPr id="21" name="Nexus:toc_link">
            <a:extLst>
              <a:ext uri="{FF2B5EF4-FFF2-40B4-BE49-F238E27FC236}">
                <a16:creationId xmlns:a16="http://schemas.microsoft.com/office/drawing/2014/main" id="{137A8142-4054-4A80-8E90-D5802D16DB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comments">
            <a:extLst>
              <a:ext uri="{FF2B5EF4-FFF2-40B4-BE49-F238E27FC236}">
                <a16:creationId xmlns:a16="http://schemas.microsoft.com/office/drawing/2014/main" id="{90405174-D87E-54AD-839A-506233810F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Nexus:html_header">
            <a:extLst>
              <a:ext uri="{FF2B5EF4-FFF2-40B4-BE49-F238E27FC236}">
                <a16:creationId xmlns:a16="http://schemas.microsoft.com/office/drawing/2014/main" id="{EEA59AF0-A3CC-8216-2422-167C976B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2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exus:toc&amp;amp;lines=28">
            <a:extLst>
              <a:ext uri="{FF2B5EF4-FFF2-40B4-BE49-F238E27FC236}">
                <a16:creationId xmlns:a16="http://schemas.microsoft.com/office/drawing/2014/main" id="{5B0F6D94-062E-04B5-FA68-04D6CF3632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numCol="2"/>
          <a:lstStyle/>
          <a:p>
            <a:pPr/>
            <a:r>
              <a:rPr>
                <a:hlinkClick r:id="rId3" action="ppaction://hlinksldjump"/>
              </a:rPr>
              <a:t>System Information</a:t>
            </a:r>
            <a:endParaRPr lang="en-US" dirty="0"/>
          </a:p>
          <a:p>
            <a:pPr/>
            <a:r>
              <a:rPr>
                <a:hlinkClick r:id="rId4" action="ppaction://hlinksldjump"/>
              </a:rPr>
              <a:t>Geometry and Mesh</a:t>
            </a:r>
          </a:p>
          <a:p>
            <a:pPr lvl="1"/>
            <a:r>
              <a:rPr>
                <a:hlinkClick r:id="rId5" action="ppaction://hlinksldjump"/>
              </a:rPr>
              <a:t>Mesh Size</a:t>
            </a:r>
          </a:p>
          <a:p>
            <a:pPr lvl="1"/>
            <a:r>
              <a:rPr>
                <a:hlinkClick r:id="rId6" action="ppaction://hlinksldjump"/>
              </a:rPr>
              <a:t>Mesh Quality</a:t>
            </a:r>
          </a:p>
          <a:p>
            <a:pPr lvl="1"/>
            <a:r>
              <a:rPr>
                <a:hlinkClick r:id="rId7" action="ppaction://hlinksldjump"/>
              </a:rPr>
              <a:t>Orthogonal Quality</a:t>
            </a:r>
          </a:p>
          <a:p>
            <a:pPr/>
            <a:r>
              <a:rPr>
                <a:hlinkClick r:id="rId8" action="ppaction://hlinksldjump"/>
              </a:rPr>
              <a:t>Simulation Setup</a:t>
            </a:r>
          </a:p>
          <a:p>
            <a:pPr lvl="1"/>
            <a:r>
              <a:rPr>
                <a:hlinkClick r:id="rId9" action="ppaction://hlinksldjump"/>
              </a:rPr>
              <a:t>Physics</a:t>
            </a:r>
          </a:p>
          <a:p>
            <a:pPr lvl="2"/>
            <a:r>
              <a:rPr>
                <a:hlinkClick r:id="rId10" action="ppaction://hlinksldjump"/>
              </a:rPr>
              <a:t>Models</a:t>
            </a:r>
          </a:p>
          <a:p>
            <a:pPr lvl="2"/>
            <a:r>
              <a:rPr>
                <a:hlinkClick r:id="rId11" action="ppaction://hlinksldjump"/>
              </a:rPr>
              <a:t>Material Properties</a:t>
            </a:r>
          </a:p>
          <a:p>
            <a:pPr lvl="2"/>
            <a:r>
              <a:rPr>
                <a:hlinkClick r:id="rId12" action="ppaction://hlinksldjump"/>
              </a:rPr>
              <a:t>Cell Zone Conditions</a:t>
            </a:r>
          </a:p>
          <a:p>
            <a:pPr lvl="2"/>
            <a:r>
              <a:rPr>
                <a:hlinkClick r:id="rId13" action="ppaction://hlinksldjump"/>
              </a:rPr>
              <a:t>Boundary Conditions</a:t>
            </a:r>
          </a:p>
          <a:p>
            <a:pPr lvl="2"/>
            <a:r>
              <a:rPr>
                <a:hlinkClick r:id="rId14" action="ppaction://hlinksldjump"/>
              </a:rPr>
              <a:t>Reference Values</a:t>
            </a:r>
          </a:p>
          <a:p>
            <a:pPr lvl="1"/>
            <a:r>
              <a:rPr>
                <a:hlinkClick r:id="rId15" action="ppaction://hlinksldjump"/>
              </a:rPr>
              <a:t>Solver Settings</a:t>
            </a:r>
          </a:p>
          <a:p>
            <a:pPr/>
            <a:r>
              <a:rPr>
                <a:hlinkClick r:id="rId16" action="ppaction://hlinksldjump"/>
              </a:rPr>
              <a:t>Run Information</a:t>
            </a:r>
          </a:p>
          <a:p>
            <a:pPr/>
            <a:r>
              <a:rPr>
                <a:hlinkClick r:id="rId17" action="ppaction://hlinksldjump"/>
              </a:rPr>
              <a:t>Solution Status</a:t>
            </a:r>
          </a:p>
          <a:p>
            <a:pPr/>
            <a:r>
              <a:rPr>
                <a:hlinkClick r:id="rId18" action="ppaction://hlinksldjump"/>
              </a:rPr>
              <a:t>Report Definitions</a:t>
            </a:r>
          </a:p>
          <a:p>
            <a:pPr/>
            <a:r>
              <a:rPr>
                <a:hlinkClick r:id="rId19" action="ppaction://hlinksldjump"/>
              </a:rPr>
              <a:t>Plots</a:t>
            </a:r>
          </a:p>
          <a:p>
            <a:pPr lvl="1"/>
            <a:r>
              <a:rPr>
                <a:hlinkClick r:id="rId20" action="ppaction://hlinksldjump"/>
              </a:rPr>
              <a:t>Residuals</a:t>
            </a:r>
          </a:p>
          <a:p>
            <a:pPr/>
            <a:r>
              <a:rPr>
                <a:hlinkClick r:id="rId21" action="ppaction://hlinksldjump"/>
              </a:rPr>
              <a:t>Contours</a:t>
            </a:r>
          </a:p>
          <a:p>
            <a:pPr/>
            <a:r>
              <a:rPr>
                <a:hlinkClick r:id="rId22" action="ppaction://hlinksldjump"/>
              </a:rPr>
              <a:t>Vectors</a:t>
            </a:r>
          </a:p>
          <a:p>
            <a:pPr/>
            <a:r>
              <a:rPr>
                <a:hlinkClick r:id="rId23" action="ppaction://hlinksldjump"/>
              </a:rPr>
              <a:t>Pathlines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9109BF0-C254-4285-2184-C5FA6E9F03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Nexus:html_header">
            <a:extLst>
              <a:ext uri="{FF2B5EF4-FFF2-40B4-BE49-F238E27FC236}">
                <a16:creationId xmlns:a16="http://schemas.microsoft.com/office/drawing/2014/main" id="{CAF235EE-7880-782C-D627-81180C02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Table of Contents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2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Nexus:query=A|i_type|eq|table;A|i_name|eq|System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2d, double precision, pressure-based, dynamic mesh, Scale Adaptive Simulation, transient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25.2.0-10204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Source Revision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5eecd5d865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Build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16 2025 10:44:41 EDT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Ryzen 7 6800H with Radeon Graphics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Windows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E47C80AA-B0DA-3FE3-D386-A6F9C8548C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4</a:t>
            </a:fld>
            <a:endParaRPr lang="en-US"/>
          </a:p>
        </p:txBody>
      </p:sp>
      <p:sp>
        <p:nvSpPr>
          <p:cNvPr id="5" name="Nexus:toc_link">
            <a:extLst>
              <a:ext uri="{FF2B5EF4-FFF2-40B4-BE49-F238E27FC236}">
                <a16:creationId xmlns:a16="http://schemas.microsoft.com/office/drawing/2014/main" id="{364F9CC1-7F5E-222E-29FB-7FF583EA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5CED10BD-E6D7-8748-708E-9A4BA0359B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System Information</a:t>
            </a:r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898626FD-6EFA-69B5-D843-A2B881FA5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E3572AD1-D036-60CE-33FD-17851B6D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System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5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Geometry and Mesh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Geometry and Mesh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7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SizeTableItem;&amp;rows=13&amp;cols=3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t>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5840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3043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A068187C-864B-3A84-B10D-F5E02F947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08048986-8A8D-7BFD-704A-44A4DCC5DF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2F76A126-F617-D73B-A39D-EBEEED7A0E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Size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C8837272-F6DD-6A01-A30C-B9788A2DEE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29A8D270-99C6-D4EF-18F8-EB279FBA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Size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6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Quality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 Orthogonal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 Aspect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0.1127685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10.245138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0.76980036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3.1622777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28BA2B70-78DC-64F5-D8BB-919211646C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50E482C7-DF94-B301-EF4D-DD51C44EB7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761B8C9D-22BC-FC3B-15F0-AABFDE9C5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Quality</a:t>
            </a:r>
            <a:endParaRPr lang="en-US" dirty="0"/>
          </a:p>
        </p:txBody>
      </p:sp>
      <p:sp>
        <p:nvSpPr>
          <p:cNvPr id="9" name="Nexus:comments">
            <a:extLst>
              <a:ext uri="{FF2B5EF4-FFF2-40B4-BE49-F238E27FC236}">
                <a16:creationId xmlns:a16="http://schemas.microsoft.com/office/drawing/2014/main" id="{1D76154C-63D8-4B9D-2AA6-1B252507AB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3FEA23B-41A7-D7F9-8DE9-BA3E52C3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5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Nexus:query=A|i_type|eq|image;A|i_name|eq|MeshOrthogonalHistogram;" descr="e35ca55c-0437-11f1-a3d1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8484F504-0E75-5075-5421-A5DA8F908C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8</a:t>
            </a:fld>
            <a:endParaRPr lang="en-US"/>
          </a:p>
        </p:txBody>
      </p:sp>
      <p:sp>
        <p:nvSpPr>
          <p:cNvPr id="15" name="Nexus:toc_link">
            <a:extLst>
              <a:ext uri="{FF2B5EF4-FFF2-40B4-BE49-F238E27FC236}">
                <a16:creationId xmlns:a16="http://schemas.microsoft.com/office/drawing/2014/main" id="{9C81D07F-C360-90AE-510F-20B9BDC5E0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16" name="Nexus:breadcrumbs">
            <a:extLst>
              <a:ext uri="{FF2B5EF4-FFF2-40B4-BE49-F238E27FC236}">
                <a16:creationId xmlns:a16="http://schemas.microsoft.com/office/drawing/2014/main" id="{51910BFF-D4DC-C08E-B4F7-1FDF6FA364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Geometry and Mesh</a:t>
            </a:r>
            <a:r>
              <a:t> / </a:t>
            </a:r>
            <a:r>
              <a:t>Orthogonal Quality</a:t>
            </a:r>
            <a:endParaRPr lang="en-US"/>
          </a:p>
        </p:txBody>
      </p:sp>
      <p:sp>
        <p:nvSpPr>
          <p:cNvPr id="17" name="Nexus:comments">
            <a:extLst>
              <a:ext uri="{FF2B5EF4-FFF2-40B4-BE49-F238E27FC236}">
                <a16:creationId xmlns:a16="http://schemas.microsoft.com/office/drawing/2014/main" id="{615B8E7E-BFB4-837A-58FD-AE1598A56E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Nexus:html_header">
            <a:extLst>
              <a:ext uri="{FF2B5EF4-FFF2-40B4-BE49-F238E27FC236}">
                <a16:creationId xmlns:a16="http://schemas.microsoft.com/office/drawing/2014/main" id="{98105E92-6C4C-3CDF-AE0D-7FA94601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Orthogonal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9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Simulation Setup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Simulation Setup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1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Physics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Physics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4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odel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Unsteady, 1st-Order Implicit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SAS model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163766E6-D86C-8402-FF1A-86B4CC85F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11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DB1FD212-8615-8499-2894-85FA61A519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7" name="Nexus:breadcrumbs">
            <a:extLst>
              <a:ext uri="{FF2B5EF4-FFF2-40B4-BE49-F238E27FC236}">
                <a16:creationId xmlns:a16="http://schemas.microsoft.com/office/drawing/2014/main" id="{FB05F6F5-35F3-4559-50CD-7200E3B32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Models</a:t>
            </a:r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624D1C98-6F74-1EAF-0C78-F04E6DDE32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C246425-3A42-46F6-2462-97EE1661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7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Material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3708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water-liquid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998.2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0.001003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1.225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1.7894e-05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aluminum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2719 kg/m^3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1EE0CA5-5BBC-526B-3CCA-83E6BFC824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12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E0B99DE9-7326-CD6D-38C6-0D822856F6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01B82FF-726C-A182-53DF-9C628AF6A8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Material Properties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0B3FC4F-F5A2-0F11-95DC-F6FBB79B88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C44F8980-8793-1979-26DE-6C26D834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Material Properties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4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Cell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water liquid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source terms?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fixed values?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Frame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Mesh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Relative To Cell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Moving Mesh Rotation Speed [rad/s]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Moving Mesh X-Velocity Of Zone [m/s]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Moving Mesh Y-Velocity Of Zone [m/s]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Moving Mesh User Defined Zone Motion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Laminar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B91B9A75-6847-7E41-845C-65D34E4AFE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13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342A25B6-524A-8598-5C74-D70FA3DA91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837E3960-7200-F9C1-E027-64D80F2AF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Cell Zone Conditions (1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2B797919-E906-7712-2ED3-37DE3E033D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643A17EB-CD1C-E870-17B8-63E810EE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Cell Zone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1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45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solid_walls-shadow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solid_walls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Stationary Wall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Shear Boundary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Slip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Height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outer_walls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Stationary Wall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Shear Boundary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Slip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Height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2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ReferenceValue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4500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m^2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1.225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Enthalpy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J/kg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Pa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288.16 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m/s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1.7894e-05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Ratio of Specific Heats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Yplus for Heat Tran. Coef.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Reference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fluid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CE05950C-BEC2-D166-B635-0E74C31F86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15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BB39B6EA-900A-988A-907B-40C56628F7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942593D-2BC8-08B5-4A98-76372B9EA9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Reference Values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9D4F2939-18BE-E4C5-186C-CAB51F5199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33B5D49C-56BD-5C36-3247-7D44FC1A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Reference Values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6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Equations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Numerics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Absolute Velocity Formulation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Unsteady Calculation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Number of Time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Time Step Size [s]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 Iterations/Time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Under-Relaxation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Body Forces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(1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,tree;A|i_name|eq|RunTableItem,Run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96672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Number of Machines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Number of 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Case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7.157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39.247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8.20299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Current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1.09753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Peak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1.21539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Memory Per M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77.0347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7D4E5229-FFF5-992E-04A7-85E306BDC6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C6AB8E1-8EA1-32E6-7460-748237C41A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9F57948-A9E7-80A3-6664-8AFC929F97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Run Information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FDFEF095-6F0D-3AFB-A36C-E6EE03CCEA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4B23AA27-1A00-4996-D120-2B6C90BB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Run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6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SolverStatus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225040"/>
        </p:xfrm>
        <a:graphic>
          <a:graphicData uri="http://schemas.openxmlformats.org/drawingml/2006/table">
            <a:tbl>
              <a:tblPr firstRow="1" bandRow="1" firstCol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Convergence Status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0.02651931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x-velocity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0.0002259744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0.0002154885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3.634933e-05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omega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0.0001857765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D12D6BE-533D-A290-BF38-79344B516E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18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22F55DAC-D6FA-FED0-2C49-8C3A57326B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87B8336-3E7D-F8EB-BB7F-93A450B6ED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Solution Status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A573B82-C8C1-2774-CB33-F284699B27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2" y="927872"/>
            <a:ext cx="10972800" cy="624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BBFE23C9-AE3B-8432-5C05-960A9776F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2"/>
            <a:ext cx="10972799" cy="747529"/>
          </a:xfrm>
        </p:spPr>
        <p:txBody>
          <a:bodyPr/>
          <a:lstStyle/>
          <a:p>
            <a:r>
              <a:rPr sz="3200"/>
              <a:t>Solution Status</a:t>
            </a:r>
            <a:endParaRPr lang="en-US" dirty="0"/>
          </a:p>
          <a:p>
            <a:r>
              <a:rPr sz="2400"/>
              <a:t>Flow Time: 50, Time Step: 100</a:t>
            </a:r>
          </a:p>
        </p:txBody>
      </p:sp>
    </p:spTree>
    <p:extLst>
      <p:ext uri="{BB962C8B-B14F-4D97-AF65-F5344CB8AC3E}">
        <p14:creationId xmlns:p14="http://schemas.microsoft.com/office/powerpoint/2010/main" val="219017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ReportDefinitionsTreeItem;&amp;rows=13&amp;cols=3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t>delta-time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iters-per-timestep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flow-time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9F2B33ED-A19A-827B-7D05-D2FB22EE3D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20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60921038-1786-2C55-F7B6-2C87E299A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F470453C-B566-F89B-053B-B70BCAB51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Report Definitions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55361083-EB71-0A5B-20C5-CDAF08B77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35A5C1EC-6E99-5173-62CA-0BB32A54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Report Definitions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0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Plots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Plots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Nexus:query=A|i_type|eq|table;A|i_name|eq|residuals_plot;"/>
          <p:cNvGraphicFramePr>
            <a:graphicFrameLocks noGrp="1"/>
          </p:cNvGraphicFramePr>
          <p:nvPr>
            <p:ph type="chart" sz="quarter" idx="11"/>
          </p:nvPr>
        </p:nvGraphicFramePr>
        <p:xfrm>
          <a:off x="609601" y="1636776"/>
          <a:ext cx="10972800" cy="4736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413D48AD-F9DD-18CD-C3DC-B259C827B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5195" y="6566315"/>
            <a:ext cx="457200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Nexus:toc_link">
            <a:extLst>
              <a:ext uri="{FF2B5EF4-FFF2-40B4-BE49-F238E27FC236}">
                <a16:creationId xmlns:a16="http://schemas.microsoft.com/office/drawing/2014/main" id="{C4176366-C6CE-41EC-14AF-09D11575D5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10" name="Nexus:breadcrumbs">
            <a:extLst>
              <a:ext uri="{FF2B5EF4-FFF2-40B4-BE49-F238E27FC236}">
                <a16:creationId xmlns:a16="http://schemas.microsoft.com/office/drawing/2014/main" id="{535D6246-17F0-F596-7D2B-1B9400424E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Plots</a:t>
            </a:r>
            <a:r>
              <a:t> / </a:t>
            </a:r>
            <a:r>
              <a:t>Residuals</a:t>
            </a:r>
            <a:endParaRPr lang="en-US"/>
          </a:p>
        </p:txBody>
      </p:sp>
      <p:sp>
        <p:nvSpPr>
          <p:cNvPr id="11" name="Nexus:comments">
            <a:extLst>
              <a:ext uri="{FF2B5EF4-FFF2-40B4-BE49-F238E27FC236}">
                <a16:creationId xmlns:a16="http://schemas.microsoft.com/office/drawing/2014/main" id="{E494AC99-C935-287B-F456-5C4649A5F9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exus:html_header">
            <a:extLst>
              <a:ext uri="{FF2B5EF4-FFF2-40B4-BE49-F238E27FC236}">
                <a16:creationId xmlns:a16="http://schemas.microsoft.com/office/drawing/2014/main" id="{0FCB03A3-A939-817A-F2F7-794F1DFD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Residuals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4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Contours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Contours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7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contour;" descr="e543909a-0437-11f1-aeac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contour-1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1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Vectors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Vectors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vector;" descr="e6c7601b-0437-11f1-8e8f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B6A812F3-F7D6-3797-70D4-59372BCA9A2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30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81FF30A6-1AE2-D3B5-4E1E-5C15CF7D70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A47FDFC0-2EBB-4940-799C-2D50941429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Vectors</a:t>
            </a:r>
            <a:r>
              <a:t> / </a:t>
            </a:r>
            <a:r>
              <a:t>vector-1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83CE124-35E4-7373-9A0C-A3C967D7DF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FB275495-E66F-E24E-467E-63F597C94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vector-1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1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Pathlines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Pathlines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1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pathline;" descr="ef4a3655-0437-11f1-9ed2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E548135-C4A5-EFBE-8EA1-44E9B37AE43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32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BB1F4609-51A5-4E03-9A86-2871E01771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484C7630-F3DE-3017-E429-885C1A2B98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Pathlines</a:t>
            </a:r>
            <a:r>
              <a:t> / </a:t>
            </a:r>
            <a:r>
              <a:t>pathlines-41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51EBC050-67EC-C815-04B1-999A63C5E6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4E2F4A0-6324-5D14-0C39-42F73F8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pathlines-41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5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Cell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45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Porous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aluminum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Frame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Mesh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Solid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Relative To Cell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Solid Body Rotation Speed [rad/s]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Solid Motion X-Velocity Of Zone [m/s]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Solid Motion Y-Velocity Of Zone [m/s]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Solid Motion User Defined Solid Motion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B91B9A75-6847-7E41-845C-65D34E4AFE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13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342A25B6-524A-8598-5C74-D70FA3DA91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837E3960-7200-F9C1-E027-64D80F2AF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Cell Zone Conditions (2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2B797919-E906-7712-2ED3-37DE3E033D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643A17EB-CD1C-E870-17B8-63E810EE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Cell Zone Conditions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Turbulent Kinetic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Specific Dissipation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Turbulent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Pressure-Velocity 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Discretization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Bounded Central Differencing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Turbulent Kinetic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Specific Dissipation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Solution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(2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966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Maximum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5e+10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Turb. Kinetic Energy [m^2/s^2]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1e-14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Turb. Kinetic Energy [m^2/s^2]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1e-07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Spec. Dissipation Rate [s^-1]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1e-12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Spec. Dissipation Rate [s^-1]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1e-20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Turb.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(3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sys - Slide Master">
  <a:themeElements>
    <a:clrScheme name="Custom 2">
      <a:dk1>
        <a:sysClr val="windowText" lastClr="000000"/>
      </a:dk1>
      <a:lt1>
        <a:sysClr val="window" lastClr="FFFFFF"/>
      </a:lt1>
      <a:dk2>
        <a:srgbClr val="898A8D"/>
      </a:dk2>
      <a:lt2>
        <a:srgbClr val="D9D8D6"/>
      </a:lt2>
      <a:accent1>
        <a:srgbClr val="FFB71B"/>
      </a:accent1>
      <a:accent2>
        <a:srgbClr val="0070C0"/>
      </a:accent2>
      <a:accent3>
        <a:srgbClr val="00B050"/>
      </a:accent3>
      <a:accent4>
        <a:srgbClr val="FFB71B"/>
      </a:accent4>
      <a:accent5>
        <a:srgbClr val="FF0000"/>
      </a:accent5>
      <a:accent6>
        <a:srgbClr val="7030A0"/>
      </a:accent6>
      <a:hlink>
        <a:srgbClr val="000000"/>
      </a:hlink>
      <a:folHlink>
        <a:srgbClr val="00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Presentation 2021 Confidential (1)" id="{BCE29331-CD87-4C7F-9347-8FFC45714815}" vid="{9A4FE274-3FD9-4EEB-80C5-5F4C7627D6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22542</TotalTime>
  <Words>49</Words>
  <Application>Microsoft Office PowerPoint</Application>
  <PresentationFormat>Widescreen</PresentationFormat>
  <Paragraphs>49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Courier New</vt:lpstr>
      <vt:lpstr>Source Sans Pro</vt:lpstr>
      <vt:lpstr>Wingdings</vt:lpstr>
      <vt:lpstr>Ansys -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Hello, World!</dc:title>
  <dc:subject/>
  <dc:creator>Visesh Rajendraprasad</dc:creator>
  <cp:keywords/>
  <dc:description>generated using python-pptx</dc:description>
  <cp:lastModifiedBy>Chris Tevere</cp:lastModifiedBy>
  <cp:revision>166</cp:revision>
  <dcterms:created xsi:type="dcterms:W3CDTF">2013-01-27T09:14:16Z</dcterms:created>
  <dcterms:modified xsi:type="dcterms:W3CDTF">2024-08-23T14:00:08Z</dcterms:modified>
  <cp:category/>
</cp:coreProperties>
</file>