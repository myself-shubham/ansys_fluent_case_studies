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8"/>
  </p:notesMasterIdLst>
  <p:handoutMasterIdLst>
    <p:handoutMasterId r:id="rId49"/>
  </p:handoutMasterIdLst>
  <p:sldIdLst>
    <p:sldId id="341" r:id="rId2"/>
    <p:sldId id="336" r:id="rId3"/>
    <p:sldId id="315" r:id="rId4"/>
    <p:sldId id="316" r:id="rId5"/>
    <p:sldId id="340" r:id="rId6"/>
    <p:sldId id="317" r:id="rId7"/>
    <p:sldId id="268" r:id="rId8"/>
    <p:sldId id="269" r:id="rId9"/>
    <p:sldId id="342" r:id="rId10"/>
    <p:sldId id="343" r:id="rId11"/>
    <p:sldId id="270" r:id="rId12"/>
    <p:sldId id="308" r:id="rId13"/>
    <p:sldId id="309" r:id="rId14"/>
    <p:sldId id="350" r:id="rId26"/>
    <p:sldId id="310" r:id="rId15"/>
    <p:sldId id="351" r:id="rId27"/>
    <p:sldId id="352" r:id="rId34"/>
    <p:sldId id="353" r:id="rId35"/>
    <p:sldId id="274" r:id="rId16"/>
    <p:sldId id="311" r:id="rId17"/>
    <p:sldId id="354" r:id="rId36"/>
    <p:sldId id="355" r:id="rId37"/>
    <p:sldId id="276" r:id="rId18"/>
    <p:sldId id="278" r:id="rId19"/>
    <p:sldId id="279" r:id="rId20"/>
    <p:sldId id="313" r:id="rId21"/>
    <p:sldId id="344" r:id="rId22"/>
    <p:sldId id="281" r:id="rId23"/>
    <p:sldId id="345" r:id="rId24"/>
    <p:sldId id="322" r:id="rId25"/>
    <p:sldId id="347" r:id="rId28"/>
    <p:sldId id="283" r:id="rId29"/>
    <p:sldId id="356" r:id="rId38"/>
    <p:sldId id="357" r:id="rId39"/>
    <p:sldId id="348" r:id="rId30"/>
    <p:sldId id="284" r:id="rId31"/>
    <p:sldId id="349" r:id="rId32"/>
    <p:sldId id="285" r:id="rId33"/>
    <p:sldId id="358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55" autoAdjust="0"/>
    <p:restoredTop sz="86389" autoAdjust="0"/>
  </p:normalViewPr>
  <p:slideViewPr>
    <p:cSldViewPr snapToGrid="0" snapToObjects="1">
      <p:cViewPr varScale="1">
        <p:scale>
          <a:sx n="79" d="100"/>
          <a:sy n="79" d="100"/>
        </p:scale>
        <p:origin x="132" y="4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4" d="100"/>
          <a:sy n="84" d="100"/>
        </p:scale>
        <p:origin x="3162" y="9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1" Type="http://schemas.openxmlformats.org/officeDocument/2006/relationships/slide" Target="slides/slide20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29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28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schemas.openxmlformats.org/officeDocument/2006/relationships/slide" Target="slides/slide27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0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5.xml"/><Relationship Id="rId49" Type="http://schemas.openxmlformats.org/officeDocument/2006/relationships/handoutMaster" Target="handoutMasters/handoutMaster1.xml"/><Relationship Id="rId26" Type="http://schemas.openxmlformats.org/officeDocument/2006/relationships/slide" Target="slides/slide31.xml"/><Relationship Id="rId27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Residuals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continuity</c:v>
                </c:pt>
              </c:strCache>
            </c:strRef>
          </c:tx>
          <c:xVal>
            <c:numRef>
              <c:f>Sheet1!$A$2:$A$586</c:f>
              <c:numCache>
                <c:formatCode>General</c:formatCode>
                <c:ptCount val="585"/>
                <c:pt idx="0">
                  <c:v>256.0</c:v>
                </c:pt>
                <c:pt idx="1">
                  <c:v>512.0</c:v>
                </c:pt>
                <c:pt idx="2">
                  <c:v>768.0</c:v>
                </c:pt>
                <c:pt idx="3">
                  <c:v>1012.0</c:v>
                </c:pt>
                <c:pt idx="4">
                  <c:v>1140.0</c:v>
                </c:pt>
                <c:pt idx="5">
                  <c:v>1268.0</c:v>
                </c:pt>
                <c:pt idx="6">
                  <c:v>1396.0</c:v>
                </c:pt>
                <c:pt idx="7">
                  <c:v>1512.0</c:v>
                </c:pt>
                <c:pt idx="8">
                  <c:v>1576.0</c:v>
                </c:pt>
                <c:pt idx="9">
                  <c:v>1640.0</c:v>
                </c:pt>
                <c:pt idx="10">
                  <c:v>1704.0</c:v>
                </c:pt>
                <c:pt idx="11">
                  <c:v>1768.0</c:v>
                </c:pt>
                <c:pt idx="12">
                  <c:v>1832.0</c:v>
                </c:pt>
                <c:pt idx="13">
                  <c:v>1896.0</c:v>
                </c:pt>
                <c:pt idx="14">
                  <c:v>1960.0</c:v>
                </c:pt>
                <c:pt idx="15">
                  <c:v>2012.0</c:v>
                </c:pt>
                <c:pt idx="16">
                  <c:v>2044.0</c:v>
                </c:pt>
                <c:pt idx="17">
                  <c:v>2076.0</c:v>
                </c:pt>
                <c:pt idx="18">
                  <c:v>2108.0</c:v>
                </c:pt>
                <c:pt idx="19">
                  <c:v>2140.0</c:v>
                </c:pt>
                <c:pt idx="20">
                  <c:v>2172.0</c:v>
                </c:pt>
                <c:pt idx="21">
                  <c:v>2204.0</c:v>
                </c:pt>
                <c:pt idx="22">
                  <c:v>2236.0</c:v>
                </c:pt>
                <c:pt idx="23">
                  <c:v>2268.0</c:v>
                </c:pt>
                <c:pt idx="24">
                  <c:v>2300.0</c:v>
                </c:pt>
                <c:pt idx="25">
                  <c:v>2332.0</c:v>
                </c:pt>
                <c:pt idx="26">
                  <c:v>2364.0</c:v>
                </c:pt>
                <c:pt idx="27">
                  <c:v>2396.0</c:v>
                </c:pt>
                <c:pt idx="28">
                  <c:v>2428.0</c:v>
                </c:pt>
                <c:pt idx="29">
                  <c:v>2460.0</c:v>
                </c:pt>
                <c:pt idx="30">
                  <c:v>2492.0</c:v>
                </c:pt>
                <c:pt idx="31">
                  <c:v>2512.0</c:v>
                </c:pt>
                <c:pt idx="32">
                  <c:v>2528.0</c:v>
                </c:pt>
                <c:pt idx="33">
                  <c:v>2544.0</c:v>
                </c:pt>
                <c:pt idx="34">
                  <c:v>2560.0</c:v>
                </c:pt>
                <c:pt idx="35">
                  <c:v>2576.0</c:v>
                </c:pt>
                <c:pt idx="36">
                  <c:v>2592.0</c:v>
                </c:pt>
                <c:pt idx="37">
                  <c:v>2608.0</c:v>
                </c:pt>
                <c:pt idx="38">
                  <c:v>2624.0</c:v>
                </c:pt>
                <c:pt idx="39">
                  <c:v>2640.0</c:v>
                </c:pt>
                <c:pt idx="40">
                  <c:v>2656.0</c:v>
                </c:pt>
                <c:pt idx="41">
                  <c:v>2672.0</c:v>
                </c:pt>
                <c:pt idx="42">
                  <c:v>2688.0</c:v>
                </c:pt>
                <c:pt idx="43">
                  <c:v>2704.0</c:v>
                </c:pt>
                <c:pt idx="44">
                  <c:v>2720.0</c:v>
                </c:pt>
                <c:pt idx="45">
                  <c:v>2736.0</c:v>
                </c:pt>
                <c:pt idx="46">
                  <c:v>2752.0</c:v>
                </c:pt>
                <c:pt idx="47">
                  <c:v>2768.0</c:v>
                </c:pt>
                <c:pt idx="48">
                  <c:v>2784.0</c:v>
                </c:pt>
                <c:pt idx="49">
                  <c:v>2800.0</c:v>
                </c:pt>
                <c:pt idx="50">
                  <c:v>2816.0</c:v>
                </c:pt>
                <c:pt idx="51">
                  <c:v>2832.0</c:v>
                </c:pt>
                <c:pt idx="52">
                  <c:v>2848.0</c:v>
                </c:pt>
                <c:pt idx="53">
                  <c:v>2864.0</c:v>
                </c:pt>
                <c:pt idx="54">
                  <c:v>2880.0</c:v>
                </c:pt>
                <c:pt idx="55">
                  <c:v>2896.0</c:v>
                </c:pt>
                <c:pt idx="56">
                  <c:v>2912.0</c:v>
                </c:pt>
                <c:pt idx="57">
                  <c:v>2928.0</c:v>
                </c:pt>
                <c:pt idx="58">
                  <c:v>2944.0</c:v>
                </c:pt>
                <c:pt idx="59">
                  <c:v>2960.0</c:v>
                </c:pt>
                <c:pt idx="60">
                  <c:v>2976.0</c:v>
                </c:pt>
                <c:pt idx="61">
                  <c:v>2992.0</c:v>
                </c:pt>
                <c:pt idx="62">
                  <c:v>3004.0</c:v>
                </c:pt>
                <c:pt idx="63">
                  <c:v>3012.0</c:v>
                </c:pt>
                <c:pt idx="64">
                  <c:v>3020.0</c:v>
                </c:pt>
                <c:pt idx="65">
                  <c:v>3028.0</c:v>
                </c:pt>
                <c:pt idx="66">
                  <c:v>3036.0</c:v>
                </c:pt>
                <c:pt idx="67">
                  <c:v>3044.0</c:v>
                </c:pt>
                <c:pt idx="68">
                  <c:v>3052.0</c:v>
                </c:pt>
                <c:pt idx="69">
                  <c:v>3060.0</c:v>
                </c:pt>
                <c:pt idx="70">
                  <c:v>3068.0</c:v>
                </c:pt>
                <c:pt idx="71">
                  <c:v>3076.0</c:v>
                </c:pt>
                <c:pt idx="72">
                  <c:v>3084.0</c:v>
                </c:pt>
                <c:pt idx="73">
                  <c:v>3092.0</c:v>
                </c:pt>
                <c:pt idx="74">
                  <c:v>3100.0</c:v>
                </c:pt>
                <c:pt idx="75">
                  <c:v>3108.0</c:v>
                </c:pt>
                <c:pt idx="76">
                  <c:v>3116.0</c:v>
                </c:pt>
                <c:pt idx="77">
                  <c:v>3124.0</c:v>
                </c:pt>
                <c:pt idx="78">
                  <c:v>3132.0</c:v>
                </c:pt>
                <c:pt idx="79">
                  <c:v>3140.0</c:v>
                </c:pt>
                <c:pt idx="80">
                  <c:v>3148.0</c:v>
                </c:pt>
                <c:pt idx="81">
                  <c:v>3156.0</c:v>
                </c:pt>
                <c:pt idx="82">
                  <c:v>3164.0</c:v>
                </c:pt>
                <c:pt idx="83">
                  <c:v>3172.0</c:v>
                </c:pt>
                <c:pt idx="84">
                  <c:v>3180.0</c:v>
                </c:pt>
                <c:pt idx="85">
                  <c:v>3188.0</c:v>
                </c:pt>
                <c:pt idx="86">
                  <c:v>3196.0</c:v>
                </c:pt>
                <c:pt idx="87">
                  <c:v>3204.0</c:v>
                </c:pt>
                <c:pt idx="88">
                  <c:v>3212.0</c:v>
                </c:pt>
                <c:pt idx="89">
                  <c:v>3220.0</c:v>
                </c:pt>
                <c:pt idx="90">
                  <c:v>3228.0</c:v>
                </c:pt>
                <c:pt idx="91">
                  <c:v>3236.0</c:v>
                </c:pt>
                <c:pt idx="92">
                  <c:v>3244.0</c:v>
                </c:pt>
                <c:pt idx="93">
                  <c:v>3252.0</c:v>
                </c:pt>
                <c:pt idx="94">
                  <c:v>3260.0</c:v>
                </c:pt>
                <c:pt idx="95">
                  <c:v>3268.0</c:v>
                </c:pt>
                <c:pt idx="96">
                  <c:v>3276.0</c:v>
                </c:pt>
                <c:pt idx="97">
                  <c:v>3284.0</c:v>
                </c:pt>
                <c:pt idx="98">
                  <c:v>3292.0</c:v>
                </c:pt>
                <c:pt idx="99">
                  <c:v>3300.0</c:v>
                </c:pt>
                <c:pt idx="100">
                  <c:v>3308.0</c:v>
                </c:pt>
                <c:pt idx="101">
                  <c:v>3316.0</c:v>
                </c:pt>
                <c:pt idx="102">
                  <c:v>3324.0</c:v>
                </c:pt>
                <c:pt idx="103">
                  <c:v>3332.0</c:v>
                </c:pt>
                <c:pt idx="104">
                  <c:v>3340.0</c:v>
                </c:pt>
                <c:pt idx="105">
                  <c:v>3348.0</c:v>
                </c:pt>
                <c:pt idx="106">
                  <c:v>3356.0</c:v>
                </c:pt>
                <c:pt idx="107">
                  <c:v>3364.0</c:v>
                </c:pt>
                <c:pt idx="108">
                  <c:v>3372.0</c:v>
                </c:pt>
                <c:pt idx="109">
                  <c:v>3380.0</c:v>
                </c:pt>
                <c:pt idx="110">
                  <c:v>3388.0</c:v>
                </c:pt>
                <c:pt idx="111">
                  <c:v>3396.0</c:v>
                </c:pt>
                <c:pt idx="112">
                  <c:v>3404.0</c:v>
                </c:pt>
                <c:pt idx="113">
                  <c:v>3412.0</c:v>
                </c:pt>
                <c:pt idx="114">
                  <c:v>3420.0</c:v>
                </c:pt>
                <c:pt idx="115">
                  <c:v>3428.0</c:v>
                </c:pt>
                <c:pt idx="116">
                  <c:v>3436.0</c:v>
                </c:pt>
                <c:pt idx="117">
                  <c:v>3444.0</c:v>
                </c:pt>
                <c:pt idx="118">
                  <c:v>3452.0</c:v>
                </c:pt>
                <c:pt idx="119">
                  <c:v>3460.0</c:v>
                </c:pt>
                <c:pt idx="120">
                  <c:v>3468.0</c:v>
                </c:pt>
                <c:pt idx="121">
                  <c:v>3476.0</c:v>
                </c:pt>
                <c:pt idx="122">
                  <c:v>3484.0</c:v>
                </c:pt>
                <c:pt idx="123">
                  <c:v>3492.0</c:v>
                </c:pt>
                <c:pt idx="124">
                  <c:v>3500.0</c:v>
                </c:pt>
                <c:pt idx="125">
                  <c:v>3504.0</c:v>
                </c:pt>
                <c:pt idx="126">
                  <c:v>3508.0</c:v>
                </c:pt>
                <c:pt idx="127">
                  <c:v>3512.0</c:v>
                </c:pt>
                <c:pt idx="128">
                  <c:v>3516.0</c:v>
                </c:pt>
                <c:pt idx="129">
                  <c:v>3520.0</c:v>
                </c:pt>
                <c:pt idx="130">
                  <c:v>3524.0</c:v>
                </c:pt>
                <c:pt idx="131">
                  <c:v>3528.0</c:v>
                </c:pt>
                <c:pt idx="132">
                  <c:v>3532.0</c:v>
                </c:pt>
                <c:pt idx="133">
                  <c:v>3536.0</c:v>
                </c:pt>
                <c:pt idx="134">
                  <c:v>3540.0</c:v>
                </c:pt>
                <c:pt idx="135">
                  <c:v>3544.0</c:v>
                </c:pt>
                <c:pt idx="136">
                  <c:v>3548.0</c:v>
                </c:pt>
                <c:pt idx="137">
                  <c:v>3552.0</c:v>
                </c:pt>
                <c:pt idx="138">
                  <c:v>3556.0</c:v>
                </c:pt>
                <c:pt idx="139">
                  <c:v>3560.0</c:v>
                </c:pt>
                <c:pt idx="140">
                  <c:v>3564.0</c:v>
                </c:pt>
                <c:pt idx="141">
                  <c:v>3568.0</c:v>
                </c:pt>
                <c:pt idx="142">
                  <c:v>3572.0</c:v>
                </c:pt>
                <c:pt idx="143">
                  <c:v>3576.0</c:v>
                </c:pt>
                <c:pt idx="144">
                  <c:v>3580.0</c:v>
                </c:pt>
                <c:pt idx="145">
                  <c:v>3584.0</c:v>
                </c:pt>
                <c:pt idx="146">
                  <c:v>3588.0</c:v>
                </c:pt>
                <c:pt idx="147">
                  <c:v>3592.0</c:v>
                </c:pt>
                <c:pt idx="148">
                  <c:v>3596.0</c:v>
                </c:pt>
                <c:pt idx="149">
                  <c:v>3600.0</c:v>
                </c:pt>
                <c:pt idx="150">
                  <c:v>3604.0</c:v>
                </c:pt>
                <c:pt idx="151">
                  <c:v>3608.0</c:v>
                </c:pt>
                <c:pt idx="152">
                  <c:v>3612.0</c:v>
                </c:pt>
                <c:pt idx="153">
                  <c:v>3616.0</c:v>
                </c:pt>
                <c:pt idx="154">
                  <c:v>3620.0</c:v>
                </c:pt>
                <c:pt idx="155">
                  <c:v>3624.0</c:v>
                </c:pt>
                <c:pt idx="156">
                  <c:v>3628.0</c:v>
                </c:pt>
                <c:pt idx="157">
                  <c:v>3632.0</c:v>
                </c:pt>
                <c:pt idx="158">
                  <c:v>3636.0</c:v>
                </c:pt>
                <c:pt idx="159">
                  <c:v>3640.0</c:v>
                </c:pt>
                <c:pt idx="160">
                  <c:v>3644.0</c:v>
                </c:pt>
                <c:pt idx="161">
                  <c:v>3648.0</c:v>
                </c:pt>
                <c:pt idx="162">
                  <c:v>3652.0</c:v>
                </c:pt>
                <c:pt idx="163">
                  <c:v>3656.0</c:v>
                </c:pt>
                <c:pt idx="164">
                  <c:v>3660.0</c:v>
                </c:pt>
                <c:pt idx="165">
                  <c:v>3664.0</c:v>
                </c:pt>
                <c:pt idx="166">
                  <c:v>3668.0</c:v>
                </c:pt>
                <c:pt idx="167">
                  <c:v>3672.0</c:v>
                </c:pt>
                <c:pt idx="168">
                  <c:v>3676.0</c:v>
                </c:pt>
                <c:pt idx="169">
                  <c:v>3680.0</c:v>
                </c:pt>
                <c:pt idx="170">
                  <c:v>3684.0</c:v>
                </c:pt>
                <c:pt idx="171">
                  <c:v>3688.0</c:v>
                </c:pt>
                <c:pt idx="172">
                  <c:v>3692.0</c:v>
                </c:pt>
                <c:pt idx="173">
                  <c:v>3696.0</c:v>
                </c:pt>
                <c:pt idx="174">
                  <c:v>3700.0</c:v>
                </c:pt>
                <c:pt idx="175">
                  <c:v>3704.0</c:v>
                </c:pt>
                <c:pt idx="176">
                  <c:v>3708.0</c:v>
                </c:pt>
                <c:pt idx="177">
                  <c:v>3712.0</c:v>
                </c:pt>
                <c:pt idx="178">
                  <c:v>3716.0</c:v>
                </c:pt>
                <c:pt idx="179">
                  <c:v>3720.0</c:v>
                </c:pt>
                <c:pt idx="180">
                  <c:v>3724.0</c:v>
                </c:pt>
                <c:pt idx="181">
                  <c:v>3728.0</c:v>
                </c:pt>
                <c:pt idx="182">
                  <c:v>3732.0</c:v>
                </c:pt>
                <c:pt idx="183">
                  <c:v>3736.0</c:v>
                </c:pt>
                <c:pt idx="184">
                  <c:v>3740.0</c:v>
                </c:pt>
                <c:pt idx="185">
                  <c:v>3744.0</c:v>
                </c:pt>
                <c:pt idx="186">
                  <c:v>3748.0</c:v>
                </c:pt>
                <c:pt idx="187">
                  <c:v>3752.0</c:v>
                </c:pt>
                <c:pt idx="188">
                  <c:v>3756.0</c:v>
                </c:pt>
                <c:pt idx="189">
                  <c:v>3760.0</c:v>
                </c:pt>
                <c:pt idx="190">
                  <c:v>3764.0</c:v>
                </c:pt>
                <c:pt idx="191">
                  <c:v>3768.0</c:v>
                </c:pt>
                <c:pt idx="192">
                  <c:v>3772.0</c:v>
                </c:pt>
                <c:pt idx="193">
                  <c:v>3776.0</c:v>
                </c:pt>
                <c:pt idx="194">
                  <c:v>3780.0</c:v>
                </c:pt>
                <c:pt idx="195">
                  <c:v>3784.0</c:v>
                </c:pt>
                <c:pt idx="196">
                  <c:v>3788.0</c:v>
                </c:pt>
                <c:pt idx="197">
                  <c:v>3792.0</c:v>
                </c:pt>
                <c:pt idx="198">
                  <c:v>3796.0</c:v>
                </c:pt>
                <c:pt idx="199">
                  <c:v>3800.0</c:v>
                </c:pt>
                <c:pt idx="200">
                  <c:v>3804.0</c:v>
                </c:pt>
                <c:pt idx="201">
                  <c:v>3808.0</c:v>
                </c:pt>
                <c:pt idx="202">
                  <c:v>3812.0</c:v>
                </c:pt>
                <c:pt idx="203">
                  <c:v>3816.0</c:v>
                </c:pt>
                <c:pt idx="204">
                  <c:v>3820.0</c:v>
                </c:pt>
                <c:pt idx="205">
                  <c:v>3824.0</c:v>
                </c:pt>
                <c:pt idx="206">
                  <c:v>3828.0</c:v>
                </c:pt>
                <c:pt idx="207">
                  <c:v>3832.0</c:v>
                </c:pt>
                <c:pt idx="208">
                  <c:v>3836.0</c:v>
                </c:pt>
                <c:pt idx="209">
                  <c:v>3840.0</c:v>
                </c:pt>
                <c:pt idx="210">
                  <c:v>3844.0</c:v>
                </c:pt>
                <c:pt idx="211">
                  <c:v>3848.0</c:v>
                </c:pt>
                <c:pt idx="212">
                  <c:v>3852.0</c:v>
                </c:pt>
                <c:pt idx="213">
                  <c:v>3856.0</c:v>
                </c:pt>
                <c:pt idx="214">
                  <c:v>3860.0</c:v>
                </c:pt>
                <c:pt idx="215">
                  <c:v>3864.0</c:v>
                </c:pt>
                <c:pt idx="216">
                  <c:v>3868.0</c:v>
                </c:pt>
                <c:pt idx="217">
                  <c:v>3872.0</c:v>
                </c:pt>
                <c:pt idx="218">
                  <c:v>3876.0</c:v>
                </c:pt>
                <c:pt idx="219">
                  <c:v>3880.0</c:v>
                </c:pt>
                <c:pt idx="220">
                  <c:v>3884.0</c:v>
                </c:pt>
                <c:pt idx="221">
                  <c:v>3888.0</c:v>
                </c:pt>
                <c:pt idx="222">
                  <c:v>3892.0</c:v>
                </c:pt>
                <c:pt idx="223">
                  <c:v>3896.0</c:v>
                </c:pt>
                <c:pt idx="224">
                  <c:v>3900.0</c:v>
                </c:pt>
                <c:pt idx="225">
                  <c:v>3904.0</c:v>
                </c:pt>
                <c:pt idx="226">
                  <c:v>3908.0</c:v>
                </c:pt>
                <c:pt idx="227">
                  <c:v>3912.0</c:v>
                </c:pt>
                <c:pt idx="228">
                  <c:v>3916.0</c:v>
                </c:pt>
                <c:pt idx="229">
                  <c:v>3920.0</c:v>
                </c:pt>
                <c:pt idx="230">
                  <c:v>3924.0</c:v>
                </c:pt>
                <c:pt idx="231">
                  <c:v>3928.0</c:v>
                </c:pt>
                <c:pt idx="232">
                  <c:v>3932.0</c:v>
                </c:pt>
                <c:pt idx="233">
                  <c:v>3936.0</c:v>
                </c:pt>
                <c:pt idx="234">
                  <c:v>3940.0</c:v>
                </c:pt>
                <c:pt idx="235">
                  <c:v>3944.0</c:v>
                </c:pt>
                <c:pt idx="236">
                  <c:v>3948.0</c:v>
                </c:pt>
                <c:pt idx="237">
                  <c:v>3952.0</c:v>
                </c:pt>
                <c:pt idx="238">
                  <c:v>3956.0</c:v>
                </c:pt>
                <c:pt idx="239">
                  <c:v>3960.0</c:v>
                </c:pt>
                <c:pt idx="240">
                  <c:v>3964.0</c:v>
                </c:pt>
                <c:pt idx="241">
                  <c:v>3968.0</c:v>
                </c:pt>
                <c:pt idx="242">
                  <c:v>3972.0</c:v>
                </c:pt>
                <c:pt idx="243">
                  <c:v>3976.0</c:v>
                </c:pt>
                <c:pt idx="244">
                  <c:v>3980.0</c:v>
                </c:pt>
                <c:pt idx="245">
                  <c:v>3984.0</c:v>
                </c:pt>
                <c:pt idx="246">
                  <c:v>3988.0</c:v>
                </c:pt>
                <c:pt idx="247">
                  <c:v>3992.0</c:v>
                </c:pt>
                <c:pt idx="248">
                  <c:v>3996.0</c:v>
                </c:pt>
                <c:pt idx="249">
                  <c:v>4000.0</c:v>
                </c:pt>
                <c:pt idx="250">
                  <c:v>4002.0</c:v>
                </c:pt>
                <c:pt idx="251">
                  <c:v>4004.0</c:v>
                </c:pt>
                <c:pt idx="252">
                  <c:v>4006.0</c:v>
                </c:pt>
                <c:pt idx="253">
                  <c:v>4008.0</c:v>
                </c:pt>
                <c:pt idx="254">
                  <c:v>4010.0</c:v>
                </c:pt>
                <c:pt idx="255">
                  <c:v>4012.0</c:v>
                </c:pt>
                <c:pt idx="256">
                  <c:v>4014.0</c:v>
                </c:pt>
                <c:pt idx="257">
                  <c:v>4016.0</c:v>
                </c:pt>
                <c:pt idx="258">
                  <c:v>4018.0</c:v>
                </c:pt>
                <c:pt idx="259">
                  <c:v>4020.0</c:v>
                </c:pt>
                <c:pt idx="260">
                  <c:v>4022.0</c:v>
                </c:pt>
                <c:pt idx="261">
                  <c:v>4024.0</c:v>
                </c:pt>
                <c:pt idx="262">
                  <c:v>4026.0</c:v>
                </c:pt>
                <c:pt idx="263">
                  <c:v>4028.0</c:v>
                </c:pt>
                <c:pt idx="264">
                  <c:v>4030.0</c:v>
                </c:pt>
                <c:pt idx="265">
                  <c:v>4032.0</c:v>
                </c:pt>
                <c:pt idx="266">
                  <c:v>4034.0</c:v>
                </c:pt>
                <c:pt idx="267">
                  <c:v>4036.0</c:v>
                </c:pt>
                <c:pt idx="268">
                  <c:v>4038.0</c:v>
                </c:pt>
                <c:pt idx="269">
                  <c:v>4040.0</c:v>
                </c:pt>
                <c:pt idx="270">
                  <c:v>4042.0</c:v>
                </c:pt>
                <c:pt idx="271">
                  <c:v>4044.0</c:v>
                </c:pt>
                <c:pt idx="272">
                  <c:v>4046.0</c:v>
                </c:pt>
                <c:pt idx="273">
                  <c:v>4048.0</c:v>
                </c:pt>
                <c:pt idx="274">
                  <c:v>4050.0</c:v>
                </c:pt>
                <c:pt idx="275">
                  <c:v>4052.0</c:v>
                </c:pt>
                <c:pt idx="276">
                  <c:v>4054.0</c:v>
                </c:pt>
                <c:pt idx="277">
                  <c:v>4056.0</c:v>
                </c:pt>
                <c:pt idx="278">
                  <c:v>4058.0</c:v>
                </c:pt>
                <c:pt idx="279">
                  <c:v>4060.0</c:v>
                </c:pt>
                <c:pt idx="280">
                  <c:v>4062.0</c:v>
                </c:pt>
                <c:pt idx="281">
                  <c:v>4064.0</c:v>
                </c:pt>
                <c:pt idx="282">
                  <c:v>4066.0</c:v>
                </c:pt>
                <c:pt idx="283">
                  <c:v>4068.0</c:v>
                </c:pt>
                <c:pt idx="284">
                  <c:v>4070.0</c:v>
                </c:pt>
                <c:pt idx="285">
                  <c:v>4072.0</c:v>
                </c:pt>
                <c:pt idx="286">
                  <c:v>4074.0</c:v>
                </c:pt>
                <c:pt idx="287">
                  <c:v>4076.0</c:v>
                </c:pt>
                <c:pt idx="288">
                  <c:v>4078.0</c:v>
                </c:pt>
                <c:pt idx="289">
                  <c:v>4080.0</c:v>
                </c:pt>
                <c:pt idx="290">
                  <c:v>4082.0</c:v>
                </c:pt>
                <c:pt idx="291">
                  <c:v>4084.0</c:v>
                </c:pt>
                <c:pt idx="292">
                  <c:v>4086.0</c:v>
                </c:pt>
                <c:pt idx="293">
                  <c:v>4088.0</c:v>
                </c:pt>
                <c:pt idx="294">
                  <c:v>4090.0</c:v>
                </c:pt>
                <c:pt idx="295">
                  <c:v>4092.0</c:v>
                </c:pt>
                <c:pt idx="296">
                  <c:v>4094.0</c:v>
                </c:pt>
                <c:pt idx="297">
                  <c:v>4096.0</c:v>
                </c:pt>
                <c:pt idx="298">
                  <c:v>4098.0</c:v>
                </c:pt>
                <c:pt idx="299">
                  <c:v>4100.0</c:v>
                </c:pt>
                <c:pt idx="300">
                  <c:v>4102.0</c:v>
                </c:pt>
                <c:pt idx="301">
                  <c:v>4104.0</c:v>
                </c:pt>
                <c:pt idx="302">
                  <c:v>4106.0</c:v>
                </c:pt>
                <c:pt idx="303">
                  <c:v>4108.0</c:v>
                </c:pt>
                <c:pt idx="304">
                  <c:v>4110.0</c:v>
                </c:pt>
                <c:pt idx="305">
                  <c:v>4112.0</c:v>
                </c:pt>
                <c:pt idx="306">
                  <c:v>4114.0</c:v>
                </c:pt>
                <c:pt idx="307">
                  <c:v>4116.0</c:v>
                </c:pt>
                <c:pt idx="308">
                  <c:v>4118.0</c:v>
                </c:pt>
                <c:pt idx="309">
                  <c:v>4120.0</c:v>
                </c:pt>
                <c:pt idx="310">
                  <c:v>4122.0</c:v>
                </c:pt>
                <c:pt idx="311">
                  <c:v>4124.0</c:v>
                </c:pt>
                <c:pt idx="312">
                  <c:v>4126.0</c:v>
                </c:pt>
                <c:pt idx="313">
                  <c:v>4128.0</c:v>
                </c:pt>
                <c:pt idx="314">
                  <c:v>4130.0</c:v>
                </c:pt>
                <c:pt idx="315">
                  <c:v>4132.0</c:v>
                </c:pt>
                <c:pt idx="316">
                  <c:v>4134.0</c:v>
                </c:pt>
                <c:pt idx="317">
                  <c:v>4136.0</c:v>
                </c:pt>
                <c:pt idx="318">
                  <c:v>4138.0</c:v>
                </c:pt>
                <c:pt idx="319">
                  <c:v>4140.0</c:v>
                </c:pt>
                <c:pt idx="320">
                  <c:v>4142.0</c:v>
                </c:pt>
                <c:pt idx="321">
                  <c:v>4144.0</c:v>
                </c:pt>
                <c:pt idx="322">
                  <c:v>4146.0</c:v>
                </c:pt>
                <c:pt idx="323">
                  <c:v>4148.0</c:v>
                </c:pt>
                <c:pt idx="324">
                  <c:v>4150.0</c:v>
                </c:pt>
                <c:pt idx="325">
                  <c:v>4152.0</c:v>
                </c:pt>
                <c:pt idx="326">
                  <c:v>4154.0</c:v>
                </c:pt>
                <c:pt idx="327">
                  <c:v>4156.0</c:v>
                </c:pt>
                <c:pt idx="328">
                  <c:v>4158.0</c:v>
                </c:pt>
                <c:pt idx="329">
                  <c:v>4160.0</c:v>
                </c:pt>
                <c:pt idx="330">
                  <c:v>4162.0</c:v>
                </c:pt>
                <c:pt idx="331">
                  <c:v>4164.0</c:v>
                </c:pt>
                <c:pt idx="332">
                  <c:v>4166.0</c:v>
                </c:pt>
                <c:pt idx="333">
                  <c:v>4168.0</c:v>
                </c:pt>
                <c:pt idx="334">
                  <c:v>4170.0</c:v>
                </c:pt>
                <c:pt idx="335">
                  <c:v>4172.0</c:v>
                </c:pt>
                <c:pt idx="336">
                  <c:v>4174.0</c:v>
                </c:pt>
                <c:pt idx="337">
                  <c:v>4176.0</c:v>
                </c:pt>
                <c:pt idx="338">
                  <c:v>4178.0</c:v>
                </c:pt>
                <c:pt idx="339">
                  <c:v>4180.0</c:v>
                </c:pt>
                <c:pt idx="340">
                  <c:v>4182.0</c:v>
                </c:pt>
                <c:pt idx="341">
                  <c:v>4184.0</c:v>
                </c:pt>
                <c:pt idx="342">
                  <c:v>4186.0</c:v>
                </c:pt>
                <c:pt idx="343">
                  <c:v>4188.0</c:v>
                </c:pt>
                <c:pt idx="344">
                  <c:v>4190.0</c:v>
                </c:pt>
                <c:pt idx="345">
                  <c:v>4192.0</c:v>
                </c:pt>
                <c:pt idx="346">
                  <c:v>4194.0</c:v>
                </c:pt>
                <c:pt idx="347">
                  <c:v>4196.0</c:v>
                </c:pt>
                <c:pt idx="348">
                  <c:v>4198.0</c:v>
                </c:pt>
                <c:pt idx="349">
                  <c:v>4200.0</c:v>
                </c:pt>
                <c:pt idx="350">
                  <c:v>4202.0</c:v>
                </c:pt>
                <c:pt idx="351">
                  <c:v>4204.0</c:v>
                </c:pt>
                <c:pt idx="352">
                  <c:v>4206.0</c:v>
                </c:pt>
                <c:pt idx="353">
                  <c:v>4208.0</c:v>
                </c:pt>
                <c:pt idx="354">
                  <c:v>4210.0</c:v>
                </c:pt>
                <c:pt idx="355">
                  <c:v>4212.0</c:v>
                </c:pt>
                <c:pt idx="356">
                  <c:v>4214.0</c:v>
                </c:pt>
                <c:pt idx="357">
                  <c:v>4216.0</c:v>
                </c:pt>
                <c:pt idx="358">
                  <c:v>4218.0</c:v>
                </c:pt>
                <c:pt idx="359">
                  <c:v>4220.0</c:v>
                </c:pt>
                <c:pt idx="360">
                  <c:v>4222.0</c:v>
                </c:pt>
                <c:pt idx="361">
                  <c:v>4224.0</c:v>
                </c:pt>
                <c:pt idx="362">
                  <c:v>4226.0</c:v>
                </c:pt>
                <c:pt idx="363">
                  <c:v>4228.0</c:v>
                </c:pt>
                <c:pt idx="364">
                  <c:v>4230.0</c:v>
                </c:pt>
                <c:pt idx="365">
                  <c:v>4232.0</c:v>
                </c:pt>
                <c:pt idx="366">
                  <c:v>4234.0</c:v>
                </c:pt>
                <c:pt idx="367">
                  <c:v>4236.0</c:v>
                </c:pt>
                <c:pt idx="368">
                  <c:v>4238.0</c:v>
                </c:pt>
                <c:pt idx="369">
                  <c:v>4240.0</c:v>
                </c:pt>
                <c:pt idx="370">
                  <c:v>4242.0</c:v>
                </c:pt>
                <c:pt idx="371">
                  <c:v>4244.0</c:v>
                </c:pt>
                <c:pt idx="372">
                  <c:v>4246.0</c:v>
                </c:pt>
                <c:pt idx="373">
                  <c:v>4248.0</c:v>
                </c:pt>
                <c:pt idx="374">
                  <c:v>4250.0</c:v>
                </c:pt>
                <c:pt idx="375">
                  <c:v>4252.0</c:v>
                </c:pt>
                <c:pt idx="376">
                  <c:v>4254.0</c:v>
                </c:pt>
                <c:pt idx="377">
                  <c:v>4256.0</c:v>
                </c:pt>
                <c:pt idx="378">
                  <c:v>4258.0</c:v>
                </c:pt>
                <c:pt idx="379">
                  <c:v>4260.0</c:v>
                </c:pt>
                <c:pt idx="380">
                  <c:v>4262.0</c:v>
                </c:pt>
                <c:pt idx="381">
                  <c:v>4264.0</c:v>
                </c:pt>
                <c:pt idx="382">
                  <c:v>4266.0</c:v>
                </c:pt>
                <c:pt idx="383">
                  <c:v>4268.0</c:v>
                </c:pt>
                <c:pt idx="384">
                  <c:v>4270.0</c:v>
                </c:pt>
                <c:pt idx="385">
                  <c:v>4272.0</c:v>
                </c:pt>
                <c:pt idx="386">
                  <c:v>4274.0</c:v>
                </c:pt>
                <c:pt idx="387">
                  <c:v>4276.0</c:v>
                </c:pt>
                <c:pt idx="388">
                  <c:v>4278.0</c:v>
                </c:pt>
                <c:pt idx="389">
                  <c:v>4280.0</c:v>
                </c:pt>
                <c:pt idx="390">
                  <c:v>4282.0</c:v>
                </c:pt>
                <c:pt idx="391">
                  <c:v>4284.0</c:v>
                </c:pt>
                <c:pt idx="392">
                  <c:v>4286.0</c:v>
                </c:pt>
                <c:pt idx="393">
                  <c:v>4288.0</c:v>
                </c:pt>
                <c:pt idx="394">
                  <c:v>4290.0</c:v>
                </c:pt>
                <c:pt idx="395">
                  <c:v>4292.0</c:v>
                </c:pt>
                <c:pt idx="396">
                  <c:v>4294.0</c:v>
                </c:pt>
                <c:pt idx="397">
                  <c:v>4296.0</c:v>
                </c:pt>
                <c:pt idx="398">
                  <c:v>4298.0</c:v>
                </c:pt>
                <c:pt idx="399">
                  <c:v>4300.0</c:v>
                </c:pt>
                <c:pt idx="400">
                  <c:v>4302.0</c:v>
                </c:pt>
                <c:pt idx="401">
                  <c:v>4304.0</c:v>
                </c:pt>
                <c:pt idx="402">
                  <c:v>4306.0</c:v>
                </c:pt>
                <c:pt idx="403">
                  <c:v>4308.0</c:v>
                </c:pt>
                <c:pt idx="404">
                  <c:v>4310.0</c:v>
                </c:pt>
                <c:pt idx="405">
                  <c:v>4312.0</c:v>
                </c:pt>
                <c:pt idx="406">
                  <c:v>4314.0</c:v>
                </c:pt>
                <c:pt idx="407">
                  <c:v>4316.0</c:v>
                </c:pt>
                <c:pt idx="408">
                  <c:v>4318.0</c:v>
                </c:pt>
                <c:pt idx="409">
                  <c:v>4320.0</c:v>
                </c:pt>
                <c:pt idx="410">
                  <c:v>4322.0</c:v>
                </c:pt>
                <c:pt idx="411">
                  <c:v>4324.0</c:v>
                </c:pt>
                <c:pt idx="412">
                  <c:v>4326.0</c:v>
                </c:pt>
                <c:pt idx="413">
                  <c:v>4328.0</c:v>
                </c:pt>
                <c:pt idx="414">
                  <c:v>4330.0</c:v>
                </c:pt>
                <c:pt idx="415">
                  <c:v>4332.0</c:v>
                </c:pt>
                <c:pt idx="416">
                  <c:v>4334.0</c:v>
                </c:pt>
                <c:pt idx="417">
                  <c:v>4336.0</c:v>
                </c:pt>
                <c:pt idx="418">
                  <c:v>4338.0</c:v>
                </c:pt>
                <c:pt idx="419">
                  <c:v>4340.0</c:v>
                </c:pt>
                <c:pt idx="420">
                  <c:v>4342.0</c:v>
                </c:pt>
                <c:pt idx="421">
                  <c:v>4344.0</c:v>
                </c:pt>
                <c:pt idx="422">
                  <c:v>4346.0</c:v>
                </c:pt>
                <c:pt idx="423">
                  <c:v>4348.0</c:v>
                </c:pt>
                <c:pt idx="424">
                  <c:v>4350.0</c:v>
                </c:pt>
                <c:pt idx="425">
                  <c:v>4352.0</c:v>
                </c:pt>
                <c:pt idx="426">
                  <c:v>4354.0</c:v>
                </c:pt>
                <c:pt idx="427">
                  <c:v>4356.0</c:v>
                </c:pt>
                <c:pt idx="428">
                  <c:v>4358.0</c:v>
                </c:pt>
                <c:pt idx="429">
                  <c:v>4360.0</c:v>
                </c:pt>
                <c:pt idx="430">
                  <c:v>4362.0</c:v>
                </c:pt>
                <c:pt idx="431">
                  <c:v>4364.0</c:v>
                </c:pt>
                <c:pt idx="432">
                  <c:v>4366.0</c:v>
                </c:pt>
                <c:pt idx="433">
                  <c:v>4368.0</c:v>
                </c:pt>
                <c:pt idx="434">
                  <c:v>4370.0</c:v>
                </c:pt>
                <c:pt idx="435">
                  <c:v>4372.0</c:v>
                </c:pt>
                <c:pt idx="436">
                  <c:v>4374.0</c:v>
                </c:pt>
                <c:pt idx="437">
                  <c:v>4376.0</c:v>
                </c:pt>
                <c:pt idx="438">
                  <c:v>4378.0</c:v>
                </c:pt>
                <c:pt idx="439">
                  <c:v>4380.0</c:v>
                </c:pt>
                <c:pt idx="440">
                  <c:v>4382.0</c:v>
                </c:pt>
                <c:pt idx="441">
                  <c:v>4384.0</c:v>
                </c:pt>
                <c:pt idx="442">
                  <c:v>4386.0</c:v>
                </c:pt>
                <c:pt idx="443">
                  <c:v>4388.0</c:v>
                </c:pt>
                <c:pt idx="444">
                  <c:v>4390.0</c:v>
                </c:pt>
                <c:pt idx="445">
                  <c:v>4392.0</c:v>
                </c:pt>
                <c:pt idx="446">
                  <c:v>4394.0</c:v>
                </c:pt>
                <c:pt idx="447">
                  <c:v>4396.0</c:v>
                </c:pt>
                <c:pt idx="448">
                  <c:v>4398.0</c:v>
                </c:pt>
                <c:pt idx="449">
                  <c:v>4400.0</c:v>
                </c:pt>
                <c:pt idx="450">
                  <c:v>4402.0</c:v>
                </c:pt>
                <c:pt idx="451">
                  <c:v>4404.0</c:v>
                </c:pt>
                <c:pt idx="452">
                  <c:v>4406.0</c:v>
                </c:pt>
                <c:pt idx="453">
                  <c:v>4408.0</c:v>
                </c:pt>
                <c:pt idx="454">
                  <c:v>4410.0</c:v>
                </c:pt>
                <c:pt idx="455">
                  <c:v>4412.0</c:v>
                </c:pt>
                <c:pt idx="456">
                  <c:v>4414.0</c:v>
                </c:pt>
                <c:pt idx="457">
                  <c:v>4416.0</c:v>
                </c:pt>
                <c:pt idx="458">
                  <c:v>4418.0</c:v>
                </c:pt>
                <c:pt idx="459">
                  <c:v>4420.0</c:v>
                </c:pt>
                <c:pt idx="460">
                  <c:v>4422.0</c:v>
                </c:pt>
                <c:pt idx="461">
                  <c:v>4424.0</c:v>
                </c:pt>
                <c:pt idx="462">
                  <c:v>4426.0</c:v>
                </c:pt>
                <c:pt idx="463">
                  <c:v>4428.0</c:v>
                </c:pt>
                <c:pt idx="464">
                  <c:v>4430.0</c:v>
                </c:pt>
                <c:pt idx="465">
                  <c:v>4432.0</c:v>
                </c:pt>
                <c:pt idx="466">
                  <c:v>4434.0</c:v>
                </c:pt>
                <c:pt idx="467">
                  <c:v>4436.0</c:v>
                </c:pt>
                <c:pt idx="468">
                  <c:v>4438.0</c:v>
                </c:pt>
                <c:pt idx="469">
                  <c:v>4440.0</c:v>
                </c:pt>
                <c:pt idx="470">
                  <c:v>4442.0</c:v>
                </c:pt>
                <c:pt idx="471">
                  <c:v>4444.0</c:v>
                </c:pt>
                <c:pt idx="472">
                  <c:v>4446.0</c:v>
                </c:pt>
                <c:pt idx="473">
                  <c:v>4448.0</c:v>
                </c:pt>
                <c:pt idx="474">
                  <c:v>4450.0</c:v>
                </c:pt>
                <c:pt idx="475">
                  <c:v>4452.0</c:v>
                </c:pt>
                <c:pt idx="476">
                  <c:v>4454.0</c:v>
                </c:pt>
                <c:pt idx="477">
                  <c:v>4456.0</c:v>
                </c:pt>
                <c:pt idx="478">
                  <c:v>4458.0</c:v>
                </c:pt>
                <c:pt idx="479">
                  <c:v>4460.0</c:v>
                </c:pt>
                <c:pt idx="480">
                  <c:v>4462.0</c:v>
                </c:pt>
                <c:pt idx="481">
                  <c:v>4464.0</c:v>
                </c:pt>
                <c:pt idx="482">
                  <c:v>4466.0</c:v>
                </c:pt>
                <c:pt idx="483">
                  <c:v>4468.0</c:v>
                </c:pt>
                <c:pt idx="484">
                  <c:v>4470.0</c:v>
                </c:pt>
                <c:pt idx="485">
                  <c:v>4472.0</c:v>
                </c:pt>
                <c:pt idx="486">
                  <c:v>4474.0</c:v>
                </c:pt>
                <c:pt idx="487">
                  <c:v>4476.0</c:v>
                </c:pt>
                <c:pt idx="488">
                  <c:v>4478.0</c:v>
                </c:pt>
                <c:pt idx="489">
                  <c:v>4480.0</c:v>
                </c:pt>
                <c:pt idx="490">
                  <c:v>4482.0</c:v>
                </c:pt>
                <c:pt idx="491">
                  <c:v>4484.0</c:v>
                </c:pt>
                <c:pt idx="492">
                  <c:v>4486.0</c:v>
                </c:pt>
                <c:pt idx="493">
                  <c:v>4488.0</c:v>
                </c:pt>
                <c:pt idx="494">
                  <c:v>4490.0</c:v>
                </c:pt>
                <c:pt idx="495">
                  <c:v>4492.0</c:v>
                </c:pt>
                <c:pt idx="496">
                  <c:v>4494.0</c:v>
                </c:pt>
                <c:pt idx="497">
                  <c:v>4496.0</c:v>
                </c:pt>
                <c:pt idx="498">
                  <c:v>4498.0</c:v>
                </c:pt>
                <c:pt idx="499">
                  <c:v>4500.0</c:v>
                </c:pt>
                <c:pt idx="500">
                  <c:v>4501.0</c:v>
                </c:pt>
                <c:pt idx="501">
                  <c:v>4502.0</c:v>
                </c:pt>
                <c:pt idx="502">
                  <c:v>4503.0</c:v>
                </c:pt>
                <c:pt idx="503">
                  <c:v>4504.0</c:v>
                </c:pt>
                <c:pt idx="504">
                  <c:v>4505.0</c:v>
                </c:pt>
                <c:pt idx="505">
                  <c:v>4506.0</c:v>
                </c:pt>
                <c:pt idx="506">
                  <c:v>4507.0</c:v>
                </c:pt>
                <c:pt idx="507">
                  <c:v>4508.0</c:v>
                </c:pt>
                <c:pt idx="508">
                  <c:v>4509.0</c:v>
                </c:pt>
                <c:pt idx="509">
                  <c:v>4510.0</c:v>
                </c:pt>
                <c:pt idx="510">
                  <c:v>4511.0</c:v>
                </c:pt>
                <c:pt idx="511">
                  <c:v>4512.0</c:v>
                </c:pt>
                <c:pt idx="512">
                  <c:v>4513.0</c:v>
                </c:pt>
                <c:pt idx="513">
                  <c:v>4514.0</c:v>
                </c:pt>
                <c:pt idx="514">
                  <c:v>4515.0</c:v>
                </c:pt>
                <c:pt idx="515">
                  <c:v>4516.0</c:v>
                </c:pt>
                <c:pt idx="516">
                  <c:v>4517.0</c:v>
                </c:pt>
                <c:pt idx="517">
                  <c:v>4518.0</c:v>
                </c:pt>
                <c:pt idx="518">
                  <c:v>4519.0</c:v>
                </c:pt>
                <c:pt idx="519">
                  <c:v>4520.0</c:v>
                </c:pt>
                <c:pt idx="520">
                  <c:v>4521.0</c:v>
                </c:pt>
                <c:pt idx="521">
                  <c:v>4522.0</c:v>
                </c:pt>
                <c:pt idx="522">
                  <c:v>4523.0</c:v>
                </c:pt>
                <c:pt idx="523">
                  <c:v>4524.0</c:v>
                </c:pt>
                <c:pt idx="524">
                  <c:v>4525.0</c:v>
                </c:pt>
                <c:pt idx="525">
                  <c:v>4526.0</c:v>
                </c:pt>
                <c:pt idx="526">
                  <c:v>4527.0</c:v>
                </c:pt>
                <c:pt idx="527">
                  <c:v>4528.0</c:v>
                </c:pt>
                <c:pt idx="528">
                  <c:v>4529.0</c:v>
                </c:pt>
                <c:pt idx="529">
                  <c:v>4530.0</c:v>
                </c:pt>
                <c:pt idx="530">
                  <c:v>4531.0</c:v>
                </c:pt>
                <c:pt idx="531">
                  <c:v>4532.0</c:v>
                </c:pt>
                <c:pt idx="532">
                  <c:v>4533.0</c:v>
                </c:pt>
                <c:pt idx="533">
                  <c:v>4534.0</c:v>
                </c:pt>
                <c:pt idx="534">
                  <c:v>4535.0</c:v>
                </c:pt>
                <c:pt idx="535">
                  <c:v>4536.0</c:v>
                </c:pt>
                <c:pt idx="536">
                  <c:v>4537.0</c:v>
                </c:pt>
                <c:pt idx="537">
                  <c:v>4538.0</c:v>
                </c:pt>
                <c:pt idx="538">
                  <c:v>4539.0</c:v>
                </c:pt>
                <c:pt idx="539">
                  <c:v>4540.0</c:v>
                </c:pt>
                <c:pt idx="540">
                  <c:v>4541.0</c:v>
                </c:pt>
                <c:pt idx="541">
                  <c:v>4542.0</c:v>
                </c:pt>
                <c:pt idx="542">
                  <c:v>4543.0</c:v>
                </c:pt>
                <c:pt idx="543">
                  <c:v>4544.0</c:v>
                </c:pt>
                <c:pt idx="544">
                  <c:v>4545.0</c:v>
                </c:pt>
                <c:pt idx="545">
                  <c:v>4546.0</c:v>
                </c:pt>
                <c:pt idx="546">
                  <c:v>4547.0</c:v>
                </c:pt>
                <c:pt idx="547">
                  <c:v>4548.0</c:v>
                </c:pt>
                <c:pt idx="548">
                  <c:v>4549.0</c:v>
                </c:pt>
                <c:pt idx="549">
                  <c:v>4550.0</c:v>
                </c:pt>
                <c:pt idx="550">
                  <c:v>4551.0</c:v>
                </c:pt>
                <c:pt idx="551">
                  <c:v>4552.0</c:v>
                </c:pt>
                <c:pt idx="552">
                  <c:v>4553.0</c:v>
                </c:pt>
                <c:pt idx="553">
                  <c:v>4554.0</c:v>
                </c:pt>
                <c:pt idx="554">
                  <c:v>4555.0</c:v>
                </c:pt>
                <c:pt idx="555">
                  <c:v>4556.0</c:v>
                </c:pt>
                <c:pt idx="556">
                  <c:v>4557.0</c:v>
                </c:pt>
                <c:pt idx="557">
                  <c:v>4558.0</c:v>
                </c:pt>
                <c:pt idx="558">
                  <c:v>4559.0</c:v>
                </c:pt>
                <c:pt idx="559">
                  <c:v>4560.0</c:v>
                </c:pt>
                <c:pt idx="560">
                  <c:v>4561.0</c:v>
                </c:pt>
                <c:pt idx="561">
                  <c:v>4562.0</c:v>
                </c:pt>
                <c:pt idx="562">
                  <c:v>4563.0</c:v>
                </c:pt>
                <c:pt idx="563">
                  <c:v>4564.0</c:v>
                </c:pt>
                <c:pt idx="564">
                  <c:v>4565.0</c:v>
                </c:pt>
                <c:pt idx="565">
                  <c:v>4566.0</c:v>
                </c:pt>
                <c:pt idx="566">
                  <c:v>4567.0</c:v>
                </c:pt>
                <c:pt idx="567">
                  <c:v>4568.0</c:v>
                </c:pt>
                <c:pt idx="568">
                  <c:v>4569.0</c:v>
                </c:pt>
                <c:pt idx="569">
                  <c:v>4570.0</c:v>
                </c:pt>
                <c:pt idx="570">
                  <c:v>4571.0</c:v>
                </c:pt>
                <c:pt idx="571">
                  <c:v>4572.0</c:v>
                </c:pt>
                <c:pt idx="572">
                  <c:v>4573.0</c:v>
                </c:pt>
                <c:pt idx="573">
                  <c:v>4574.0</c:v>
                </c:pt>
                <c:pt idx="574">
                  <c:v>4575.0</c:v>
                </c:pt>
                <c:pt idx="575">
                  <c:v>4576.0</c:v>
                </c:pt>
                <c:pt idx="576">
                  <c:v>4577.0</c:v>
                </c:pt>
                <c:pt idx="577">
                  <c:v>4578.0</c:v>
                </c:pt>
                <c:pt idx="578">
                  <c:v>4579.0</c:v>
                </c:pt>
                <c:pt idx="579">
                  <c:v>4580.0</c:v>
                </c:pt>
                <c:pt idx="580">
                  <c:v>4581.0</c:v>
                </c:pt>
                <c:pt idx="581">
                  <c:v>4582.0</c:v>
                </c:pt>
                <c:pt idx="582">
                  <c:v>4583.0</c:v>
                </c:pt>
                <c:pt idx="583">
                  <c:v>4584.0</c:v>
                </c:pt>
                <c:pt idx="584">
                  <c:v>4585.0</c:v>
                </c:pt>
              </c:numCache>
            </c:numRef>
          </c:xVal>
          <c:yVal>
            <c:numRef>
              <c:f>Sheet1!$B$2:$B$586</c:f>
              <c:numCache>
                <c:formatCode>General</c:formatCode>
                <c:ptCount val="585"/>
                <c:pt idx="0">
                  <c:v>0.11380288</c:v>
                </c:pt>
                <c:pt idx="1">
                  <c:v>0.064527373</c:v>
                </c:pt>
                <c:pt idx="2">
                  <c:v>0.05255095</c:v>
                </c:pt>
                <c:pt idx="3">
                  <c:v>0.059917741</c:v>
                </c:pt>
                <c:pt idx="4">
                  <c:v>0.046436321</c:v>
                </c:pt>
                <c:pt idx="5">
                  <c:v>0.039807258</c:v>
                </c:pt>
                <c:pt idx="6">
                  <c:v>0.033872168</c:v>
                </c:pt>
                <c:pt idx="7">
                  <c:v>0.027032396</c:v>
                </c:pt>
                <c:pt idx="8">
                  <c:v>0.022335821</c:v>
                </c:pt>
                <c:pt idx="9">
                  <c:v>0.019084401</c:v>
                </c:pt>
                <c:pt idx="10">
                  <c:v>0.01833964</c:v>
                </c:pt>
                <c:pt idx="11">
                  <c:v>0.022119677</c:v>
                </c:pt>
                <c:pt idx="12">
                  <c:v>0.021043572</c:v>
                </c:pt>
                <c:pt idx="13">
                  <c:v>0.017509825</c:v>
                </c:pt>
                <c:pt idx="14">
                  <c:v>0.013743978</c:v>
                </c:pt>
                <c:pt idx="15">
                  <c:v>0.011682823</c:v>
                </c:pt>
                <c:pt idx="16">
                  <c:v>0.011271672</c:v>
                </c:pt>
                <c:pt idx="17">
                  <c:v>0.011779177</c:v>
                </c:pt>
                <c:pt idx="18">
                  <c:v>0.012305219</c:v>
                </c:pt>
                <c:pt idx="19">
                  <c:v>0.01267716</c:v>
                </c:pt>
                <c:pt idx="20">
                  <c:v>0.012879694</c:v>
                </c:pt>
                <c:pt idx="21">
                  <c:v>0.013029704</c:v>
                </c:pt>
                <c:pt idx="22">
                  <c:v>0.012837171</c:v>
                </c:pt>
                <c:pt idx="23">
                  <c:v>0.012017686</c:v>
                </c:pt>
                <c:pt idx="24">
                  <c:v>0.010863321</c:v>
                </c:pt>
                <c:pt idx="25">
                  <c:v>0.010162137</c:v>
                </c:pt>
                <c:pt idx="26">
                  <c:v>0.010265511</c:v>
                </c:pt>
                <c:pt idx="27">
                  <c:v>0.010208649</c:v>
                </c:pt>
                <c:pt idx="28">
                  <c:v>0.0097404705</c:v>
                </c:pt>
                <c:pt idx="29">
                  <c:v>0.0091249561</c:v>
                </c:pt>
                <c:pt idx="30">
                  <c:v>0.0086252657</c:v>
                </c:pt>
                <c:pt idx="31">
                  <c:v>0.0083014907</c:v>
                </c:pt>
                <c:pt idx="32">
                  <c:v>0.0080970351</c:v>
                </c:pt>
                <c:pt idx="33">
                  <c:v>0.0080407043</c:v>
                </c:pt>
                <c:pt idx="34">
                  <c:v>0.0080443936</c:v>
                </c:pt>
                <c:pt idx="35">
                  <c:v>0.008142409</c:v>
                </c:pt>
                <c:pt idx="36">
                  <c:v>0.0083424249</c:v>
                </c:pt>
                <c:pt idx="37">
                  <c:v>0.0085995841</c:v>
                </c:pt>
                <c:pt idx="38">
                  <c:v>0.0088414461</c:v>
                </c:pt>
                <c:pt idx="39">
                  <c:v>0.009014775</c:v>
                </c:pt>
                <c:pt idx="40">
                  <c:v>0.0091041739</c:v>
                </c:pt>
                <c:pt idx="41">
                  <c:v>0.0091043154</c:v>
                </c:pt>
                <c:pt idx="42">
                  <c:v>0.0090160837</c:v>
                </c:pt>
                <c:pt idx="43">
                  <c:v>0.0088340965</c:v>
                </c:pt>
                <c:pt idx="44">
                  <c:v>0.0085662972</c:v>
                </c:pt>
                <c:pt idx="45">
                  <c:v>0.0082239013</c:v>
                </c:pt>
                <c:pt idx="46">
                  <c:v>0.007827754</c:v>
                </c:pt>
                <c:pt idx="47">
                  <c:v>0.0073900618</c:v>
                </c:pt>
                <c:pt idx="48">
                  <c:v>0.0069609675</c:v>
                </c:pt>
                <c:pt idx="49">
                  <c:v>0.0065844291</c:v>
                </c:pt>
                <c:pt idx="50">
                  <c:v>0.0062816575</c:v>
                </c:pt>
                <c:pt idx="51">
                  <c:v>0.0060502574</c:v>
                </c:pt>
                <c:pt idx="52">
                  <c:v>0.00586515</c:v>
                </c:pt>
                <c:pt idx="53">
                  <c:v>0.0057622914</c:v>
                </c:pt>
                <c:pt idx="54">
                  <c:v>0.005779354</c:v>
                </c:pt>
                <c:pt idx="55">
                  <c:v>0.0059171616</c:v>
                </c:pt>
                <c:pt idx="56">
                  <c:v>0.0061839102</c:v>
                </c:pt>
                <c:pt idx="57">
                  <c:v>0.0065366731</c:v>
                </c:pt>
                <c:pt idx="58">
                  <c:v>0.0069045591</c:v>
                </c:pt>
                <c:pt idx="59">
                  <c:v>0.0072005207</c:v>
                </c:pt>
                <c:pt idx="60">
                  <c:v>0.0073340451</c:v>
                </c:pt>
                <c:pt idx="61">
                  <c:v>0.0071955005</c:v>
                </c:pt>
                <c:pt idx="62">
                  <c:v>0.0069207048</c:v>
                </c:pt>
                <c:pt idx="63">
                  <c:v>0.0066810235</c:v>
                </c:pt>
                <c:pt idx="64">
                  <c:v>0.0064213709</c:v>
                </c:pt>
                <c:pt idx="65">
                  <c:v>0.0061601327</c:v>
                </c:pt>
                <c:pt idx="66">
                  <c:v>0.0059155126</c:v>
                </c:pt>
                <c:pt idx="67">
                  <c:v>0.0057038786</c:v>
                </c:pt>
                <c:pt idx="68">
                  <c:v>0.0055379881</c:v>
                </c:pt>
                <c:pt idx="69">
                  <c:v>0.0054188064</c:v>
                </c:pt>
                <c:pt idx="70">
                  <c:v>0.005337782</c:v>
                </c:pt>
                <c:pt idx="71">
                  <c:v>0.0052817271</c:v>
                </c:pt>
                <c:pt idx="72">
                  <c:v>0.0052365192</c:v>
                </c:pt>
                <c:pt idx="73">
                  <c:v>0.0051907941</c:v>
                </c:pt>
                <c:pt idx="74">
                  <c:v>0.005135345</c:v>
                </c:pt>
                <c:pt idx="75">
                  <c:v>0.005070826</c:v>
                </c:pt>
                <c:pt idx="76">
                  <c:v>0.004992242</c:v>
                </c:pt>
                <c:pt idx="77">
                  <c:v>0.0049059167</c:v>
                </c:pt>
                <c:pt idx="78">
                  <c:v>0.0048097958</c:v>
                </c:pt>
                <c:pt idx="79">
                  <c:v>0.0047017415</c:v>
                </c:pt>
                <c:pt idx="80">
                  <c:v>0.0045804383</c:v>
                </c:pt>
                <c:pt idx="81">
                  <c:v>0.0044357771</c:v>
                </c:pt>
                <c:pt idx="82">
                  <c:v>0.0042748167</c:v>
                </c:pt>
                <c:pt idx="83">
                  <c:v>0.0041015677</c:v>
                </c:pt>
                <c:pt idx="84">
                  <c:v>0.0039232034</c:v>
                </c:pt>
                <c:pt idx="85">
                  <c:v>0.0037510315</c:v>
                </c:pt>
                <c:pt idx="86">
                  <c:v>0.003587292</c:v>
                </c:pt>
                <c:pt idx="87">
                  <c:v>0.0034448526</c:v>
                </c:pt>
                <c:pt idx="88">
                  <c:v>0.0033341464</c:v>
                </c:pt>
                <c:pt idx="89">
                  <c:v>0.0032582999</c:v>
                </c:pt>
                <c:pt idx="90">
                  <c:v>0.0032190818</c:v>
                </c:pt>
                <c:pt idx="91">
                  <c:v>0.0032176992</c:v>
                </c:pt>
                <c:pt idx="92">
                  <c:v>0.0032484643</c:v>
                </c:pt>
                <c:pt idx="93">
                  <c:v>0.0033048401</c:v>
                </c:pt>
                <c:pt idx="94">
                  <c:v>0.0033714234</c:v>
                </c:pt>
                <c:pt idx="95">
                  <c:v>0.0034370041</c:v>
                </c:pt>
                <c:pt idx="96">
                  <c:v>0.0034979512</c:v>
                </c:pt>
                <c:pt idx="97">
                  <c:v>0.0035519284</c:v>
                </c:pt>
                <c:pt idx="98">
                  <c:v>0.0035981239</c:v>
                </c:pt>
                <c:pt idx="99">
                  <c:v>0.0036346761</c:v>
                </c:pt>
                <c:pt idx="100">
                  <c:v>0.0036610448</c:v>
                </c:pt>
                <c:pt idx="101">
                  <c:v>0.0036780665</c:v>
                </c:pt>
                <c:pt idx="102">
                  <c:v>0.0036884235</c:v>
                </c:pt>
                <c:pt idx="103">
                  <c:v>0.0036952359</c:v>
                </c:pt>
                <c:pt idx="104">
                  <c:v>0.0037007793</c:v>
                </c:pt>
                <c:pt idx="105">
                  <c:v>0.0037051231</c:v>
                </c:pt>
                <c:pt idx="106">
                  <c:v>0.0037057709</c:v>
                </c:pt>
                <c:pt idx="107">
                  <c:v>0.0037020265</c:v>
                </c:pt>
                <c:pt idx="108">
                  <c:v>0.0036915648</c:v>
                </c:pt>
                <c:pt idx="109">
                  <c:v>0.0036741885</c:v>
                </c:pt>
                <c:pt idx="110">
                  <c:v>0.003648277</c:v>
                </c:pt>
                <c:pt idx="111">
                  <c:v>0.0036134734</c:v>
                </c:pt>
                <c:pt idx="112">
                  <c:v>0.0035677308</c:v>
                </c:pt>
                <c:pt idx="113">
                  <c:v>0.0035107669</c:v>
                </c:pt>
                <c:pt idx="114">
                  <c:v>0.0034446007</c:v>
                </c:pt>
                <c:pt idx="115">
                  <c:v>0.0033711883</c:v>
                </c:pt>
                <c:pt idx="116">
                  <c:v>0.0032924613</c:v>
                </c:pt>
                <c:pt idx="117">
                  <c:v>0.0032119088</c:v>
                </c:pt>
                <c:pt idx="118">
                  <c:v>0.0031320537</c:v>
                </c:pt>
                <c:pt idx="119">
                  <c:v>0.0030548794</c:v>
                </c:pt>
                <c:pt idx="120">
                  <c:v>0.0029828568</c:v>
                </c:pt>
                <c:pt idx="121">
                  <c:v>0.002917207</c:v>
                </c:pt>
                <c:pt idx="122">
                  <c:v>0.0028588416</c:v>
                </c:pt>
                <c:pt idx="123">
                  <c:v>0.0028092666</c:v>
                </c:pt>
                <c:pt idx="124">
                  <c:v>0.0027682083</c:v>
                </c:pt>
                <c:pt idx="125">
                  <c:v>0.0027508008</c:v>
                </c:pt>
                <c:pt idx="126">
                  <c:v>0.0027356761</c:v>
                </c:pt>
                <c:pt idx="127">
                  <c:v>0.0027225719</c:v>
                </c:pt>
                <c:pt idx="128">
                  <c:v>0.002712381</c:v>
                </c:pt>
                <c:pt idx="129">
                  <c:v>0.0027049407</c:v>
                </c:pt>
                <c:pt idx="130">
                  <c:v>0.0026989669</c:v>
                </c:pt>
                <c:pt idx="131">
                  <c:v>0.0026955257</c:v>
                </c:pt>
                <c:pt idx="132">
                  <c:v>0.0026948812</c:v>
                </c:pt>
                <c:pt idx="133">
                  <c:v>0.0026972952</c:v>
                </c:pt>
                <c:pt idx="134">
                  <c:v>0.0027025042</c:v>
                </c:pt>
                <c:pt idx="135">
                  <c:v>0.0027100007</c:v>
                </c:pt>
                <c:pt idx="136">
                  <c:v>0.0027191697</c:v>
                </c:pt>
                <c:pt idx="137">
                  <c:v>0.0027283935</c:v>
                </c:pt>
                <c:pt idx="138">
                  <c:v>0.0027390675</c:v>
                </c:pt>
                <c:pt idx="139">
                  <c:v>0.0027502986</c:v>
                </c:pt>
                <c:pt idx="140">
                  <c:v>0.0027637786</c:v>
                </c:pt>
                <c:pt idx="141">
                  <c:v>0.0027784669</c:v>
                </c:pt>
                <c:pt idx="142">
                  <c:v>0.0027945118</c:v>
                </c:pt>
                <c:pt idx="143">
                  <c:v>0.0028129723</c:v>
                </c:pt>
                <c:pt idx="144">
                  <c:v>0.0028342122</c:v>
                </c:pt>
                <c:pt idx="145">
                  <c:v>0.0028584841</c:v>
                </c:pt>
                <c:pt idx="146">
                  <c:v>0.0028856779</c:v>
                </c:pt>
                <c:pt idx="147">
                  <c:v>0.0029142687</c:v>
                </c:pt>
                <c:pt idx="148">
                  <c:v>0.0029403359</c:v>
                </c:pt>
                <c:pt idx="149">
                  <c:v>0.0029666932</c:v>
                </c:pt>
                <c:pt idx="150">
                  <c:v>0.0029949405</c:v>
                </c:pt>
                <c:pt idx="151">
                  <c:v>0.0030247007</c:v>
                </c:pt>
                <c:pt idx="152">
                  <c:v>0.0030544484</c:v>
                </c:pt>
                <c:pt idx="153">
                  <c:v>0.0030836482</c:v>
                </c:pt>
                <c:pt idx="154">
                  <c:v>0.0031129737</c:v>
                </c:pt>
                <c:pt idx="155">
                  <c:v>0.0031437397</c:v>
                </c:pt>
                <c:pt idx="156">
                  <c:v>0.0031760682</c:v>
                </c:pt>
                <c:pt idx="157">
                  <c:v>0.0032096544</c:v>
                </c:pt>
                <c:pt idx="158">
                  <c:v>0.0032443064</c:v>
                </c:pt>
                <c:pt idx="159">
                  <c:v>0.0032813776</c:v>
                </c:pt>
                <c:pt idx="160">
                  <c:v>0.0033193495</c:v>
                </c:pt>
                <c:pt idx="161">
                  <c:v>0.0033566631</c:v>
                </c:pt>
                <c:pt idx="162">
                  <c:v>0.0033911094</c:v>
                </c:pt>
                <c:pt idx="163">
                  <c:v>0.0034222716</c:v>
                </c:pt>
                <c:pt idx="164">
                  <c:v>0.0034486386</c:v>
                </c:pt>
                <c:pt idx="165">
                  <c:v>0.003468775</c:v>
                </c:pt>
                <c:pt idx="166">
                  <c:v>0.0034817785</c:v>
                </c:pt>
                <c:pt idx="167">
                  <c:v>0.0034874688</c:v>
                </c:pt>
                <c:pt idx="168">
                  <c:v>0.0034847923</c:v>
                </c:pt>
                <c:pt idx="169">
                  <c:v>0.0034735778</c:v>
                </c:pt>
                <c:pt idx="170">
                  <c:v>0.0034535602</c:v>
                </c:pt>
                <c:pt idx="171">
                  <c:v>0.0034251732</c:v>
                </c:pt>
                <c:pt idx="172">
                  <c:v>0.0033894339</c:v>
                </c:pt>
                <c:pt idx="173">
                  <c:v>0.0033459964</c:v>
                </c:pt>
                <c:pt idx="174">
                  <c:v>0.0032940471</c:v>
                </c:pt>
                <c:pt idx="175">
                  <c:v>0.0032363056</c:v>
                </c:pt>
                <c:pt idx="176">
                  <c:v>0.0031754867</c:v>
                </c:pt>
                <c:pt idx="177">
                  <c:v>0.0031124568</c:v>
                </c:pt>
                <c:pt idx="178">
                  <c:v>0.0030500737</c:v>
                </c:pt>
                <c:pt idx="179">
                  <c:v>0.0029892321</c:v>
                </c:pt>
                <c:pt idx="180">
                  <c:v>0.00293122</c:v>
                </c:pt>
                <c:pt idx="181">
                  <c:v>0.0028771407</c:v>
                </c:pt>
                <c:pt idx="182">
                  <c:v>0.0028280214</c:v>
                </c:pt>
                <c:pt idx="183">
                  <c:v>0.0027849087</c:v>
                </c:pt>
                <c:pt idx="184">
                  <c:v>0.0027492479</c:v>
                </c:pt>
                <c:pt idx="185">
                  <c:v>0.0027210069</c:v>
                </c:pt>
                <c:pt idx="186">
                  <c:v>0.0027009519</c:v>
                </c:pt>
                <c:pt idx="187">
                  <c:v>0.0026885671</c:v>
                </c:pt>
                <c:pt idx="188">
                  <c:v>0.0026832069</c:v>
                </c:pt>
                <c:pt idx="189">
                  <c:v>0.0026855932</c:v>
                </c:pt>
                <c:pt idx="190">
                  <c:v>0.0026944756</c:v>
                </c:pt>
                <c:pt idx="191">
                  <c:v>0.0027067989</c:v>
                </c:pt>
                <c:pt idx="192">
                  <c:v>0.0027227031</c:v>
                </c:pt>
                <c:pt idx="193">
                  <c:v>0.0027406118</c:v>
                </c:pt>
                <c:pt idx="194">
                  <c:v>0.0027596756</c:v>
                </c:pt>
                <c:pt idx="195">
                  <c:v>0.0027785261</c:v>
                </c:pt>
                <c:pt idx="196">
                  <c:v>0.0027970506</c:v>
                </c:pt>
                <c:pt idx="197">
                  <c:v>0.0028119097</c:v>
                </c:pt>
                <c:pt idx="198">
                  <c:v>0.0028250155</c:v>
                </c:pt>
                <c:pt idx="199">
                  <c:v>0.0028349169</c:v>
                </c:pt>
                <c:pt idx="200">
                  <c:v>0.0028428912</c:v>
                </c:pt>
                <c:pt idx="201">
                  <c:v>0.002848109</c:v>
                </c:pt>
                <c:pt idx="202">
                  <c:v>0.0028504533</c:v>
                </c:pt>
                <c:pt idx="203">
                  <c:v>0.0028499099</c:v>
                </c:pt>
                <c:pt idx="204">
                  <c:v>0.0028458579</c:v>
                </c:pt>
                <c:pt idx="205">
                  <c:v>0.0028385297</c:v>
                </c:pt>
                <c:pt idx="206">
                  <c:v>0.0028271293</c:v>
                </c:pt>
                <c:pt idx="207">
                  <c:v>0.0028121294</c:v>
                </c:pt>
                <c:pt idx="208">
                  <c:v>0.0027934491</c:v>
                </c:pt>
                <c:pt idx="209">
                  <c:v>0.0027718235</c:v>
                </c:pt>
                <c:pt idx="210">
                  <c:v>0.0027472914</c:v>
                </c:pt>
                <c:pt idx="211">
                  <c:v>0.0027201254</c:v>
                </c:pt>
                <c:pt idx="212">
                  <c:v>0.002690398</c:v>
                </c:pt>
                <c:pt idx="213">
                  <c:v>0.0026587539</c:v>
                </c:pt>
                <c:pt idx="214">
                  <c:v>0.0026253396</c:v>
                </c:pt>
                <c:pt idx="215">
                  <c:v>0.0025905602</c:v>
                </c:pt>
                <c:pt idx="216">
                  <c:v>0.0025539727</c:v>
                </c:pt>
                <c:pt idx="217">
                  <c:v>0.0025151581</c:v>
                </c:pt>
                <c:pt idx="218">
                  <c:v>0.002475715</c:v>
                </c:pt>
                <c:pt idx="219">
                  <c:v>0.0024361976</c:v>
                </c:pt>
                <c:pt idx="220">
                  <c:v>0.0023969083</c:v>
                </c:pt>
                <c:pt idx="221">
                  <c:v>0.0023583265</c:v>
                </c:pt>
                <c:pt idx="222">
                  <c:v>0.0023208022</c:v>
                </c:pt>
                <c:pt idx="223">
                  <c:v>0.0022840199</c:v>
                </c:pt>
                <c:pt idx="224">
                  <c:v>0.0022487176</c:v>
                </c:pt>
                <c:pt idx="225">
                  <c:v>0.0022140525</c:v>
                </c:pt>
                <c:pt idx="226">
                  <c:v>0.0021806415</c:v>
                </c:pt>
                <c:pt idx="227">
                  <c:v>0.0021491208</c:v>
                </c:pt>
                <c:pt idx="228">
                  <c:v>0.002119568</c:v>
                </c:pt>
                <c:pt idx="229">
                  <c:v>0.0020915727</c:v>
                </c:pt>
                <c:pt idx="230">
                  <c:v>0.0020658724</c:v>
                </c:pt>
                <c:pt idx="231">
                  <c:v>0.0020411616</c:v>
                </c:pt>
                <c:pt idx="232">
                  <c:v>0.0020170537</c:v>
                </c:pt>
                <c:pt idx="233">
                  <c:v>0.0019947599</c:v>
                </c:pt>
                <c:pt idx="234">
                  <c:v>0.0019750135</c:v>
                </c:pt>
                <c:pt idx="235">
                  <c:v>0.0019572538</c:v>
                </c:pt>
                <c:pt idx="236">
                  <c:v>0.0019420986</c:v>
                </c:pt>
                <c:pt idx="237">
                  <c:v>0.0019300853</c:v>
                </c:pt>
                <c:pt idx="238">
                  <c:v>0.0019195668</c:v>
                </c:pt>
                <c:pt idx="239">
                  <c:v>0.0019132812</c:v>
                </c:pt>
                <c:pt idx="240">
                  <c:v>0.0019111394</c:v>
                </c:pt>
                <c:pt idx="241">
                  <c:v>0.0019133716</c:v>
                </c:pt>
                <c:pt idx="242">
                  <c:v>0.0019181823</c:v>
                </c:pt>
                <c:pt idx="243">
                  <c:v>0.0019259243</c:v>
                </c:pt>
                <c:pt idx="244">
                  <c:v>0.0019354732</c:v>
                </c:pt>
                <c:pt idx="245">
                  <c:v>0.0019468961</c:v>
                </c:pt>
                <c:pt idx="246">
                  <c:v>0.0019596531</c:v>
                </c:pt>
                <c:pt idx="247">
                  <c:v>0.001972959</c:v>
                </c:pt>
                <c:pt idx="248">
                  <c:v>0.0019862699</c:v>
                </c:pt>
                <c:pt idx="249">
                  <c:v>0.0019989111</c:v>
                </c:pt>
                <c:pt idx="250">
                  <c:v>0.002004852</c:v>
                </c:pt>
                <c:pt idx="251">
                  <c:v>0.0020107253</c:v>
                </c:pt>
                <c:pt idx="252">
                  <c:v>0.002016439</c:v>
                </c:pt>
                <c:pt idx="253">
                  <c:v>0.0020218365</c:v>
                </c:pt>
                <c:pt idx="254">
                  <c:v>0.0020269917</c:v>
                </c:pt>
                <c:pt idx="255">
                  <c:v>0.0020318619</c:v>
                </c:pt>
                <c:pt idx="256">
                  <c:v>0.0020365825</c:v>
                </c:pt>
                <c:pt idx="257">
                  <c:v>0.0020411872</c:v>
                </c:pt>
                <c:pt idx="258">
                  <c:v>0.0020457556</c:v>
                </c:pt>
                <c:pt idx="259">
                  <c:v>0.0020503524</c:v>
                </c:pt>
                <c:pt idx="260">
                  <c:v>0.0020548951</c:v>
                </c:pt>
                <c:pt idx="261">
                  <c:v>0.0020592778</c:v>
                </c:pt>
                <c:pt idx="262">
                  <c:v>0.0020635872</c:v>
                </c:pt>
                <c:pt idx="263">
                  <c:v>0.0020676856</c:v>
                </c:pt>
                <c:pt idx="264">
                  <c:v>0.0020714611</c:v>
                </c:pt>
                <c:pt idx="265">
                  <c:v>0.0020750422</c:v>
                </c:pt>
                <c:pt idx="266">
                  <c:v>0.002078417</c:v>
                </c:pt>
                <c:pt idx="267">
                  <c:v>0.002081699</c:v>
                </c:pt>
                <c:pt idx="268">
                  <c:v>0.0020844942</c:v>
                </c:pt>
                <c:pt idx="269">
                  <c:v>0.0020867917</c:v>
                </c:pt>
                <c:pt idx="270">
                  <c:v>0.00208843</c:v>
                </c:pt>
                <c:pt idx="271">
                  <c:v>0.0020895462</c:v>
                </c:pt>
                <c:pt idx="272">
                  <c:v>0.0020901928</c:v>
                </c:pt>
                <c:pt idx="273">
                  <c:v>0.0020901405</c:v>
                </c:pt>
                <c:pt idx="274">
                  <c:v>0.0020893376</c:v>
                </c:pt>
                <c:pt idx="275">
                  <c:v>0.0020879169</c:v>
                </c:pt>
                <c:pt idx="276">
                  <c:v>0.0020859842</c:v>
                </c:pt>
                <c:pt idx="277">
                  <c:v>0.0020833824</c:v>
                </c:pt>
                <c:pt idx="278">
                  <c:v>0.0020801708</c:v>
                </c:pt>
                <c:pt idx="279">
                  <c:v>0.002076452</c:v>
                </c:pt>
                <c:pt idx="280">
                  <c:v>0.0020722246</c:v>
                </c:pt>
                <c:pt idx="281">
                  <c:v>0.0020674653</c:v>
                </c:pt>
                <c:pt idx="282">
                  <c:v>0.0020622466</c:v>
                </c:pt>
                <c:pt idx="283">
                  <c:v>0.0020564808</c:v>
                </c:pt>
                <c:pt idx="284">
                  <c:v>0.0020502254</c:v>
                </c:pt>
                <c:pt idx="285">
                  <c:v>0.0020434418</c:v>
                </c:pt>
                <c:pt idx="286">
                  <c:v>0.0020362597</c:v>
                </c:pt>
                <c:pt idx="287">
                  <c:v>0.0020287194</c:v>
                </c:pt>
                <c:pt idx="288">
                  <c:v>0.0020208371</c:v>
                </c:pt>
                <c:pt idx="289">
                  <c:v>0.0020126615</c:v>
                </c:pt>
                <c:pt idx="290">
                  <c:v>0.0020042795</c:v>
                </c:pt>
                <c:pt idx="291">
                  <c:v>0.001995725</c:v>
                </c:pt>
                <c:pt idx="292">
                  <c:v>0.0019870097</c:v>
                </c:pt>
                <c:pt idx="293">
                  <c:v>0.0019781545</c:v>
                </c:pt>
                <c:pt idx="294">
                  <c:v>0.0019692505</c:v>
                </c:pt>
                <c:pt idx="295">
                  <c:v>0.0019603578</c:v>
                </c:pt>
                <c:pt idx="296">
                  <c:v>0.0019514528</c:v>
                </c:pt>
                <c:pt idx="297">
                  <c:v>0.0019426201</c:v>
                </c:pt>
                <c:pt idx="298">
                  <c:v>0.0019338302</c:v>
                </c:pt>
                <c:pt idx="299">
                  <c:v>0.0019250213</c:v>
                </c:pt>
                <c:pt idx="300">
                  <c:v>0.0019161295</c:v>
                </c:pt>
                <c:pt idx="301">
                  <c:v>0.001907428</c:v>
                </c:pt>
                <c:pt idx="302">
                  <c:v>0.0018988869</c:v>
                </c:pt>
                <c:pt idx="303">
                  <c:v>0.0018905582</c:v>
                </c:pt>
                <c:pt idx="304">
                  <c:v>0.0018824828</c:v>
                </c:pt>
                <c:pt idx="305">
                  <c:v>0.0018746976</c:v>
                </c:pt>
                <c:pt idx="306">
                  <c:v>0.001867176</c:v>
                </c:pt>
                <c:pt idx="307">
                  <c:v>0.0018600068</c:v>
                </c:pt>
                <c:pt idx="308">
                  <c:v>0.001853094</c:v>
                </c:pt>
                <c:pt idx="309">
                  <c:v>0.0018464987</c:v>
                </c:pt>
                <c:pt idx="310">
                  <c:v>0.0018401734</c:v>
                </c:pt>
                <c:pt idx="311">
                  <c:v>0.0018341422</c:v>
                </c:pt>
                <c:pt idx="312">
                  <c:v>0.0018284941</c:v>
                </c:pt>
                <c:pt idx="313">
                  <c:v>0.0018232683</c:v>
                </c:pt>
                <c:pt idx="314">
                  <c:v>0.0018183335</c:v>
                </c:pt>
                <c:pt idx="315">
                  <c:v>0.0018137313</c:v>
                </c:pt>
                <c:pt idx="316">
                  <c:v>0.001809499</c:v>
                </c:pt>
                <c:pt idx="317">
                  <c:v>0.0018056498</c:v>
                </c:pt>
                <c:pt idx="318">
                  <c:v>0.0018021321</c:v>
                </c:pt>
                <c:pt idx="319">
                  <c:v>0.0017988961</c:v>
                </c:pt>
                <c:pt idx="320">
                  <c:v>0.0017959874</c:v>
                </c:pt>
                <c:pt idx="321">
                  <c:v>0.0017933082</c:v>
                </c:pt>
                <c:pt idx="322">
                  <c:v>0.0017908633</c:v>
                </c:pt>
                <c:pt idx="323">
                  <c:v>0.0017886106</c:v>
                </c:pt>
                <c:pt idx="324">
                  <c:v>0.0017865485</c:v>
                </c:pt>
                <c:pt idx="325">
                  <c:v>0.0017845837</c:v>
                </c:pt>
                <c:pt idx="326">
                  <c:v>0.0017826762</c:v>
                </c:pt>
                <c:pt idx="327">
                  <c:v>0.0017808091</c:v>
                </c:pt>
                <c:pt idx="328">
                  <c:v>0.0017790068</c:v>
                </c:pt>
                <c:pt idx="329">
                  <c:v>0.0017772744</c:v>
                </c:pt>
                <c:pt idx="330">
                  <c:v>0.0017755078</c:v>
                </c:pt>
                <c:pt idx="331">
                  <c:v>0.0017737046</c:v>
                </c:pt>
                <c:pt idx="332">
                  <c:v>0.0017719584</c:v>
                </c:pt>
                <c:pt idx="333">
                  <c:v>0.0017702431</c:v>
                </c:pt>
                <c:pt idx="334">
                  <c:v>0.0017684494</c:v>
                </c:pt>
                <c:pt idx="335">
                  <c:v>0.0017665888</c:v>
                </c:pt>
                <c:pt idx="336">
                  <c:v>0.0017646589</c:v>
                </c:pt>
                <c:pt idx="337">
                  <c:v>0.0017625883</c:v>
                </c:pt>
                <c:pt idx="338">
                  <c:v>0.0017603237</c:v>
                </c:pt>
                <c:pt idx="339">
                  <c:v>0.0017579813</c:v>
                </c:pt>
                <c:pt idx="340">
                  <c:v>0.0017554562</c:v>
                </c:pt>
                <c:pt idx="341">
                  <c:v>0.0017527813</c:v>
                </c:pt>
                <c:pt idx="342">
                  <c:v>0.0017499877</c:v>
                </c:pt>
                <c:pt idx="343">
                  <c:v>0.0017470124</c:v>
                </c:pt>
                <c:pt idx="344">
                  <c:v>0.0017438987</c:v>
                </c:pt>
                <c:pt idx="345">
                  <c:v>0.0017406125</c:v>
                </c:pt>
                <c:pt idx="346">
                  <c:v>0.0017371517</c:v>
                </c:pt>
                <c:pt idx="347">
                  <c:v>0.0017334911</c:v>
                </c:pt>
                <c:pt idx="348">
                  <c:v>0.0017296182</c:v>
                </c:pt>
                <c:pt idx="349">
                  <c:v>0.0017255438</c:v>
                </c:pt>
                <c:pt idx="350">
                  <c:v>0.0017211891</c:v>
                </c:pt>
                <c:pt idx="351">
                  <c:v>0.0017165914</c:v>
                </c:pt>
                <c:pt idx="352">
                  <c:v>0.0017118388</c:v>
                </c:pt>
                <c:pt idx="353">
                  <c:v>0.0017068146</c:v>
                </c:pt>
                <c:pt idx="354">
                  <c:v>0.0017016958</c:v>
                </c:pt>
                <c:pt idx="355">
                  <c:v>0.001696231</c:v>
                </c:pt>
                <c:pt idx="356">
                  <c:v>0.0016907072</c:v>
                </c:pt>
                <c:pt idx="357">
                  <c:v>0.0016850485</c:v>
                </c:pt>
                <c:pt idx="358">
                  <c:v>0.0016792023</c:v>
                </c:pt>
                <c:pt idx="359">
                  <c:v>0.0016731409</c:v>
                </c:pt>
                <c:pt idx="360">
                  <c:v>0.0016669707</c:v>
                </c:pt>
                <c:pt idx="361">
                  <c:v>0.0016606443</c:v>
                </c:pt>
                <c:pt idx="362">
                  <c:v>0.001654085</c:v>
                </c:pt>
                <c:pt idx="363">
                  <c:v>0.0016472958</c:v>
                </c:pt>
                <c:pt idx="364">
                  <c:v>0.0016404132</c:v>
                </c:pt>
                <c:pt idx="365">
                  <c:v>0.0016334359</c:v>
                </c:pt>
                <c:pt idx="366">
                  <c:v>0.0016263563</c:v>
                </c:pt>
                <c:pt idx="367">
                  <c:v>0.0016190996</c:v>
                </c:pt>
                <c:pt idx="368">
                  <c:v>0.0016117415</c:v>
                </c:pt>
                <c:pt idx="369">
                  <c:v>0.0016042861</c:v>
                </c:pt>
                <c:pt idx="370">
                  <c:v>0.0015968341</c:v>
                </c:pt>
                <c:pt idx="371">
                  <c:v>0.0015892776</c:v>
                </c:pt>
                <c:pt idx="372">
                  <c:v>0.001581838</c:v>
                </c:pt>
                <c:pt idx="373">
                  <c:v>0.0015743057</c:v>
                </c:pt>
                <c:pt idx="374">
                  <c:v>0.0015669158</c:v>
                </c:pt>
                <c:pt idx="375">
                  <c:v>0.0015596331</c:v>
                </c:pt>
                <c:pt idx="376">
                  <c:v>0.0015524552</c:v>
                </c:pt>
                <c:pt idx="377">
                  <c:v>0.0015454026</c:v>
                </c:pt>
                <c:pt idx="378">
                  <c:v>0.0015384725</c:v>
                </c:pt>
                <c:pt idx="379">
                  <c:v>0.0015317442</c:v>
                </c:pt>
                <c:pt idx="380">
                  <c:v>0.0015251083</c:v>
                </c:pt>
                <c:pt idx="381">
                  <c:v>0.0015186724</c:v>
                </c:pt>
                <c:pt idx="382">
                  <c:v>0.0015124099</c:v>
                </c:pt>
                <c:pt idx="383">
                  <c:v>0.0015062991</c:v>
                </c:pt>
                <c:pt idx="384">
                  <c:v>0.0015003928</c:v>
                </c:pt>
                <c:pt idx="385">
                  <c:v>0.001494585</c:v>
                </c:pt>
                <c:pt idx="386">
                  <c:v>0.0014889834</c:v>
                </c:pt>
                <c:pt idx="387">
                  <c:v>0.00148355</c:v>
                </c:pt>
                <c:pt idx="388">
                  <c:v>0.0014781916</c:v>
                </c:pt>
                <c:pt idx="389">
                  <c:v>0.0014730999</c:v>
                </c:pt>
                <c:pt idx="390">
                  <c:v>0.0014681617</c:v>
                </c:pt>
                <c:pt idx="391">
                  <c:v>0.0014633892</c:v>
                </c:pt>
                <c:pt idx="392">
                  <c:v>0.0014588865</c:v>
                </c:pt>
                <c:pt idx="393">
                  <c:v>0.0014545339</c:v>
                </c:pt>
                <c:pt idx="394">
                  <c:v>0.0014504846</c:v>
                </c:pt>
                <c:pt idx="395">
                  <c:v>0.0014466391</c:v>
                </c:pt>
                <c:pt idx="396">
                  <c:v>0.0014429555</c:v>
                </c:pt>
                <c:pt idx="397">
                  <c:v>0.0014393387</c:v>
                </c:pt>
                <c:pt idx="398">
                  <c:v>0.0014357787</c:v>
                </c:pt>
                <c:pt idx="399">
                  <c:v>0.0014322599</c:v>
                </c:pt>
                <c:pt idx="400">
                  <c:v>0.0014287682</c:v>
                </c:pt>
                <c:pt idx="401">
                  <c:v>0.0014253779</c:v>
                </c:pt>
                <c:pt idx="402">
                  <c:v>0.001422063</c:v>
                </c:pt>
                <c:pt idx="403">
                  <c:v>0.0014189976</c:v>
                </c:pt>
                <c:pt idx="404">
                  <c:v>0.0014160368</c:v>
                </c:pt>
                <c:pt idx="405">
                  <c:v>0.0014133531</c:v>
                </c:pt>
                <c:pt idx="406">
                  <c:v>0.0014108892</c:v>
                </c:pt>
                <c:pt idx="407">
                  <c:v>0.001408588</c:v>
                </c:pt>
                <c:pt idx="408">
                  <c:v>0.00140637</c:v>
                </c:pt>
                <c:pt idx="409">
                  <c:v>0.0014039828</c:v>
                </c:pt>
                <c:pt idx="410">
                  <c:v>0.0014015727</c:v>
                </c:pt>
                <c:pt idx="411">
                  <c:v>0.0013991691</c:v>
                </c:pt>
                <c:pt idx="412">
                  <c:v>0.0013966505</c:v>
                </c:pt>
                <c:pt idx="413">
                  <c:v>0.0013941771</c:v>
                </c:pt>
                <c:pt idx="414">
                  <c:v>0.0013918161</c:v>
                </c:pt>
                <c:pt idx="415">
                  <c:v>0.0013893693</c:v>
                </c:pt>
                <c:pt idx="416">
                  <c:v>0.001386873</c:v>
                </c:pt>
                <c:pt idx="417">
                  <c:v>0.0013843585</c:v>
                </c:pt>
                <c:pt idx="418">
                  <c:v>0.0013817675</c:v>
                </c:pt>
                <c:pt idx="419">
                  <c:v>0.0013792019</c:v>
                </c:pt>
                <c:pt idx="420">
                  <c:v>0.0013765942</c:v>
                </c:pt>
                <c:pt idx="421">
                  <c:v>0.0013740273</c:v>
                </c:pt>
                <c:pt idx="422">
                  <c:v>0.0013714185</c:v>
                </c:pt>
                <c:pt idx="423">
                  <c:v>0.0013687586</c:v>
                </c:pt>
                <c:pt idx="424">
                  <c:v>0.0013661504</c:v>
                </c:pt>
                <c:pt idx="425">
                  <c:v>0.0013636043</c:v>
                </c:pt>
                <c:pt idx="426">
                  <c:v>0.0013609425</c:v>
                </c:pt>
                <c:pt idx="427">
                  <c:v>0.0013582882</c:v>
                </c:pt>
                <c:pt idx="428">
                  <c:v>0.0013556783</c:v>
                </c:pt>
                <c:pt idx="429">
                  <c:v>0.0013531204</c:v>
                </c:pt>
                <c:pt idx="430">
                  <c:v>0.0013504775</c:v>
                </c:pt>
                <c:pt idx="431">
                  <c:v>0.0013478125</c:v>
                </c:pt>
                <c:pt idx="432">
                  <c:v>0.001345203</c:v>
                </c:pt>
                <c:pt idx="433">
                  <c:v>0.0013426024</c:v>
                </c:pt>
                <c:pt idx="434">
                  <c:v>0.0013399779</c:v>
                </c:pt>
                <c:pt idx="435">
                  <c:v>0.0013373276</c:v>
                </c:pt>
                <c:pt idx="436">
                  <c:v>0.0013346976</c:v>
                </c:pt>
                <c:pt idx="437">
                  <c:v>0.0013320748</c:v>
                </c:pt>
                <c:pt idx="438">
                  <c:v>0.0013293915</c:v>
                </c:pt>
                <c:pt idx="439">
                  <c:v>0.001326659</c:v>
                </c:pt>
                <c:pt idx="440">
                  <c:v>0.0013238483</c:v>
                </c:pt>
                <c:pt idx="441">
                  <c:v>0.0013210444</c:v>
                </c:pt>
                <c:pt idx="442">
                  <c:v>0.0013182219</c:v>
                </c:pt>
                <c:pt idx="443">
                  <c:v>0.0013153436</c:v>
                </c:pt>
                <c:pt idx="444">
                  <c:v>0.0013124236</c:v>
                </c:pt>
                <c:pt idx="445">
                  <c:v>0.0013094235</c:v>
                </c:pt>
                <c:pt idx="446">
                  <c:v>0.0013064343</c:v>
                </c:pt>
                <c:pt idx="447">
                  <c:v>0.0013034298</c:v>
                </c:pt>
                <c:pt idx="448">
                  <c:v>0.001300415</c:v>
                </c:pt>
                <c:pt idx="449">
                  <c:v>0.0012973674</c:v>
                </c:pt>
                <c:pt idx="450">
                  <c:v>0.0012943471</c:v>
                </c:pt>
                <c:pt idx="451">
                  <c:v>0.0012913695</c:v>
                </c:pt>
                <c:pt idx="452">
                  <c:v>0.0012885123</c:v>
                </c:pt>
                <c:pt idx="453">
                  <c:v>0.0012855161</c:v>
                </c:pt>
                <c:pt idx="454">
                  <c:v>0.0012826451</c:v>
                </c:pt>
                <c:pt idx="455">
                  <c:v>0.0012797424</c:v>
                </c:pt>
                <c:pt idx="456">
                  <c:v>0.0012769</c:v>
                </c:pt>
                <c:pt idx="457">
                  <c:v>0.0012741376</c:v>
                </c:pt>
                <c:pt idx="458">
                  <c:v>0.0012714533</c:v>
                </c:pt>
                <c:pt idx="459">
                  <c:v>0.0012687862</c:v>
                </c:pt>
                <c:pt idx="460">
                  <c:v>0.0012661918</c:v>
                </c:pt>
                <c:pt idx="461">
                  <c:v>0.0012636588</c:v>
                </c:pt>
                <c:pt idx="462">
                  <c:v>0.0012611298</c:v>
                </c:pt>
                <c:pt idx="463">
                  <c:v>0.0012586766</c:v>
                </c:pt>
                <c:pt idx="464">
                  <c:v>0.00125628</c:v>
                </c:pt>
                <c:pt idx="465">
                  <c:v>0.0012538928</c:v>
                </c:pt>
                <c:pt idx="466">
                  <c:v>0.0012515858</c:v>
                </c:pt>
                <c:pt idx="467">
                  <c:v>0.0012493304</c:v>
                </c:pt>
                <c:pt idx="468">
                  <c:v>0.0012470873</c:v>
                </c:pt>
                <c:pt idx="469">
                  <c:v>0.0012448655</c:v>
                </c:pt>
                <c:pt idx="470">
                  <c:v>0.0012426534</c:v>
                </c:pt>
                <c:pt idx="471">
                  <c:v>0.0012404741</c:v>
                </c:pt>
                <c:pt idx="472">
                  <c:v>0.0012382714</c:v>
                </c:pt>
                <c:pt idx="473">
                  <c:v>0.0012360721</c:v>
                </c:pt>
                <c:pt idx="474">
                  <c:v>0.001233972</c:v>
                </c:pt>
                <c:pt idx="475">
                  <c:v>0.0012317275</c:v>
                </c:pt>
                <c:pt idx="476">
                  <c:v>0.0012295383</c:v>
                </c:pt>
                <c:pt idx="477">
                  <c:v>0.0012273165</c:v>
                </c:pt>
                <c:pt idx="478">
                  <c:v>0.0012250903</c:v>
                </c:pt>
                <c:pt idx="479">
                  <c:v>0.0012228603</c:v>
                </c:pt>
                <c:pt idx="480">
                  <c:v>0.0012206029</c:v>
                </c:pt>
                <c:pt idx="481">
                  <c:v>0.0012183091</c:v>
                </c:pt>
                <c:pt idx="482">
                  <c:v>0.0012160069</c:v>
                </c:pt>
                <c:pt idx="483">
                  <c:v>0.0012136756</c:v>
                </c:pt>
                <c:pt idx="484">
                  <c:v>0.0012112759</c:v>
                </c:pt>
                <c:pt idx="485">
                  <c:v>0.0012088444</c:v>
                </c:pt>
                <c:pt idx="486">
                  <c:v>0.0012064257</c:v>
                </c:pt>
                <c:pt idx="487">
                  <c:v>0.0012039575</c:v>
                </c:pt>
                <c:pt idx="488">
                  <c:v>0.0012014942</c:v>
                </c:pt>
                <c:pt idx="489">
                  <c:v>0.0011990182</c:v>
                </c:pt>
                <c:pt idx="490">
                  <c:v>0.0011964397</c:v>
                </c:pt>
                <c:pt idx="491">
                  <c:v>0.0011937736</c:v>
                </c:pt>
                <c:pt idx="492">
                  <c:v>0.0011908019</c:v>
                </c:pt>
                <c:pt idx="493">
                  <c:v>0.001187642</c:v>
                </c:pt>
                <c:pt idx="494">
                  <c:v>0.0011844086</c:v>
                </c:pt>
                <c:pt idx="495">
                  <c:v>0.001180988</c:v>
                </c:pt>
                <c:pt idx="496">
                  <c:v>0.0011773404</c:v>
                </c:pt>
                <c:pt idx="497">
                  <c:v>0.0011735868</c:v>
                </c:pt>
                <c:pt idx="498">
                  <c:v>0.0011696292</c:v>
                </c:pt>
                <c:pt idx="499">
                  <c:v>0.0011655844</c:v>
                </c:pt>
                <c:pt idx="500">
                  <c:v>0.0011635601</c:v>
                </c:pt>
                <c:pt idx="501">
                  <c:v>0.001161535</c:v>
                </c:pt>
                <c:pt idx="502">
                  <c:v>0.0011595022</c:v>
                </c:pt>
                <c:pt idx="503">
                  <c:v>0.0011574345</c:v>
                </c:pt>
                <c:pt idx="504">
                  <c:v>0.0011553263</c:v>
                </c:pt>
                <c:pt idx="505">
                  <c:v>0.001153207</c:v>
                </c:pt>
                <c:pt idx="506">
                  <c:v>0.0011510469</c:v>
                </c:pt>
                <c:pt idx="507">
                  <c:v>0.0011489592</c:v>
                </c:pt>
                <c:pt idx="508">
                  <c:v>0.0011468469</c:v>
                </c:pt>
                <c:pt idx="509">
                  <c:v>0.0011447239</c:v>
                </c:pt>
                <c:pt idx="510">
                  <c:v>0.0011425679</c:v>
                </c:pt>
                <c:pt idx="511">
                  <c:v>0.0011404449</c:v>
                </c:pt>
                <c:pt idx="512">
                  <c:v>0.0011382951</c:v>
                </c:pt>
                <c:pt idx="513">
                  <c:v>0.0011361414</c:v>
                </c:pt>
                <c:pt idx="514">
                  <c:v>0.0011339648</c:v>
                </c:pt>
                <c:pt idx="515">
                  <c:v>0.0011318421</c:v>
                </c:pt>
                <c:pt idx="516">
                  <c:v>0.0011294725</c:v>
                </c:pt>
                <c:pt idx="517">
                  <c:v>0.0011271775</c:v>
                </c:pt>
                <c:pt idx="518">
                  <c:v>0.0011248591</c:v>
                </c:pt>
                <c:pt idx="519">
                  <c:v>0.001122558</c:v>
                </c:pt>
                <c:pt idx="520">
                  <c:v>0.0011202241</c:v>
                </c:pt>
                <c:pt idx="521">
                  <c:v>0.0011179214</c:v>
                </c:pt>
                <c:pt idx="522">
                  <c:v>0.0011155944</c:v>
                </c:pt>
                <c:pt idx="523">
                  <c:v>0.0011132734</c:v>
                </c:pt>
                <c:pt idx="524">
                  <c:v>0.0011109276</c:v>
                </c:pt>
                <c:pt idx="525">
                  <c:v>0.0011086371</c:v>
                </c:pt>
                <c:pt idx="526">
                  <c:v>0.0011063297</c:v>
                </c:pt>
                <c:pt idx="527">
                  <c:v>0.0011041337</c:v>
                </c:pt>
                <c:pt idx="528">
                  <c:v>0.0011018978</c:v>
                </c:pt>
                <c:pt idx="529">
                  <c:v>0.0010997253</c:v>
                </c:pt>
                <c:pt idx="530">
                  <c:v>0.0010974343</c:v>
                </c:pt>
                <c:pt idx="531">
                  <c:v>0.0010950793</c:v>
                </c:pt>
                <c:pt idx="532">
                  <c:v>0.0010926598</c:v>
                </c:pt>
                <c:pt idx="533">
                  <c:v>0.0010903439</c:v>
                </c:pt>
                <c:pt idx="534">
                  <c:v>0.0010878932</c:v>
                </c:pt>
                <c:pt idx="535">
                  <c:v>0.0010856226</c:v>
                </c:pt>
                <c:pt idx="536">
                  <c:v>0.0010833459</c:v>
                </c:pt>
                <c:pt idx="537">
                  <c:v>0.0010811041</c:v>
                </c:pt>
                <c:pt idx="538">
                  <c:v>0.0010788827</c:v>
                </c:pt>
                <c:pt idx="539">
                  <c:v>0.001076674</c:v>
                </c:pt>
                <c:pt idx="540">
                  <c:v>0.001074428</c:v>
                </c:pt>
                <c:pt idx="541">
                  <c:v>0.0010722378</c:v>
                </c:pt>
                <c:pt idx="542">
                  <c:v>0.0010700451</c:v>
                </c:pt>
                <c:pt idx="543">
                  <c:v>0.0010679213</c:v>
                </c:pt>
                <c:pt idx="544">
                  <c:v>0.0010657815</c:v>
                </c:pt>
                <c:pt idx="545">
                  <c:v>0.0010637085</c:v>
                </c:pt>
                <c:pt idx="546">
                  <c:v>0.0010616423</c:v>
                </c:pt>
                <c:pt idx="547">
                  <c:v>0.0010595222</c:v>
                </c:pt>
                <c:pt idx="548">
                  <c:v>0.0010574085</c:v>
                </c:pt>
                <c:pt idx="549">
                  <c:v>0.0010552937</c:v>
                </c:pt>
                <c:pt idx="550">
                  <c:v>0.0010532704</c:v>
                </c:pt>
                <c:pt idx="551">
                  <c:v>0.0010512999</c:v>
                </c:pt>
                <c:pt idx="552">
                  <c:v>0.0010493992</c:v>
                </c:pt>
                <c:pt idx="553">
                  <c:v>0.0010474877</c:v>
                </c:pt>
                <c:pt idx="554">
                  <c:v>0.0010456539</c:v>
                </c:pt>
                <c:pt idx="555">
                  <c:v>0.0010438155</c:v>
                </c:pt>
                <c:pt idx="556">
                  <c:v>0.0010418721</c:v>
                </c:pt>
                <c:pt idx="557">
                  <c:v>0.001039927</c:v>
                </c:pt>
                <c:pt idx="558">
                  <c:v>0.0010380813</c:v>
                </c:pt>
                <c:pt idx="559">
                  <c:v>0.0010362437</c:v>
                </c:pt>
                <c:pt idx="560">
                  <c:v>0.0010344107</c:v>
                </c:pt>
                <c:pt idx="561">
                  <c:v>0.0010325516</c:v>
                </c:pt>
                <c:pt idx="562">
                  <c:v>0.0010307176</c:v>
                </c:pt>
                <c:pt idx="563">
                  <c:v>0.0010289486</c:v>
                </c:pt>
                <c:pt idx="564">
                  <c:v>0.0010272575</c:v>
                </c:pt>
                <c:pt idx="565">
                  <c:v>0.0010256284</c:v>
                </c:pt>
                <c:pt idx="566">
                  <c:v>0.001024099</c:v>
                </c:pt>
                <c:pt idx="567">
                  <c:v>0.0010225742</c:v>
                </c:pt>
                <c:pt idx="568">
                  <c:v>0.001021116</c:v>
                </c:pt>
                <c:pt idx="569">
                  <c:v>0.0010196042</c:v>
                </c:pt>
                <c:pt idx="570">
                  <c:v>0.0010181938</c:v>
                </c:pt>
                <c:pt idx="571">
                  <c:v>0.0010166476</c:v>
                </c:pt>
                <c:pt idx="572">
                  <c:v>0.0010152663</c:v>
                </c:pt>
                <c:pt idx="573">
                  <c:v>0.0010139095</c:v>
                </c:pt>
                <c:pt idx="574">
                  <c:v>0.0010126126</c:v>
                </c:pt>
                <c:pt idx="575">
                  <c:v>0.0010113008</c:v>
                </c:pt>
                <c:pt idx="576">
                  <c:v>0.0010099955</c:v>
                </c:pt>
                <c:pt idx="577">
                  <c:v>0.0010085979</c:v>
                </c:pt>
                <c:pt idx="578">
                  <c:v>0.0010072548</c:v>
                </c:pt>
                <c:pt idx="579">
                  <c:v>0.0010059413</c:v>
                </c:pt>
                <c:pt idx="580">
                  <c:v>0.0010047174</c:v>
                </c:pt>
                <c:pt idx="581">
                  <c:v>0.0010034637</c:v>
                </c:pt>
                <c:pt idx="582">
                  <c:v>0.0010022685</c:v>
                </c:pt>
                <c:pt idx="583">
                  <c:v>0.0010011391</c:v>
                </c:pt>
                <c:pt idx="584">
                  <c:v>0.00099987559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Sheet1!$B$588</c:f>
              <c:strCache>
                <c:ptCount val="1"/>
                <c:pt idx="0">
                  <c:v>x-velocity</c:v>
                </c:pt>
              </c:strCache>
            </c:strRef>
          </c:tx>
          <c:xVal>
            <c:numRef>
              <c:f>Sheet1!$A$589:$A$1173</c:f>
              <c:numCache>
                <c:formatCode>General</c:formatCode>
                <c:ptCount val="585"/>
                <c:pt idx="0">
                  <c:v>256.0</c:v>
                </c:pt>
                <c:pt idx="1">
                  <c:v>512.0</c:v>
                </c:pt>
                <c:pt idx="2">
                  <c:v>768.0</c:v>
                </c:pt>
                <c:pt idx="3">
                  <c:v>1012.0</c:v>
                </c:pt>
                <c:pt idx="4">
                  <c:v>1140.0</c:v>
                </c:pt>
                <c:pt idx="5">
                  <c:v>1268.0</c:v>
                </c:pt>
                <c:pt idx="6">
                  <c:v>1396.0</c:v>
                </c:pt>
                <c:pt idx="7">
                  <c:v>1512.0</c:v>
                </c:pt>
                <c:pt idx="8">
                  <c:v>1576.0</c:v>
                </c:pt>
                <c:pt idx="9">
                  <c:v>1640.0</c:v>
                </c:pt>
                <c:pt idx="10">
                  <c:v>1704.0</c:v>
                </c:pt>
                <c:pt idx="11">
                  <c:v>1768.0</c:v>
                </c:pt>
                <c:pt idx="12">
                  <c:v>1832.0</c:v>
                </c:pt>
                <c:pt idx="13">
                  <c:v>1896.0</c:v>
                </c:pt>
                <c:pt idx="14">
                  <c:v>1960.0</c:v>
                </c:pt>
                <c:pt idx="15">
                  <c:v>2012.0</c:v>
                </c:pt>
                <c:pt idx="16">
                  <c:v>2044.0</c:v>
                </c:pt>
                <c:pt idx="17">
                  <c:v>2076.0</c:v>
                </c:pt>
                <c:pt idx="18">
                  <c:v>2108.0</c:v>
                </c:pt>
                <c:pt idx="19">
                  <c:v>2140.0</c:v>
                </c:pt>
                <c:pt idx="20">
                  <c:v>2172.0</c:v>
                </c:pt>
                <c:pt idx="21">
                  <c:v>2204.0</c:v>
                </c:pt>
                <c:pt idx="22">
                  <c:v>2236.0</c:v>
                </c:pt>
                <c:pt idx="23">
                  <c:v>2268.0</c:v>
                </c:pt>
                <c:pt idx="24">
                  <c:v>2300.0</c:v>
                </c:pt>
                <c:pt idx="25">
                  <c:v>2332.0</c:v>
                </c:pt>
                <c:pt idx="26">
                  <c:v>2364.0</c:v>
                </c:pt>
                <c:pt idx="27">
                  <c:v>2396.0</c:v>
                </c:pt>
                <c:pt idx="28">
                  <c:v>2428.0</c:v>
                </c:pt>
                <c:pt idx="29">
                  <c:v>2460.0</c:v>
                </c:pt>
                <c:pt idx="30">
                  <c:v>2492.0</c:v>
                </c:pt>
                <c:pt idx="31">
                  <c:v>2512.0</c:v>
                </c:pt>
                <c:pt idx="32">
                  <c:v>2528.0</c:v>
                </c:pt>
                <c:pt idx="33">
                  <c:v>2544.0</c:v>
                </c:pt>
                <c:pt idx="34">
                  <c:v>2560.0</c:v>
                </c:pt>
                <c:pt idx="35">
                  <c:v>2576.0</c:v>
                </c:pt>
                <c:pt idx="36">
                  <c:v>2592.0</c:v>
                </c:pt>
                <c:pt idx="37">
                  <c:v>2608.0</c:v>
                </c:pt>
                <c:pt idx="38">
                  <c:v>2624.0</c:v>
                </c:pt>
                <c:pt idx="39">
                  <c:v>2640.0</c:v>
                </c:pt>
                <c:pt idx="40">
                  <c:v>2656.0</c:v>
                </c:pt>
                <c:pt idx="41">
                  <c:v>2672.0</c:v>
                </c:pt>
                <c:pt idx="42">
                  <c:v>2688.0</c:v>
                </c:pt>
                <c:pt idx="43">
                  <c:v>2704.0</c:v>
                </c:pt>
                <c:pt idx="44">
                  <c:v>2720.0</c:v>
                </c:pt>
                <c:pt idx="45">
                  <c:v>2736.0</c:v>
                </c:pt>
                <c:pt idx="46">
                  <c:v>2752.0</c:v>
                </c:pt>
                <c:pt idx="47">
                  <c:v>2768.0</c:v>
                </c:pt>
                <c:pt idx="48">
                  <c:v>2784.0</c:v>
                </c:pt>
                <c:pt idx="49">
                  <c:v>2800.0</c:v>
                </c:pt>
                <c:pt idx="50">
                  <c:v>2816.0</c:v>
                </c:pt>
                <c:pt idx="51">
                  <c:v>2832.0</c:v>
                </c:pt>
                <c:pt idx="52">
                  <c:v>2848.0</c:v>
                </c:pt>
                <c:pt idx="53">
                  <c:v>2864.0</c:v>
                </c:pt>
                <c:pt idx="54">
                  <c:v>2880.0</c:v>
                </c:pt>
                <c:pt idx="55">
                  <c:v>2896.0</c:v>
                </c:pt>
                <c:pt idx="56">
                  <c:v>2912.0</c:v>
                </c:pt>
                <c:pt idx="57">
                  <c:v>2928.0</c:v>
                </c:pt>
                <c:pt idx="58">
                  <c:v>2944.0</c:v>
                </c:pt>
                <c:pt idx="59">
                  <c:v>2960.0</c:v>
                </c:pt>
                <c:pt idx="60">
                  <c:v>2976.0</c:v>
                </c:pt>
                <c:pt idx="61">
                  <c:v>2992.0</c:v>
                </c:pt>
                <c:pt idx="62">
                  <c:v>3004.0</c:v>
                </c:pt>
                <c:pt idx="63">
                  <c:v>3012.0</c:v>
                </c:pt>
                <c:pt idx="64">
                  <c:v>3020.0</c:v>
                </c:pt>
                <c:pt idx="65">
                  <c:v>3028.0</c:v>
                </c:pt>
                <c:pt idx="66">
                  <c:v>3036.0</c:v>
                </c:pt>
                <c:pt idx="67">
                  <c:v>3044.0</c:v>
                </c:pt>
                <c:pt idx="68">
                  <c:v>3052.0</c:v>
                </c:pt>
                <c:pt idx="69">
                  <c:v>3060.0</c:v>
                </c:pt>
                <c:pt idx="70">
                  <c:v>3068.0</c:v>
                </c:pt>
                <c:pt idx="71">
                  <c:v>3076.0</c:v>
                </c:pt>
                <c:pt idx="72">
                  <c:v>3084.0</c:v>
                </c:pt>
                <c:pt idx="73">
                  <c:v>3092.0</c:v>
                </c:pt>
                <c:pt idx="74">
                  <c:v>3100.0</c:v>
                </c:pt>
                <c:pt idx="75">
                  <c:v>3108.0</c:v>
                </c:pt>
                <c:pt idx="76">
                  <c:v>3116.0</c:v>
                </c:pt>
                <c:pt idx="77">
                  <c:v>3124.0</c:v>
                </c:pt>
                <c:pt idx="78">
                  <c:v>3132.0</c:v>
                </c:pt>
                <c:pt idx="79">
                  <c:v>3140.0</c:v>
                </c:pt>
                <c:pt idx="80">
                  <c:v>3148.0</c:v>
                </c:pt>
                <c:pt idx="81">
                  <c:v>3156.0</c:v>
                </c:pt>
                <c:pt idx="82">
                  <c:v>3164.0</c:v>
                </c:pt>
                <c:pt idx="83">
                  <c:v>3172.0</c:v>
                </c:pt>
                <c:pt idx="84">
                  <c:v>3180.0</c:v>
                </c:pt>
                <c:pt idx="85">
                  <c:v>3188.0</c:v>
                </c:pt>
                <c:pt idx="86">
                  <c:v>3196.0</c:v>
                </c:pt>
                <c:pt idx="87">
                  <c:v>3204.0</c:v>
                </c:pt>
                <c:pt idx="88">
                  <c:v>3212.0</c:v>
                </c:pt>
                <c:pt idx="89">
                  <c:v>3220.0</c:v>
                </c:pt>
                <c:pt idx="90">
                  <c:v>3228.0</c:v>
                </c:pt>
                <c:pt idx="91">
                  <c:v>3236.0</c:v>
                </c:pt>
                <c:pt idx="92">
                  <c:v>3244.0</c:v>
                </c:pt>
                <c:pt idx="93">
                  <c:v>3252.0</c:v>
                </c:pt>
                <c:pt idx="94">
                  <c:v>3260.0</c:v>
                </c:pt>
                <c:pt idx="95">
                  <c:v>3268.0</c:v>
                </c:pt>
                <c:pt idx="96">
                  <c:v>3276.0</c:v>
                </c:pt>
                <c:pt idx="97">
                  <c:v>3284.0</c:v>
                </c:pt>
                <c:pt idx="98">
                  <c:v>3292.0</c:v>
                </c:pt>
                <c:pt idx="99">
                  <c:v>3300.0</c:v>
                </c:pt>
                <c:pt idx="100">
                  <c:v>3308.0</c:v>
                </c:pt>
                <c:pt idx="101">
                  <c:v>3316.0</c:v>
                </c:pt>
                <c:pt idx="102">
                  <c:v>3324.0</c:v>
                </c:pt>
                <c:pt idx="103">
                  <c:v>3332.0</c:v>
                </c:pt>
                <c:pt idx="104">
                  <c:v>3340.0</c:v>
                </c:pt>
                <c:pt idx="105">
                  <c:v>3348.0</c:v>
                </c:pt>
                <c:pt idx="106">
                  <c:v>3356.0</c:v>
                </c:pt>
                <c:pt idx="107">
                  <c:v>3364.0</c:v>
                </c:pt>
                <c:pt idx="108">
                  <c:v>3372.0</c:v>
                </c:pt>
                <c:pt idx="109">
                  <c:v>3380.0</c:v>
                </c:pt>
                <c:pt idx="110">
                  <c:v>3388.0</c:v>
                </c:pt>
                <c:pt idx="111">
                  <c:v>3396.0</c:v>
                </c:pt>
                <c:pt idx="112">
                  <c:v>3404.0</c:v>
                </c:pt>
                <c:pt idx="113">
                  <c:v>3412.0</c:v>
                </c:pt>
                <c:pt idx="114">
                  <c:v>3420.0</c:v>
                </c:pt>
                <c:pt idx="115">
                  <c:v>3428.0</c:v>
                </c:pt>
                <c:pt idx="116">
                  <c:v>3436.0</c:v>
                </c:pt>
                <c:pt idx="117">
                  <c:v>3444.0</c:v>
                </c:pt>
                <c:pt idx="118">
                  <c:v>3452.0</c:v>
                </c:pt>
                <c:pt idx="119">
                  <c:v>3460.0</c:v>
                </c:pt>
                <c:pt idx="120">
                  <c:v>3468.0</c:v>
                </c:pt>
                <c:pt idx="121">
                  <c:v>3476.0</c:v>
                </c:pt>
                <c:pt idx="122">
                  <c:v>3484.0</c:v>
                </c:pt>
                <c:pt idx="123">
                  <c:v>3492.0</c:v>
                </c:pt>
                <c:pt idx="124">
                  <c:v>3500.0</c:v>
                </c:pt>
                <c:pt idx="125">
                  <c:v>3504.0</c:v>
                </c:pt>
                <c:pt idx="126">
                  <c:v>3508.0</c:v>
                </c:pt>
                <c:pt idx="127">
                  <c:v>3512.0</c:v>
                </c:pt>
                <c:pt idx="128">
                  <c:v>3516.0</c:v>
                </c:pt>
                <c:pt idx="129">
                  <c:v>3520.0</c:v>
                </c:pt>
                <c:pt idx="130">
                  <c:v>3524.0</c:v>
                </c:pt>
                <c:pt idx="131">
                  <c:v>3528.0</c:v>
                </c:pt>
                <c:pt idx="132">
                  <c:v>3532.0</c:v>
                </c:pt>
                <c:pt idx="133">
                  <c:v>3536.0</c:v>
                </c:pt>
                <c:pt idx="134">
                  <c:v>3540.0</c:v>
                </c:pt>
                <c:pt idx="135">
                  <c:v>3544.0</c:v>
                </c:pt>
                <c:pt idx="136">
                  <c:v>3548.0</c:v>
                </c:pt>
                <c:pt idx="137">
                  <c:v>3552.0</c:v>
                </c:pt>
                <c:pt idx="138">
                  <c:v>3556.0</c:v>
                </c:pt>
                <c:pt idx="139">
                  <c:v>3560.0</c:v>
                </c:pt>
                <c:pt idx="140">
                  <c:v>3564.0</c:v>
                </c:pt>
                <c:pt idx="141">
                  <c:v>3568.0</c:v>
                </c:pt>
                <c:pt idx="142">
                  <c:v>3572.0</c:v>
                </c:pt>
                <c:pt idx="143">
                  <c:v>3576.0</c:v>
                </c:pt>
                <c:pt idx="144">
                  <c:v>3580.0</c:v>
                </c:pt>
                <c:pt idx="145">
                  <c:v>3584.0</c:v>
                </c:pt>
                <c:pt idx="146">
                  <c:v>3588.0</c:v>
                </c:pt>
                <c:pt idx="147">
                  <c:v>3592.0</c:v>
                </c:pt>
                <c:pt idx="148">
                  <c:v>3596.0</c:v>
                </c:pt>
                <c:pt idx="149">
                  <c:v>3600.0</c:v>
                </c:pt>
                <c:pt idx="150">
                  <c:v>3604.0</c:v>
                </c:pt>
                <c:pt idx="151">
                  <c:v>3608.0</c:v>
                </c:pt>
                <c:pt idx="152">
                  <c:v>3612.0</c:v>
                </c:pt>
                <c:pt idx="153">
                  <c:v>3616.0</c:v>
                </c:pt>
                <c:pt idx="154">
                  <c:v>3620.0</c:v>
                </c:pt>
                <c:pt idx="155">
                  <c:v>3624.0</c:v>
                </c:pt>
                <c:pt idx="156">
                  <c:v>3628.0</c:v>
                </c:pt>
                <c:pt idx="157">
                  <c:v>3632.0</c:v>
                </c:pt>
                <c:pt idx="158">
                  <c:v>3636.0</c:v>
                </c:pt>
                <c:pt idx="159">
                  <c:v>3640.0</c:v>
                </c:pt>
                <c:pt idx="160">
                  <c:v>3644.0</c:v>
                </c:pt>
                <c:pt idx="161">
                  <c:v>3648.0</c:v>
                </c:pt>
                <c:pt idx="162">
                  <c:v>3652.0</c:v>
                </c:pt>
                <c:pt idx="163">
                  <c:v>3656.0</c:v>
                </c:pt>
                <c:pt idx="164">
                  <c:v>3660.0</c:v>
                </c:pt>
                <c:pt idx="165">
                  <c:v>3664.0</c:v>
                </c:pt>
                <c:pt idx="166">
                  <c:v>3668.0</c:v>
                </c:pt>
                <c:pt idx="167">
                  <c:v>3672.0</c:v>
                </c:pt>
                <c:pt idx="168">
                  <c:v>3676.0</c:v>
                </c:pt>
                <c:pt idx="169">
                  <c:v>3680.0</c:v>
                </c:pt>
                <c:pt idx="170">
                  <c:v>3684.0</c:v>
                </c:pt>
                <c:pt idx="171">
                  <c:v>3688.0</c:v>
                </c:pt>
                <c:pt idx="172">
                  <c:v>3692.0</c:v>
                </c:pt>
                <c:pt idx="173">
                  <c:v>3696.0</c:v>
                </c:pt>
                <c:pt idx="174">
                  <c:v>3700.0</c:v>
                </c:pt>
                <c:pt idx="175">
                  <c:v>3704.0</c:v>
                </c:pt>
                <c:pt idx="176">
                  <c:v>3708.0</c:v>
                </c:pt>
                <c:pt idx="177">
                  <c:v>3712.0</c:v>
                </c:pt>
                <c:pt idx="178">
                  <c:v>3716.0</c:v>
                </c:pt>
                <c:pt idx="179">
                  <c:v>3720.0</c:v>
                </c:pt>
                <c:pt idx="180">
                  <c:v>3724.0</c:v>
                </c:pt>
                <c:pt idx="181">
                  <c:v>3728.0</c:v>
                </c:pt>
                <c:pt idx="182">
                  <c:v>3732.0</c:v>
                </c:pt>
                <c:pt idx="183">
                  <c:v>3736.0</c:v>
                </c:pt>
                <c:pt idx="184">
                  <c:v>3740.0</c:v>
                </c:pt>
                <c:pt idx="185">
                  <c:v>3744.0</c:v>
                </c:pt>
                <c:pt idx="186">
                  <c:v>3748.0</c:v>
                </c:pt>
                <c:pt idx="187">
                  <c:v>3752.0</c:v>
                </c:pt>
                <c:pt idx="188">
                  <c:v>3756.0</c:v>
                </c:pt>
                <c:pt idx="189">
                  <c:v>3760.0</c:v>
                </c:pt>
                <c:pt idx="190">
                  <c:v>3764.0</c:v>
                </c:pt>
                <c:pt idx="191">
                  <c:v>3768.0</c:v>
                </c:pt>
                <c:pt idx="192">
                  <c:v>3772.0</c:v>
                </c:pt>
                <c:pt idx="193">
                  <c:v>3776.0</c:v>
                </c:pt>
                <c:pt idx="194">
                  <c:v>3780.0</c:v>
                </c:pt>
                <c:pt idx="195">
                  <c:v>3784.0</c:v>
                </c:pt>
                <c:pt idx="196">
                  <c:v>3788.0</c:v>
                </c:pt>
                <c:pt idx="197">
                  <c:v>3792.0</c:v>
                </c:pt>
                <c:pt idx="198">
                  <c:v>3796.0</c:v>
                </c:pt>
                <c:pt idx="199">
                  <c:v>3800.0</c:v>
                </c:pt>
                <c:pt idx="200">
                  <c:v>3804.0</c:v>
                </c:pt>
                <c:pt idx="201">
                  <c:v>3808.0</c:v>
                </c:pt>
                <c:pt idx="202">
                  <c:v>3812.0</c:v>
                </c:pt>
                <c:pt idx="203">
                  <c:v>3816.0</c:v>
                </c:pt>
                <c:pt idx="204">
                  <c:v>3820.0</c:v>
                </c:pt>
                <c:pt idx="205">
                  <c:v>3824.0</c:v>
                </c:pt>
                <c:pt idx="206">
                  <c:v>3828.0</c:v>
                </c:pt>
                <c:pt idx="207">
                  <c:v>3832.0</c:v>
                </c:pt>
                <c:pt idx="208">
                  <c:v>3836.0</c:v>
                </c:pt>
                <c:pt idx="209">
                  <c:v>3840.0</c:v>
                </c:pt>
                <c:pt idx="210">
                  <c:v>3844.0</c:v>
                </c:pt>
                <c:pt idx="211">
                  <c:v>3848.0</c:v>
                </c:pt>
                <c:pt idx="212">
                  <c:v>3852.0</c:v>
                </c:pt>
                <c:pt idx="213">
                  <c:v>3856.0</c:v>
                </c:pt>
                <c:pt idx="214">
                  <c:v>3860.0</c:v>
                </c:pt>
                <c:pt idx="215">
                  <c:v>3864.0</c:v>
                </c:pt>
                <c:pt idx="216">
                  <c:v>3868.0</c:v>
                </c:pt>
                <c:pt idx="217">
                  <c:v>3872.0</c:v>
                </c:pt>
                <c:pt idx="218">
                  <c:v>3876.0</c:v>
                </c:pt>
                <c:pt idx="219">
                  <c:v>3880.0</c:v>
                </c:pt>
                <c:pt idx="220">
                  <c:v>3884.0</c:v>
                </c:pt>
                <c:pt idx="221">
                  <c:v>3888.0</c:v>
                </c:pt>
                <c:pt idx="222">
                  <c:v>3892.0</c:v>
                </c:pt>
                <c:pt idx="223">
                  <c:v>3896.0</c:v>
                </c:pt>
                <c:pt idx="224">
                  <c:v>3900.0</c:v>
                </c:pt>
                <c:pt idx="225">
                  <c:v>3904.0</c:v>
                </c:pt>
                <c:pt idx="226">
                  <c:v>3908.0</c:v>
                </c:pt>
                <c:pt idx="227">
                  <c:v>3912.0</c:v>
                </c:pt>
                <c:pt idx="228">
                  <c:v>3916.0</c:v>
                </c:pt>
                <c:pt idx="229">
                  <c:v>3920.0</c:v>
                </c:pt>
                <c:pt idx="230">
                  <c:v>3924.0</c:v>
                </c:pt>
                <c:pt idx="231">
                  <c:v>3928.0</c:v>
                </c:pt>
                <c:pt idx="232">
                  <c:v>3932.0</c:v>
                </c:pt>
                <c:pt idx="233">
                  <c:v>3936.0</c:v>
                </c:pt>
                <c:pt idx="234">
                  <c:v>3940.0</c:v>
                </c:pt>
                <c:pt idx="235">
                  <c:v>3944.0</c:v>
                </c:pt>
                <c:pt idx="236">
                  <c:v>3948.0</c:v>
                </c:pt>
                <c:pt idx="237">
                  <c:v>3952.0</c:v>
                </c:pt>
                <c:pt idx="238">
                  <c:v>3956.0</c:v>
                </c:pt>
                <c:pt idx="239">
                  <c:v>3960.0</c:v>
                </c:pt>
                <c:pt idx="240">
                  <c:v>3964.0</c:v>
                </c:pt>
                <c:pt idx="241">
                  <c:v>3968.0</c:v>
                </c:pt>
                <c:pt idx="242">
                  <c:v>3972.0</c:v>
                </c:pt>
                <c:pt idx="243">
                  <c:v>3976.0</c:v>
                </c:pt>
                <c:pt idx="244">
                  <c:v>3980.0</c:v>
                </c:pt>
                <c:pt idx="245">
                  <c:v>3984.0</c:v>
                </c:pt>
                <c:pt idx="246">
                  <c:v>3988.0</c:v>
                </c:pt>
                <c:pt idx="247">
                  <c:v>3992.0</c:v>
                </c:pt>
                <c:pt idx="248">
                  <c:v>3996.0</c:v>
                </c:pt>
                <c:pt idx="249">
                  <c:v>4000.0</c:v>
                </c:pt>
                <c:pt idx="250">
                  <c:v>4002.0</c:v>
                </c:pt>
                <c:pt idx="251">
                  <c:v>4004.0</c:v>
                </c:pt>
                <c:pt idx="252">
                  <c:v>4006.0</c:v>
                </c:pt>
                <c:pt idx="253">
                  <c:v>4008.0</c:v>
                </c:pt>
                <c:pt idx="254">
                  <c:v>4010.0</c:v>
                </c:pt>
                <c:pt idx="255">
                  <c:v>4012.0</c:v>
                </c:pt>
                <c:pt idx="256">
                  <c:v>4014.0</c:v>
                </c:pt>
                <c:pt idx="257">
                  <c:v>4016.0</c:v>
                </c:pt>
                <c:pt idx="258">
                  <c:v>4018.0</c:v>
                </c:pt>
                <c:pt idx="259">
                  <c:v>4020.0</c:v>
                </c:pt>
                <c:pt idx="260">
                  <c:v>4022.0</c:v>
                </c:pt>
                <c:pt idx="261">
                  <c:v>4024.0</c:v>
                </c:pt>
                <c:pt idx="262">
                  <c:v>4026.0</c:v>
                </c:pt>
                <c:pt idx="263">
                  <c:v>4028.0</c:v>
                </c:pt>
                <c:pt idx="264">
                  <c:v>4030.0</c:v>
                </c:pt>
                <c:pt idx="265">
                  <c:v>4032.0</c:v>
                </c:pt>
                <c:pt idx="266">
                  <c:v>4034.0</c:v>
                </c:pt>
                <c:pt idx="267">
                  <c:v>4036.0</c:v>
                </c:pt>
                <c:pt idx="268">
                  <c:v>4038.0</c:v>
                </c:pt>
                <c:pt idx="269">
                  <c:v>4040.0</c:v>
                </c:pt>
                <c:pt idx="270">
                  <c:v>4042.0</c:v>
                </c:pt>
                <c:pt idx="271">
                  <c:v>4044.0</c:v>
                </c:pt>
                <c:pt idx="272">
                  <c:v>4046.0</c:v>
                </c:pt>
                <c:pt idx="273">
                  <c:v>4048.0</c:v>
                </c:pt>
                <c:pt idx="274">
                  <c:v>4050.0</c:v>
                </c:pt>
                <c:pt idx="275">
                  <c:v>4052.0</c:v>
                </c:pt>
                <c:pt idx="276">
                  <c:v>4054.0</c:v>
                </c:pt>
                <c:pt idx="277">
                  <c:v>4056.0</c:v>
                </c:pt>
                <c:pt idx="278">
                  <c:v>4058.0</c:v>
                </c:pt>
                <c:pt idx="279">
                  <c:v>4060.0</c:v>
                </c:pt>
                <c:pt idx="280">
                  <c:v>4062.0</c:v>
                </c:pt>
                <c:pt idx="281">
                  <c:v>4064.0</c:v>
                </c:pt>
                <c:pt idx="282">
                  <c:v>4066.0</c:v>
                </c:pt>
                <c:pt idx="283">
                  <c:v>4068.0</c:v>
                </c:pt>
                <c:pt idx="284">
                  <c:v>4070.0</c:v>
                </c:pt>
                <c:pt idx="285">
                  <c:v>4072.0</c:v>
                </c:pt>
                <c:pt idx="286">
                  <c:v>4074.0</c:v>
                </c:pt>
                <c:pt idx="287">
                  <c:v>4076.0</c:v>
                </c:pt>
                <c:pt idx="288">
                  <c:v>4078.0</c:v>
                </c:pt>
                <c:pt idx="289">
                  <c:v>4080.0</c:v>
                </c:pt>
                <c:pt idx="290">
                  <c:v>4082.0</c:v>
                </c:pt>
                <c:pt idx="291">
                  <c:v>4084.0</c:v>
                </c:pt>
                <c:pt idx="292">
                  <c:v>4086.0</c:v>
                </c:pt>
                <c:pt idx="293">
                  <c:v>4088.0</c:v>
                </c:pt>
                <c:pt idx="294">
                  <c:v>4090.0</c:v>
                </c:pt>
                <c:pt idx="295">
                  <c:v>4092.0</c:v>
                </c:pt>
                <c:pt idx="296">
                  <c:v>4094.0</c:v>
                </c:pt>
                <c:pt idx="297">
                  <c:v>4096.0</c:v>
                </c:pt>
                <c:pt idx="298">
                  <c:v>4098.0</c:v>
                </c:pt>
                <c:pt idx="299">
                  <c:v>4100.0</c:v>
                </c:pt>
                <c:pt idx="300">
                  <c:v>4102.0</c:v>
                </c:pt>
                <c:pt idx="301">
                  <c:v>4104.0</c:v>
                </c:pt>
                <c:pt idx="302">
                  <c:v>4106.0</c:v>
                </c:pt>
                <c:pt idx="303">
                  <c:v>4108.0</c:v>
                </c:pt>
                <c:pt idx="304">
                  <c:v>4110.0</c:v>
                </c:pt>
                <c:pt idx="305">
                  <c:v>4112.0</c:v>
                </c:pt>
                <c:pt idx="306">
                  <c:v>4114.0</c:v>
                </c:pt>
                <c:pt idx="307">
                  <c:v>4116.0</c:v>
                </c:pt>
                <c:pt idx="308">
                  <c:v>4118.0</c:v>
                </c:pt>
                <c:pt idx="309">
                  <c:v>4120.0</c:v>
                </c:pt>
                <c:pt idx="310">
                  <c:v>4122.0</c:v>
                </c:pt>
                <c:pt idx="311">
                  <c:v>4124.0</c:v>
                </c:pt>
                <c:pt idx="312">
                  <c:v>4126.0</c:v>
                </c:pt>
                <c:pt idx="313">
                  <c:v>4128.0</c:v>
                </c:pt>
                <c:pt idx="314">
                  <c:v>4130.0</c:v>
                </c:pt>
                <c:pt idx="315">
                  <c:v>4132.0</c:v>
                </c:pt>
                <c:pt idx="316">
                  <c:v>4134.0</c:v>
                </c:pt>
                <c:pt idx="317">
                  <c:v>4136.0</c:v>
                </c:pt>
                <c:pt idx="318">
                  <c:v>4138.0</c:v>
                </c:pt>
                <c:pt idx="319">
                  <c:v>4140.0</c:v>
                </c:pt>
                <c:pt idx="320">
                  <c:v>4142.0</c:v>
                </c:pt>
                <c:pt idx="321">
                  <c:v>4144.0</c:v>
                </c:pt>
                <c:pt idx="322">
                  <c:v>4146.0</c:v>
                </c:pt>
                <c:pt idx="323">
                  <c:v>4148.0</c:v>
                </c:pt>
                <c:pt idx="324">
                  <c:v>4150.0</c:v>
                </c:pt>
                <c:pt idx="325">
                  <c:v>4152.0</c:v>
                </c:pt>
                <c:pt idx="326">
                  <c:v>4154.0</c:v>
                </c:pt>
                <c:pt idx="327">
                  <c:v>4156.0</c:v>
                </c:pt>
                <c:pt idx="328">
                  <c:v>4158.0</c:v>
                </c:pt>
                <c:pt idx="329">
                  <c:v>4160.0</c:v>
                </c:pt>
                <c:pt idx="330">
                  <c:v>4162.0</c:v>
                </c:pt>
                <c:pt idx="331">
                  <c:v>4164.0</c:v>
                </c:pt>
                <c:pt idx="332">
                  <c:v>4166.0</c:v>
                </c:pt>
                <c:pt idx="333">
                  <c:v>4168.0</c:v>
                </c:pt>
                <c:pt idx="334">
                  <c:v>4170.0</c:v>
                </c:pt>
                <c:pt idx="335">
                  <c:v>4172.0</c:v>
                </c:pt>
                <c:pt idx="336">
                  <c:v>4174.0</c:v>
                </c:pt>
                <c:pt idx="337">
                  <c:v>4176.0</c:v>
                </c:pt>
                <c:pt idx="338">
                  <c:v>4178.0</c:v>
                </c:pt>
                <c:pt idx="339">
                  <c:v>4180.0</c:v>
                </c:pt>
                <c:pt idx="340">
                  <c:v>4182.0</c:v>
                </c:pt>
                <c:pt idx="341">
                  <c:v>4184.0</c:v>
                </c:pt>
                <c:pt idx="342">
                  <c:v>4186.0</c:v>
                </c:pt>
                <c:pt idx="343">
                  <c:v>4188.0</c:v>
                </c:pt>
                <c:pt idx="344">
                  <c:v>4190.0</c:v>
                </c:pt>
                <c:pt idx="345">
                  <c:v>4192.0</c:v>
                </c:pt>
                <c:pt idx="346">
                  <c:v>4194.0</c:v>
                </c:pt>
                <c:pt idx="347">
                  <c:v>4196.0</c:v>
                </c:pt>
                <c:pt idx="348">
                  <c:v>4198.0</c:v>
                </c:pt>
                <c:pt idx="349">
                  <c:v>4200.0</c:v>
                </c:pt>
                <c:pt idx="350">
                  <c:v>4202.0</c:v>
                </c:pt>
                <c:pt idx="351">
                  <c:v>4204.0</c:v>
                </c:pt>
                <c:pt idx="352">
                  <c:v>4206.0</c:v>
                </c:pt>
                <c:pt idx="353">
                  <c:v>4208.0</c:v>
                </c:pt>
                <c:pt idx="354">
                  <c:v>4210.0</c:v>
                </c:pt>
                <c:pt idx="355">
                  <c:v>4212.0</c:v>
                </c:pt>
                <c:pt idx="356">
                  <c:v>4214.0</c:v>
                </c:pt>
                <c:pt idx="357">
                  <c:v>4216.0</c:v>
                </c:pt>
                <c:pt idx="358">
                  <c:v>4218.0</c:v>
                </c:pt>
                <c:pt idx="359">
                  <c:v>4220.0</c:v>
                </c:pt>
                <c:pt idx="360">
                  <c:v>4222.0</c:v>
                </c:pt>
                <c:pt idx="361">
                  <c:v>4224.0</c:v>
                </c:pt>
                <c:pt idx="362">
                  <c:v>4226.0</c:v>
                </c:pt>
                <c:pt idx="363">
                  <c:v>4228.0</c:v>
                </c:pt>
                <c:pt idx="364">
                  <c:v>4230.0</c:v>
                </c:pt>
                <c:pt idx="365">
                  <c:v>4232.0</c:v>
                </c:pt>
                <c:pt idx="366">
                  <c:v>4234.0</c:v>
                </c:pt>
                <c:pt idx="367">
                  <c:v>4236.0</c:v>
                </c:pt>
                <c:pt idx="368">
                  <c:v>4238.0</c:v>
                </c:pt>
                <c:pt idx="369">
                  <c:v>4240.0</c:v>
                </c:pt>
                <c:pt idx="370">
                  <c:v>4242.0</c:v>
                </c:pt>
                <c:pt idx="371">
                  <c:v>4244.0</c:v>
                </c:pt>
                <c:pt idx="372">
                  <c:v>4246.0</c:v>
                </c:pt>
                <c:pt idx="373">
                  <c:v>4248.0</c:v>
                </c:pt>
                <c:pt idx="374">
                  <c:v>4250.0</c:v>
                </c:pt>
                <c:pt idx="375">
                  <c:v>4252.0</c:v>
                </c:pt>
                <c:pt idx="376">
                  <c:v>4254.0</c:v>
                </c:pt>
                <c:pt idx="377">
                  <c:v>4256.0</c:v>
                </c:pt>
                <c:pt idx="378">
                  <c:v>4258.0</c:v>
                </c:pt>
                <c:pt idx="379">
                  <c:v>4260.0</c:v>
                </c:pt>
                <c:pt idx="380">
                  <c:v>4262.0</c:v>
                </c:pt>
                <c:pt idx="381">
                  <c:v>4264.0</c:v>
                </c:pt>
                <c:pt idx="382">
                  <c:v>4266.0</c:v>
                </c:pt>
                <c:pt idx="383">
                  <c:v>4268.0</c:v>
                </c:pt>
                <c:pt idx="384">
                  <c:v>4270.0</c:v>
                </c:pt>
                <c:pt idx="385">
                  <c:v>4272.0</c:v>
                </c:pt>
                <c:pt idx="386">
                  <c:v>4274.0</c:v>
                </c:pt>
                <c:pt idx="387">
                  <c:v>4276.0</c:v>
                </c:pt>
                <c:pt idx="388">
                  <c:v>4278.0</c:v>
                </c:pt>
                <c:pt idx="389">
                  <c:v>4280.0</c:v>
                </c:pt>
                <c:pt idx="390">
                  <c:v>4282.0</c:v>
                </c:pt>
                <c:pt idx="391">
                  <c:v>4284.0</c:v>
                </c:pt>
                <c:pt idx="392">
                  <c:v>4286.0</c:v>
                </c:pt>
                <c:pt idx="393">
                  <c:v>4288.0</c:v>
                </c:pt>
                <c:pt idx="394">
                  <c:v>4290.0</c:v>
                </c:pt>
                <c:pt idx="395">
                  <c:v>4292.0</c:v>
                </c:pt>
                <c:pt idx="396">
                  <c:v>4294.0</c:v>
                </c:pt>
                <c:pt idx="397">
                  <c:v>4296.0</c:v>
                </c:pt>
                <c:pt idx="398">
                  <c:v>4298.0</c:v>
                </c:pt>
                <c:pt idx="399">
                  <c:v>4300.0</c:v>
                </c:pt>
                <c:pt idx="400">
                  <c:v>4302.0</c:v>
                </c:pt>
                <c:pt idx="401">
                  <c:v>4304.0</c:v>
                </c:pt>
                <c:pt idx="402">
                  <c:v>4306.0</c:v>
                </c:pt>
                <c:pt idx="403">
                  <c:v>4308.0</c:v>
                </c:pt>
                <c:pt idx="404">
                  <c:v>4310.0</c:v>
                </c:pt>
                <c:pt idx="405">
                  <c:v>4312.0</c:v>
                </c:pt>
                <c:pt idx="406">
                  <c:v>4314.0</c:v>
                </c:pt>
                <c:pt idx="407">
                  <c:v>4316.0</c:v>
                </c:pt>
                <c:pt idx="408">
                  <c:v>4318.0</c:v>
                </c:pt>
                <c:pt idx="409">
                  <c:v>4320.0</c:v>
                </c:pt>
                <c:pt idx="410">
                  <c:v>4322.0</c:v>
                </c:pt>
                <c:pt idx="411">
                  <c:v>4324.0</c:v>
                </c:pt>
                <c:pt idx="412">
                  <c:v>4326.0</c:v>
                </c:pt>
                <c:pt idx="413">
                  <c:v>4328.0</c:v>
                </c:pt>
                <c:pt idx="414">
                  <c:v>4330.0</c:v>
                </c:pt>
                <c:pt idx="415">
                  <c:v>4332.0</c:v>
                </c:pt>
                <c:pt idx="416">
                  <c:v>4334.0</c:v>
                </c:pt>
                <c:pt idx="417">
                  <c:v>4336.0</c:v>
                </c:pt>
                <c:pt idx="418">
                  <c:v>4338.0</c:v>
                </c:pt>
                <c:pt idx="419">
                  <c:v>4340.0</c:v>
                </c:pt>
                <c:pt idx="420">
                  <c:v>4342.0</c:v>
                </c:pt>
                <c:pt idx="421">
                  <c:v>4344.0</c:v>
                </c:pt>
                <c:pt idx="422">
                  <c:v>4346.0</c:v>
                </c:pt>
                <c:pt idx="423">
                  <c:v>4348.0</c:v>
                </c:pt>
                <c:pt idx="424">
                  <c:v>4350.0</c:v>
                </c:pt>
                <c:pt idx="425">
                  <c:v>4352.0</c:v>
                </c:pt>
                <c:pt idx="426">
                  <c:v>4354.0</c:v>
                </c:pt>
                <c:pt idx="427">
                  <c:v>4356.0</c:v>
                </c:pt>
                <c:pt idx="428">
                  <c:v>4358.0</c:v>
                </c:pt>
                <c:pt idx="429">
                  <c:v>4360.0</c:v>
                </c:pt>
                <c:pt idx="430">
                  <c:v>4362.0</c:v>
                </c:pt>
                <c:pt idx="431">
                  <c:v>4364.0</c:v>
                </c:pt>
                <c:pt idx="432">
                  <c:v>4366.0</c:v>
                </c:pt>
                <c:pt idx="433">
                  <c:v>4368.0</c:v>
                </c:pt>
                <c:pt idx="434">
                  <c:v>4370.0</c:v>
                </c:pt>
                <c:pt idx="435">
                  <c:v>4372.0</c:v>
                </c:pt>
                <c:pt idx="436">
                  <c:v>4374.0</c:v>
                </c:pt>
                <c:pt idx="437">
                  <c:v>4376.0</c:v>
                </c:pt>
                <c:pt idx="438">
                  <c:v>4378.0</c:v>
                </c:pt>
                <c:pt idx="439">
                  <c:v>4380.0</c:v>
                </c:pt>
                <c:pt idx="440">
                  <c:v>4382.0</c:v>
                </c:pt>
                <c:pt idx="441">
                  <c:v>4384.0</c:v>
                </c:pt>
                <c:pt idx="442">
                  <c:v>4386.0</c:v>
                </c:pt>
                <c:pt idx="443">
                  <c:v>4388.0</c:v>
                </c:pt>
                <c:pt idx="444">
                  <c:v>4390.0</c:v>
                </c:pt>
                <c:pt idx="445">
                  <c:v>4392.0</c:v>
                </c:pt>
                <c:pt idx="446">
                  <c:v>4394.0</c:v>
                </c:pt>
                <c:pt idx="447">
                  <c:v>4396.0</c:v>
                </c:pt>
                <c:pt idx="448">
                  <c:v>4398.0</c:v>
                </c:pt>
                <c:pt idx="449">
                  <c:v>4400.0</c:v>
                </c:pt>
                <c:pt idx="450">
                  <c:v>4402.0</c:v>
                </c:pt>
                <c:pt idx="451">
                  <c:v>4404.0</c:v>
                </c:pt>
                <c:pt idx="452">
                  <c:v>4406.0</c:v>
                </c:pt>
                <c:pt idx="453">
                  <c:v>4408.0</c:v>
                </c:pt>
                <c:pt idx="454">
                  <c:v>4410.0</c:v>
                </c:pt>
                <c:pt idx="455">
                  <c:v>4412.0</c:v>
                </c:pt>
                <c:pt idx="456">
                  <c:v>4414.0</c:v>
                </c:pt>
                <c:pt idx="457">
                  <c:v>4416.0</c:v>
                </c:pt>
                <c:pt idx="458">
                  <c:v>4418.0</c:v>
                </c:pt>
                <c:pt idx="459">
                  <c:v>4420.0</c:v>
                </c:pt>
                <c:pt idx="460">
                  <c:v>4422.0</c:v>
                </c:pt>
                <c:pt idx="461">
                  <c:v>4424.0</c:v>
                </c:pt>
                <c:pt idx="462">
                  <c:v>4426.0</c:v>
                </c:pt>
                <c:pt idx="463">
                  <c:v>4428.0</c:v>
                </c:pt>
                <c:pt idx="464">
                  <c:v>4430.0</c:v>
                </c:pt>
                <c:pt idx="465">
                  <c:v>4432.0</c:v>
                </c:pt>
                <c:pt idx="466">
                  <c:v>4434.0</c:v>
                </c:pt>
                <c:pt idx="467">
                  <c:v>4436.0</c:v>
                </c:pt>
                <c:pt idx="468">
                  <c:v>4438.0</c:v>
                </c:pt>
                <c:pt idx="469">
                  <c:v>4440.0</c:v>
                </c:pt>
                <c:pt idx="470">
                  <c:v>4442.0</c:v>
                </c:pt>
                <c:pt idx="471">
                  <c:v>4444.0</c:v>
                </c:pt>
                <c:pt idx="472">
                  <c:v>4446.0</c:v>
                </c:pt>
                <c:pt idx="473">
                  <c:v>4448.0</c:v>
                </c:pt>
                <c:pt idx="474">
                  <c:v>4450.0</c:v>
                </c:pt>
                <c:pt idx="475">
                  <c:v>4452.0</c:v>
                </c:pt>
                <c:pt idx="476">
                  <c:v>4454.0</c:v>
                </c:pt>
                <c:pt idx="477">
                  <c:v>4456.0</c:v>
                </c:pt>
                <c:pt idx="478">
                  <c:v>4458.0</c:v>
                </c:pt>
                <c:pt idx="479">
                  <c:v>4460.0</c:v>
                </c:pt>
                <c:pt idx="480">
                  <c:v>4462.0</c:v>
                </c:pt>
                <c:pt idx="481">
                  <c:v>4464.0</c:v>
                </c:pt>
                <c:pt idx="482">
                  <c:v>4466.0</c:v>
                </c:pt>
                <c:pt idx="483">
                  <c:v>4468.0</c:v>
                </c:pt>
                <c:pt idx="484">
                  <c:v>4470.0</c:v>
                </c:pt>
                <c:pt idx="485">
                  <c:v>4472.0</c:v>
                </c:pt>
                <c:pt idx="486">
                  <c:v>4474.0</c:v>
                </c:pt>
                <c:pt idx="487">
                  <c:v>4476.0</c:v>
                </c:pt>
                <c:pt idx="488">
                  <c:v>4478.0</c:v>
                </c:pt>
                <c:pt idx="489">
                  <c:v>4480.0</c:v>
                </c:pt>
                <c:pt idx="490">
                  <c:v>4482.0</c:v>
                </c:pt>
                <c:pt idx="491">
                  <c:v>4484.0</c:v>
                </c:pt>
                <c:pt idx="492">
                  <c:v>4486.0</c:v>
                </c:pt>
                <c:pt idx="493">
                  <c:v>4488.0</c:v>
                </c:pt>
                <c:pt idx="494">
                  <c:v>4490.0</c:v>
                </c:pt>
                <c:pt idx="495">
                  <c:v>4492.0</c:v>
                </c:pt>
                <c:pt idx="496">
                  <c:v>4494.0</c:v>
                </c:pt>
                <c:pt idx="497">
                  <c:v>4496.0</c:v>
                </c:pt>
                <c:pt idx="498">
                  <c:v>4498.0</c:v>
                </c:pt>
                <c:pt idx="499">
                  <c:v>4500.0</c:v>
                </c:pt>
                <c:pt idx="500">
                  <c:v>4501.0</c:v>
                </c:pt>
                <c:pt idx="501">
                  <c:v>4502.0</c:v>
                </c:pt>
                <c:pt idx="502">
                  <c:v>4503.0</c:v>
                </c:pt>
                <c:pt idx="503">
                  <c:v>4504.0</c:v>
                </c:pt>
                <c:pt idx="504">
                  <c:v>4505.0</c:v>
                </c:pt>
                <c:pt idx="505">
                  <c:v>4506.0</c:v>
                </c:pt>
                <c:pt idx="506">
                  <c:v>4507.0</c:v>
                </c:pt>
                <c:pt idx="507">
                  <c:v>4508.0</c:v>
                </c:pt>
                <c:pt idx="508">
                  <c:v>4509.0</c:v>
                </c:pt>
                <c:pt idx="509">
                  <c:v>4510.0</c:v>
                </c:pt>
                <c:pt idx="510">
                  <c:v>4511.0</c:v>
                </c:pt>
                <c:pt idx="511">
                  <c:v>4512.0</c:v>
                </c:pt>
                <c:pt idx="512">
                  <c:v>4513.0</c:v>
                </c:pt>
                <c:pt idx="513">
                  <c:v>4514.0</c:v>
                </c:pt>
                <c:pt idx="514">
                  <c:v>4515.0</c:v>
                </c:pt>
                <c:pt idx="515">
                  <c:v>4516.0</c:v>
                </c:pt>
                <c:pt idx="516">
                  <c:v>4517.0</c:v>
                </c:pt>
                <c:pt idx="517">
                  <c:v>4518.0</c:v>
                </c:pt>
                <c:pt idx="518">
                  <c:v>4519.0</c:v>
                </c:pt>
                <c:pt idx="519">
                  <c:v>4520.0</c:v>
                </c:pt>
                <c:pt idx="520">
                  <c:v>4521.0</c:v>
                </c:pt>
                <c:pt idx="521">
                  <c:v>4522.0</c:v>
                </c:pt>
                <c:pt idx="522">
                  <c:v>4523.0</c:v>
                </c:pt>
                <c:pt idx="523">
                  <c:v>4524.0</c:v>
                </c:pt>
                <c:pt idx="524">
                  <c:v>4525.0</c:v>
                </c:pt>
                <c:pt idx="525">
                  <c:v>4526.0</c:v>
                </c:pt>
                <c:pt idx="526">
                  <c:v>4527.0</c:v>
                </c:pt>
                <c:pt idx="527">
                  <c:v>4528.0</c:v>
                </c:pt>
                <c:pt idx="528">
                  <c:v>4529.0</c:v>
                </c:pt>
                <c:pt idx="529">
                  <c:v>4530.0</c:v>
                </c:pt>
                <c:pt idx="530">
                  <c:v>4531.0</c:v>
                </c:pt>
                <c:pt idx="531">
                  <c:v>4532.0</c:v>
                </c:pt>
                <c:pt idx="532">
                  <c:v>4533.0</c:v>
                </c:pt>
                <c:pt idx="533">
                  <c:v>4534.0</c:v>
                </c:pt>
                <c:pt idx="534">
                  <c:v>4535.0</c:v>
                </c:pt>
                <c:pt idx="535">
                  <c:v>4536.0</c:v>
                </c:pt>
                <c:pt idx="536">
                  <c:v>4537.0</c:v>
                </c:pt>
                <c:pt idx="537">
                  <c:v>4538.0</c:v>
                </c:pt>
                <c:pt idx="538">
                  <c:v>4539.0</c:v>
                </c:pt>
                <c:pt idx="539">
                  <c:v>4540.0</c:v>
                </c:pt>
                <c:pt idx="540">
                  <c:v>4541.0</c:v>
                </c:pt>
                <c:pt idx="541">
                  <c:v>4542.0</c:v>
                </c:pt>
                <c:pt idx="542">
                  <c:v>4543.0</c:v>
                </c:pt>
                <c:pt idx="543">
                  <c:v>4544.0</c:v>
                </c:pt>
                <c:pt idx="544">
                  <c:v>4545.0</c:v>
                </c:pt>
                <c:pt idx="545">
                  <c:v>4546.0</c:v>
                </c:pt>
                <c:pt idx="546">
                  <c:v>4547.0</c:v>
                </c:pt>
                <c:pt idx="547">
                  <c:v>4548.0</c:v>
                </c:pt>
                <c:pt idx="548">
                  <c:v>4549.0</c:v>
                </c:pt>
                <c:pt idx="549">
                  <c:v>4550.0</c:v>
                </c:pt>
                <c:pt idx="550">
                  <c:v>4551.0</c:v>
                </c:pt>
                <c:pt idx="551">
                  <c:v>4552.0</c:v>
                </c:pt>
                <c:pt idx="552">
                  <c:v>4553.0</c:v>
                </c:pt>
                <c:pt idx="553">
                  <c:v>4554.0</c:v>
                </c:pt>
                <c:pt idx="554">
                  <c:v>4555.0</c:v>
                </c:pt>
                <c:pt idx="555">
                  <c:v>4556.0</c:v>
                </c:pt>
                <c:pt idx="556">
                  <c:v>4557.0</c:v>
                </c:pt>
                <c:pt idx="557">
                  <c:v>4558.0</c:v>
                </c:pt>
                <c:pt idx="558">
                  <c:v>4559.0</c:v>
                </c:pt>
                <c:pt idx="559">
                  <c:v>4560.0</c:v>
                </c:pt>
                <c:pt idx="560">
                  <c:v>4561.0</c:v>
                </c:pt>
                <c:pt idx="561">
                  <c:v>4562.0</c:v>
                </c:pt>
                <c:pt idx="562">
                  <c:v>4563.0</c:v>
                </c:pt>
                <c:pt idx="563">
                  <c:v>4564.0</c:v>
                </c:pt>
                <c:pt idx="564">
                  <c:v>4565.0</c:v>
                </c:pt>
                <c:pt idx="565">
                  <c:v>4566.0</c:v>
                </c:pt>
                <c:pt idx="566">
                  <c:v>4567.0</c:v>
                </c:pt>
                <c:pt idx="567">
                  <c:v>4568.0</c:v>
                </c:pt>
                <c:pt idx="568">
                  <c:v>4569.0</c:v>
                </c:pt>
                <c:pt idx="569">
                  <c:v>4570.0</c:v>
                </c:pt>
                <c:pt idx="570">
                  <c:v>4571.0</c:v>
                </c:pt>
                <c:pt idx="571">
                  <c:v>4572.0</c:v>
                </c:pt>
                <c:pt idx="572">
                  <c:v>4573.0</c:v>
                </c:pt>
                <c:pt idx="573">
                  <c:v>4574.0</c:v>
                </c:pt>
                <c:pt idx="574">
                  <c:v>4575.0</c:v>
                </c:pt>
                <c:pt idx="575">
                  <c:v>4576.0</c:v>
                </c:pt>
                <c:pt idx="576">
                  <c:v>4577.0</c:v>
                </c:pt>
                <c:pt idx="577">
                  <c:v>4578.0</c:v>
                </c:pt>
                <c:pt idx="578">
                  <c:v>4579.0</c:v>
                </c:pt>
                <c:pt idx="579">
                  <c:v>4580.0</c:v>
                </c:pt>
                <c:pt idx="580">
                  <c:v>4581.0</c:v>
                </c:pt>
                <c:pt idx="581">
                  <c:v>4582.0</c:v>
                </c:pt>
                <c:pt idx="582">
                  <c:v>4583.0</c:v>
                </c:pt>
                <c:pt idx="583">
                  <c:v>4584.0</c:v>
                </c:pt>
                <c:pt idx="584">
                  <c:v>4585.0</c:v>
                </c:pt>
              </c:numCache>
            </c:numRef>
          </c:xVal>
          <c:yVal>
            <c:numRef>
              <c:f>Sheet1!$B$589:$B$1173</c:f>
              <c:numCache>
                <c:formatCode>General</c:formatCode>
                <c:ptCount val="585"/>
                <c:pt idx="0">
                  <c:v>0.043655357</c:v>
                </c:pt>
                <c:pt idx="1">
                  <c:v>0.022662416</c:v>
                </c:pt>
                <c:pt idx="2">
                  <c:v>0.013281799</c:v>
                </c:pt>
                <c:pt idx="3">
                  <c:v>0.022990241</c:v>
                </c:pt>
                <c:pt idx="4">
                  <c:v>0.022801938</c:v>
                </c:pt>
                <c:pt idx="5">
                  <c:v>0.010754868</c:v>
                </c:pt>
                <c:pt idx="6">
                  <c:v>0.0088283599</c:v>
                </c:pt>
                <c:pt idx="7">
                  <c:v>0.0097744537</c:v>
                </c:pt>
                <c:pt idx="8">
                  <c:v>0.0092767033</c:v>
                </c:pt>
                <c:pt idx="9">
                  <c:v>0.0077557667</c:v>
                </c:pt>
                <c:pt idx="10">
                  <c:v>0.0065811828</c:v>
                </c:pt>
                <c:pt idx="11">
                  <c:v>0.0073203607</c:v>
                </c:pt>
                <c:pt idx="12">
                  <c:v>0.0084805107</c:v>
                </c:pt>
                <c:pt idx="13">
                  <c:v>0.0075596611</c:v>
                </c:pt>
                <c:pt idx="14">
                  <c:v>0.0061670652</c:v>
                </c:pt>
                <c:pt idx="15">
                  <c:v>0.0045894359</c:v>
                </c:pt>
                <c:pt idx="16">
                  <c:v>0.0039536034</c:v>
                </c:pt>
                <c:pt idx="17">
                  <c:v>0.0035794239</c:v>
                </c:pt>
                <c:pt idx="18">
                  <c:v>0.0035418482</c:v>
                </c:pt>
                <c:pt idx="19">
                  <c:v>0.0037245103</c:v>
                </c:pt>
                <c:pt idx="20">
                  <c:v>0.0037996024</c:v>
                </c:pt>
                <c:pt idx="21">
                  <c:v>0.0037257097</c:v>
                </c:pt>
                <c:pt idx="22">
                  <c:v>0.003545838</c:v>
                </c:pt>
                <c:pt idx="23">
                  <c:v>0.0033627866</c:v>
                </c:pt>
                <c:pt idx="24">
                  <c:v>0.0031697398</c:v>
                </c:pt>
                <c:pt idx="25">
                  <c:v>0.0029452553</c:v>
                </c:pt>
                <c:pt idx="26">
                  <c:v>0.0027001958</c:v>
                </c:pt>
                <c:pt idx="27">
                  <c:v>0.002438999</c:v>
                </c:pt>
                <c:pt idx="28">
                  <c:v>0.0021971905</c:v>
                </c:pt>
                <c:pt idx="29">
                  <c:v>0.0020072329</c:v>
                </c:pt>
                <c:pt idx="30">
                  <c:v>0.0018564842</c:v>
                </c:pt>
                <c:pt idx="31">
                  <c:v>0.0017691546</c:v>
                </c:pt>
                <c:pt idx="32">
                  <c:v>0.001700886</c:v>
                </c:pt>
                <c:pt idx="33">
                  <c:v>0.001636209</c:v>
                </c:pt>
                <c:pt idx="34">
                  <c:v>0.0015790485</c:v>
                </c:pt>
                <c:pt idx="35">
                  <c:v>0.0015315412</c:v>
                </c:pt>
                <c:pt idx="36">
                  <c:v>0.0014942439</c:v>
                </c:pt>
                <c:pt idx="37">
                  <c:v>0.0014629531</c:v>
                </c:pt>
                <c:pt idx="38">
                  <c:v>0.0014354894</c:v>
                </c:pt>
                <c:pt idx="39">
                  <c:v>0.0014106829</c:v>
                </c:pt>
                <c:pt idx="40">
                  <c:v>0.0013868306</c:v>
                </c:pt>
                <c:pt idx="41">
                  <c:v>0.0013643733</c:v>
                </c:pt>
                <c:pt idx="42">
                  <c:v>0.0013406848</c:v>
                </c:pt>
                <c:pt idx="43">
                  <c:v>0.0013151186</c:v>
                </c:pt>
                <c:pt idx="44">
                  <c:v>0.0012884661</c:v>
                </c:pt>
                <c:pt idx="45">
                  <c:v>0.0012620508</c:v>
                </c:pt>
                <c:pt idx="46">
                  <c:v>0.0012379516</c:v>
                </c:pt>
                <c:pt idx="47">
                  <c:v>0.0012156286</c:v>
                </c:pt>
                <c:pt idx="48">
                  <c:v>0.0011904495</c:v>
                </c:pt>
                <c:pt idx="49">
                  <c:v>0.0011613834</c:v>
                </c:pt>
                <c:pt idx="50">
                  <c:v>0.0011278494</c:v>
                </c:pt>
                <c:pt idx="51">
                  <c:v>0.001089263</c:v>
                </c:pt>
                <c:pt idx="52">
                  <c:v>0.0010457314</c:v>
                </c:pt>
                <c:pt idx="53">
                  <c:v>0.00099826753</c:v>
                </c:pt>
                <c:pt idx="54">
                  <c:v>0.00094916655</c:v>
                </c:pt>
                <c:pt idx="55">
                  <c:v>0.00090341766</c:v>
                </c:pt>
                <c:pt idx="56">
                  <c:v>0.00086618891</c:v>
                </c:pt>
                <c:pt idx="57">
                  <c:v>0.00084063005</c:v>
                </c:pt>
                <c:pt idx="58">
                  <c:v>0.00082713651</c:v>
                </c:pt>
                <c:pt idx="59">
                  <c:v>0.00082336754</c:v>
                </c:pt>
                <c:pt idx="60">
                  <c:v>0.00082971185</c:v>
                </c:pt>
                <c:pt idx="61">
                  <c:v>0.00084740833</c:v>
                </c:pt>
                <c:pt idx="62">
                  <c:v>0.00086864306</c:v>
                </c:pt>
                <c:pt idx="63">
                  <c:v>0.00088617063</c:v>
                </c:pt>
                <c:pt idx="64">
                  <c:v>0.00090581198</c:v>
                </c:pt>
                <c:pt idx="65">
                  <c:v>0.00092674274</c:v>
                </c:pt>
                <c:pt idx="66">
                  <c:v>0.00094802534</c:v>
                </c:pt>
                <c:pt idx="67">
                  <c:v>0.00096856474</c:v>
                </c:pt>
                <c:pt idx="68">
                  <c:v>0.0009874065</c:v>
                </c:pt>
                <c:pt idx="69">
                  <c:v>0.0010040048</c:v>
                </c:pt>
                <c:pt idx="70">
                  <c:v>0.0010180219</c:v>
                </c:pt>
                <c:pt idx="71">
                  <c:v>0.0010290466</c:v>
                </c:pt>
                <c:pt idx="72">
                  <c:v>0.0010369624</c:v>
                </c:pt>
                <c:pt idx="73">
                  <c:v>0.001042206</c:v>
                </c:pt>
                <c:pt idx="74">
                  <c:v>0.0010449144</c:v>
                </c:pt>
                <c:pt idx="75">
                  <c:v>0.0010451778</c:v>
                </c:pt>
                <c:pt idx="76">
                  <c:v>0.001043025</c:v>
                </c:pt>
                <c:pt idx="77">
                  <c:v>0.0010375724</c:v>
                </c:pt>
                <c:pt idx="78">
                  <c:v>0.0010294754</c:v>
                </c:pt>
                <c:pt idx="79">
                  <c:v>0.0010191559</c:v>
                </c:pt>
                <c:pt idx="80">
                  <c:v>0.001006679</c:v>
                </c:pt>
                <c:pt idx="81">
                  <c:v>0.0009920734</c:v>
                </c:pt>
                <c:pt idx="82">
                  <c:v>0.00097544288</c:v>
                </c:pt>
                <c:pt idx="83">
                  <c:v>0.00095678218</c:v>
                </c:pt>
                <c:pt idx="84">
                  <c:v>0.00093616062</c:v>
                </c:pt>
                <c:pt idx="85">
                  <c:v>0.00091368815</c:v>
                </c:pt>
                <c:pt idx="86">
                  <c:v>0.00088956633</c:v>
                </c:pt>
                <c:pt idx="87">
                  <c:v>0.00086405716</c:v>
                </c:pt>
                <c:pt idx="88">
                  <c:v>0.00083741417</c:v>
                </c:pt>
                <c:pt idx="89">
                  <c:v>0.0008099485</c:v>
                </c:pt>
                <c:pt idx="90">
                  <c:v>0.00078196883</c:v>
                </c:pt>
                <c:pt idx="91">
                  <c:v>0.00075374164</c:v>
                </c:pt>
                <c:pt idx="92">
                  <c:v>0.00072579205</c:v>
                </c:pt>
                <c:pt idx="93">
                  <c:v>0.00069833897</c:v>
                </c:pt>
                <c:pt idx="94">
                  <c:v>0.00067172357</c:v>
                </c:pt>
                <c:pt idx="95">
                  <c:v>0.00064588948</c:v>
                </c:pt>
                <c:pt idx="96">
                  <c:v>0.00062081337</c:v>
                </c:pt>
                <c:pt idx="97">
                  <c:v>0.00059655152</c:v>
                </c:pt>
                <c:pt idx="98">
                  <c:v>0.00057351823</c:v>
                </c:pt>
                <c:pt idx="99">
                  <c:v>0.00055182591</c:v>
                </c:pt>
                <c:pt idx="100">
                  <c:v>0.00053175826</c:v>
                </c:pt>
                <c:pt idx="101">
                  <c:v>0.00051356087</c:v>
                </c:pt>
                <c:pt idx="102">
                  <c:v>0.00049749569</c:v>
                </c:pt>
                <c:pt idx="103">
                  <c:v>0.00048378915</c:v>
                </c:pt>
                <c:pt idx="104">
                  <c:v>0.00047258953</c:v>
                </c:pt>
                <c:pt idx="105">
                  <c:v>0.000463973</c:v>
                </c:pt>
                <c:pt idx="106">
                  <c:v>0.00045793775</c:v>
                </c:pt>
                <c:pt idx="107">
                  <c:v>0.00045443717</c:v>
                </c:pt>
                <c:pt idx="108">
                  <c:v>0.00045329837</c:v>
                </c:pt>
                <c:pt idx="109">
                  <c:v>0.00045429997</c:v>
                </c:pt>
                <c:pt idx="110">
                  <c:v>0.00045713575</c:v>
                </c:pt>
                <c:pt idx="111">
                  <c:v>0.00046147076</c:v>
                </c:pt>
                <c:pt idx="112">
                  <c:v>0.00046710078</c:v>
                </c:pt>
                <c:pt idx="113">
                  <c:v>0.00047361294</c:v>
                </c:pt>
                <c:pt idx="114">
                  <c:v>0.00048066731</c:v>
                </c:pt>
                <c:pt idx="115">
                  <c:v>0.00048794199</c:v>
                </c:pt>
                <c:pt idx="116">
                  <c:v>0.00049526901</c:v>
                </c:pt>
                <c:pt idx="117">
                  <c:v>0.00050228219</c:v>
                </c:pt>
                <c:pt idx="118">
                  <c:v>0.000508744</c:v>
                </c:pt>
                <c:pt idx="119">
                  <c:v>0.00051444535</c:v>
                </c:pt>
                <c:pt idx="120">
                  <c:v>0.00051919369</c:v>
                </c:pt>
                <c:pt idx="121">
                  <c:v>0.00052289172</c:v>
                </c:pt>
                <c:pt idx="122">
                  <c:v>0.0005254278</c:v>
                </c:pt>
                <c:pt idx="123">
                  <c:v>0.00052662843</c:v>
                </c:pt>
                <c:pt idx="124">
                  <c:v>0.00052640875</c:v>
                </c:pt>
                <c:pt idx="125">
                  <c:v>0.00052575668</c:v>
                </c:pt>
                <c:pt idx="126">
                  <c:v>0.0005247288</c:v>
                </c:pt>
                <c:pt idx="127">
                  <c:v>0.00052331985</c:v>
                </c:pt>
                <c:pt idx="128">
                  <c:v>0.00052153219</c:v>
                </c:pt>
                <c:pt idx="129">
                  <c:v>0.00051935666</c:v>
                </c:pt>
                <c:pt idx="130">
                  <c:v>0.00051679449</c:v>
                </c:pt>
                <c:pt idx="131">
                  <c:v>0.0005138452</c:v>
                </c:pt>
                <c:pt idx="132">
                  <c:v>0.00051052077</c:v>
                </c:pt>
                <c:pt idx="133">
                  <c:v>0.00050682537</c:v>
                </c:pt>
                <c:pt idx="134">
                  <c:v>0.00050276622</c:v>
                </c:pt>
                <c:pt idx="135">
                  <c:v>0.00049833757</c:v>
                </c:pt>
                <c:pt idx="136">
                  <c:v>0.00049354586</c:v>
                </c:pt>
                <c:pt idx="137">
                  <c:v>0.00048839444</c:v>
                </c:pt>
                <c:pt idx="138">
                  <c:v>0.00048291936</c:v>
                </c:pt>
                <c:pt idx="139">
                  <c:v>0.00047712523</c:v>
                </c:pt>
                <c:pt idx="140">
                  <c:v>0.00047103582</c:v>
                </c:pt>
                <c:pt idx="141">
                  <c:v>0.00046466939</c:v>
                </c:pt>
                <c:pt idx="142">
                  <c:v>0.00045804135</c:v>
                </c:pt>
                <c:pt idx="143">
                  <c:v>0.00045117358</c:v>
                </c:pt>
                <c:pt idx="144">
                  <c:v>0.00044409727</c:v>
                </c:pt>
                <c:pt idx="145">
                  <c:v>0.00043683326</c:v>
                </c:pt>
                <c:pt idx="146">
                  <c:v>0.00042940724</c:v>
                </c:pt>
                <c:pt idx="147">
                  <c:v>0.00042184493</c:v>
                </c:pt>
                <c:pt idx="148">
                  <c:v>0.00041418103</c:v>
                </c:pt>
                <c:pt idx="149">
                  <c:v>0.00040646321</c:v>
                </c:pt>
                <c:pt idx="150">
                  <c:v>0.00039873508</c:v>
                </c:pt>
                <c:pt idx="151">
                  <c:v>0.00039104049</c:v>
                </c:pt>
                <c:pt idx="152">
                  <c:v>0.00038342245</c:v>
                </c:pt>
                <c:pt idx="153">
                  <c:v>0.00037594502</c:v>
                </c:pt>
                <c:pt idx="154">
                  <c:v>0.00036866212</c:v>
                </c:pt>
                <c:pt idx="155">
                  <c:v>0.0003616195</c:v>
                </c:pt>
                <c:pt idx="156">
                  <c:v>0.00035489143</c:v>
                </c:pt>
                <c:pt idx="157">
                  <c:v>0.00034851703</c:v>
                </c:pt>
                <c:pt idx="158">
                  <c:v>0.00034253784</c:v>
                </c:pt>
                <c:pt idx="159">
                  <c:v>0.00033705247</c:v>
                </c:pt>
                <c:pt idx="160">
                  <c:v>0.00033209737</c:v>
                </c:pt>
                <c:pt idx="161">
                  <c:v>0.00032767749</c:v>
                </c:pt>
                <c:pt idx="162">
                  <c:v>0.00032384434</c:v>
                </c:pt>
                <c:pt idx="163">
                  <c:v>0.00032061562</c:v>
                </c:pt>
                <c:pt idx="164">
                  <c:v>0.00031804244</c:v>
                </c:pt>
                <c:pt idx="165">
                  <c:v>0.00031616194</c:v>
                </c:pt>
                <c:pt idx="166">
                  <c:v>0.000315008</c:v>
                </c:pt>
                <c:pt idx="167">
                  <c:v>0.0003146158</c:v>
                </c:pt>
                <c:pt idx="168">
                  <c:v>0.000314985</c:v>
                </c:pt>
                <c:pt idx="169">
                  <c:v>0.00031614306</c:v>
                </c:pt>
                <c:pt idx="170">
                  <c:v>0.00031808003</c:v>
                </c:pt>
                <c:pt idx="171">
                  <c:v>0.00032085137</c:v>
                </c:pt>
                <c:pt idx="172">
                  <c:v>0.00032444173</c:v>
                </c:pt>
                <c:pt idx="173">
                  <c:v>0.00032881718</c:v>
                </c:pt>
                <c:pt idx="174">
                  <c:v>0.00033391145</c:v>
                </c:pt>
                <c:pt idx="175">
                  <c:v>0.00033968868</c:v>
                </c:pt>
                <c:pt idx="176">
                  <c:v>0.0003460747</c:v>
                </c:pt>
                <c:pt idx="177">
                  <c:v>0.00035299384</c:v>
                </c:pt>
                <c:pt idx="178">
                  <c:v>0.00036021592</c:v>
                </c:pt>
                <c:pt idx="179">
                  <c:v>0.00036758288</c:v>
                </c:pt>
                <c:pt idx="180">
                  <c:v>0.00037517663</c:v>
                </c:pt>
                <c:pt idx="181">
                  <c:v>0.00038290231</c:v>
                </c:pt>
                <c:pt idx="182">
                  <c:v>0.0003906661</c:v>
                </c:pt>
                <c:pt idx="183">
                  <c:v>0.00039841029</c:v>
                </c:pt>
                <c:pt idx="184">
                  <c:v>0.00040606749</c:v>
                </c:pt>
                <c:pt idx="185">
                  <c:v>0.00041357357</c:v>
                </c:pt>
                <c:pt idx="186">
                  <c:v>0.00042089576</c:v>
                </c:pt>
                <c:pt idx="187">
                  <c:v>0.0004279861</c:v>
                </c:pt>
                <c:pt idx="188">
                  <c:v>0.00043481267</c:v>
                </c:pt>
                <c:pt idx="189">
                  <c:v>0.00044134075</c:v>
                </c:pt>
                <c:pt idx="190">
                  <c:v>0.00044756744</c:v>
                </c:pt>
                <c:pt idx="191">
                  <c:v>0.00045348617</c:v>
                </c:pt>
                <c:pt idx="192">
                  <c:v>0.00045907363</c:v>
                </c:pt>
                <c:pt idx="193">
                  <c:v>0.00046432804</c:v>
                </c:pt>
                <c:pt idx="194">
                  <c:v>0.00046925654</c:v>
                </c:pt>
                <c:pt idx="195">
                  <c:v>0.00047383532</c:v>
                </c:pt>
                <c:pt idx="196">
                  <c:v>0.00047806909</c:v>
                </c:pt>
                <c:pt idx="197">
                  <c:v>0.00048195418</c:v>
                </c:pt>
                <c:pt idx="198">
                  <c:v>0.00048549606</c:v>
                </c:pt>
                <c:pt idx="199">
                  <c:v>0.00048869774</c:v>
                </c:pt>
                <c:pt idx="200">
                  <c:v>0.00049156528</c:v>
                </c:pt>
                <c:pt idx="201">
                  <c:v>0.00049409899</c:v>
                </c:pt>
                <c:pt idx="202">
                  <c:v>0.00049630067</c:v>
                </c:pt>
                <c:pt idx="203">
                  <c:v>0.0004981743</c:v>
                </c:pt>
                <c:pt idx="204">
                  <c:v>0.00049973298</c:v>
                </c:pt>
                <c:pt idx="205">
                  <c:v>0.00050098235</c:v>
                </c:pt>
                <c:pt idx="206">
                  <c:v>0.00050192298</c:v>
                </c:pt>
                <c:pt idx="207">
                  <c:v>0.00050255687</c:v>
                </c:pt>
                <c:pt idx="208">
                  <c:v>0.00050289366</c:v>
                </c:pt>
                <c:pt idx="209">
                  <c:v>0.00050293784</c:v>
                </c:pt>
                <c:pt idx="210">
                  <c:v>0.00050267014</c:v>
                </c:pt>
                <c:pt idx="211">
                  <c:v>0.00050212535</c:v>
                </c:pt>
                <c:pt idx="212">
                  <c:v>0.00050131927</c:v>
                </c:pt>
                <c:pt idx="213">
                  <c:v>0.000500255</c:v>
                </c:pt>
                <c:pt idx="214">
                  <c:v>0.00049895215</c:v>
                </c:pt>
                <c:pt idx="215">
                  <c:v>0.00049743525</c:v>
                </c:pt>
                <c:pt idx="216">
                  <c:v>0.00049572206</c:v>
                </c:pt>
                <c:pt idx="217">
                  <c:v>0.00049382877</c:v>
                </c:pt>
                <c:pt idx="218">
                  <c:v>0.00049172536</c:v>
                </c:pt>
                <c:pt idx="219">
                  <c:v>0.00048945925</c:v>
                </c:pt>
                <c:pt idx="220">
                  <c:v>0.00048704857</c:v>
                </c:pt>
                <c:pt idx="221">
                  <c:v>0.00048454716</c:v>
                </c:pt>
                <c:pt idx="222">
                  <c:v>0.00048197007</c:v>
                </c:pt>
                <c:pt idx="223">
                  <c:v>0.00047931562</c:v>
                </c:pt>
                <c:pt idx="224">
                  <c:v>0.00047659368</c:v>
                </c:pt>
                <c:pt idx="225">
                  <c:v>0.00047381713</c:v>
                </c:pt>
                <c:pt idx="226">
                  <c:v>0.0004710397</c:v>
                </c:pt>
                <c:pt idx="227">
                  <c:v>0.0004682592</c:v>
                </c:pt>
                <c:pt idx="228">
                  <c:v>0.0004654289</c:v>
                </c:pt>
                <c:pt idx="229">
                  <c:v>0.0004625748</c:v>
                </c:pt>
                <c:pt idx="230">
                  <c:v>0.00045970317</c:v>
                </c:pt>
                <c:pt idx="231">
                  <c:v>0.00045675532</c:v>
                </c:pt>
                <c:pt idx="232">
                  <c:v>0.00045384865</c:v>
                </c:pt>
                <c:pt idx="233">
                  <c:v>0.00045098909</c:v>
                </c:pt>
                <c:pt idx="234">
                  <c:v>0.00044812718</c:v>
                </c:pt>
                <c:pt idx="235">
                  <c:v>0.00044520054</c:v>
                </c:pt>
                <c:pt idx="236">
                  <c:v>0.00044216513</c:v>
                </c:pt>
                <c:pt idx="237">
                  <c:v>0.00043908248</c:v>
                </c:pt>
                <c:pt idx="238">
                  <c:v>0.00043596154</c:v>
                </c:pt>
                <c:pt idx="239">
                  <c:v>0.00043276289</c:v>
                </c:pt>
                <c:pt idx="240">
                  <c:v>0.00042946751</c:v>
                </c:pt>
                <c:pt idx="241">
                  <c:v>0.00042614024</c:v>
                </c:pt>
                <c:pt idx="242">
                  <c:v>0.00042281655</c:v>
                </c:pt>
                <c:pt idx="243">
                  <c:v>0.0004195221</c:v>
                </c:pt>
                <c:pt idx="244">
                  <c:v>0.00041627345</c:v>
                </c:pt>
                <c:pt idx="245">
                  <c:v>0.00041307292</c:v>
                </c:pt>
                <c:pt idx="246">
                  <c:v>0.00040995118</c:v>
                </c:pt>
                <c:pt idx="247">
                  <c:v>0.00040692362</c:v>
                </c:pt>
                <c:pt idx="248">
                  <c:v>0.00040399868</c:v>
                </c:pt>
                <c:pt idx="249">
                  <c:v>0.00040115038</c:v>
                </c:pt>
                <c:pt idx="250">
                  <c:v>0.00039976229</c:v>
                </c:pt>
                <c:pt idx="251">
                  <c:v>0.00039839508</c:v>
                </c:pt>
                <c:pt idx="252">
                  <c:v>0.00039705494</c:v>
                </c:pt>
                <c:pt idx="253">
                  <c:v>0.000395735</c:v>
                </c:pt>
                <c:pt idx="254">
                  <c:v>0.00039443424</c:v>
                </c:pt>
                <c:pt idx="255">
                  <c:v>0.00039314346</c:v>
                </c:pt>
                <c:pt idx="256">
                  <c:v>0.00039185908</c:v>
                </c:pt>
                <c:pt idx="257">
                  <c:v>0.00039058729</c:v>
                </c:pt>
                <c:pt idx="258">
                  <c:v>0.00038932541</c:v>
                </c:pt>
                <c:pt idx="259">
                  <c:v>0.00038807128</c:v>
                </c:pt>
                <c:pt idx="260">
                  <c:v>0.00038682043</c:v>
                </c:pt>
                <c:pt idx="261">
                  <c:v>0.00038557649</c:v>
                </c:pt>
                <c:pt idx="262">
                  <c:v>0.00038434096</c:v>
                </c:pt>
                <c:pt idx="263">
                  <c:v>0.00038311352</c:v>
                </c:pt>
                <c:pt idx="264">
                  <c:v>0.0003818923</c:v>
                </c:pt>
                <c:pt idx="265">
                  <c:v>0.00038067729</c:v>
                </c:pt>
                <c:pt idx="266">
                  <c:v>0.00037946864</c:v>
                </c:pt>
                <c:pt idx="267">
                  <c:v>0.00037828399</c:v>
                </c:pt>
                <c:pt idx="268">
                  <c:v>0.00037710366</c:v>
                </c:pt>
                <c:pt idx="269">
                  <c:v>0.00037591913</c:v>
                </c:pt>
                <c:pt idx="270">
                  <c:v>0.00037473913</c:v>
                </c:pt>
                <c:pt idx="271">
                  <c:v>0.00037356171</c:v>
                </c:pt>
                <c:pt idx="272">
                  <c:v>0.00037239305</c:v>
                </c:pt>
                <c:pt idx="273">
                  <c:v>0.00037125717</c:v>
                </c:pt>
                <c:pt idx="274">
                  <c:v>0.00037012487</c:v>
                </c:pt>
                <c:pt idx="275">
                  <c:v>0.00036899831</c:v>
                </c:pt>
                <c:pt idx="276">
                  <c:v>0.00036787398</c:v>
                </c:pt>
                <c:pt idx="277">
                  <c:v>0.00036675596</c:v>
                </c:pt>
                <c:pt idx="278">
                  <c:v>0.00036564249</c:v>
                </c:pt>
                <c:pt idx="279">
                  <c:v>0.00036452704</c:v>
                </c:pt>
                <c:pt idx="280">
                  <c:v>0.00036340947</c:v>
                </c:pt>
                <c:pt idx="281">
                  <c:v>0.00036228789</c:v>
                </c:pt>
                <c:pt idx="282">
                  <c:v>0.000361161</c:v>
                </c:pt>
                <c:pt idx="283">
                  <c:v>0.00036003413</c:v>
                </c:pt>
                <c:pt idx="284">
                  <c:v>0.00035889873</c:v>
                </c:pt>
                <c:pt idx="285">
                  <c:v>0.00035775627</c:v>
                </c:pt>
                <c:pt idx="286">
                  <c:v>0.00035660734</c:v>
                </c:pt>
                <c:pt idx="287">
                  <c:v>0.00035545223</c:v>
                </c:pt>
                <c:pt idx="288">
                  <c:v>0.00035429034</c:v>
                </c:pt>
                <c:pt idx="289">
                  <c:v>0.00035312053</c:v>
                </c:pt>
                <c:pt idx="290">
                  <c:v>0.0003519452</c:v>
                </c:pt>
                <c:pt idx="291">
                  <c:v>0.00035076075</c:v>
                </c:pt>
                <c:pt idx="292">
                  <c:v>0.00034956858</c:v>
                </c:pt>
                <c:pt idx="293">
                  <c:v>0.00034836979</c:v>
                </c:pt>
                <c:pt idx="294">
                  <c:v>0.00034716252</c:v>
                </c:pt>
                <c:pt idx="295">
                  <c:v>0.00034594808</c:v>
                </c:pt>
                <c:pt idx="296">
                  <c:v>0.00034472733</c:v>
                </c:pt>
                <c:pt idx="297">
                  <c:v>0.00034349998</c:v>
                </c:pt>
                <c:pt idx="298">
                  <c:v>0.0003422652</c:v>
                </c:pt>
                <c:pt idx="299">
                  <c:v>0.00034102482</c:v>
                </c:pt>
                <c:pt idx="300">
                  <c:v>0.00033977822</c:v>
                </c:pt>
                <c:pt idx="301">
                  <c:v>0.0003385252</c:v>
                </c:pt>
                <c:pt idx="302">
                  <c:v>0.00033726386</c:v>
                </c:pt>
                <c:pt idx="303">
                  <c:v>0.00033599445</c:v>
                </c:pt>
                <c:pt idx="304">
                  <c:v>0.00033471557</c:v>
                </c:pt>
                <c:pt idx="305">
                  <c:v>0.00033342867</c:v>
                </c:pt>
                <c:pt idx="306">
                  <c:v>0.00033213251</c:v>
                </c:pt>
                <c:pt idx="307">
                  <c:v>0.00033082637</c:v>
                </c:pt>
                <c:pt idx="308">
                  <c:v>0.00032951139</c:v>
                </c:pt>
                <c:pt idx="309">
                  <c:v>0.00032818666</c:v>
                </c:pt>
                <c:pt idx="310">
                  <c:v>0.00032685151</c:v>
                </c:pt>
                <c:pt idx="311">
                  <c:v>0.00032550678</c:v>
                </c:pt>
                <c:pt idx="312">
                  <c:v>0.00032415139</c:v>
                </c:pt>
                <c:pt idx="313">
                  <c:v>0.00032278589</c:v>
                </c:pt>
                <c:pt idx="314">
                  <c:v>0.00032140959</c:v>
                </c:pt>
                <c:pt idx="315">
                  <c:v>0.00032002232</c:v>
                </c:pt>
                <c:pt idx="316">
                  <c:v>0.00031862432</c:v>
                </c:pt>
                <c:pt idx="317">
                  <c:v>0.00031721456</c:v>
                </c:pt>
                <c:pt idx="318">
                  <c:v>0.00031579496</c:v>
                </c:pt>
                <c:pt idx="319">
                  <c:v>0.00031436345</c:v>
                </c:pt>
                <c:pt idx="320">
                  <c:v>0.00031292106</c:v>
                </c:pt>
                <c:pt idx="321">
                  <c:v>0.00031146766</c:v>
                </c:pt>
                <c:pt idx="322">
                  <c:v>0.00031000314</c:v>
                </c:pt>
                <c:pt idx="323">
                  <c:v>0.00030852737</c:v>
                </c:pt>
                <c:pt idx="324">
                  <c:v>0.00030704164</c:v>
                </c:pt>
                <c:pt idx="325">
                  <c:v>0.00030554508</c:v>
                </c:pt>
                <c:pt idx="326">
                  <c:v>0.00030403494</c:v>
                </c:pt>
                <c:pt idx="327">
                  <c:v>0.00030251488</c:v>
                </c:pt>
                <c:pt idx="328">
                  <c:v>0.00030098465</c:v>
                </c:pt>
                <c:pt idx="329">
                  <c:v>0.00029944355</c:v>
                </c:pt>
                <c:pt idx="330">
                  <c:v>0.00029789053</c:v>
                </c:pt>
                <c:pt idx="331">
                  <c:v>0.000296328</c:v>
                </c:pt>
                <c:pt idx="332">
                  <c:v>0.00029475682</c:v>
                </c:pt>
                <c:pt idx="333">
                  <c:v>0.00029317742</c:v>
                </c:pt>
                <c:pt idx="334">
                  <c:v>0.0002915905</c:v>
                </c:pt>
                <c:pt idx="335">
                  <c:v>0.00028999635</c:v>
                </c:pt>
                <c:pt idx="336">
                  <c:v>0.00028839572</c:v>
                </c:pt>
                <c:pt idx="337">
                  <c:v>0.00028679103</c:v>
                </c:pt>
                <c:pt idx="338">
                  <c:v>0.00028517673</c:v>
                </c:pt>
                <c:pt idx="339">
                  <c:v>0.00028355774</c:v>
                </c:pt>
                <c:pt idx="340">
                  <c:v>0.00028193377</c:v>
                </c:pt>
                <c:pt idx="341">
                  <c:v>0.00028030629</c:v>
                </c:pt>
                <c:pt idx="342">
                  <c:v>0.00027867466</c:v>
                </c:pt>
                <c:pt idx="343">
                  <c:v>0.00027704025</c:v>
                </c:pt>
                <c:pt idx="344">
                  <c:v>0.00027540222</c:v>
                </c:pt>
                <c:pt idx="345">
                  <c:v>0.0002737634</c:v>
                </c:pt>
                <c:pt idx="346">
                  <c:v>0.00027212258</c:v>
                </c:pt>
                <c:pt idx="347">
                  <c:v>0.00027047932</c:v>
                </c:pt>
                <c:pt idx="348">
                  <c:v>0.00026883928</c:v>
                </c:pt>
                <c:pt idx="349">
                  <c:v>0.0002672004</c:v>
                </c:pt>
                <c:pt idx="350">
                  <c:v>0.00026555892</c:v>
                </c:pt>
                <c:pt idx="351">
                  <c:v>0.00026392204</c:v>
                </c:pt>
                <c:pt idx="352">
                  <c:v>0.00026228735</c:v>
                </c:pt>
                <c:pt idx="353">
                  <c:v>0.00026065424</c:v>
                </c:pt>
                <c:pt idx="354">
                  <c:v>0.00025902809</c:v>
                </c:pt>
                <c:pt idx="355">
                  <c:v>0.00025740774</c:v>
                </c:pt>
                <c:pt idx="356">
                  <c:v>0.00025579287</c:v>
                </c:pt>
                <c:pt idx="357">
                  <c:v>0.00025418526</c:v>
                </c:pt>
                <c:pt idx="358">
                  <c:v>0.00025258816</c:v>
                </c:pt>
                <c:pt idx="359">
                  <c:v>0.00025099679</c:v>
                </c:pt>
                <c:pt idx="360">
                  <c:v>0.00024941565</c:v>
                </c:pt>
                <c:pt idx="361">
                  <c:v>0.00024784696</c:v>
                </c:pt>
                <c:pt idx="362">
                  <c:v>0.00024628956</c:v>
                </c:pt>
                <c:pt idx="363">
                  <c:v>0.00024474374</c:v>
                </c:pt>
                <c:pt idx="364">
                  <c:v>0.00024321285</c:v>
                </c:pt>
                <c:pt idx="365">
                  <c:v>0.00024169346</c:v>
                </c:pt>
                <c:pt idx="366">
                  <c:v>0.00024018965</c:v>
                </c:pt>
                <c:pt idx="367">
                  <c:v>0.00023870735</c:v>
                </c:pt>
                <c:pt idx="368">
                  <c:v>0.00023723993</c:v>
                </c:pt>
                <c:pt idx="369">
                  <c:v>0.00023578974</c:v>
                </c:pt>
                <c:pt idx="370">
                  <c:v>0.00023436032</c:v>
                </c:pt>
                <c:pt idx="371">
                  <c:v>0.00023294875</c:v>
                </c:pt>
                <c:pt idx="372">
                  <c:v>0.00023155984</c:v>
                </c:pt>
                <c:pt idx="373">
                  <c:v>0.00023019168</c:v>
                </c:pt>
                <c:pt idx="374">
                  <c:v>0.00022884536</c:v>
                </c:pt>
                <c:pt idx="375">
                  <c:v>0.00022752226</c:v>
                </c:pt>
                <c:pt idx="376">
                  <c:v>0.00022622802</c:v>
                </c:pt>
                <c:pt idx="377">
                  <c:v>0.00022495508</c:v>
                </c:pt>
                <c:pt idx="378">
                  <c:v>0.00022370955</c:v>
                </c:pt>
                <c:pt idx="379">
                  <c:v>0.0002224878</c:v>
                </c:pt>
                <c:pt idx="380">
                  <c:v>0.00022129831</c:v>
                </c:pt>
                <c:pt idx="381">
                  <c:v>0.00022013083</c:v>
                </c:pt>
                <c:pt idx="382">
                  <c:v>0.00021899683</c:v>
                </c:pt>
                <c:pt idx="383">
                  <c:v>0.00021789242</c:v>
                </c:pt>
                <c:pt idx="384">
                  <c:v>0.00021681506</c:v>
                </c:pt>
                <c:pt idx="385">
                  <c:v>0.00021576882</c:v>
                </c:pt>
                <c:pt idx="386">
                  <c:v>0.00021475743</c:v>
                </c:pt>
                <c:pt idx="387">
                  <c:v>0.00021376851</c:v>
                </c:pt>
                <c:pt idx="388">
                  <c:v>0.00021281617</c:v>
                </c:pt>
                <c:pt idx="389">
                  <c:v>0.00021189673</c:v>
                </c:pt>
                <c:pt idx="390">
                  <c:v>0.00021100657</c:v>
                </c:pt>
                <c:pt idx="391">
                  <c:v>0.00021015316</c:v>
                </c:pt>
                <c:pt idx="392">
                  <c:v>0.0002093346</c:v>
                </c:pt>
                <c:pt idx="393">
                  <c:v>0.00020854808</c:v>
                </c:pt>
                <c:pt idx="394">
                  <c:v>0.00020779761</c:v>
                </c:pt>
                <c:pt idx="395">
                  <c:v>0.00020708119</c:v>
                </c:pt>
                <c:pt idx="396">
                  <c:v>0.00020639351</c:v>
                </c:pt>
                <c:pt idx="397">
                  <c:v>0.00020574632</c:v>
                </c:pt>
                <c:pt idx="398">
                  <c:v>0.00020513324</c:v>
                </c:pt>
                <c:pt idx="399">
                  <c:v>0.00020455763</c:v>
                </c:pt>
                <c:pt idx="400">
                  <c:v>0.00020401332</c:v>
                </c:pt>
                <c:pt idx="401">
                  <c:v>0.00020350149</c:v>
                </c:pt>
                <c:pt idx="402">
                  <c:v>0.00020302562</c:v>
                </c:pt>
                <c:pt idx="403">
                  <c:v>0.00020257686</c:v>
                </c:pt>
                <c:pt idx="404">
                  <c:v>0.00020216467</c:v>
                </c:pt>
                <c:pt idx="405">
                  <c:v>0.00020178509</c:v>
                </c:pt>
                <c:pt idx="406">
                  <c:v>0.00020143264</c:v>
                </c:pt>
                <c:pt idx="407">
                  <c:v>0.0002011187</c:v>
                </c:pt>
                <c:pt idx="408">
                  <c:v>0.0002008371</c:v>
                </c:pt>
                <c:pt idx="409">
                  <c:v>0.00020058175</c:v>
                </c:pt>
                <c:pt idx="410">
                  <c:v>0.00020032328</c:v>
                </c:pt>
                <c:pt idx="411">
                  <c:v>0.00020006538</c:v>
                </c:pt>
                <c:pt idx="412">
                  <c:v>0.00019983666</c:v>
                </c:pt>
                <c:pt idx="413">
                  <c:v>0.00019963922</c:v>
                </c:pt>
                <c:pt idx="414">
                  <c:v>0.00019947133</c:v>
                </c:pt>
                <c:pt idx="415">
                  <c:v>0.00019933028</c:v>
                </c:pt>
                <c:pt idx="416">
                  <c:v>0.00019921244</c:v>
                </c:pt>
                <c:pt idx="417">
                  <c:v>0.00019912222</c:v>
                </c:pt>
                <c:pt idx="418">
                  <c:v>0.00019905642</c:v>
                </c:pt>
                <c:pt idx="419">
                  <c:v>0.00019900456</c:v>
                </c:pt>
                <c:pt idx="420">
                  <c:v>0.00019898009</c:v>
                </c:pt>
                <c:pt idx="421">
                  <c:v>0.00019898128</c:v>
                </c:pt>
                <c:pt idx="422">
                  <c:v>0.00019900169</c:v>
                </c:pt>
                <c:pt idx="423">
                  <c:v>0.00019903923</c:v>
                </c:pt>
                <c:pt idx="424">
                  <c:v>0.00019909132</c:v>
                </c:pt>
                <c:pt idx="425">
                  <c:v>0.00019915111</c:v>
                </c:pt>
                <c:pt idx="426">
                  <c:v>0.00019922995</c:v>
                </c:pt>
                <c:pt idx="427">
                  <c:v>0.00019932764</c:v>
                </c:pt>
                <c:pt idx="428">
                  <c:v>0.00019943894</c:v>
                </c:pt>
                <c:pt idx="429">
                  <c:v>0.00019956038</c:v>
                </c:pt>
                <c:pt idx="430">
                  <c:v>0.00019969085</c:v>
                </c:pt>
                <c:pt idx="431">
                  <c:v>0.00019983648</c:v>
                </c:pt>
                <c:pt idx="432">
                  <c:v>0.00019999173</c:v>
                </c:pt>
                <c:pt idx="433">
                  <c:v>0.00020015585</c:v>
                </c:pt>
                <c:pt idx="434">
                  <c:v>0.00020033038</c:v>
                </c:pt>
                <c:pt idx="435">
                  <c:v>0.00020051002</c:v>
                </c:pt>
                <c:pt idx="436">
                  <c:v>0.00020069492</c:v>
                </c:pt>
                <c:pt idx="437">
                  <c:v>0.00020088633</c:v>
                </c:pt>
                <c:pt idx="438">
                  <c:v>0.00020108254</c:v>
                </c:pt>
                <c:pt idx="439">
                  <c:v>0.00020127526</c:v>
                </c:pt>
                <c:pt idx="440">
                  <c:v>0.0002014754</c:v>
                </c:pt>
                <c:pt idx="441">
                  <c:v>0.00020166837</c:v>
                </c:pt>
                <c:pt idx="442">
                  <c:v>0.00020186294</c:v>
                </c:pt>
                <c:pt idx="443">
                  <c:v>0.0002020567</c:v>
                </c:pt>
                <c:pt idx="444">
                  <c:v>0.00020224564</c:v>
                </c:pt>
                <c:pt idx="445">
                  <c:v>0.00020243041</c:v>
                </c:pt>
                <c:pt idx="446">
                  <c:v>0.00020261217</c:v>
                </c:pt>
                <c:pt idx="447">
                  <c:v>0.00020279012</c:v>
                </c:pt>
                <c:pt idx="448">
                  <c:v>0.00020296196</c:v>
                </c:pt>
                <c:pt idx="449">
                  <c:v>0.00020312839</c:v>
                </c:pt>
                <c:pt idx="450">
                  <c:v>0.00020328199</c:v>
                </c:pt>
                <c:pt idx="451">
                  <c:v>0.00020343501</c:v>
                </c:pt>
                <c:pt idx="452">
                  <c:v>0.00020357997</c:v>
                </c:pt>
                <c:pt idx="453">
                  <c:v>0.00020371533</c:v>
                </c:pt>
                <c:pt idx="454">
                  <c:v>0.00020383428</c:v>
                </c:pt>
                <c:pt idx="455">
                  <c:v>0.00020395042</c:v>
                </c:pt>
                <c:pt idx="456">
                  <c:v>0.00020405164</c:v>
                </c:pt>
                <c:pt idx="457">
                  <c:v>0.00020414394</c:v>
                </c:pt>
                <c:pt idx="458">
                  <c:v>0.00020421921</c:v>
                </c:pt>
                <c:pt idx="459">
                  <c:v>0.00020428957</c:v>
                </c:pt>
                <c:pt idx="460">
                  <c:v>0.00020434405</c:v>
                </c:pt>
                <c:pt idx="461">
                  <c:v>0.00020438731</c:v>
                </c:pt>
                <c:pt idx="462">
                  <c:v>0.0002044181</c:v>
                </c:pt>
                <c:pt idx="463">
                  <c:v>0.00020443207</c:v>
                </c:pt>
                <c:pt idx="464">
                  <c:v>0.00020443382</c:v>
                </c:pt>
                <c:pt idx="465">
                  <c:v>0.00020442173</c:v>
                </c:pt>
                <c:pt idx="466">
                  <c:v>0.00020439277</c:v>
                </c:pt>
                <c:pt idx="467">
                  <c:v>0.00020434812</c:v>
                </c:pt>
                <c:pt idx="468">
                  <c:v>0.00020428841</c:v>
                </c:pt>
                <c:pt idx="469">
                  <c:v>0.00020421315</c:v>
                </c:pt>
                <c:pt idx="470">
                  <c:v>0.00020411779</c:v>
                </c:pt>
                <c:pt idx="471">
                  <c:v>0.00020400719</c:v>
                </c:pt>
                <c:pt idx="472">
                  <c:v>0.00020388409</c:v>
                </c:pt>
                <c:pt idx="473">
                  <c:v>0.00020374309</c:v>
                </c:pt>
                <c:pt idx="474">
                  <c:v>0.00020358294</c:v>
                </c:pt>
                <c:pt idx="475">
                  <c:v>0.00020340974</c:v>
                </c:pt>
                <c:pt idx="476">
                  <c:v>0.00020321652</c:v>
                </c:pt>
                <c:pt idx="477">
                  <c:v>0.00020300952</c:v>
                </c:pt>
                <c:pt idx="478">
                  <c:v>0.0002027852</c:v>
                </c:pt>
                <c:pt idx="479">
                  <c:v>0.0002025424</c:v>
                </c:pt>
                <c:pt idx="480">
                  <c:v>0.0002022867</c:v>
                </c:pt>
                <c:pt idx="481">
                  <c:v>0.00020200426</c:v>
                </c:pt>
                <c:pt idx="482">
                  <c:v>0.00020169586</c:v>
                </c:pt>
                <c:pt idx="483">
                  <c:v>0.00020137874</c:v>
                </c:pt>
                <c:pt idx="484">
                  <c:v>0.0002010446</c:v>
                </c:pt>
                <c:pt idx="485">
                  <c:v>0.00020069644</c:v>
                </c:pt>
                <c:pt idx="486">
                  <c:v>0.00020033161</c:v>
                </c:pt>
                <c:pt idx="487">
                  <c:v>0.00019995144</c:v>
                </c:pt>
                <c:pt idx="488">
                  <c:v>0.00019956126</c:v>
                </c:pt>
                <c:pt idx="489">
                  <c:v>0.00019915802</c:v>
                </c:pt>
                <c:pt idx="490">
                  <c:v>0.00019874212</c:v>
                </c:pt>
                <c:pt idx="491">
                  <c:v>0.00019831393</c:v>
                </c:pt>
                <c:pt idx="492">
                  <c:v>0.00019787581</c:v>
                </c:pt>
                <c:pt idx="493">
                  <c:v>0.00019741857</c:v>
                </c:pt>
                <c:pt idx="494">
                  <c:v>0.00019695109</c:v>
                </c:pt>
                <c:pt idx="495">
                  <c:v>0.00019647737</c:v>
                </c:pt>
                <c:pt idx="496">
                  <c:v>0.00019599439</c:v>
                </c:pt>
                <c:pt idx="497">
                  <c:v>0.00019550255</c:v>
                </c:pt>
                <c:pt idx="498">
                  <c:v>0.00019500261</c:v>
                </c:pt>
                <c:pt idx="499">
                  <c:v>0.00019449522</c:v>
                </c:pt>
                <c:pt idx="500">
                  <c:v>0.00019424013</c:v>
                </c:pt>
                <c:pt idx="501">
                  <c:v>0.00019398117</c:v>
                </c:pt>
                <c:pt idx="502">
                  <c:v>0.00019372226</c:v>
                </c:pt>
                <c:pt idx="503">
                  <c:v>0.00019345944</c:v>
                </c:pt>
                <c:pt idx="504">
                  <c:v>0.000193198</c:v>
                </c:pt>
                <c:pt idx="505">
                  <c:v>0.00019293287</c:v>
                </c:pt>
                <c:pt idx="506">
                  <c:v>0.00019266914</c:v>
                </c:pt>
                <c:pt idx="507">
                  <c:v>0.00019240187</c:v>
                </c:pt>
                <c:pt idx="508">
                  <c:v>0.00019213624</c:v>
                </c:pt>
                <c:pt idx="509">
                  <c:v>0.00019186748</c:v>
                </c:pt>
                <c:pt idx="510">
                  <c:v>0.00019160046</c:v>
                </c:pt>
                <c:pt idx="511">
                  <c:v>0.00019133033</c:v>
                </c:pt>
                <c:pt idx="512">
                  <c:v>0.00019106219</c:v>
                </c:pt>
                <c:pt idx="513">
                  <c:v>0.00019079088</c:v>
                </c:pt>
                <c:pt idx="514">
                  <c:v>0.00019052106</c:v>
                </c:pt>
                <c:pt idx="515">
                  <c:v>0.00019024842</c:v>
                </c:pt>
                <c:pt idx="516">
                  <c:v>0.00018997886</c:v>
                </c:pt>
                <c:pt idx="517">
                  <c:v>0.00018970628</c:v>
                </c:pt>
                <c:pt idx="518">
                  <c:v>0.00018943635</c:v>
                </c:pt>
                <c:pt idx="519">
                  <c:v>0.0001891643</c:v>
                </c:pt>
                <c:pt idx="520">
                  <c:v>0.00018889513</c:v>
                </c:pt>
                <c:pt idx="521">
                  <c:v>0.00018862404</c:v>
                </c:pt>
                <c:pt idx="522">
                  <c:v>0.00018835582</c:v>
                </c:pt>
                <c:pt idx="523">
                  <c:v>0.00018808615</c:v>
                </c:pt>
                <c:pt idx="524">
                  <c:v>0.00018781936</c:v>
                </c:pt>
                <c:pt idx="525">
                  <c:v>0.0001875512</c:v>
                </c:pt>
                <c:pt idx="526">
                  <c:v>0.00018728643</c:v>
                </c:pt>
                <c:pt idx="527">
                  <c:v>0.00018702086</c:v>
                </c:pt>
                <c:pt idx="528">
                  <c:v>0.00018675867</c:v>
                </c:pt>
                <c:pt idx="529">
                  <c:v>0.000186496</c:v>
                </c:pt>
                <c:pt idx="530">
                  <c:v>0.00018623587</c:v>
                </c:pt>
                <c:pt idx="531">
                  <c:v>0.00018597526</c:v>
                </c:pt>
                <c:pt idx="532">
                  <c:v>0.0001857172</c:v>
                </c:pt>
                <c:pt idx="533">
                  <c:v>0.000185462</c:v>
                </c:pt>
                <c:pt idx="534">
                  <c:v>0.00018520985</c:v>
                </c:pt>
                <c:pt idx="535">
                  <c:v>0.00018495863</c:v>
                </c:pt>
                <c:pt idx="536">
                  <c:v>0.00018470865</c:v>
                </c:pt>
                <c:pt idx="537">
                  <c:v>0.00018446231</c:v>
                </c:pt>
                <c:pt idx="538">
                  <c:v>0.00018421886</c:v>
                </c:pt>
                <c:pt idx="539">
                  <c:v>0.00018397801</c:v>
                </c:pt>
                <c:pt idx="540">
                  <c:v>0.00018374024</c:v>
                </c:pt>
                <c:pt idx="541">
                  <c:v>0.00018350521</c:v>
                </c:pt>
                <c:pt idx="542">
                  <c:v>0.00018327347</c:v>
                </c:pt>
                <c:pt idx="543">
                  <c:v>0.00018304464</c:v>
                </c:pt>
                <c:pt idx="544">
                  <c:v>0.00018281928</c:v>
                </c:pt>
                <c:pt idx="545">
                  <c:v>0.00018259277</c:v>
                </c:pt>
                <c:pt idx="546">
                  <c:v>0.00018236935</c:v>
                </c:pt>
                <c:pt idx="547">
                  <c:v>0.00018215146</c:v>
                </c:pt>
                <c:pt idx="548">
                  <c:v>0.00018193669</c:v>
                </c:pt>
                <c:pt idx="549">
                  <c:v>0.00018172563</c:v>
                </c:pt>
                <c:pt idx="550">
                  <c:v>0.00018151874</c:v>
                </c:pt>
                <c:pt idx="551">
                  <c:v>0.00018131594</c:v>
                </c:pt>
                <c:pt idx="552">
                  <c:v>0.00018111857</c:v>
                </c:pt>
                <c:pt idx="553">
                  <c:v>0.00018092533</c:v>
                </c:pt>
                <c:pt idx="554">
                  <c:v>0.00018073714</c:v>
                </c:pt>
                <c:pt idx="555">
                  <c:v>0.00018055325</c:v>
                </c:pt>
                <c:pt idx="556">
                  <c:v>0.00018037474</c:v>
                </c:pt>
                <c:pt idx="557">
                  <c:v>0.00018020008</c:v>
                </c:pt>
                <c:pt idx="558">
                  <c:v>0.00018003053</c:v>
                </c:pt>
                <c:pt idx="559">
                  <c:v>0.00017986577</c:v>
                </c:pt>
                <c:pt idx="560">
                  <c:v>0.00017970626</c:v>
                </c:pt>
                <c:pt idx="561">
                  <c:v>0.00017955181</c:v>
                </c:pt>
                <c:pt idx="562">
                  <c:v>0.00017940277</c:v>
                </c:pt>
                <c:pt idx="563">
                  <c:v>0.000179259</c:v>
                </c:pt>
                <c:pt idx="564">
                  <c:v>0.00017912068</c:v>
                </c:pt>
                <c:pt idx="565">
                  <c:v>0.00017898782</c:v>
                </c:pt>
                <c:pt idx="566">
                  <c:v>0.00017886025</c:v>
                </c:pt>
                <c:pt idx="567">
                  <c:v>0.0001787384</c:v>
                </c:pt>
                <c:pt idx="568">
                  <c:v>0.00017862227</c:v>
                </c:pt>
                <c:pt idx="569">
                  <c:v>0.00017851199</c:v>
                </c:pt>
                <c:pt idx="570">
                  <c:v>0.00017840774</c:v>
                </c:pt>
                <c:pt idx="571">
                  <c:v>0.00017830998</c:v>
                </c:pt>
                <c:pt idx="572">
                  <c:v>0.00017821723</c:v>
                </c:pt>
                <c:pt idx="573">
                  <c:v>0.00017813062</c:v>
                </c:pt>
                <c:pt idx="574">
                  <c:v>0.00017804999</c:v>
                </c:pt>
                <c:pt idx="575">
                  <c:v>0.00017797579</c:v>
                </c:pt>
                <c:pt idx="576">
                  <c:v>0.00017790735</c:v>
                </c:pt>
                <c:pt idx="577">
                  <c:v>0.00017784558</c:v>
                </c:pt>
                <c:pt idx="578">
                  <c:v>0.00017779001</c:v>
                </c:pt>
                <c:pt idx="579">
                  <c:v>0.00017774127</c:v>
                </c:pt>
                <c:pt idx="580">
                  <c:v>0.00017769882</c:v>
                </c:pt>
                <c:pt idx="581">
                  <c:v>0.00017766317</c:v>
                </c:pt>
                <c:pt idx="582">
                  <c:v>0.00017763379</c:v>
                </c:pt>
                <c:pt idx="583">
                  <c:v>0.00017761182</c:v>
                </c:pt>
                <c:pt idx="584">
                  <c:v>0.00017759639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Sheet1!$B$1175</c:f>
              <c:strCache>
                <c:ptCount val="1"/>
                <c:pt idx="0">
                  <c:v>y-velocity</c:v>
                </c:pt>
              </c:strCache>
            </c:strRef>
          </c:tx>
          <c:xVal>
            <c:numRef>
              <c:f>Sheet1!$A$1176:$A$1760</c:f>
              <c:numCache>
                <c:formatCode>General</c:formatCode>
                <c:ptCount val="585"/>
                <c:pt idx="0">
                  <c:v>256.0</c:v>
                </c:pt>
                <c:pt idx="1">
                  <c:v>512.0</c:v>
                </c:pt>
                <c:pt idx="2">
                  <c:v>768.0</c:v>
                </c:pt>
                <c:pt idx="3">
                  <c:v>1012.0</c:v>
                </c:pt>
                <c:pt idx="4">
                  <c:v>1140.0</c:v>
                </c:pt>
                <c:pt idx="5">
                  <c:v>1268.0</c:v>
                </c:pt>
                <c:pt idx="6">
                  <c:v>1396.0</c:v>
                </c:pt>
                <c:pt idx="7">
                  <c:v>1512.0</c:v>
                </c:pt>
                <c:pt idx="8">
                  <c:v>1576.0</c:v>
                </c:pt>
                <c:pt idx="9">
                  <c:v>1640.0</c:v>
                </c:pt>
                <c:pt idx="10">
                  <c:v>1704.0</c:v>
                </c:pt>
                <c:pt idx="11">
                  <c:v>1768.0</c:v>
                </c:pt>
                <c:pt idx="12">
                  <c:v>1832.0</c:v>
                </c:pt>
                <c:pt idx="13">
                  <c:v>1896.0</c:v>
                </c:pt>
                <c:pt idx="14">
                  <c:v>1960.0</c:v>
                </c:pt>
                <c:pt idx="15">
                  <c:v>2012.0</c:v>
                </c:pt>
                <c:pt idx="16">
                  <c:v>2044.0</c:v>
                </c:pt>
                <c:pt idx="17">
                  <c:v>2076.0</c:v>
                </c:pt>
                <c:pt idx="18">
                  <c:v>2108.0</c:v>
                </c:pt>
                <c:pt idx="19">
                  <c:v>2140.0</c:v>
                </c:pt>
                <c:pt idx="20">
                  <c:v>2172.0</c:v>
                </c:pt>
                <c:pt idx="21">
                  <c:v>2204.0</c:v>
                </c:pt>
                <c:pt idx="22">
                  <c:v>2236.0</c:v>
                </c:pt>
                <c:pt idx="23">
                  <c:v>2268.0</c:v>
                </c:pt>
                <c:pt idx="24">
                  <c:v>2300.0</c:v>
                </c:pt>
                <c:pt idx="25">
                  <c:v>2332.0</c:v>
                </c:pt>
                <c:pt idx="26">
                  <c:v>2364.0</c:v>
                </c:pt>
                <c:pt idx="27">
                  <c:v>2396.0</c:v>
                </c:pt>
                <c:pt idx="28">
                  <c:v>2428.0</c:v>
                </c:pt>
                <c:pt idx="29">
                  <c:v>2460.0</c:v>
                </c:pt>
                <c:pt idx="30">
                  <c:v>2492.0</c:v>
                </c:pt>
                <c:pt idx="31">
                  <c:v>2512.0</c:v>
                </c:pt>
                <c:pt idx="32">
                  <c:v>2528.0</c:v>
                </c:pt>
                <c:pt idx="33">
                  <c:v>2544.0</c:v>
                </c:pt>
                <c:pt idx="34">
                  <c:v>2560.0</c:v>
                </c:pt>
                <c:pt idx="35">
                  <c:v>2576.0</c:v>
                </c:pt>
                <c:pt idx="36">
                  <c:v>2592.0</c:v>
                </c:pt>
                <c:pt idx="37">
                  <c:v>2608.0</c:v>
                </c:pt>
                <c:pt idx="38">
                  <c:v>2624.0</c:v>
                </c:pt>
                <c:pt idx="39">
                  <c:v>2640.0</c:v>
                </c:pt>
                <c:pt idx="40">
                  <c:v>2656.0</c:v>
                </c:pt>
                <c:pt idx="41">
                  <c:v>2672.0</c:v>
                </c:pt>
                <c:pt idx="42">
                  <c:v>2688.0</c:v>
                </c:pt>
                <c:pt idx="43">
                  <c:v>2704.0</c:v>
                </c:pt>
                <c:pt idx="44">
                  <c:v>2720.0</c:v>
                </c:pt>
                <c:pt idx="45">
                  <c:v>2736.0</c:v>
                </c:pt>
                <c:pt idx="46">
                  <c:v>2752.0</c:v>
                </c:pt>
                <c:pt idx="47">
                  <c:v>2768.0</c:v>
                </c:pt>
                <c:pt idx="48">
                  <c:v>2784.0</c:v>
                </c:pt>
                <c:pt idx="49">
                  <c:v>2800.0</c:v>
                </c:pt>
                <c:pt idx="50">
                  <c:v>2816.0</c:v>
                </c:pt>
                <c:pt idx="51">
                  <c:v>2832.0</c:v>
                </c:pt>
                <c:pt idx="52">
                  <c:v>2848.0</c:v>
                </c:pt>
                <c:pt idx="53">
                  <c:v>2864.0</c:v>
                </c:pt>
                <c:pt idx="54">
                  <c:v>2880.0</c:v>
                </c:pt>
                <c:pt idx="55">
                  <c:v>2896.0</c:v>
                </c:pt>
                <c:pt idx="56">
                  <c:v>2912.0</c:v>
                </c:pt>
                <c:pt idx="57">
                  <c:v>2928.0</c:v>
                </c:pt>
                <c:pt idx="58">
                  <c:v>2944.0</c:v>
                </c:pt>
                <c:pt idx="59">
                  <c:v>2960.0</c:v>
                </c:pt>
                <c:pt idx="60">
                  <c:v>2976.0</c:v>
                </c:pt>
                <c:pt idx="61">
                  <c:v>2992.0</c:v>
                </c:pt>
                <c:pt idx="62">
                  <c:v>3004.0</c:v>
                </c:pt>
                <c:pt idx="63">
                  <c:v>3012.0</c:v>
                </c:pt>
                <c:pt idx="64">
                  <c:v>3020.0</c:v>
                </c:pt>
                <c:pt idx="65">
                  <c:v>3028.0</c:v>
                </c:pt>
                <c:pt idx="66">
                  <c:v>3036.0</c:v>
                </c:pt>
                <c:pt idx="67">
                  <c:v>3044.0</c:v>
                </c:pt>
                <c:pt idx="68">
                  <c:v>3052.0</c:v>
                </c:pt>
                <c:pt idx="69">
                  <c:v>3060.0</c:v>
                </c:pt>
                <c:pt idx="70">
                  <c:v>3068.0</c:v>
                </c:pt>
                <c:pt idx="71">
                  <c:v>3076.0</c:v>
                </c:pt>
                <c:pt idx="72">
                  <c:v>3084.0</c:v>
                </c:pt>
                <c:pt idx="73">
                  <c:v>3092.0</c:v>
                </c:pt>
                <c:pt idx="74">
                  <c:v>3100.0</c:v>
                </c:pt>
                <c:pt idx="75">
                  <c:v>3108.0</c:v>
                </c:pt>
                <c:pt idx="76">
                  <c:v>3116.0</c:v>
                </c:pt>
                <c:pt idx="77">
                  <c:v>3124.0</c:v>
                </c:pt>
                <c:pt idx="78">
                  <c:v>3132.0</c:v>
                </c:pt>
                <c:pt idx="79">
                  <c:v>3140.0</c:v>
                </c:pt>
                <c:pt idx="80">
                  <c:v>3148.0</c:v>
                </c:pt>
                <c:pt idx="81">
                  <c:v>3156.0</c:v>
                </c:pt>
                <c:pt idx="82">
                  <c:v>3164.0</c:v>
                </c:pt>
                <c:pt idx="83">
                  <c:v>3172.0</c:v>
                </c:pt>
                <c:pt idx="84">
                  <c:v>3180.0</c:v>
                </c:pt>
                <c:pt idx="85">
                  <c:v>3188.0</c:v>
                </c:pt>
                <c:pt idx="86">
                  <c:v>3196.0</c:v>
                </c:pt>
                <c:pt idx="87">
                  <c:v>3204.0</c:v>
                </c:pt>
                <c:pt idx="88">
                  <c:v>3212.0</c:v>
                </c:pt>
                <c:pt idx="89">
                  <c:v>3220.0</c:v>
                </c:pt>
                <c:pt idx="90">
                  <c:v>3228.0</c:v>
                </c:pt>
                <c:pt idx="91">
                  <c:v>3236.0</c:v>
                </c:pt>
                <c:pt idx="92">
                  <c:v>3244.0</c:v>
                </c:pt>
                <c:pt idx="93">
                  <c:v>3252.0</c:v>
                </c:pt>
                <c:pt idx="94">
                  <c:v>3260.0</c:v>
                </c:pt>
                <c:pt idx="95">
                  <c:v>3268.0</c:v>
                </c:pt>
                <c:pt idx="96">
                  <c:v>3276.0</c:v>
                </c:pt>
                <c:pt idx="97">
                  <c:v>3284.0</c:v>
                </c:pt>
                <c:pt idx="98">
                  <c:v>3292.0</c:v>
                </c:pt>
                <c:pt idx="99">
                  <c:v>3300.0</c:v>
                </c:pt>
                <c:pt idx="100">
                  <c:v>3308.0</c:v>
                </c:pt>
                <c:pt idx="101">
                  <c:v>3316.0</c:v>
                </c:pt>
                <c:pt idx="102">
                  <c:v>3324.0</c:v>
                </c:pt>
                <c:pt idx="103">
                  <c:v>3332.0</c:v>
                </c:pt>
                <c:pt idx="104">
                  <c:v>3340.0</c:v>
                </c:pt>
                <c:pt idx="105">
                  <c:v>3348.0</c:v>
                </c:pt>
                <c:pt idx="106">
                  <c:v>3356.0</c:v>
                </c:pt>
                <c:pt idx="107">
                  <c:v>3364.0</c:v>
                </c:pt>
                <c:pt idx="108">
                  <c:v>3372.0</c:v>
                </c:pt>
                <c:pt idx="109">
                  <c:v>3380.0</c:v>
                </c:pt>
                <c:pt idx="110">
                  <c:v>3388.0</c:v>
                </c:pt>
                <c:pt idx="111">
                  <c:v>3396.0</c:v>
                </c:pt>
                <c:pt idx="112">
                  <c:v>3404.0</c:v>
                </c:pt>
                <c:pt idx="113">
                  <c:v>3412.0</c:v>
                </c:pt>
                <c:pt idx="114">
                  <c:v>3420.0</c:v>
                </c:pt>
                <c:pt idx="115">
                  <c:v>3428.0</c:v>
                </c:pt>
                <c:pt idx="116">
                  <c:v>3436.0</c:v>
                </c:pt>
                <c:pt idx="117">
                  <c:v>3444.0</c:v>
                </c:pt>
                <c:pt idx="118">
                  <c:v>3452.0</c:v>
                </c:pt>
                <c:pt idx="119">
                  <c:v>3460.0</c:v>
                </c:pt>
                <c:pt idx="120">
                  <c:v>3468.0</c:v>
                </c:pt>
                <c:pt idx="121">
                  <c:v>3476.0</c:v>
                </c:pt>
                <c:pt idx="122">
                  <c:v>3484.0</c:v>
                </c:pt>
                <c:pt idx="123">
                  <c:v>3492.0</c:v>
                </c:pt>
                <c:pt idx="124">
                  <c:v>3500.0</c:v>
                </c:pt>
                <c:pt idx="125">
                  <c:v>3504.0</c:v>
                </c:pt>
                <c:pt idx="126">
                  <c:v>3508.0</c:v>
                </c:pt>
                <c:pt idx="127">
                  <c:v>3512.0</c:v>
                </c:pt>
                <c:pt idx="128">
                  <c:v>3516.0</c:v>
                </c:pt>
                <c:pt idx="129">
                  <c:v>3520.0</c:v>
                </c:pt>
                <c:pt idx="130">
                  <c:v>3524.0</c:v>
                </c:pt>
                <c:pt idx="131">
                  <c:v>3528.0</c:v>
                </c:pt>
                <c:pt idx="132">
                  <c:v>3532.0</c:v>
                </c:pt>
                <c:pt idx="133">
                  <c:v>3536.0</c:v>
                </c:pt>
                <c:pt idx="134">
                  <c:v>3540.0</c:v>
                </c:pt>
                <c:pt idx="135">
                  <c:v>3544.0</c:v>
                </c:pt>
                <c:pt idx="136">
                  <c:v>3548.0</c:v>
                </c:pt>
                <c:pt idx="137">
                  <c:v>3552.0</c:v>
                </c:pt>
                <c:pt idx="138">
                  <c:v>3556.0</c:v>
                </c:pt>
                <c:pt idx="139">
                  <c:v>3560.0</c:v>
                </c:pt>
                <c:pt idx="140">
                  <c:v>3564.0</c:v>
                </c:pt>
                <c:pt idx="141">
                  <c:v>3568.0</c:v>
                </c:pt>
                <c:pt idx="142">
                  <c:v>3572.0</c:v>
                </c:pt>
                <c:pt idx="143">
                  <c:v>3576.0</c:v>
                </c:pt>
                <c:pt idx="144">
                  <c:v>3580.0</c:v>
                </c:pt>
                <c:pt idx="145">
                  <c:v>3584.0</c:v>
                </c:pt>
                <c:pt idx="146">
                  <c:v>3588.0</c:v>
                </c:pt>
                <c:pt idx="147">
                  <c:v>3592.0</c:v>
                </c:pt>
                <c:pt idx="148">
                  <c:v>3596.0</c:v>
                </c:pt>
                <c:pt idx="149">
                  <c:v>3600.0</c:v>
                </c:pt>
                <c:pt idx="150">
                  <c:v>3604.0</c:v>
                </c:pt>
                <c:pt idx="151">
                  <c:v>3608.0</c:v>
                </c:pt>
                <c:pt idx="152">
                  <c:v>3612.0</c:v>
                </c:pt>
                <c:pt idx="153">
                  <c:v>3616.0</c:v>
                </c:pt>
                <c:pt idx="154">
                  <c:v>3620.0</c:v>
                </c:pt>
                <c:pt idx="155">
                  <c:v>3624.0</c:v>
                </c:pt>
                <c:pt idx="156">
                  <c:v>3628.0</c:v>
                </c:pt>
                <c:pt idx="157">
                  <c:v>3632.0</c:v>
                </c:pt>
                <c:pt idx="158">
                  <c:v>3636.0</c:v>
                </c:pt>
                <c:pt idx="159">
                  <c:v>3640.0</c:v>
                </c:pt>
                <c:pt idx="160">
                  <c:v>3644.0</c:v>
                </c:pt>
                <c:pt idx="161">
                  <c:v>3648.0</c:v>
                </c:pt>
                <c:pt idx="162">
                  <c:v>3652.0</c:v>
                </c:pt>
                <c:pt idx="163">
                  <c:v>3656.0</c:v>
                </c:pt>
                <c:pt idx="164">
                  <c:v>3660.0</c:v>
                </c:pt>
                <c:pt idx="165">
                  <c:v>3664.0</c:v>
                </c:pt>
                <c:pt idx="166">
                  <c:v>3668.0</c:v>
                </c:pt>
                <c:pt idx="167">
                  <c:v>3672.0</c:v>
                </c:pt>
                <c:pt idx="168">
                  <c:v>3676.0</c:v>
                </c:pt>
                <c:pt idx="169">
                  <c:v>3680.0</c:v>
                </c:pt>
                <c:pt idx="170">
                  <c:v>3684.0</c:v>
                </c:pt>
                <c:pt idx="171">
                  <c:v>3688.0</c:v>
                </c:pt>
                <c:pt idx="172">
                  <c:v>3692.0</c:v>
                </c:pt>
                <c:pt idx="173">
                  <c:v>3696.0</c:v>
                </c:pt>
                <c:pt idx="174">
                  <c:v>3700.0</c:v>
                </c:pt>
                <c:pt idx="175">
                  <c:v>3704.0</c:v>
                </c:pt>
                <c:pt idx="176">
                  <c:v>3708.0</c:v>
                </c:pt>
                <c:pt idx="177">
                  <c:v>3712.0</c:v>
                </c:pt>
                <c:pt idx="178">
                  <c:v>3716.0</c:v>
                </c:pt>
                <c:pt idx="179">
                  <c:v>3720.0</c:v>
                </c:pt>
                <c:pt idx="180">
                  <c:v>3724.0</c:v>
                </c:pt>
                <c:pt idx="181">
                  <c:v>3728.0</c:v>
                </c:pt>
                <c:pt idx="182">
                  <c:v>3732.0</c:v>
                </c:pt>
                <c:pt idx="183">
                  <c:v>3736.0</c:v>
                </c:pt>
                <c:pt idx="184">
                  <c:v>3740.0</c:v>
                </c:pt>
                <c:pt idx="185">
                  <c:v>3744.0</c:v>
                </c:pt>
                <c:pt idx="186">
                  <c:v>3748.0</c:v>
                </c:pt>
                <c:pt idx="187">
                  <c:v>3752.0</c:v>
                </c:pt>
                <c:pt idx="188">
                  <c:v>3756.0</c:v>
                </c:pt>
                <c:pt idx="189">
                  <c:v>3760.0</c:v>
                </c:pt>
                <c:pt idx="190">
                  <c:v>3764.0</c:v>
                </c:pt>
                <c:pt idx="191">
                  <c:v>3768.0</c:v>
                </c:pt>
                <c:pt idx="192">
                  <c:v>3772.0</c:v>
                </c:pt>
                <c:pt idx="193">
                  <c:v>3776.0</c:v>
                </c:pt>
                <c:pt idx="194">
                  <c:v>3780.0</c:v>
                </c:pt>
                <c:pt idx="195">
                  <c:v>3784.0</c:v>
                </c:pt>
                <c:pt idx="196">
                  <c:v>3788.0</c:v>
                </c:pt>
                <c:pt idx="197">
                  <c:v>3792.0</c:v>
                </c:pt>
                <c:pt idx="198">
                  <c:v>3796.0</c:v>
                </c:pt>
                <c:pt idx="199">
                  <c:v>3800.0</c:v>
                </c:pt>
                <c:pt idx="200">
                  <c:v>3804.0</c:v>
                </c:pt>
                <c:pt idx="201">
                  <c:v>3808.0</c:v>
                </c:pt>
                <c:pt idx="202">
                  <c:v>3812.0</c:v>
                </c:pt>
                <c:pt idx="203">
                  <c:v>3816.0</c:v>
                </c:pt>
                <c:pt idx="204">
                  <c:v>3820.0</c:v>
                </c:pt>
                <c:pt idx="205">
                  <c:v>3824.0</c:v>
                </c:pt>
                <c:pt idx="206">
                  <c:v>3828.0</c:v>
                </c:pt>
                <c:pt idx="207">
                  <c:v>3832.0</c:v>
                </c:pt>
                <c:pt idx="208">
                  <c:v>3836.0</c:v>
                </c:pt>
                <c:pt idx="209">
                  <c:v>3840.0</c:v>
                </c:pt>
                <c:pt idx="210">
                  <c:v>3844.0</c:v>
                </c:pt>
                <c:pt idx="211">
                  <c:v>3848.0</c:v>
                </c:pt>
                <c:pt idx="212">
                  <c:v>3852.0</c:v>
                </c:pt>
                <c:pt idx="213">
                  <c:v>3856.0</c:v>
                </c:pt>
                <c:pt idx="214">
                  <c:v>3860.0</c:v>
                </c:pt>
                <c:pt idx="215">
                  <c:v>3864.0</c:v>
                </c:pt>
                <c:pt idx="216">
                  <c:v>3868.0</c:v>
                </c:pt>
                <c:pt idx="217">
                  <c:v>3872.0</c:v>
                </c:pt>
                <c:pt idx="218">
                  <c:v>3876.0</c:v>
                </c:pt>
                <c:pt idx="219">
                  <c:v>3880.0</c:v>
                </c:pt>
                <c:pt idx="220">
                  <c:v>3884.0</c:v>
                </c:pt>
                <c:pt idx="221">
                  <c:v>3888.0</c:v>
                </c:pt>
                <c:pt idx="222">
                  <c:v>3892.0</c:v>
                </c:pt>
                <c:pt idx="223">
                  <c:v>3896.0</c:v>
                </c:pt>
                <c:pt idx="224">
                  <c:v>3900.0</c:v>
                </c:pt>
                <c:pt idx="225">
                  <c:v>3904.0</c:v>
                </c:pt>
                <c:pt idx="226">
                  <c:v>3908.0</c:v>
                </c:pt>
                <c:pt idx="227">
                  <c:v>3912.0</c:v>
                </c:pt>
                <c:pt idx="228">
                  <c:v>3916.0</c:v>
                </c:pt>
                <c:pt idx="229">
                  <c:v>3920.0</c:v>
                </c:pt>
                <c:pt idx="230">
                  <c:v>3924.0</c:v>
                </c:pt>
                <c:pt idx="231">
                  <c:v>3928.0</c:v>
                </c:pt>
                <c:pt idx="232">
                  <c:v>3932.0</c:v>
                </c:pt>
                <c:pt idx="233">
                  <c:v>3936.0</c:v>
                </c:pt>
                <c:pt idx="234">
                  <c:v>3940.0</c:v>
                </c:pt>
                <c:pt idx="235">
                  <c:v>3944.0</c:v>
                </c:pt>
                <c:pt idx="236">
                  <c:v>3948.0</c:v>
                </c:pt>
                <c:pt idx="237">
                  <c:v>3952.0</c:v>
                </c:pt>
                <c:pt idx="238">
                  <c:v>3956.0</c:v>
                </c:pt>
                <c:pt idx="239">
                  <c:v>3960.0</c:v>
                </c:pt>
                <c:pt idx="240">
                  <c:v>3964.0</c:v>
                </c:pt>
                <c:pt idx="241">
                  <c:v>3968.0</c:v>
                </c:pt>
                <c:pt idx="242">
                  <c:v>3972.0</c:v>
                </c:pt>
                <c:pt idx="243">
                  <c:v>3976.0</c:v>
                </c:pt>
                <c:pt idx="244">
                  <c:v>3980.0</c:v>
                </c:pt>
                <c:pt idx="245">
                  <c:v>3984.0</c:v>
                </c:pt>
                <c:pt idx="246">
                  <c:v>3988.0</c:v>
                </c:pt>
                <c:pt idx="247">
                  <c:v>3992.0</c:v>
                </c:pt>
                <c:pt idx="248">
                  <c:v>3996.0</c:v>
                </c:pt>
                <c:pt idx="249">
                  <c:v>4000.0</c:v>
                </c:pt>
                <c:pt idx="250">
                  <c:v>4002.0</c:v>
                </c:pt>
                <c:pt idx="251">
                  <c:v>4004.0</c:v>
                </c:pt>
                <c:pt idx="252">
                  <c:v>4006.0</c:v>
                </c:pt>
                <c:pt idx="253">
                  <c:v>4008.0</c:v>
                </c:pt>
                <c:pt idx="254">
                  <c:v>4010.0</c:v>
                </c:pt>
                <c:pt idx="255">
                  <c:v>4012.0</c:v>
                </c:pt>
                <c:pt idx="256">
                  <c:v>4014.0</c:v>
                </c:pt>
                <c:pt idx="257">
                  <c:v>4016.0</c:v>
                </c:pt>
                <c:pt idx="258">
                  <c:v>4018.0</c:v>
                </c:pt>
                <c:pt idx="259">
                  <c:v>4020.0</c:v>
                </c:pt>
                <c:pt idx="260">
                  <c:v>4022.0</c:v>
                </c:pt>
                <c:pt idx="261">
                  <c:v>4024.0</c:v>
                </c:pt>
                <c:pt idx="262">
                  <c:v>4026.0</c:v>
                </c:pt>
                <c:pt idx="263">
                  <c:v>4028.0</c:v>
                </c:pt>
                <c:pt idx="264">
                  <c:v>4030.0</c:v>
                </c:pt>
                <c:pt idx="265">
                  <c:v>4032.0</c:v>
                </c:pt>
                <c:pt idx="266">
                  <c:v>4034.0</c:v>
                </c:pt>
                <c:pt idx="267">
                  <c:v>4036.0</c:v>
                </c:pt>
                <c:pt idx="268">
                  <c:v>4038.0</c:v>
                </c:pt>
                <c:pt idx="269">
                  <c:v>4040.0</c:v>
                </c:pt>
                <c:pt idx="270">
                  <c:v>4042.0</c:v>
                </c:pt>
                <c:pt idx="271">
                  <c:v>4044.0</c:v>
                </c:pt>
                <c:pt idx="272">
                  <c:v>4046.0</c:v>
                </c:pt>
                <c:pt idx="273">
                  <c:v>4048.0</c:v>
                </c:pt>
                <c:pt idx="274">
                  <c:v>4050.0</c:v>
                </c:pt>
                <c:pt idx="275">
                  <c:v>4052.0</c:v>
                </c:pt>
                <c:pt idx="276">
                  <c:v>4054.0</c:v>
                </c:pt>
                <c:pt idx="277">
                  <c:v>4056.0</c:v>
                </c:pt>
                <c:pt idx="278">
                  <c:v>4058.0</c:v>
                </c:pt>
                <c:pt idx="279">
                  <c:v>4060.0</c:v>
                </c:pt>
                <c:pt idx="280">
                  <c:v>4062.0</c:v>
                </c:pt>
                <c:pt idx="281">
                  <c:v>4064.0</c:v>
                </c:pt>
                <c:pt idx="282">
                  <c:v>4066.0</c:v>
                </c:pt>
                <c:pt idx="283">
                  <c:v>4068.0</c:v>
                </c:pt>
                <c:pt idx="284">
                  <c:v>4070.0</c:v>
                </c:pt>
                <c:pt idx="285">
                  <c:v>4072.0</c:v>
                </c:pt>
                <c:pt idx="286">
                  <c:v>4074.0</c:v>
                </c:pt>
                <c:pt idx="287">
                  <c:v>4076.0</c:v>
                </c:pt>
                <c:pt idx="288">
                  <c:v>4078.0</c:v>
                </c:pt>
                <c:pt idx="289">
                  <c:v>4080.0</c:v>
                </c:pt>
                <c:pt idx="290">
                  <c:v>4082.0</c:v>
                </c:pt>
                <c:pt idx="291">
                  <c:v>4084.0</c:v>
                </c:pt>
                <c:pt idx="292">
                  <c:v>4086.0</c:v>
                </c:pt>
                <c:pt idx="293">
                  <c:v>4088.0</c:v>
                </c:pt>
                <c:pt idx="294">
                  <c:v>4090.0</c:v>
                </c:pt>
                <c:pt idx="295">
                  <c:v>4092.0</c:v>
                </c:pt>
                <c:pt idx="296">
                  <c:v>4094.0</c:v>
                </c:pt>
                <c:pt idx="297">
                  <c:v>4096.0</c:v>
                </c:pt>
                <c:pt idx="298">
                  <c:v>4098.0</c:v>
                </c:pt>
                <c:pt idx="299">
                  <c:v>4100.0</c:v>
                </c:pt>
                <c:pt idx="300">
                  <c:v>4102.0</c:v>
                </c:pt>
                <c:pt idx="301">
                  <c:v>4104.0</c:v>
                </c:pt>
                <c:pt idx="302">
                  <c:v>4106.0</c:v>
                </c:pt>
                <c:pt idx="303">
                  <c:v>4108.0</c:v>
                </c:pt>
                <c:pt idx="304">
                  <c:v>4110.0</c:v>
                </c:pt>
                <c:pt idx="305">
                  <c:v>4112.0</c:v>
                </c:pt>
                <c:pt idx="306">
                  <c:v>4114.0</c:v>
                </c:pt>
                <c:pt idx="307">
                  <c:v>4116.0</c:v>
                </c:pt>
                <c:pt idx="308">
                  <c:v>4118.0</c:v>
                </c:pt>
                <c:pt idx="309">
                  <c:v>4120.0</c:v>
                </c:pt>
                <c:pt idx="310">
                  <c:v>4122.0</c:v>
                </c:pt>
                <c:pt idx="311">
                  <c:v>4124.0</c:v>
                </c:pt>
                <c:pt idx="312">
                  <c:v>4126.0</c:v>
                </c:pt>
                <c:pt idx="313">
                  <c:v>4128.0</c:v>
                </c:pt>
                <c:pt idx="314">
                  <c:v>4130.0</c:v>
                </c:pt>
                <c:pt idx="315">
                  <c:v>4132.0</c:v>
                </c:pt>
                <c:pt idx="316">
                  <c:v>4134.0</c:v>
                </c:pt>
                <c:pt idx="317">
                  <c:v>4136.0</c:v>
                </c:pt>
                <c:pt idx="318">
                  <c:v>4138.0</c:v>
                </c:pt>
                <c:pt idx="319">
                  <c:v>4140.0</c:v>
                </c:pt>
                <c:pt idx="320">
                  <c:v>4142.0</c:v>
                </c:pt>
                <c:pt idx="321">
                  <c:v>4144.0</c:v>
                </c:pt>
                <c:pt idx="322">
                  <c:v>4146.0</c:v>
                </c:pt>
                <c:pt idx="323">
                  <c:v>4148.0</c:v>
                </c:pt>
                <c:pt idx="324">
                  <c:v>4150.0</c:v>
                </c:pt>
                <c:pt idx="325">
                  <c:v>4152.0</c:v>
                </c:pt>
                <c:pt idx="326">
                  <c:v>4154.0</c:v>
                </c:pt>
                <c:pt idx="327">
                  <c:v>4156.0</c:v>
                </c:pt>
                <c:pt idx="328">
                  <c:v>4158.0</c:v>
                </c:pt>
                <c:pt idx="329">
                  <c:v>4160.0</c:v>
                </c:pt>
                <c:pt idx="330">
                  <c:v>4162.0</c:v>
                </c:pt>
                <c:pt idx="331">
                  <c:v>4164.0</c:v>
                </c:pt>
                <c:pt idx="332">
                  <c:v>4166.0</c:v>
                </c:pt>
                <c:pt idx="333">
                  <c:v>4168.0</c:v>
                </c:pt>
                <c:pt idx="334">
                  <c:v>4170.0</c:v>
                </c:pt>
                <c:pt idx="335">
                  <c:v>4172.0</c:v>
                </c:pt>
                <c:pt idx="336">
                  <c:v>4174.0</c:v>
                </c:pt>
                <c:pt idx="337">
                  <c:v>4176.0</c:v>
                </c:pt>
                <c:pt idx="338">
                  <c:v>4178.0</c:v>
                </c:pt>
                <c:pt idx="339">
                  <c:v>4180.0</c:v>
                </c:pt>
                <c:pt idx="340">
                  <c:v>4182.0</c:v>
                </c:pt>
                <c:pt idx="341">
                  <c:v>4184.0</c:v>
                </c:pt>
                <c:pt idx="342">
                  <c:v>4186.0</c:v>
                </c:pt>
                <c:pt idx="343">
                  <c:v>4188.0</c:v>
                </c:pt>
                <c:pt idx="344">
                  <c:v>4190.0</c:v>
                </c:pt>
                <c:pt idx="345">
                  <c:v>4192.0</c:v>
                </c:pt>
                <c:pt idx="346">
                  <c:v>4194.0</c:v>
                </c:pt>
                <c:pt idx="347">
                  <c:v>4196.0</c:v>
                </c:pt>
                <c:pt idx="348">
                  <c:v>4198.0</c:v>
                </c:pt>
                <c:pt idx="349">
                  <c:v>4200.0</c:v>
                </c:pt>
                <c:pt idx="350">
                  <c:v>4202.0</c:v>
                </c:pt>
                <c:pt idx="351">
                  <c:v>4204.0</c:v>
                </c:pt>
                <c:pt idx="352">
                  <c:v>4206.0</c:v>
                </c:pt>
                <c:pt idx="353">
                  <c:v>4208.0</c:v>
                </c:pt>
                <c:pt idx="354">
                  <c:v>4210.0</c:v>
                </c:pt>
                <c:pt idx="355">
                  <c:v>4212.0</c:v>
                </c:pt>
                <c:pt idx="356">
                  <c:v>4214.0</c:v>
                </c:pt>
                <c:pt idx="357">
                  <c:v>4216.0</c:v>
                </c:pt>
                <c:pt idx="358">
                  <c:v>4218.0</c:v>
                </c:pt>
                <c:pt idx="359">
                  <c:v>4220.0</c:v>
                </c:pt>
                <c:pt idx="360">
                  <c:v>4222.0</c:v>
                </c:pt>
                <c:pt idx="361">
                  <c:v>4224.0</c:v>
                </c:pt>
                <c:pt idx="362">
                  <c:v>4226.0</c:v>
                </c:pt>
                <c:pt idx="363">
                  <c:v>4228.0</c:v>
                </c:pt>
                <c:pt idx="364">
                  <c:v>4230.0</c:v>
                </c:pt>
                <c:pt idx="365">
                  <c:v>4232.0</c:v>
                </c:pt>
                <c:pt idx="366">
                  <c:v>4234.0</c:v>
                </c:pt>
                <c:pt idx="367">
                  <c:v>4236.0</c:v>
                </c:pt>
                <c:pt idx="368">
                  <c:v>4238.0</c:v>
                </c:pt>
                <c:pt idx="369">
                  <c:v>4240.0</c:v>
                </c:pt>
                <c:pt idx="370">
                  <c:v>4242.0</c:v>
                </c:pt>
                <c:pt idx="371">
                  <c:v>4244.0</c:v>
                </c:pt>
                <c:pt idx="372">
                  <c:v>4246.0</c:v>
                </c:pt>
                <c:pt idx="373">
                  <c:v>4248.0</c:v>
                </c:pt>
                <c:pt idx="374">
                  <c:v>4250.0</c:v>
                </c:pt>
                <c:pt idx="375">
                  <c:v>4252.0</c:v>
                </c:pt>
                <c:pt idx="376">
                  <c:v>4254.0</c:v>
                </c:pt>
                <c:pt idx="377">
                  <c:v>4256.0</c:v>
                </c:pt>
                <c:pt idx="378">
                  <c:v>4258.0</c:v>
                </c:pt>
                <c:pt idx="379">
                  <c:v>4260.0</c:v>
                </c:pt>
                <c:pt idx="380">
                  <c:v>4262.0</c:v>
                </c:pt>
                <c:pt idx="381">
                  <c:v>4264.0</c:v>
                </c:pt>
                <c:pt idx="382">
                  <c:v>4266.0</c:v>
                </c:pt>
                <c:pt idx="383">
                  <c:v>4268.0</c:v>
                </c:pt>
                <c:pt idx="384">
                  <c:v>4270.0</c:v>
                </c:pt>
                <c:pt idx="385">
                  <c:v>4272.0</c:v>
                </c:pt>
                <c:pt idx="386">
                  <c:v>4274.0</c:v>
                </c:pt>
                <c:pt idx="387">
                  <c:v>4276.0</c:v>
                </c:pt>
                <c:pt idx="388">
                  <c:v>4278.0</c:v>
                </c:pt>
                <c:pt idx="389">
                  <c:v>4280.0</c:v>
                </c:pt>
                <c:pt idx="390">
                  <c:v>4282.0</c:v>
                </c:pt>
                <c:pt idx="391">
                  <c:v>4284.0</c:v>
                </c:pt>
                <c:pt idx="392">
                  <c:v>4286.0</c:v>
                </c:pt>
                <c:pt idx="393">
                  <c:v>4288.0</c:v>
                </c:pt>
                <c:pt idx="394">
                  <c:v>4290.0</c:v>
                </c:pt>
                <c:pt idx="395">
                  <c:v>4292.0</c:v>
                </c:pt>
                <c:pt idx="396">
                  <c:v>4294.0</c:v>
                </c:pt>
                <c:pt idx="397">
                  <c:v>4296.0</c:v>
                </c:pt>
                <c:pt idx="398">
                  <c:v>4298.0</c:v>
                </c:pt>
                <c:pt idx="399">
                  <c:v>4300.0</c:v>
                </c:pt>
                <c:pt idx="400">
                  <c:v>4302.0</c:v>
                </c:pt>
                <c:pt idx="401">
                  <c:v>4304.0</c:v>
                </c:pt>
                <c:pt idx="402">
                  <c:v>4306.0</c:v>
                </c:pt>
                <c:pt idx="403">
                  <c:v>4308.0</c:v>
                </c:pt>
                <c:pt idx="404">
                  <c:v>4310.0</c:v>
                </c:pt>
                <c:pt idx="405">
                  <c:v>4312.0</c:v>
                </c:pt>
                <c:pt idx="406">
                  <c:v>4314.0</c:v>
                </c:pt>
                <c:pt idx="407">
                  <c:v>4316.0</c:v>
                </c:pt>
                <c:pt idx="408">
                  <c:v>4318.0</c:v>
                </c:pt>
                <c:pt idx="409">
                  <c:v>4320.0</c:v>
                </c:pt>
                <c:pt idx="410">
                  <c:v>4322.0</c:v>
                </c:pt>
                <c:pt idx="411">
                  <c:v>4324.0</c:v>
                </c:pt>
                <c:pt idx="412">
                  <c:v>4326.0</c:v>
                </c:pt>
                <c:pt idx="413">
                  <c:v>4328.0</c:v>
                </c:pt>
                <c:pt idx="414">
                  <c:v>4330.0</c:v>
                </c:pt>
                <c:pt idx="415">
                  <c:v>4332.0</c:v>
                </c:pt>
                <c:pt idx="416">
                  <c:v>4334.0</c:v>
                </c:pt>
                <c:pt idx="417">
                  <c:v>4336.0</c:v>
                </c:pt>
                <c:pt idx="418">
                  <c:v>4338.0</c:v>
                </c:pt>
                <c:pt idx="419">
                  <c:v>4340.0</c:v>
                </c:pt>
                <c:pt idx="420">
                  <c:v>4342.0</c:v>
                </c:pt>
                <c:pt idx="421">
                  <c:v>4344.0</c:v>
                </c:pt>
                <c:pt idx="422">
                  <c:v>4346.0</c:v>
                </c:pt>
                <c:pt idx="423">
                  <c:v>4348.0</c:v>
                </c:pt>
                <c:pt idx="424">
                  <c:v>4350.0</c:v>
                </c:pt>
                <c:pt idx="425">
                  <c:v>4352.0</c:v>
                </c:pt>
                <c:pt idx="426">
                  <c:v>4354.0</c:v>
                </c:pt>
                <c:pt idx="427">
                  <c:v>4356.0</c:v>
                </c:pt>
                <c:pt idx="428">
                  <c:v>4358.0</c:v>
                </c:pt>
                <c:pt idx="429">
                  <c:v>4360.0</c:v>
                </c:pt>
                <c:pt idx="430">
                  <c:v>4362.0</c:v>
                </c:pt>
                <c:pt idx="431">
                  <c:v>4364.0</c:v>
                </c:pt>
                <c:pt idx="432">
                  <c:v>4366.0</c:v>
                </c:pt>
                <c:pt idx="433">
                  <c:v>4368.0</c:v>
                </c:pt>
                <c:pt idx="434">
                  <c:v>4370.0</c:v>
                </c:pt>
                <c:pt idx="435">
                  <c:v>4372.0</c:v>
                </c:pt>
                <c:pt idx="436">
                  <c:v>4374.0</c:v>
                </c:pt>
                <c:pt idx="437">
                  <c:v>4376.0</c:v>
                </c:pt>
                <c:pt idx="438">
                  <c:v>4378.0</c:v>
                </c:pt>
                <c:pt idx="439">
                  <c:v>4380.0</c:v>
                </c:pt>
                <c:pt idx="440">
                  <c:v>4382.0</c:v>
                </c:pt>
                <c:pt idx="441">
                  <c:v>4384.0</c:v>
                </c:pt>
                <c:pt idx="442">
                  <c:v>4386.0</c:v>
                </c:pt>
                <c:pt idx="443">
                  <c:v>4388.0</c:v>
                </c:pt>
                <c:pt idx="444">
                  <c:v>4390.0</c:v>
                </c:pt>
                <c:pt idx="445">
                  <c:v>4392.0</c:v>
                </c:pt>
                <c:pt idx="446">
                  <c:v>4394.0</c:v>
                </c:pt>
                <c:pt idx="447">
                  <c:v>4396.0</c:v>
                </c:pt>
                <c:pt idx="448">
                  <c:v>4398.0</c:v>
                </c:pt>
                <c:pt idx="449">
                  <c:v>4400.0</c:v>
                </c:pt>
                <c:pt idx="450">
                  <c:v>4402.0</c:v>
                </c:pt>
                <c:pt idx="451">
                  <c:v>4404.0</c:v>
                </c:pt>
                <c:pt idx="452">
                  <c:v>4406.0</c:v>
                </c:pt>
                <c:pt idx="453">
                  <c:v>4408.0</c:v>
                </c:pt>
                <c:pt idx="454">
                  <c:v>4410.0</c:v>
                </c:pt>
                <c:pt idx="455">
                  <c:v>4412.0</c:v>
                </c:pt>
                <c:pt idx="456">
                  <c:v>4414.0</c:v>
                </c:pt>
                <c:pt idx="457">
                  <c:v>4416.0</c:v>
                </c:pt>
                <c:pt idx="458">
                  <c:v>4418.0</c:v>
                </c:pt>
                <c:pt idx="459">
                  <c:v>4420.0</c:v>
                </c:pt>
                <c:pt idx="460">
                  <c:v>4422.0</c:v>
                </c:pt>
                <c:pt idx="461">
                  <c:v>4424.0</c:v>
                </c:pt>
                <c:pt idx="462">
                  <c:v>4426.0</c:v>
                </c:pt>
                <c:pt idx="463">
                  <c:v>4428.0</c:v>
                </c:pt>
                <c:pt idx="464">
                  <c:v>4430.0</c:v>
                </c:pt>
                <c:pt idx="465">
                  <c:v>4432.0</c:v>
                </c:pt>
                <c:pt idx="466">
                  <c:v>4434.0</c:v>
                </c:pt>
                <c:pt idx="467">
                  <c:v>4436.0</c:v>
                </c:pt>
                <c:pt idx="468">
                  <c:v>4438.0</c:v>
                </c:pt>
                <c:pt idx="469">
                  <c:v>4440.0</c:v>
                </c:pt>
                <c:pt idx="470">
                  <c:v>4442.0</c:v>
                </c:pt>
                <c:pt idx="471">
                  <c:v>4444.0</c:v>
                </c:pt>
                <c:pt idx="472">
                  <c:v>4446.0</c:v>
                </c:pt>
                <c:pt idx="473">
                  <c:v>4448.0</c:v>
                </c:pt>
                <c:pt idx="474">
                  <c:v>4450.0</c:v>
                </c:pt>
                <c:pt idx="475">
                  <c:v>4452.0</c:v>
                </c:pt>
                <c:pt idx="476">
                  <c:v>4454.0</c:v>
                </c:pt>
                <c:pt idx="477">
                  <c:v>4456.0</c:v>
                </c:pt>
                <c:pt idx="478">
                  <c:v>4458.0</c:v>
                </c:pt>
                <c:pt idx="479">
                  <c:v>4460.0</c:v>
                </c:pt>
                <c:pt idx="480">
                  <c:v>4462.0</c:v>
                </c:pt>
                <c:pt idx="481">
                  <c:v>4464.0</c:v>
                </c:pt>
                <c:pt idx="482">
                  <c:v>4466.0</c:v>
                </c:pt>
                <c:pt idx="483">
                  <c:v>4468.0</c:v>
                </c:pt>
                <c:pt idx="484">
                  <c:v>4470.0</c:v>
                </c:pt>
                <c:pt idx="485">
                  <c:v>4472.0</c:v>
                </c:pt>
                <c:pt idx="486">
                  <c:v>4474.0</c:v>
                </c:pt>
                <c:pt idx="487">
                  <c:v>4476.0</c:v>
                </c:pt>
                <c:pt idx="488">
                  <c:v>4478.0</c:v>
                </c:pt>
                <c:pt idx="489">
                  <c:v>4480.0</c:v>
                </c:pt>
                <c:pt idx="490">
                  <c:v>4482.0</c:v>
                </c:pt>
                <c:pt idx="491">
                  <c:v>4484.0</c:v>
                </c:pt>
                <c:pt idx="492">
                  <c:v>4486.0</c:v>
                </c:pt>
                <c:pt idx="493">
                  <c:v>4488.0</c:v>
                </c:pt>
                <c:pt idx="494">
                  <c:v>4490.0</c:v>
                </c:pt>
                <c:pt idx="495">
                  <c:v>4492.0</c:v>
                </c:pt>
                <c:pt idx="496">
                  <c:v>4494.0</c:v>
                </c:pt>
                <c:pt idx="497">
                  <c:v>4496.0</c:v>
                </c:pt>
                <c:pt idx="498">
                  <c:v>4498.0</c:v>
                </c:pt>
                <c:pt idx="499">
                  <c:v>4500.0</c:v>
                </c:pt>
                <c:pt idx="500">
                  <c:v>4501.0</c:v>
                </c:pt>
                <c:pt idx="501">
                  <c:v>4502.0</c:v>
                </c:pt>
                <c:pt idx="502">
                  <c:v>4503.0</c:v>
                </c:pt>
                <c:pt idx="503">
                  <c:v>4504.0</c:v>
                </c:pt>
                <c:pt idx="504">
                  <c:v>4505.0</c:v>
                </c:pt>
                <c:pt idx="505">
                  <c:v>4506.0</c:v>
                </c:pt>
                <c:pt idx="506">
                  <c:v>4507.0</c:v>
                </c:pt>
                <c:pt idx="507">
                  <c:v>4508.0</c:v>
                </c:pt>
                <c:pt idx="508">
                  <c:v>4509.0</c:v>
                </c:pt>
                <c:pt idx="509">
                  <c:v>4510.0</c:v>
                </c:pt>
                <c:pt idx="510">
                  <c:v>4511.0</c:v>
                </c:pt>
                <c:pt idx="511">
                  <c:v>4512.0</c:v>
                </c:pt>
                <c:pt idx="512">
                  <c:v>4513.0</c:v>
                </c:pt>
                <c:pt idx="513">
                  <c:v>4514.0</c:v>
                </c:pt>
                <c:pt idx="514">
                  <c:v>4515.0</c:v>
                </c:pt>
                <c:pt idx="515">
                  <c:v>4516.0</c:v>
                </c:pt>
                <c:pt idx="516">
                  <c:v>4517.0</c:v>
                </c:pt>
                <c:pt idx="517">
                  <c:v>4518.0</c:v>
                </c:pt>
                <c:pt idx="518">
                  <c:v>4519.0</c:v>
                </c:pt>
                <c:pt idx="519">
                  <c:v>4520.0</c:v>
                </c:pt>
                <c:pt idx="520">
                  <c:v>4521.0</c:v>
                </c:pt>
                <c:pt idx="521">
                  <c:v>4522.0</c:v>
                </c:pt>
                <c:pt idx="522">
                  <c:v>4523.0</c:v>
                </c:pt>
                <c:pt idx="523">
                  <c:v>4524.0</c:v>
                </c:pt>
                <c:pt idx="524">
                  <c:v>4525.0</c:v>
                </c:pt>
                <c:pt idx="525">
                  <c:v>4526.0</c:v>
                </c:pt>
                <c:pt idx="526">
                  <c:v>4527.0</c:v>
                </c:pt>
                <c:pt idx="527">
                  <c:v>4528.0</c:v>
                </c:pt>
                <c:pt idx="528">
                  <c:v>4529.0</c:v>
                </c:pt>
                <c:pt idx="529">
                  <c:v>4530.0</c:v>
                </c:pt>
                <c:pt idx="530">
                  <c:v>4531.0</c:v>
                </c:pt>
                <c:pt idx="531">
                  <c:v>4532.0</c:v>
                </c:pt>
                <c:pt idx="532">
                  <c:v>4533.0</c:v>
                </c:pt>
                <c:pt idx="533">
                  <c:v>4534.0</c:v>
                </c:pt>
                <c:pt idx="534">
                  <c:v>4535.0</c:v>
                </c:pt>
                <c:pt idx="535">
                  <c:v>4536.0</c:v>
                </c:pt>
                <c:pt idx="536">
                  <c:v>4537.0</c:v>
                </c:pt>
                <c:pt idx="537">
                  <c:v>4538.0</c:v>
                </c:pt>
                <c:pt idx="538">
                  <c:v>4539.0</c:v>
                </c:pt>
                <c:pt idx="539">
                  <c:v>4540.0</c:v>
                </c:pt>
                <c:pt idx="540">
                  <c:v>4541.0</c:v>
                </c:pt>
                <c:pt idx="541">
                  <c:v>4542.0</c:v>
                </c:pt>
                <c:pt idx="542">
                  <c:v>4543.0</c:v>
                </c:pt>
                <c:pt idx="543">
                  <c:v>4544.0</c:v>
                </c:pt>
                <c:pt idx="544">
                  <c:v>4545.0</c:v>
                </c:pt>
                <c:pt idx="545">
                  <c:v>4546.0</c:v>
                </c:pt>
                <c:pt idx="546">
                  <c:v>4547.0</c:v>
                </c:pt>
                <c:pt idx="547">
                  <c:v>4548.0</c:v>
                </c:pt>
                <c:pt idx="548">
                  <c:v>4549.0</c:v>
                </c:pt>
                <c:pt idx="549">
                  <c:v>4550.0</c:v>
                </c:pt>
                <c:pt idx="550">
                  <c:v>4551.0</c:v>
                </c:pt>
                <c:pt idx="551">
                  <c:v>4552.0</c:v>
                </c:pt>
                <c:pt idx="552">
                  <c:v>4553.0</c:v>
                </c:pt>
                <c:pt idx="553">
                  <c:v>4554.0</c:v>
                </c:pt>
                <c:pt idx="554">
                  <c:v>4555.0</c:v>
                </c:pt>
                <c:pt idx="555">
                  <c:v>4556.0</c:v>
                </c:pt>
                <c:pt idx="556">
                  <c:v>4557.0</c:v>
                </c:pt>
                <c:pt idx="557">
                  <c:v>4558.0</c:v>
                </c:pt>
                <c:pt idx="558">
                  <c:v>4559.0</c:v>
                </c:pt>
                <c:pt idx="559">
                  <c:v>4560.0</c:v>
                </c:pt>
                <c:pt idx="560">
                  <c:v>4561.0</c:v>
                </c:pt>
                <c:pt idx="561">
                  <c:v>4562.0</c:v>
                </c:pt>
                <c:pt idx="562">
                  <c:v>4563.0</c:v>
                </c:pt>
                <c:pt idx="563">
                  <c:v>4564.0</c:v>
                </c:pt>
                <c:pt idx="564">
                  <c:v>4565.0</c:v>
                </c:pt>
                <c:pt idx="565">
                  <c:v>4566.0</c:v>
                </c:pt>
                <c:pt idx="566">
                  <c:v>4567.0</c:v>
                </c:pt>
                <c:pt idx="567">
                  <c:v>4568.0</c:v>
                </c:pt>
                <c:pt idx="568">
                  <c:v>4569.0</c:v>
                </c:pt>
                <c:pt idx="569">
                  <c:v>4570.0</c:v>
                </c:pt>
                <c:pt idx="570">
                  <c:v>4571.0</c:v>
                </c:pt>
                <c:pt idx="571">
                  <c:v>4572.0</c:v>
                </c:pt>
                <c:pt idx="572">
                  <c:v>4573.0</c:v>
                </c:pt>
                <c:pt idx="573">
                  <c:v>4574.0</c:v>
                </c:pt>
                <c:pt idx="574">
                  <c:v>4575.0</c:v>
                </c:pt>
                <c:pt idx="575">
                  <c:v>4576.0</c:v>
                </c:pt>
                <c:pt idx="576">
                  <c:v>4577.0</c:v>
                </c:pt>
                <c:pt idx="577">
                  <c:v>4578.0</c:v>
                </c:pt>
                <c:pt idx="578">
                  <c:v>4579.0</c:v>
                </c:pt>
                <c:pt idx="579">
                  <c:v>4580.0</c:v>
                </c:pt>
                <c:pt idx="580">
                  <c:v>4581.0</c:v>
                </c:pt>
                <c:pt idx="581">
                  <c:v>4582.0</c:v>
                </c:pt>
                <c:pt idx="582">
                  <c:v>4583.0</c:v>
                </c:pt>
                <c:pt idx="583">
                  <c:v>4584.0</c:v>
                </c:pt>
                <c:pt idx="584">
                  <c:v>4585.0</c:v>
                </c:pt>
              </c:numCache>
            </c:numRef>
          </c:xVal>
          <c:yVal>
            <c:numRef>
              <c:f>Sheet1!$B$1176:$B$1760</c:f>
              <c:numCache>
                <c:formatCode>General</c:formatCode>
                <c:ptCount val="585"/>
                <c:pt idx="0">
                  <c:v>0.25508512</c:v>
                </c:pt>
                <c:pt idx="1">
                  <c:v>0.084176895</c:v>
                </c:pt>
                <c:pt idx="2">
                  <c:v>0.071243915</c:v>
                </c:pt>
                <c:pt idx="3">
                  <c:v>0.12811799</c:v>
                </c:pt>
                <c:pt idx="4">
                  <c:v>0.096672263</c:v>
                </c:pt>
                <c:pt idx="5">
                  <c:v>0.092720867</c:v>
                </c:pt>
                <c:pt idx="6">
                  <c:v>0.036369902</c:v>
                </c:pt>
                <c:pt idx="7">
                  <c:v>0.024796326</c:v>
                </c:pt>
                <c:pt idx="8">
                  <c:v>0.024135141</c:v>
                </c:pt>
                <c:pt idx="9">
                  <c:v>0.027243542</c:v>
                </c:pt>
                <c:pt idx="10">
                  <c:v>0.037112849</c:v>
                </c:pt>
                <c:pt idx="11">
                  <c:v>0.048577987</c:v>
                </c:pt>
                <c:pt idx="12">
                  <c:v>0.039188554</c:v>
                </c:pt>
                <c:pt idx="13">
                  <c:v>0.029775923</c:v>
                </c:pt>
                <c:pt idx="14">
                  <c:v>0.025592488</c:v>
                </c:pt>
                <c:pt idx="15">
                  <c:v>0.024423264</c:v>
                </c:pt>
                <c:pt idx="16">
                  <c:v>0.022794944</c:v>
                </c:pt>
                <c:pt idx="17">
                  <c:v>0.020527396</c:v>
                </c:pt>
                <c:pt idx="18">
                  <c:v>0.018034537</c:v>
                </c:pt>
                <c:pt idx="19">
                  <c:v>0.015578232</c:v>
                </c:pt>
                <c:pt idx="20">
                  <c:v>0.013337653</c:v>
                </c:pt>
                <c:pt idx="21">
                  <c:v>0.011597804</c:v>
                </c:pt>
                <c:pt idx="22">
                  <c:v>0.01013626</c:v>
                </c:pt>
                <c:pt idx="23">
                  <c:v>0.0088875113</c:v>
                </c:pt>
                <c:pt idx="24">
                  <c:v>0.0080609306</c:v>
                </c:pt>
                <c:pt idx="25">
                  <c:v>0.0077110467</c:v>
                </c:pt>
                <c:pt idx="26">
                  <c:v>0.0075520436</c:v>
                </c:pt>
                <c:pt idx="27">
                  <c:v>0.0073696148</c:v>
                </c:pt>
                <c:pt idx="28">
                  <c:v>0.0070181416</c:v>
                </c:pt>
                <c:pt idx="29">
                  <c:v>0.0066509888</c:v>
                </c:pt>
                <c:pt idx="30">
                  <c:v>0.0063081327</c:v>
                </c:pt>
                <c:pt idx="31">
                  <c:v>0.0059986413</c:v>
                </c:pt>
                <c:pt idx="32">
                  <c:v>0.005709843</c:v>
                </c:pt>
                <c:pt idx="33">
                  <c:v>0.0054343926</c:v>
                </c:pt>
                <c:pt idx="34">
                  <c:v>0.005189618</c:v>
                </c:pt>
                <c:pt idx="35">
                  <c:v>0.0049673208</c:v>
                </c:pt>
                <c:pt idx="36">
                  <c:v>0.004765861</c:v>
                </c:pt>
                <c:pt idx="37">
                  <c:v>0.0045850011</c:v>
                </c:pt>
                <c:pt idx="38">
                  <c:v>0.0044333989</c:v>
                </c:pt>
                <c:pt idx="39">
                  <c:v>0.0043235324</c:v>
                </c:pt>
                <c:pt idx="40">
                  <c:v>0.0042617834</c:v>
                </c:pt>
                <c:pt idx="41">
                  <c:v>0.0042383403</c:v>
                </c:pt>
                <c:pt idx="42">
                  <c:v>0.0042432999</c:v>
                </c:pt>
                <c:pt idx="43">
                  <c:v>0.0042578441</c:v>
                </c:pt>
                <c:pt idx="44">
                  <c:v>0.0042644517</c:v>
                </c:pt>
                <c:pt idx="45">
                  <c:v>0.004253129</c:v>
                </c:pt>
                <c:pt idx="46">
                  <c:v>0.0042109635</c:v>
                </c:pt>
                <c:pt idx="47">
                  <c:v>0.0041433981</c:v>
                </c:pt>
                <c:pt idx="48">
                  <c:v>0.0040445886</c:v>
                </c:pt>
                <c:pt idx="49">
                  <c:v>0.0039119825</c:v>
                </c:pt>
                <c:pt idx="50">
                  <c:v>0.003759294</c:v>
                </c:pt>
                <c:pt idx="51">
                  <c:v>0.0036032129</c:v>
                </c:pt>
                <c:pt idx="52">
                  <c:v>0.0034686154</c:v>
                </c:pt>
                <c:pt idx="53">
                  <c:v>0.0033709115</c:v>
                </c:pt>
                <c:pt idx="54">
                  <c:v>0.0033233824</c:v>
                </c:pt>
                <c:pt idx="55">
                  <c:v>0.0033234653</c:v>
                </c:pt>
                <c:pt idx="56">
                  <c:v>0.0033648835</c:v>
                </c:pt>
                <c:pt idx="57">
                  <c:v>0.0034351305</c:v>
                </c:pt>
                <c:pt idx="58">
                  <c:v>0.0035197647</c:v>
                </c:pt>
                <c:pt idx="59">
                  <c:v>0.003601887</c:v>
                </c:pt>
                <c:pt idx="60">
                  <c:v>0.0036571396</c:v>
                </c:pt>
                <c:pt idx="61">
                  <c:v>0.0036751107</c:v>
                </c:pt>
                <c:pt idx="62">
                  <c:v>0.0036616571</c:v>
                </c:pt>
                <c:pt idx="63">
                  <c:v>0.0036403364</c:v>
                </c:pt>
                <c:pt idx="64">
                  <c:v>0.0036099657</c:v>
                </c:pt>
                <c:pt idx="65">
                  <c:v>0.0035716881</c:v>
                </c:pt>
                <c:pt idx="66">
                  <c:v>0.0035271762</c:v>
                </c:pt>
                <c:pt idx="67">
                  <c:v>0.0034780624</c:v>
                </c:pt>
                <c:pt idx="68">
                  <c:v>0.0034258244</c:v>
                </c:pt>
                <c:pt idx="69">
                  <c:v>0.0033717042</c:v>
                </c:pt>
                <c:pt idx="70">
                  <c:v>0.0033161194</c:v>
                </c:pt>
                <c:pt idx="71">
                  <c:v>0.0032596975</c:v>
                </c:pt>
                <c:pt idx="72">
                  <c:v>0.0032028052</c:v>
                </c:pt>
                <c:pt idx="73">
                  <c:v>0.0031459534</c:v>
                </c:pt>
                <c:pt idx="74">
                  <c:v>0.0030891204</c:v>
                </c:pt>
                <c:pt idx="75">
                  <c:v>0.0030326492</c:v>
                </c:pt>
                <c:pt idx="76">
                  <c:v>0.0029770289</c:v>
                </c:pt>
                <c:pt idx="77">
                  <c:v>0.0029230424</c:v>
                </c:pt>
                <c:pt idx="78">
                  <c:v>0.002870735</c:v>
                </c:pt>
                <c:pt idx="79">
                  <c:v>0.0028199435</c:v>
                </c:pt>
                <c:pt idx="80">
                  <c:v>0.0027705893</c:v>
                </c:pt>
                <c:pt idx="81">
                  <c:v>0.0027232516</c:v>
                </c:pt>
                <c:pt idx="82">
                  <c:v>0.0026761228</c:v>
                </c:pt>
                <c:pt idx="83">
                  <c:v>0.0026297661</c:v>
                </c:pt>
                <c:pt idx="84">
                  <c:v>0.0025841784</c:v>
                </c:pt>
                <c:pt idx="85">
                  <c:v>0.0025388038</c:v>
                </c:pt>
                <c:pt idx="86">
                  <c:v>0.0024942535</c:v>
                </c:pt>
                <c:pt idx="87">
                  <c:v>0.002450679</c:v>
                </c:pt>
                <c:pt idx="88">
                  <c:v>0.0024083086</c:v>
                </c:pt>
                <c:pt idx="89">
                  <c:v>0.0023674781</c:v>
                </c:pt>
                <c:pt idx="90">
                  <c:v>0.002328452</c:v>
                </c:pt>
                <c:pt idx="91">
                  <c:v>0.0022917174</c:v>
                </c:pt>
                <c:pt idx="92">
                  <c:v>0.0022579378</c:v>
                </c:pt>
                <c:pt idx="93">
                  <c:v>0.0022273223</c:v>
                </c:pt>
                <c:pt idx="94">
                  <c:v>0.0021997634</c:v>
                </c:pt>
                <c:pt idx="95">
                  <c:v>0.00217561</c:v>
                </c:pt>
                <c:pt idx="96">
                  <c:v>0.0021548956</c:v>
                </c:pt>
                <c:pt idx="97">
                  <c:v>0.0021372455</c:v>
                </c:pt>
                <c:pt idx="98">
                  <c:v>0.0021219402</c:v>
                </c:pt>
                <c:pt idx="99">
                  <c:v>0.0021084662</c:v>
                </c:pt>
                <c:pt idx="100">
                  <c:v>0.0020962285</c:v>
                </c:pt>
                <c:pt idx="101">
                  <c:v>0.0020849527</c:v>
                </c:pt>
                <c:pt idx="102">
                  <c:v>0.0020743407</c:v>
                </c:pt>
                <c:pt idx="103">
                  <c:v>0.0020641751</c:v>
                </c:pt>
                <c:pt idx="104">
                  <c:v>0.0020542052</c:v>
                </c:pt>
                <c:pt idx="105">
                  <c:v>0.0020444295</c:v>
                </c:pt>
                <c:pt idx="106">
                  <c:v>0.0020345477</c:v>
                </c:pt>
                <c:pt idx="107">
                  <c:v>0.0020243259</c:v>
                </c:pt>
                <c:pt idx="108">
                  <c:v>0.0020134901</c:v>
                </c:pt>
                <c:pt idx="109">
                  <c:v>0.0020017273</c:v>
                </c:pt>
                <c:pt idx="110">
                  <c:v>0.0019888991</c:v>
                </c:pt>
                <c:pt idx="111">
                  <c:v>0.0019749383</c:v>
                </c:pt>
                <c:pt idx="112">
                  <c:v>0.0019594868</c:v>
                </c:pt>
                <c:pt idx="113">
                  <c:v>0.0019424679</c:v>
                </c:pt>
                <c:pt idx="114">
                  <c:v>0.001923834</c:v>
                </c:pt>
                <c:pt idx="115">
                  <c:v>0.0019035284</c:v>
                </c:pt>
                <c:pt idx="116">
                  <c:v>0.0018814989</c:v>
                </c:pt>
                <c:pt idx="117">
                  <c:v>0.0018580405</c:v>
                </c:pt>
                <c:pt idx="118">
                  <c:v>0.0018331888</c:v>
                </c:pt>
                <c:pt idx="119">
                  <c:v>0.0018070007</c:v>
                </c:pt>
                <c:pt idx="120">
                  <c:v>0.0017794869</c:v>
                </c:pt>
                <c:pt idx="121">
                  <c:v>0.0017506825</c:v>
                </c:pt>
                <c:pt idx="122">
                  <c:v>0.0017208051</c:v>
                </c:pt>
                <c:pt idx="123">
                  <c:v>0.0016900397</c:v>
                </c:pt>
                <c:pt idx="124">
                  <c:v>0.0016587005</c:v>
                </c:pt>
                <c:pt idx="125">
                  <c:v>0.0016428757</c:v>
                </c:pt>
                <c:pt idx="126">
                  <c:v>0.0016270963</c:v>
                </c:pt>
                <c:pt idx="127">
                  <c:v>0.0016114441</c:v>
                </c:pt>
                <c:pt idx="128">
                  <c:v>0.0015960174</c:v>
                </c:pt>
                <c:pt idx="129">
                  <c:v>0.0015808965</c:v>
                </c:pt>
                <c:pt idx="130">
                  <c:v>0.0015661765</c:v>
                </c:pt>
                <c:pt idx="131">
                  <c:v>0.0015519584</c:v>
                </c:pt>
                <c:pt idx="132">
                  <c:v>0.0015383474</c:v>
                </c:pt>
                <c:pt idx="133">
                  <c:v>0.0015254577</c:v>
                </c:pt>
                <c:pt idx="134">
                  <c:v>0.0015134044</c:v>
                </c:pt>
                <c:pt idx="135">
                  <c:v>0.0015022862</c:v>
                </c:pt>
                <c:pt idx="136">
                  <c:v>0.001492186</c:v>
                </c:pt>
                <c:pt idx="137">
                  <c:v>0.0014832566</c:v>
                </c:pt>
                <c:pt idx="138">
                  <c:v>0.001475578</c:v>
                </c:pt>
                <c:pt idx="139">
                  <c:v>0.0014692659</c:v>
                </c:pt>
                <c:pt idx="140">
                  <c:v>0.0014643813</c:v>
                </c:pt>
                <c:pt idx="141">
                  <c:v>0.001461004</c:v>
                </c:pt>
                <c:pt idx="142">
                  <c:v>0.0014591674</c:v>
                </c:pt>
                <c:pt idx="143">
                  <c:v>0.0014588916</c:v>
                </c:pt>
                <c:pt idx="144">
                  <c:v>0.001460158</c:v>
                </c:pt>
                <c:pt idx="145">
                  <c:v>0.0014629512</c:v>
                </c:pt>
                <c:pt idx="146">
                  <c:v>0.0014671878</c:v>
                </c:pt>
                <c:pt idx="147">
                  <c:v>0.0014727681</c:v>
                </c:pt>
                <c:pt idx="148">
                  <c:v>0.0014795994</c:v>
                </c:pt>
                <c:pt idx="149">
                  <c:v>0.0014875829</c:v>
                </c:pt>
                <c:pt idx="150">
                  <c:v>0.0014965297</c:v>
                </c:pt>
                <c:pt idx="151">
                  <c:v>0.0015063107</c:v>
                </c:pt>
                <c:pt idx="152">
                  <c:v>0.0015167869</c:v>
                </c:pt>
                <c:pt idx="153">
                  <c:v>0.0015278192</c:v>
                </c:pt>
                <c:pt idx="154">
                  <c:v>0.0015392383</c:v>
                </c:pt>
                <c:pt idx="155">
                  <c:v>0.0015508783</c:v>
                </c:pt>
                <c:pt idx="156">
                  <c:v>0.0015625624</c:v>
                </c:pt>
                <c:pt idx="157">
                  <c:v>0.001574149</c:v>
                </c:pt>
                <c:pt idx="158">
                  <c:v>0.0015854957</c:v>
                </c:pt>
                <c:pt idx="159">
                  <c:v>0.0015964566</c:v>
                </c:pt>
                <c:pt idx="160">
                  <c:v>0.0016068801</c:v>
                </c:pt>
                <c:pt idx="161">
                  <c:v>0.0016166767</c:v>
                </c:pt>
                <c:pt idx="162">
                  <c:v>0.0016256751</c:v>
                </c:pt>
                <c:pt idx="163">
                  <c:v>0.0016337673</c:v>
                </c:pt>
                <c:pt idx="164">
                  <c:v>0.0016408805</c:v>
                </c:pt>
                <c:pt idx="165">
                  <c:v>0.0016469544</c:v>
                </c:pt>
                <c:pt idx="166">
                  <c:v>0.0016519362</c:v>
                </c:pt>
                <c:pt idx="167">
                  <c:v>0.0016557925</c:v>
                </c:pt>
                <c:pt idx="168">
                  <c:v>0.0016584783</c:v>
                </c:pt>
                <c:pt idx="169">
                  <c:v>0.0016599717</c:v>
                </c:pt>
                <c:pt idx="170">
                  <c:v>0.0016602656</c:v>
                </c:pt>
                <c:pt idx="171">
                  <c:v>0.001659331</c:v>
                </c:pt>
                <c:pt idx="172">
                  <c:v>0.0016571509</c:v>
                </c:pt>
                <c:pt idx="173">
                  <c:v>0.0016537295</c:v>
                </c:pt>
                <c:pt idx="174">
                  <c:v>0.0016490483</c:v>
                </c:pt>
                <c:pt idx="175">
                  <c:v>0.0016431763</c:v>
                </c:pt>
                <c:pt idx="176">
                  <c:v>0.0016361514</c:v>
                </c:pt>
                <c:pt idx="177">
                  <c:v>0.0016280203</c:v>
                </c:pt>
                <c:pt idx="178">
                  <c:v>0.0016188675</c:v>
                </c:pt>
                <c:pt idx="179">
                  <c:v>0.0016087625</c:v>
                </c:pt>
                <c:pt idx="180">
                  <c:v>0.0015977619</c:v>
                </c:pt>
                <c:pt idx="181">
                  <c:v>0.001585975</c:v>
                </c:pt>
                <c:pt idx="182">
                  <c:v>0.0015734922</c:v>
                </c:pt>
                <c:pt idx="183">
                  <c:v>0.0015603762</c:v>
                </c:pt>
                <c:pt idx="184">
                  <c:v>0.0015467066</c:v>
                </c:pt>
                <c:pt idx="185">
                  <c:v>0.0015325702</c:v>
                </c:pt>
                <c:pt idx="186">
                  <c:v>0.0015181742</c:v>
                </c:pt>
                <c:pt idx="187">
                  <c:v>0.0015036294</c:v>
                </c:pt>
                <c:pt idx="188">
                  <c:v>0.0014890627</c:v>
                </c:pt>
                <c:pt idx="189">
                  <c:v>0.001474545</c:v>
                </c:pt>
                <c:pt idx="190">
                  <c:v>0.0014601511</c:v>
                </c:pt>
                <c:pt idx="191">
                  <c:v>0.0014459486</c:v>
                </c:pt>
                <c:pt idx="192">
                  <c:v>0.0014320557</c:v>
                </c:pt>
                <c:pt idx="193">
                  <c:v>0.001418524</c:v>
                </c:pt>
                <c:pt idx="194">
                  <c:v>0.0014054316</c:v>
                </c:pt>
                <c:pt idx="195">
                  <c:v>0.0013928087</c:v>
                </c:pt>
                <c:pt idx="196">
                  <c:v>0.0013807316</c:v>
                </c:pt>
                <c:pt idx="197">
                  <c:v>0.0013692555</c:v>
                </c:pt>
                <c:pt idx="198">
                  <c:v>0.0013584395</c:v>
                </c:pt>
                <c:pt idx="199">
                  <c:v>0.0013482983</c:v>
                </c:pt>
                <c:pt idx="200">
                  <c:v>0.0013388776</c:v>
                </c:pt>
                <c:pt idx="201">
                  <c:v>0.0013302032</c:v>
                </c:pt>
                <c:pt idx="202">
                  <c:v>0.0013222887</c:v>
                </c:pt>
                <c:pt idx="203">
                  <c:v>0.0013151093</c:v>
                </c:pt>
                <c:pt idx="204">
                  <c:v>0.0013087101</c:v>
                </c:pt>
                <c:pt idx="205">
                  <c:v>0.0013030686</c:v>
                </c:pt>
                <c:pt idx="206">
                  <c:v>0.0012981335</c:v>
                </c:pt>
                <c:pt idx="207">
                  <c:v>0.0012938908</c:v>
                </c:pt>
                <c:pt idx="208">
                  <c:v>0.0012903207</c:v>
                </c:pt>
                <c:pt idx="209">
                  <c:v>0.0012873534</c:v>
                </c:pt>
                <c:pt idx="210">
                  <c:v>0.0012849583</c:v>
                </c:pt>
                <c:pt idx="211">
                  <c:v>0.0012831049</c:v>
                </c:pt>
                <c:pt idx="212">
                  <c:v>0.0012817801</c:v>
                </c:pt>
                <c:pt idx="213">
                  <c:v>0.0012808585</c:v>
                </c:pt>
                <c:pt idx="214">
                  <c:v>0.0012803627</c:v>
                </c:pt>
                <c:pt idx="215">
                  <c:v>0.0012803137</c:v>
                </c:pt>
                <c:pt idx="216">
                  <c:v>0.0012806797</c:v>
                </c:pt>
                <c:pt idx="217">
                  <c:v>0.0012814159</c:v>
                </c:pt>
                <c:pt idx="218">
                  <c:v>0.0012821996</c:v>
                </c:pt>
                <c:pt idx="219">
                  <c:v>0.0012832684</c:v>
                </c:pt>
                <c:pt idx="220">
                  <c:v>0.0012848032</c:v>
                </c:pt>
                <c:pt idx="221">
                  <c:v>0.0012866284</c:v>
                </c:pt>
                <c:pt idx="222">
                  <c:v>0.001288689</c:v>
                </c:pt>
                <c:pt idx="223">
                  <c:v>0.0012906905</c:v>
                </c:pt>
                <c:pt idx="224">
                  <c:v>0.0012926473</c:v>
                </c:pt>
                <c:pt idx="225">
                  <c:v>0.0012945944</c:v>
                </c:pt>
                <c:pt idx="226">
                  <c:v>0.0012965146</c:v>
                </c:pt>
                <c:pt idx="227">
                  <c:v>0.0012983556</c:v>
                </c:pt>
                <c:pt idx="228">
                  <c:v>0.0012999072</c:v>
                </c:pt>
                <c:pt idx="229">
                  <c:v>0.0013012534</c:v>
                </c:pt>
                <c:pt idx="230">
                  <c:v>0.0013024746</c:v>
                </c:pt>
                <c:pt idx="231">
                  <c:v>0.0013034921</c:v>
                </c:pt>
                <c:pt idx="232">
                  <c:v>0.0013042702</c:v>
                </c:pt>
                <c:pt idx="233">
                  <c:v>0.0013047331</c:v>
                </c:pt>
                <c:pt idx="234">
                  <c:v>0.0013048873</c:v>
                </c:pt>
                <c:pt idx="235">
                  <c:v>0.001304678</c:v>
                </c:pt>
                <c:pt idx="236">
                  <c:v>0.0013040641</c:v>
                </c:pt>
                <c:pt idx="237">
                  <c:v>0.001303045</c:v>
                </c:pt>
                <c:pt idx="238">
                  <c:v>0.0013017095</c:v>
                </c:pt>
                <c:pt idx="239">
                  <c:v>0.0012999204</c:v>
                </c:pt>
                <c:pt idx="240">
                  <c:v>0.0012976922</c:v>
                </c:pt>
                <c:pt idx="241">
                  <c:v>0.0012951317</c:v>
                </c:pt>
                <c:pt idx="242">
                  <c:v>0.0012922231</c:v>
                </c:pt>
                <c:pt idx="243">
                  <c:v>0.0012889529</c:v>
                </c:pt>
                <c:pt idx="244">
                  <c:v>0.0012854107</c:v>
                </c:pt>
                <c:pt idx="245">
                  <c:v>0.0012815948</c:v>
                </c:pt>
                <c:pt idx="246">
                  <c:v>0.0012775273</c:v>
                </c:pt>
                <c:pt idx="247">
                  <c:v>0.0012732045</c:v>
                </c:pt>
                <c:pt idx="248">
                  <c:v>0.0012685645</c:v>
                </c:pt>
                <c:pt idx="249">
                  <c:v>0.0012636266</c:v>
                </c:pt>
                <c:pt idx="250">
                  <c:v>0.0012610526</c:v>
                </c:pt>
                <c:pt idx="251">
                  <c:v>0.001258403</c:v>
                </c:pt>
                <c:pt idx="252">
                  <c:v>0.0012556734</c:v>
                </c:pt>
                <c:pt idx="253">
                  <c:v>0.0012528661</c:v>
                </c:pt>
                <c:pt idx="254">
                  <c:v>0.0012499786</c:v>
                </c:pt>
                <c:pt idx="255">
                  <c:v>0.0012470074</c:v>
                </c:pt>
                <c:pt idx="256">
                  <c:v>0.001243954</c:v>
                </c:pt>
                <c:pt idx="257">
                  <c:v>0.0012408188</c:v>
                </c:pt>
                <c:pt idx="258">
                  <c:v>0.0012375975</c:v>
                </c:pt>
                <c:pt idx="259">
                  <c:v>0.0012342978</c:v>
                </c:pt>
                <c:pt idx="260">
                  <c:v>0.0012309113</c:v>
                </c:pt>
                <c:pt idx="261">
                  <c:v>0.001227442</c:v>
                </c:pt>
                <c:pt idx="262">
                  <c:v>0.001223895</c:v>
                </c:pt>
                <c:pt idx="263">
                  <c:v>0.0012202621</c:v>
                </c:pt>
                <c:pt idx="264">
                  <c:v>0.0012165502</c:v>
                </c:pt>
                <c:pt idx="265">
                  <c:v>0.0012127564</c:v>
                </c:pt>
                <c:pt idx="266">
                  <c:v>0.0012088814</c:v>
                </c:pt>
                <c:pt idx="267">
                  <c:v>0.0012049296</c:v>
                </c:pt>
                <c:pt idx="268">
                  <c:v>0.0012009037</c:v>
                </c:pt>
                <c:pt idx="269">
                  <c:v>0.0011967968</c:v>
                </c:pt>
                <c:pt idx="270">
                  <c:v>0.0011926123</c:v>
                </c:pt>
                <c:pt idx="271">
                  <c:v>0.0011883538</c:v>
                </c:pt>
                <c:pt idx="272">
                  <c:v>0.0011840199</c:v>
                </c:pt>
                <c:pt idx="273">
                  <c:v>0.0011796</c:v>
                </c:pt>
                <c:pt idx="274">
                  <c:v>0.0011751203</c:v>
                </c:pt>
                <c:pt idx="275">
                  <c:v>0.0011705817</c:v>
                </c:pt>
                <c:pt idx="276">
                  <c:v>0.0011659865</c:v>
                </c:pt>
                <c:pt idx="277">
                  <c:v>0.0011613364</c:v>
                </c:pt>
                <c:pt idx="278">
                  <c:v>0.001156634</c:v>
                </c:pt>
                <c:pt idx="279">
                  <c:v>0.001151885</c:v>
                </c:pt>
                <c:pt idx="280">
                  <c:v>0.00114709</c:v>
                </c:pt>
                <c:pt idx="281">
                  <c:v>0.0011422545</c:v>
                </c:pt>
                <c:pt idx="282">
                  <c:v>0.0011373851</c:v>
                </c:pt>
                <c:pt idx="283">
                  <c:v>0.0011324804</c:v>
                </c:pt>
                <c:pt idx="284">
                  <c:v>0.0011275446</c:v>
                </c:pt>
                <c:pt idx="285">
                  <c:v>0.0011225786</c:v>
                </c:pt>
                <c:pt idx="286">
                  <c:v>0.0011175939</c:v>
                </c:pt>
                <c:pt idx="287">
                  <c:v>0.001112585</c:v>
                </c:pt>
                <c:pt idx="288">
                  <c:v>0.0011075586</c:v>
                </c:pt>
                <c:pt idx="289">
                  <c:v>0.0011025209</c:v>
                </c:pt>
                <c:pt idx="290">
                  <c:v>0.0010974665</c:v>
                </c:pt>
                <c:pt idx="291">
                  <c:v>0.0010924131</c:v>
                </c:pt>
                <c:pt idx="292">
                  <c:v>0.0010873428</c:v>
                </c:pt>
                <c:pt idx="293">
                  <c:v>0.0010822688</c:v>
                </c:pt>
                <c:pt idx="294">
                  <c:v>0.0010771994</c:v>
                </c:pt>
                <c:pt idx="295">
                  <c:v>0.0010721302</c:v>
                </c:pt>
                <c:pt idx="296">
                  <c:v>0.0010670696</c:v>
                </c:pt>
                <c:pt idx="297">
                  <c:v>0.0010620242</c:v>
                </c:pt>
                <c:pt idx="298">
                  <c:v>0.0010569829</c:v>
                </c:pt>
                <c:pt idx="299">
                  <c:v>0.001051956</c:v>
                </c:pt>
                <c:pt idx="300">
                  <c:v>0.0010469476</c:v>
                </c:pt>
                <c:pt idx="301">
                  <c:v>0.0010419508</c:v>
                </c:pt>
                <c:pt idx="302">
                  <c:v>0.0010369606</c:v>
                </c:pt>
                <c:pt idx="303">
                  <c:v>0.0010319855</c:v>
                </c:pt>
                <c:pt idx="304">
                  <c:v>0.0010270258</c:v>
                </c:pt>
                <c:pt idx="305">
                  <c:v>0.0010220871</c:v>
                </c:pt>
                <c:pt idx="306">
                  <c:v>0.001017164</c:v>
                </c:pt>
                <c:pt idx="307">
                  <c:v>0.001012267</c:v>
                </c:pt>
                <c:pt idx="308">
                  <c:v>0.001007383</c:v>
                </c:pt>
                <c:pt idx="309">
                  <c:v>0.0010025249</c:v>
                </c:pt>
                <c:pt idx="310">
                  <c:v>0.00099769211</c:v>
                </c:pt>
                <c:pt idx="311">
                  <c:v>0.00099287355</c:v>
                </c:pt>
                <c:pt idx="312">
                  <c:v>0.00098808289</c:v>
                </c:pt>
                <c:pt idx="313">
                  <c:v>0.00098331656</c:v>
                </c:pt>
                <c:pt idx="314">
                  <c:v>0.00097857844</c:v>
                </c:pt>
                <c:pt idx="315">
                  <c:v>0.00097385959</c:v>
                </c:pt>
                <c:pt idx="316">
                  <c:v>0.00096917609</c:v>
                </c:pt>
                <c:pt idx="317">
                  <c:v>0.00096451807</c:v>
                </c:pt>
                <c:pt idx="318">
                  <c:v>0.00095989775</c:v>
                </c:pt>
                <c:pt idx="319">
                  <c:v>0.00095530623</c:v>
                </c:pt>
                <c:pt idx="320">
                  <c:v>0.00095075701</c:v>
                </c:pt>
                <c:pt idx="321">
                  <c:v>0.00094624623</c:v>
                </c:pt>
                <c:pt idx="322">
                  <c:v>0.00094177935</c:v>
                </c:pt>
                <c:pt idx="323">
                  <c:v>0.00093735235</c:v>
                </c:pt>
                <c:pt idx="324">
                  <c:v>0.00093297935</c:v>
                </c:pt>
                <c:pt idx="325">
                  <c:v>0.00092864893</c:v>
                </c:pt>
                <c:pt idx="326">
                  <c:v>0.00092437828</c:v>
                </c:pt>
                <c:pt idx="327">
                  <c:v>0.00092016226</c:v>
                </c:pt>
                <c:pt idx="328">
                  <c:v>0.00091600714</c:v>
                </c:pt>
                <c:pt idx="329">
                  <c:v>0.0009119113</c:v>
                </c:pt>
                <c:pt idx="330">
                  <c:v>0.0009078796</c:v>
                </c:pt>
                <c:pt idx="331">
                  <c:v>0.0009039039</c:v>
                </c:pt>
                <c:pt idx="332">
                  <c:v>0.00090000448</c:v>
                </c:pt>
                <c:pt idx="333">
                  <c:v>0.00089618612</c:v>
                </c:pt>
                <c:pt idx="334">
                  <c:v>0.00089243056</c:v>
                </c:pt>
                <c:pt idx="335">
                  <c:v>0.000888759</c:v>
                </c:pt>
                <c:pt idx="336">
                  <c:v>0.00088516857</c:v>
                </c:pt>
                <c:pt idx="337">
                  <c:v>0.00088166196</c:v>
                </c:pt>
                <c:pt idx="338">
                  <c:v>0.00087823534</c:v>
                </c:pt>
                <c:pt idx="339">
                  <c:v>0.00087490076</c:v>
                </c:pt>
                <c:pt idx="340">
                  <c:v>0.00087163784</c:v>
                </c:pt>
                <c:pt idx="341">
                  <c:v>0.0008684676</c:v>
                </c:pt>
                <c:pt idx="342">
                  <c:v>0.00086538558</c:v>
                </c:pt>
                <c:pt idx="343">
                  <c:v>0.00086239198</c:v>
                </c:pt>
                <c:pt idx="344">
                  <c:v>0.00085947321</c:v>
                </c:pt>
                <c:pt idx="345">
                  <c:v>0.00085664674</c:v>
                </c:pt>
                <c:pt idx="346">
                  <c:v>0.00085390679</c:v>
                </c:pt>
                <c:pt idx="347">
                  <c:v>0.00085125536</c:v>
                </c:pt>
                <c:pt idx="348">
                  <c:v>0.00084868536</c:v>
                </c:pt>
                <c:pt idx="349">
                  <c:v>0.0008462101</c:v>
                </c:pt>
                <c:pt idx="350">
                  <c:v>0.0008438</c:v>
                </c:pt>
                <c:pt idx="351">
                  <c:v>0.00084148325</c:v>
                </c:pt>
                <c:pt idx="352">
                  <c:v>0.00083925747</c:v>
                </c:pt>
                <c:pt idx="353">
                  <c:v>0.00083709542</c:v>
                </c:pt>
                <c:pt idx="354">
                  <c:v>0.0008350273</c:v>
                </c:pt>
                <c:pt idx="355">
                  <c:v>0.00083301702</c:v>
                </c:pt>
                <c:pt idx="356">
                  <c:v>0.00083109376</c:v>
                </c:pt>
                <c:pt idx="357">
                  <c:v>0.00082924009</c:v>
                </c:pt>
                <c:pt idx="358">
                  <c:v>0.00082746904</c:v>
                </c:pt>
                <c:pt idx="359">
                  <c:v>0.00082575117</c:v>
                </c:pt>
                <c:pt idx="360">
                  <c:v>0.00082412264</c:v>
                </c:pt>
                <c:pt idx="361">
                  <c:v>0.00082254397</c:v>
                </c:pt>
                <c:pt idx="362">
                  <c:v>0.00082104959</c:v>
                </c:pt>
                <c:pt idx="363">
                  <c:v>0.00081959923</c:v>
                </c:pt>
                <c:pt idx="364">
                  <c:v>0.00081820981</c:v>
                </c:pt>
                <c:pt idx="365">
                  <c:v>0.00081688658</c:v>
                </c:pt>
                <c:pt idx="366">
                  <c:v>0.00081562229</c:v>
                </c:pt>
                <c:pt idx="367">
                  <c:v>0.00081440318</c:v>
                </c:pt>
                <c:pt idx="368">
                  <c:v>0.00081324728</c:v>
                </c:pt>
                <c:pt idx="369">
                  <c:v>0.00081212206</c:v>
                </c:pt>
                <c:pt idx="370">
                  <c:v>0.00081106684</c:v>
                </c:pt>
                <c:pt idx="371">
                  <c:v>0.00081003452</c:v>
                </c:pt>
                <c:pt idx="372">
                  <c:v>0.00080906697</c:v>
                </c:pt>
                <c:pt idx="373">
                  <c:v>0.00080811557</c:v>
                </c:pt>
                <c:pt idx="374">
                  <c:v>0.00080721117</c:v>
                </c:pt>
                <c:pt idx="375">
                  <c:v>0.0008063406</c:v>
                </c:pt>
                <c:pt idx="376">
                  <c:v>0.00080550204</c:v>
                </c:pt>
                <c:pt idx="377">
                  <c:v>0.000804693</c:v>
                </c:pt>
                <c:pt idx="378">
                  <c:v>0.00080391258</c:v>
                </c:pt>
                <c:pt idx="379">
                  <c:v>0.00080316127</c:v>
                </c:pt>
                <c:pt idx="380">
                  <c:v>0.00080243127</c:v>
                </c:pt>
                <c:pt idx="381">
                  <c:v>0.00080171825</c:v>
                </c:pt>
                <c:pt idx="382">
                  <c:v>0.00080102553</c:v>
                </c:pt>
                <c:pt idx="383">
                  <c:v>0.00080034815</c:v>
                </c:pt>
                <c:pt idx="384">
                  <c:v>0.00079968097</c:v>
                </c:pt>
                <c:pt idx="385">
                  <c:v>0.0007990282</c:v>
                </c:pt>
                <c:pt idx="386">
                  <c:v>0.0007983823</c:v>
                </c:pt>
                <c:pt idx="387">
                  <c:v>0.00079774196</c:v>
                </c:pt>
                <c:pt idx="388">
                  <c:v>0.0007971058</c:v>
                </c:pt>
                <c:pt idx="389">
                  <c:v>0.00079648009</c:v>
                </c:pt>
                <c:pt idx="390">
                  <c:v>0.0007958282</c:v>
                </c:pt>
                <c:pt idx="391">
                  <c:v>0.00079518382</c:v>
                </c:pt>
                <c:pt idx="392">
                  <c:v>0.00079452488</c:v>
                </c:pt>
                <c:pt idx="393">
                  <c:v>0.00079386059</c:v>
                </c:pt>
                <c:pt idx="394">
                  <c:v>0.00079317575</c:v>
                </c:pt>
                <c:pt idx="395">
                  <c:v>0.00079249044</c:v>
                </c:pt>
                <c:pt idx="396">
                  <c:v>0.00079177235</c:v>
                </c:pt>
                <c:pt idx="397">
                  <c:v>0.00079104476</c:v>
                </c:pt>
                <c:pt idx="398">
                  <c:v>0.00079029015</c:v>
                </c:pt>
                <c:pt idx="399">
                  <c:v>0.00078951577</c:v>
                </c:pt>
                <c:pt idx="400">
                  <c:v>0.00078872137</c:v>
                </c:pt>
                <c:pt idx="401">
                  <c:v>0.00078790895</c:v>
                </c:pt>
                <c:pt idx="402">
                  <c:v>0.00078707345</c:v>
                </c:pt>
                <c:pt idx="403">
                  <c:v>0.00078622988</c:v>
                </c:pt>
                <c:pt idx="404">
                  <c:v>0.00078532544</c:v>
                </c:pt>
                <c:pt idx="405">
                  <c:v>0.00078440798</c:v>
                </c:pt>
                <c:pt idx="406">
                  <c:v>0.00078346827</c:v>
                </c:pt>
                <c:pt idx="407">
                  <c:v>0.00078248972</c:v>
                </c:pt>
                <c:pt idx="408">
                  <c:v>0.00078149411</c:v>
                </c:pt>
                <c:pt idx="409">
                  <c:v>0.00078043837</c:v>
                </c:pt>
                <c:pt idx="410">
                  <c:v>0.00077937526</c:v>
                </c:pt>
                <c:pt idx="411">
                  <c:v>0.0007782887</c:v>
                </c:pt>
                <c:pt idx="412">
                  <c:v>0.00077714736</c:v>
                </c:pt>
                <c:pt idx="413">
                  <c:v>0.0007759835</c:v>
                </c:pt>
                <c:pt idx="414">
                  <c:v>0.00077479432</c:v>
                </c:pt>
                <c:pt idx="415">
                  <c:v>0.00077353542</c:v>
                </c:pt>
                <c:pt idx="416">
                  <c:v>0.0007722618</c:v>
                </c:pt>
                <c:pt idx="417">
                  <c:v>0.00077094668</c:v>
                </c:pt>
                <c:pt idx="418">
                  <c:v>0.00076958639</c:v>
                </c:pt>
                <c:pt idx="419">
                  <c:v>0.0007681972</c:v>
                </c:pt>
                <c:pt idx="420">
                  <c:v>0.00076676607</c:v>
                </c:pt>
                <c:pt idx="421">
                  <c:v>0.00076529053</c:v>
                </c:pt>
                <c:pt idx="422">
                  <c:v>0.00076377198</c:v>
                </c:pt>
                <c:pt idx="423">
                  <c:v>0.00076222387</c:v>
                </c:pt>
                <c:pt idx="424">
                  <c:v>0.00076063985</c:v>
                </c:pt>
                <c:pt idx="425">
                  <c:v>0.00075904044</c:v>
                </c:pt>
                <c:pt idx="426">
                  <c:v>0.00075737294</c:v>
                </c:pt>
                <c:pt idx="427">
                  <c:v>0.0007556639</c:v>
                </c:pt>
                <c:pt idx="428">
                  <c:v>0.00075391384</c:v>
                </c:pt>
                <c:pt idx="429">
                  <c:v>0.00075215332</c:v>
                </c:pt>
                <c:pt idx="430">
                  <c:v>0.00075033717</c:v>
                </c:pt>
                <c:pt idx="431">
                  <c:v>0.00074847806</c:v>
                </c:pt>
                <c:pt idx="432">
                  <c:v>0.00074658015</c:v>
                </c:pt>
                <c:pt idx="433">
                  <c:v>0.00074464213</c:v>
                </c:pt>
                <c:pt idx="434">
                  <c:v>0.00074267106</c:v>
                </c:pt>
                <c:pt idx="435">
                  <c:v>0.00074067315</c:v>
                </c:pt>
                <c:pt idx="436">
                  <c:v>0.00073864282</c:v>
                </c:pt>
                <c:pt idx="437">
                  <c:v>0.00073657386</c:v>
                </c:pt>
                <c:pt idx="438">
                  <c:v>0.00073448339</c:v>
                </c:pt>
                <c:pt idx="439">
                  <c:v>0.00073236954</c:v>
                </c:pt>
                <c:pt idx="440">
                  <c:v>0.00073022448</c:v>
                </c:pt>
                <c:pt idx="441">
                  <c:v>0.00072805233</c:v>
                </c:pt>
                <c:pt idx="442">
                  <c:v>0.00072585885</c:v>
                </c:pt>
                <c:pt idx="443">
                  <c:v>0.00072363824</c:v>
                </c:pt>
                <c:pt idx="444">
                  <c:v>0.0007213993</c:v>
                </c:pt>
                <c:pt idx="445">
                  <c:v>0.00071914529</c:v>
                </c:pt>
                <c:pt idx="446">
                  <c:v>0.00071686773</c:v>
                </c:pt>
                <c:pt idx="447">
                  <c:v>0.00071457354</c:v>
                </c:pt>
                <c:pt idx="448">
                  <c:v>0.00071226029</c:v>
                </c:pt>
                <c:pt idx="449">
                  <c:v>0.00070994488</c:v>
                </c:pt>
                <c:pt idx="450">
                  <c:v>0.00070761588</c:v>
                </c:pt>
                <c:pt idx="451">
                  <c:v>0.00070528985</c:v>
                </c:pt>
                <c:pt idx="452">
                  <c:v>0.00070296437</c:v>
                </c:pt>
                <c:pt idx="453">
                  <c:v>0.00070061145</c:v>
                </c:pt>
                <c:pt idx="454">
                  <c:v>0.00069826527</c:v>
                </c:pt>
                <c:pt idx="455">
                  <c:v>0.0006959133</c:v>
                </c:pt>
                <c:pt idx="456">
                  <c:v>0.000693558</c:v>
                </c:pt>
                <c:pt idx="457">
                  <c:v>0.00069120952</c:v>
                </c:pt>
                <c:pt idx="458">
                  <c:v>0.00068886453</c:v>
                </c:pt>
                <c:pt idx="459">
                  <c:v>0.000686514</c:v>
                </c:pt>
                <c:pt idx="460">
                  <c:v>0.00068417907</c:v>
                </c:pt>
                <c:pt idx="461">
                  <c:v>0.00068184024</c:v>
                </c:pt>
                <c:pt idx="462">
                  <c:v>0.0006795179</c:v>
                </c:pt>
                <c:pt idx="463">
                  <c:v>0.00067721095</c:v>
                </c:pt>
                <c:pt idx="464">
                  <c:v>0.00067490615</c:v>
                </c:pt>
                <c:pt idx="465">
                  <c:v>0.00067262011</c:v>
                </c:pt>
                <c:pt idx="466">
                  <c:v>0.00067035165</c:v>
                </c:pt>
                <c:pt idx="467">
                  <c:v>0.00066809754</c:v>
                </c:pt>
                <c:pt idx="468">
                  <c:v>0.00066585553</c:v>
                </c:pt>
                <c:pt idx="469">
                  <c:v>0.0006636354</c:v>
                </c:pt>
                <c:pt idx="470">
                  <c:v>0.00066144226</c:v>
                </c:pt>
                <c:pt idx="471">
                  <c:v>0.0006592644</c:v>
                </c:pt>
                <c:pt idx="472">
                  <c:v>0.00065710106</c:v>
                </c:pt>
                <c:pt idx="473">
                  <c:v>0.00065496811</c:v>
                </c:pt>
                <c:pt idx="474">
                  <c:v>0.00065287747</c:v>
                </c:pt>
                <c:pt idx="475">
                  <c:v>0.0006507715</c:v>
                </c:pt>
                <c:pt idx="476">
                  <c:v>0.00064870911</c:v>
                </c:pt>
                <c:pt idx="477">
                  <c:v>0.00064666843</c:v>
                </c:pt>
                <c:pt idx="478">
                  <c:v>0.00064465874</c:v>
                </c:pt>
                <c:pt idx="479">
                  <c:v>0.00064267776</c:v>
                </c:pt>
                <c:pt idx="480">
                  <c:v>0.00064071601</c:v>
                </c:pt>
                <c:pt idx="481">
                  <c:v>0.00063879081</c:v>
                </c:pt>
                <c:pt idx="482">
                  <c:v>0.00063690399</c:v>
                </c:pt>
                <c:pt idx="483">
                  <c:v>0.00063504211</c:v>
                </c:pt>
                <c:pt idx="484">
                  <c:v>0.00063320489</c:v>
                </c:pt>
                <c:pt idx="485">
                  <c:v>0.0006313906</c:v>
                </c:pt>
                <c:pt idx="486">
                  <c:v>0.00062960105</c:v>
                </c:pt>
                <c:pt idx="487">
                  <c:v>0.00062783046</c:v>
                </c:pt>
                <c:pt idx="488">
                  <c:v>0.00062608002</c:v>
                </c:pt>
                <c:pt idx="489">
                  <c:v>0.0006243517</c:v>
                </c:pt>
                <c:pt idx="490">
                  <c:v>0.00062264395</c:v>
                </c:pt>
                <c:pt idx="491">
                  <c:v>0.00062095833</c:v>
                </c:pt>
                <c:pt idx="492">
                  <c:v>0.00061929169</c:v>
                </c:pt>
                <c:pt idx="493">
                  <c:v>0.0006176454</c:v>
                </c:pt>
                <c:pt idx="494">
                  <c:v>0.00061602272</c:v>
                </c:pt>
                <c:pt idx="495">
                  <c:v>0.00061442038</c:v>
                </c:pt>
                <c:pt idx="496">
                  <c:v>0.00061283811</c:v>
                </c:pt>
                <c:pt idx="497">
                  <c:v>0.00061127337</c:v>
                </c:pt>
                <c:pt idx="498">
                  <c:v>0.00060972395</c:v>
                </c:pt>
                <c:pt idx="499">
                  <c:v>0.00060819394</c:v>
                </c:pt>
                <c:pt idx="500">
                  <c:v>0.00060743376</c:v>
                </c:pt>
                <c:pt idx="501">
                  <c:v>0.00060668458</c:v>
                </c:pt>
                <c:pt idx="502">
                  <c:v>0.00060593172</c:v>
                </c:pt>
                <c:pt idx="503">
                  <c:v>0.00060518674</c:v>
                </c:pt>
                <c:pt idx="504">
                  <c:v>0.00060444188</c:v>
                </c:pt>
                <c:pt idx="505">
                  <c:v>0.00060370609</c:v>
                </c:pt>
                <c:pt idx="506">
                  <c:v>0.00060296816</c:v>
                </c:pt>
                <c:pt idx="507">
                  <c:v>0.0006022401</c:v>
                </c:pt>
                <c:pt idx="508">
                  <c:v>0.00060150922</c:v>
                </c:pt>
                <c:pt idx="509">
                  <c:v>0.00060078758</c:v>
                </c:pt>
                <c:pt idx="510">
                  <c:v>0.00060006505</c:v>
                </c:pt>
                <c:pt idx="511">
                  <c:v>0.00059935118</c:v>
                </c:pt>
                <c:pt idx="512">
                  <c:v>0.00059863596</c:v>
                </c:pt>
                <c:pt idx="513">
                  <c:v>0.00059793183</c:v>
                </c:pt>
                <c:pt idx="514">
                  <c:v>0.00059722596</c:v>
                </c:pt>
                <c:pt idx="515">
                  <c:v>0.00059653687</c:v>
                </c:pt>
                <c:pt idx="516">
                  <c:v>0.00059582363</c:v>
                </c:pt>
                <c:pt idx="517">
                  <c:v>0.00059512907</c:v>
                </c:pt>
                <c:pt idx="518">
                  <c:v>0.00059443354</c:v>
                </c:pt>
                <c:pt idx="519">
                  <c:v>0.00059374632</c:v>
                </c:pt>
                <c:pt idx="520">
                  <c:v>0.00059305687</c:v>
                </c:pt>
                <c:pt idx="521">
                  <c:v>0.00059237507</c:v>
                </c:pt>
                <c:pt idx="522">
                  <c:v>0.00059169143</c:v>
                </c:pt>
                <c:pt idx="523">
                  <c:v>0.00059101504</c:v>
                </c:pt>
                <c:pt idx="524">
                  <c:v>0.00059033595</c:v>
                </c:pt>
                <c:pt idx="525">
                  <c:v>0.00058965713</c:v>
                </c:pt>
                <c:pt idx="526">
                  <c:v>0.00058897616</c:v>
                </c:pt>
                <c:pt idx="527">
                  <c:v>0.00058830222</c:v>
                </c:pt>
                <c:pt idx="528">
                  <c:v>0.00058762529</c:v>
                </c:pt>
                <c:pt idx="529">
                  <c:v>0.00058695421</c:v>
                </c:pt>
                <c:pt idx="530">
                  <c:v>0.00058628138</c:v>
                </c:pt>
                <c:pt idx="531">
                  <c:v>0.00058560639</c:v>
                </c:pt>
                <c:pt idx="532">
                  <c:v>0.00058493471</c:v>
                </c:pt>
                <c:pt idx="533">
                  <c:v>0.00058427954</c:v>
                </c:pt>
                <c:pt idx="534">
                  <c:v>0.0005836045</c:v>
                </c:pt>
                <c:pt idx="535">
                  <c:v>0.00058294224</c:v>
                </c:pt>
                <c:pt idx="536">
                  <c:v>0.000582282</c:v>
                </c:pt>
                <c:pt idx="537">
                  <c:v>0.00058162332</c:v>
                </c:pt>
                <c:pt idx="538">
                  <c:v>0.00058096056</c:v>
                </c:pt>
                <c:pt idx="539">
                  <c:v>0.00058030452</c:v>
                </c:pt>
                <c:pt idx="540">
                  <c:v>0.00057964631</c:v>
                </c:pt>
                <c:pt idx="541">
                  <c:v>0.00057899536</c:v>
                </c:pt>
                <c:pt idx="542">
                  <c:v>0.00057834257</c:v>
                </c:pt>
                <c:pt idx="543">
                  <c:v>0.00057769622</c:v>
                </c:pt>
                <c:pt idx="544">
                  <c:v>0.00057704792</c:v>
                </c:pt>
                <c:pt idx="545">
                  <c:v>0.00057640119</c:v>
                </c:pt>
                <c:pt idx="546">
                  <c:v>0.00057575637</c:v>
                </c:pt>
                <c:pt idx="547">
                  <c:v>0.00057511777</c:v>
                </c:pt>
                <c:pt idx="548">
                  <c:v>0.00057448277</c:v>
                </c:pt>
                <c:pt idx="549">
                  <c:v>0.00057384834</c:v>
                </c:pt>
                <c:pt idx="550">
                  <c:v>0.00057322116</c:v>
                </c:pt>
                <c:pt idx="551">
                  <c:v>0.00057260026</c:v>
                </c:pt>
                <c:pt idx="552">
                  <c:v>0.00057198015</c:v>
                </c:pt>
                <c:pt idx="553">
                  <c:v>0.0005713619</c:v>
                </c:pt>
                <c:pt idx="554">
                  <c:v>0.0005707496</c:v>
                </c:pt>
                <c:pt idx="555">
                  <c:v>0.00057014774</c:v>
                </c:pt>
                <c:pt idx="556">
                  <c:v>0.00056953264</c:v>
                </c:pt>
                <c:pt idx="557">
                  <c:v>0.00056892916</c:v>
                </c:pt>
                <c:pt idx="558">
                  <c:v>0.00056833159</c:v>
                </c:pt>
                <c:pt idx="559">
                  <c:v>0.00056773808</c:v>
                </c:pt>
                <c:pt idx="560">
                  <c:v>0.00056714795</c:v>
                </c:pt>
                <c:pt idx="561">
                  <c:v>0.00056655962</c:v>
                </c:pt>
                <c:pt idx="562">
                  <c:v>0.00056597476</c:v>
                </c:pt>
                <c:pt idx="563">
                  <c:v>0.00056539625</c:v>
                </c:pt>
                <c:pt idx="564">
                  <c:v>0.00056482092</c:v>
                </c:pt>
                <c:pt idx="565">
                  <c:v>0.00056425132</c:v>
                </c:pt>
                <c:pt idx="566">
                  <c:v>0.00056368597</c:v>
                </c:pt>
                <c:pt idx="567">
                  <c:v>0.00056312771</c:v>
                </c:pt>
                <c:pt idx="568">
                  <c:v>0.00056257328</c:v>
                </c:pt>
                <c:pt idx="569">
                  <c:v>0.00056202721</c:v>
                </c:pt>
                <c:pt idx="570">
                  <c:v>0.00056149297</c:v>
                </c:pt>
                <c:pt idx="571">
                  <c:v>0.00056095005</c:v>
                </c:pt>
                <c:pt idx="572">
                  <c:v>0.00056041648</c:v>
                </c:pt>
                <c:pt idx="573">
                  <c:v>0.00055989135</c:v>
                </c:pt>
                <c:pt idx="574">
                  <c:v>0.00055936923</c:v>
                </c:pt>
                <c:pt idx="575">
                  <c:v>0.00055885608</c:v>
                </c:pt>
                <c:pt idx="576">
                  <c:v>0.00055834538</c:v>
                </c:pt>
                <c:pt idx="577">
                  <c:v>0.0005578439</c:v>
                </c:pt>
                <c:pt idx="578">
                  <c:v>0.00055734075</c:v>
                </c:pt>
                <c:pt idx="579">
                  <c:v>0.00055684666</c:v>
                </c:pt>
                <c:pt idx="580">
                  <c:v>0.00055635325</c:v>
                </c:pt>
                <c:pt idx="581">
                  <c:v>0.00055586757</c:v>
                </c:pt>
                <c:pt idx="582">
                  <c:v>0.00055538354</c:v>
                </c:pt>
                <c:pt idx="583">
                  <c:v>0.00055491725</c:v>
                </c:pt>
                <c:pt idx="584">
                  <c:v>0.00055443751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Sheet1!$B$1762</c:f>
              <c:strCache>
                <c:ptCount val="1"/>
                <c:pt idx="0">
                  <c:v>energy</c:v>
                </c:pt>
              </c:strCache>
            </c:strRef>
          </c:tx>
          <c:xVal>
            <c:numRef>
              <c:f>Sheet1!$A$1763:$A$2347</c:f>
              <c:numCache>
                <c:formatCode>General</c:formatCode>
                <c:ptCount val="585"/>
                <c:pt idx="0">
                  <c:v>256.0</c:v>
                </c:pt>
                <c:pt idx="1">
                  <c:v>512.0</c:v>
                </c:pt>
                <c:pt idx="2">
                  <c:v>768.0</c:v>
                </c:pt>
                <c:pt idx="3">
                  <c:v>1012.0</c:v>
                </c:pt>
                <c:pt idx="4">
                  <c:v>1140.0</c:v>
                </c:pt>
                <c:pt idx="5">
                  <c:v>1268.0</c:v>
                </c:pt>
                <c:pt idx="6">
                  <c:v>1396.0</c:v>
                </c:pt>
                <c:pt idx="7">
                  <c:v>1512.0</c:v>
                </c:pt>
                <c:pt idx="8">
                  <c:v>1576.0</c:v>
                </c:pt>
                <c:pt idx="9">
                  <c:v>1640.0</c:v>
                </c:pt>
                <c:pt idx="10">
                  <c:v>1704.0</c:v>
                </c:pt>
                <c:pt idx="11">
                  <c:v>1768.0</c:v>
                </c:pt>
                <c:pt idx="12">
                  <c:v>1832.0</c:v>
                </c:pt>
                <c:pt idx="13">
                  <c:v>1896.0</c:v>
                </c:pt>
                <c:pt idx="14">
                  <c:v>1960.0</c:v>
                </c:pt>
                <c:pt idx="15">
                  <c:v>2012.0</c:v>
                </c:pt>
                <c:pt idx="16">
                  <c:v>2044.0</c:v>
                </c:pt>
                <c:pt idx="17">
                  <c:v>2076.0</c:v>
                </c:pt>
                <c:pt idx="18">
                  <c:v>2108.0</c:v>
                </c:pt>
                <c:pt idx="19">
                  <c:v>2140.0</c:v>
                </c:pt>
                <c:pt idx="20">
                  <c:v>2172.0</c:v>
                </c:pt>
                <c:pt idx="21">
                  <c:v>2204.0</c:v>
                </c:pt>
                <c:pt idx="22">
                  <c:v>2236.0</c:v>
                </c:pt>
                <c:pt idx="23">
                  <c:v>2268.0</c:v>
                </c:pt>
                <c:pt idx="24">
                  <c:v>2300.0</c:v>
                </c:pt>
                <c:pt idx="25">
                  <c:v>2332.0</c:v>
                </c:pt>
                <c:pt idx="26">
                  <c:v>2364.0</c:v>
                </c:pt>
                <c:pt idx="27">
                  <c:v>2396.0</c:v>
                </c:pt>
                <c:pt idx="28">
                  <c:v>2428.0</c:v>
                </c:pt>
                <c:pt idx="29">
                  <c:v>2460.0</c:v>
                </c:pt>
                <c:pt idx="30">
                  <c:v>2492.0</c:v>
                </c:pt>
                <c:pt idx="31">
                  <c:v>2512.0</c:v>
                </c:pt>
                <c:pt idx="32">
                  <c:v>2528.0</c:v>
                </c:pt>
                <c:pt idx="33">
                  <c:v>2544.0</c:v>
                </c:pt>
                <c:pt idx="34">
                  <c:v>2560.0</c:v>
                </c:pt>
                <c:pt idx="35">
                  <c:v>2576.0</c:v>
                </c:pt>
                <c:pt idx="36">
                  <c:v>2592.0</c:v>
                </c:pt>
                <c:pt idx="37">
                  <c:v>2608.0</c:v>
                </c:pt>
                <c:pt idx="38">
                  <c:v>2624.0</c:v>
                </c:pt>
                <c:pt idx="39">
                  <c:v>2640.0</c:v>
                </c:pt>
                <c:pt idx="40">
                  <c:v>2656.0</c:v>
                </c:pt>
                <c:pt idx="41">
                  <c:v>2672.0</c:v>
                </c:pt>
                <c:pt idx="42">
                  <c:v>2688.0</c:v>
                </c:pt>
                <c:pt idx="43">
                  <c:v>2704.0</c:v>
                </c:pt>
                <c:pt idx="44">
                  <c:v>2720.0</c:v>
                </c:pt>
                <c:pt idx="45">
                  <c:v>2736.0</c:v>
                </c:pt>
                <c:pt idx="46">
                  <c:v>2752.0</c:v>
                </c:pt>
                <c:pt idx="47">
                  <c:v>2768.0</c:v>
                </c:pt>
                <c:pt idx="48">
                  <c:v>2784.0</c:v>
                </c:pt>
                <c:pt idx="49">
                  <c:v>2800.0</c:v>
                </c:pt>
                <c:pt idx="50">
                  <c:v>2816.0</c:v>
                </c:pt>
                <c:pt idx="51">
                  <c:v>2832.0</c:v>
                </c:pt>
                <c:pt idx="52">
                  <c:v>2848.0</c:v>
                </c:pt>
                <c:pt idx="53">
                  <c:v>2864.0</c:v>
                </c:pt>
                <c:pt idx="54">
                  <c:v>2880.0</c:v>
                </c:pt>
                <c:pt idx="55">
                  <c:v>2896.0</c:v>
                </c:pt>
                <c:pt idx="56">
                  <c:v>2912.0</c:v>
                </c:pt>
                <c:pt idx="57">
                  <c:v>2928.0</c:v>
                </c:pt>
                <c:pt idx="58">
                  <c:v>2944.0</c:v>
                </c:pt>
                <c:pt idx="59">
                  <c:v>2960.0</c:v>
                </c:pt>
                <c:pt idx="60">
                  <c:v>2976.0</c:v>
                </c:pt>
                <c:pt idx="61">
                  <c:v>2992.0</c:v>
                </c:pt>
                <c:pt idx="62">
                  <c:v>3004.0</c:v>
                </c:pt>
                <c:pt idx="63">
                  <c:v>3012.0</c:v>
                </c:pt>
                <c:pt idx="64">
                  <c:v>3020.0</c:v>
                </c:pt>
                <c:pt idx="65">
                  <c:v>3028.0</c:v>
                </c:pt>
                <c:pt idx="66">
                  <c:v>3036.0</c:v>
                </c:pt>
                <c:pt idx="67">
                  <c:v>3044.0</c:v>
                </c:pt>
                <c:pt idx="68">
                  <c:v>3052.0</c:v>
                </c:pt>
                <c:pt idx="69">
                  <c:v>3060.0</c:v>
                </c:pt>
                <c:pt idx="70">
                  <c:v>3068.0</c:v>
                </c:pt>
                <c:pt idx="71">
                  <c:v>3076.0</c:v>
                </c:pt>
                <c:pt idx="72">
                  <c:v>3084.0</c:v>
                </c:pt>
                <c:pt idx="73">
                  <c:v>3092.0</c:v>
                </c:pt>
                <c:pt idx="74">
                  <c:v>3100.0</c:v>
                </c:pt>
                <c:pt idx="75">
                  <c:v>3108.0</c:v>
                </c:pt>
                <c:pt idx="76">
                  <c:v>3116.0</c:v>
                </c:pt>
                <c:pt idx="77">
                  <c:v>3124.0</c:v>
                </c:pt>
                <c:pt idx="78">
                  <c:v>3132.0</c:v>
                </c:pt>
                <c:pt idx="79">
                  <c:v>3140.0</c:v>
                </c:pt>
                <c:pt idx="80">
                  <c:v>3148.0</c:v>
                </c:pt>
                <c:pt idx="81">
                  <c:v>3156.0</c:v>
                </c:pt>
                <c:pt idx="82">
                  <c:v>3164.0</c:v>
                </c:pt>
                <c:pt idx="83">
                  <c:v>3172.0</c:v>
                </c:pt>
                <c:pt idx="84">
                  <c:v>3180.0</c:v>
                </c:pt>
                <c:pt idx="85">
                  <c:v>3188.0</c:v>
                </c:pt>
                <c:pt idx="86">
                  <c:v>3196.0</c:v>
                </c:pt>
                <c:pt idx="87">
                  <c:v>3204.0</c:v>
                </c:pt>
                <c:pt idx="88">
                  <c:v>3212.0</c:v>
                </c:pt>
                <c:pt idx="89">
                  <c:v>3220.0</c:v>
                </c:pt>
                <c:pt idx="90">
                  <c:v>3228.0</c:v>
                </c:pt>
                <c:pt idx="91">
                  <c:v>3236.0</c:v>
                </c:pt>
                <c:pt idx="92">
                  <c:v>3244.0</c:v>
                </c:pt>
                <c:pt idx="93">
                  <c:v>3252.0</c:v>
                </c:pt>
                <c:pt idx="94">
                  <c:v>3260.0</c:v>
                </c:pt>
                <c:pt idx="95">
                  <c:v>3268.0</c:v>
                </c:pt>
                <c:pt idx="96">
                  <c:v>3276.0</c:v>
                </c:pt>
                <c:pt idx="97">
                  <c:v>3284.0</c:v>
                </c:pt>
                <c:pt idx="98">
                  <c:v>3292.0</c:v>
                </c:pt>
                <c:pt idx="99">
                  <c:v>3300.0</c:v>
                </c:pt>
                <c:pt idx="100">
                  <c:v>3308.0</c:v>
                </c:pt>
                <c:pt idx="101">
                  <c:v>3316.0</c:v>
                </c:pt>
                <c:pt idx="102">
                  <c:v>3324.0</c:v>
                </c:pt>
                <c:pt idx="103">
                  <c:v>3332.0</c:v>
                </c:pt>
                <c:pt idx="104">
                  <c:v>3340.0</c:v>
                </c:pt>
                <c:pt idx="105">
                  <c:v>3348.0</c:v>
                </c:pt>
                <c:pt idx="106">
                  <c:v>3356.0</c:v>
                </c:pt>
                <c:pt idx="107">
                  <c:v>3364.0</c:v>
                </c:pt>
                <c:pt idx="108">
                  <c:v>3372.0</c:v>
                </c:pt>
                <c:pt idx="109">
                  <c:v>3380.0</c:v>
                </c:pt>
                <c:pt idx="110">
                  <c:v>3388.0</c:v>
                </c:pt>
                <c:pt idx="111">
                  <c:v>3396.0</c:v>
                </c:pt>
                <c:pt idx="112">
                  <c:v>3404.0</c:v>
                </c:pt>
                <c:pt idx="113">
                  <c:v>3412.0</c:v>
                </c:pt>
                <c:pt idx="114">
                  <c:v>3420.0</c:v>
                </c:pt>
                <c:pt idx="115">
                  <c:v>3428.0</c:v>
                </c:pt>
                <c:pt idx="116">
                  <c:v>3436.0</c:v>
                </c:pt>
                <c:pt idx="117">
                  <c:v>3444.0</c:v>
                </c:pt>
                <c:pt idx="118">
                  <c:v>3452.0</c:v>
                </c:pt>
                <c:pt idx="119">
                  <c:v>3460.0</c:v>
                </c:pt>
                <c:pt idx="120">
                  <c:v>3468.0</c:v>
                </c:pt>
                <c:pt idx="121">
                  <c:v>3476.0</c:v>
                </c:pt>
                <c:pt idx="122">
                  <c:v>3484.0</c:v>
                </c:pt>
                <c:pt idx="123">
                  <c:v>3492.0</c:v>
                </c:pt>
                <c:pt idx="124">
                  <c:v>3500.0</c:v>
                </c:pt>
                <c:pt idx="125">
                  <c:v>3504.0</c:v>
                </c:pt>
                <c:pt idx="126">
                  <c:v>3508.0</c:v>
                </c:pt>
                <c:pt idx="127">
                  <c:v>3512.0</c:v>
                </c:pt>
                <c:pt idx="128">
                  <c:v>3516.0</c:v>
                </c:pt>
                <c:pt idx="129">
                  <c:v>3520.0</c:v>
                </c:pt>
                <c:pt idx="130">
                  <c:v>3524.0</c:v>
                </c:pt>
                <c:pt idx="131">
                  <c:v>3528.0</c:v>
                </c:pt>
                <c:pt idx="132">
                  <c:v>3532.0</c:v>
                </c:pt>
                <c:pt idx="133">
                  <c:v>3536.0</c:v>
                </c:pt>
                <c:pt idx="134">
                  <c:v>3540.0</c:v>
                </c:pt>
                <c:pt idx="135">
                  <c:v>3544.0</c:v>
                </c:pt>
                <c:pt idx="136">
                  <c:v>3548.0</c:v>
                </c:pt>
                <c:pt idx="137">
                  <c:v>3552.0</c:v>
                </c:pt>
                <c:pt idx="138">
                  <c:v>3556.0</c:v>
                </c:pt>
                <c:pt idx="139">
                  <c:v>3560.0</c:v>
                </c:pt>
                <c:pt idx="140">
                  <c:v>3564.0</c:v>
                </c:pt>
                <c:pt idx="141">
                  <c:v>3568.0</c:v>
                </c:pt>
                <c:pt idx="142">
                  <c:v>3572.0</c:v>
                </c:pt>
                <c:pt idx="143">
                  <c:v>3576.0</c:v>
                </c:pt>
                <c:pt idx="144">
                  <c:v>3580.0</c:v>
                </c:pt>
                <c:pt idx="145">
                  <c:v>3584.0</c:v>
                </c:pt>
                <c:pt idx="146">
                  <c:v>3588.0</c:v>
                </c:pt>
                <c:pt idx="147">
                  <c:v>3592.0</c:v>
                </c:pt>
                <c:pt idx="148">
                  <c:v>3596.0</c:v>
                </c:pt>
                <c:pt idx="149">
                  <c:v>3600.0</c:v>
                </c:pt>
                <c:pt idx="150">
                  <c:v>3604.0</c:v>
                </c:pt>
                <c:pt idx="151">
                  <c:v>3608.0</c:v>
                </c:pt>
                <c:pt idx="152">
                  <c:v>3612.0</c:v>
                </c:pt>
                <c:pt idx="153">
                  <c:v>3616.0</c:v>
                </c:pt>
                <c:pt idx="154">
                  <c:v>3620.0</c:v>
                </c:pt>
                <c:pt idx="155">
                  <c:v>3624.0</c:v>
                </c:pt>
                <c:pt idx="156">
                  <c:v>3628.0</c:v>
                </c:pt>
                <c:pt idx="157">
                  <c:v>3632.0</c:v>
                </c:pt>
                <c:pt idx="158">
                  <c:v>3636.0</c:v>
                </c:pt>
                <c:pt idx="159">
                  <c:v>3640.0</c:v>
                </c:pt>
                <c:pt idx="160">
                  <c:v>3644.0</c:v>
                </c:pt>
                <c:pt idx="161">
                  <c:v>3648.0</c:v>
                </c:pt>
                <c:pt idx="162">
                  <c:v>3652.0</c:v>
                </c:pt>
                <c:pt idx="163">
                  <c:v>3656.0</c:v>
                </c:pt>
                <c:pt idx="164">
                  <c:v>3660.0</c:v>
                </c:pt>
                <c:pt idx="165">
                  <c:v>3664.0</c:v>
                </c:pt>
                <c:pt idx="166">
                  <c:v>3668.0</c:v>
                </c:pt>
                <c:pt idx="167">
                  <c:v>3672.0</c:v>
                </c:pt>
                <c:pt idx="168">
                  <c:v>3676.0</c:v>
                </c:pt>
                <c:pt idx="169">
                  <c:v>3680.0</c:v>
                </c:pt>
                <c:pt idx="170">
                  <c:v>3684.0</c:v>
                </c:pt>
                <c:pt idx="171">
                  <c:v>3688.0</c:v>
                </c:pt>
                <c:pt idx="172">
                  <c:v>3692.0</c:v>
                </c:pt>
                <c:pt idx="173">
                  <c:v>3696.0</c:v>
                </c:pt>
                <c:pt idx="174">
                  <c:v>3700.0</c:v>
                </c:pt>
                <c:pt idx="175">
                  <c:v>3704.0</c:v>
                </c:pt>
                <c:pt idx="176">
                  <c:v>3708.0</c:v>
                </c:pt>
                <c:pt idx="177">
                  <c:v>3712.0</c:v>
                </c:pt>
                <c:pt idx="178">
                  <c:v>3716.0</c:v>
                </c:pt>
                <c:pt idx="179">
                  <c:v>3720.0</c:v>
                </c:pt>
                <c:pt idx="180">
                  <c:v>3724.0</c:v>
                </c:pt>
                <c:pt idx="181">
                  <c:v>3728.0</c:v>
                </c:pt>
                <c:pt idx="182">
                  <c:v>3732.0</c:v>
                </c:pt>
                <c:pt idx="183">
                  <c:v>3736.0</c:v>
                </c:pt>
                <c:pt idx="184">
                  <c:v>3740.0</c:v>
                </c:pt>
                <c:pt idx="185">
                  <c:v>3744.0</c:v>
                </c:pt>
                <c:pt idx="186">
                  <c:v>3748.0</c:v>
                </c:pt>
                <c:pt idx="187">
                  <c:v>3752.0</c:v>
                </c:pt>
                <c:pt idx="188">
                  <c:v>3756.0</c:v>
                </c:pt>
                <c:pt idx="189">
                  <c:v>3760.0</c:v>
                </c:pt>
                <c:pt idx="190">
                  <c:v>3764.0</c:v>
                </c:pt>
                <c:pt idx="191">
                  <c:v>3768.0</c:v>
                </c:pt>
                <c:pt idx="192">
                  <c:v>3772.0</c:v>
                </c:pt>
                <c:pt idx="193">
                  <c:v>3776.0</c:v>
                </c:pt>
                <c:pt idx="194">
                  <c:v>3780.0</c:v>
                </c:pt>
                <c:pt idx="195">
                  <c:v>3784.0</c:v>
                </c:pt>
                <c:pt idx="196">
                  <c:v>3788.0</c:v>
                </c:pt>
                <c:pt idx="197">
                  <c:v>3792.0</c:v>
                </c:pt>
                <c:pt idx="198">
                  <c:v>3796.0</c:v>
                </c:pt>
                <c:pt idx="199">
                  <c:v>3800.0</c:v>
                </c:pt>
                <c:pt idx="200">
                  <c:v>3804.0</c:v>
                </c:pt>
                <c:pt idx="201">
                  <c:v>3808.0</c:v>
                </c:pt>
                <c:pt idx="202">
                  <c:v>3812.0</c:v>
                </c:pt>
                <c:pt idx="203">
                  <c:v>3816.0</c:v>
                </c:pt>
                <c:pt idx="204">
                  <c:v>3820.0</c:v>
                </c:pt>
                <c:pt idx="205">
                  <c:v>3824.0</c:v>
                </c:pt>
                <c:pt idx="206">
                  <c:v>3828.0</c:v>
                </c:pt>
                <c:pt idx="207">
                  <c:v>3832.0</c:v>
                </c:pt>
                <c:pt idx="208">
                  <c:v>3836.0</c:v>
                </c:pt>
                <c:pt idx="209">
                  <c:v>3840.0</c:v>
                </c:pt>
                <c:pt idx="210">
                  <c:v>3844.0</c:v>
                </c:pt>
                <c:pt idx="211">
                  <c:v>3848.0</c:v>
                </c:pt>
                <c:pt idx="212">
                  <c:v>3852.0</c:v>
                </c:pt>
                <c:pt idx="213">
                  <c:v>3856.0</c:v>
                </c:pt>
                <c:pt idx="214">
                  <c:v>3860.0</c:v>
                </c:pt>
                <c:pt idx="215">
                  <c:v>3864.0</c:v>
                </c:pt>
                <c:pt idx="216">
                  <c:v>3868.0</c:v>
                </c:pt>
                <c:pt idx="217">
                  <c:v>3872.0</c:v>
                </c:pt>
                <c:pt idx="218">
                  <c:v>3876.0</c:v>
                </c:pt>
                <c:pt idx="219">
                  <c:v>3880.0</c:v>
                </c:pt>
                <c:pt idx="220">
                  <c:v>3884.0</c:v>
                </c:pt>
                <c:pt idx="221">
                  <c:v>3888.0</c:v>
                </c:pt>
                <c:pt idx="222">
                  <c:v>3892.0</c:v>
                </c:pt>
                <c:pt idx="223">
                  <c:v>3896.0</c:v>
                </c:pt>
                <c:pt idx="224">
                  <c:v>3900.0</c:v>
                </c:pt>
                <c:pt idx="225">
                  <c:v>3904.0</c:v>
                </c:pt>
                <c:pt idx="226">
                  <c:v>3908.0</c:v>
                </c:pt>
                <c:pt idx="227">
                  <c:v>3912.0</c:v>
                </c:pt>
                <c:pt idx="228">
                  <c:v>3916.0</c:v>
                </c:pt>
                <c:pt idx="229">
                  <c:v>3920.0</c:v>
                </c:pt>
                <c:pt idx="230">
                  <c:v>3924.0</c:v>
                </c:pt>
                <c:pt idx="231">
                  <c:v>3928.0</c:v>
                </c:pt>
                <c:pt idx="232">
                  <c:v>3932.0</c:v>
                </c:pt>
                <c:pt idx="233">
                  <c:v>3936.0</c:v>
                </c:pt>
                <c:pt idx="234">
                  <c:v>3940.0</c:v>
                </c:pt>
                <c:pt idx="235">
                  <c:v>3944.0</c:v>
                </c:pt>
                <c:pt idx="236">
                  <c:v>3948.0</c:v>
                </c:pt>
                <c:pt idx="237">
                  <c:v>3952.0</c:v>
                </c:pt>
                <c:pt idx="238">
                  <c:v>3956.0</c:v>
                </c:pt>
                <c:pt idx="239">
                  <c:v>3960.0</c:v>
                </c:pt>
                <c:pt idx="240">
                  <c:v>3964.0</c:v>
                </c:pt>
                <c:pt idx="241">
                  <c:v>3968.0</c:v>
                </c:pt>
                <c:pt idx="242">
                  <c:v>3972.0</c:v>
                </c:pt>
                <c:pt idx="243">
                  <c:v>3976.0</c:v>
                </c:pt>
                <c:pt idx="244">
                  <c:v>3980.0</c:v>
                </c:pt>
                <c:pt idx="245">
                  <c:v>3984.0</c:v>
                </c:pt>
                <c:pt idx="246">
                  <c:v>3988.0</c:v>
                </c:pt>
                <c:pt idx="247">
                  <c:v>3992.0</c:v>
                </c:pt>
                <c:pt idx="248">
                  <c:v>3996.0</c:v>
                </c:pt>
                <c:pt idx="249">
                  <c:v>4000.0</c:v>
                </c:pt>
                <c:pt idx="250">
                  <c:v>4002.0</c:v>
                </c:pt>
                <c:pt idx="251">
                  <c:v>4004.0</c:v>
                </c:pt>
                <c:pt idx="252">
                  <c:v>4006.0</c:v>
                </c:pt>
                <c:pt idx="253">
                  <c:v>4008.0</c:v>
                </c:pt>
                <c:pt idx="254">
                  <c:v>4010.0</c:v>
                </c:pt>
                <c:pt idx="255">
                  <c:v>4012.0</c:v>
                </c:pt>
                <c:pt idx="256">
                  <c:v>4014.0</c:v>
                </c:pt>
                <c:pt idx="257">
                  <c:v>4016.0</c:v>
                </c:pt>
                <c:pt idx="258">
                  <c:v>4018.0</c:v>
                </c:pt>
                <c:pt idx="259">
                  <c:v>4020.0</c:v>
                </c:pt>
                <c:pt idx="260">
                  <c:v>4022.0</c:v>
                </c:pt>
                <c:pt idx="261">
                  <c:v>4024.0</c:v>
                </c:pt>
                <c:pt idx="262">
                  <c:v>4026.0</c:v>
                </c:pt>
                <c:pt idx="263">
                  <c:v>4028.0</c:v>
                </c:pt>
                <c:pt idx="264">
                  <c:v>4030.0</c:v>
                </c:pt>
                <c:pt idx="265">
                  <c:v>4032.0</c:v>
                </c:pt>
                <c:pt idx="266">
                  <c:v>4034.0</c:v>
                </c:pt>
                <c:pt idx="267">
                  <c:v>4036.0</c:v>
                </c:pt>
                <c:pt idx="268">
                  <c:v>4038.0</c:v>
                </c:pt>
                <c:pt idx="269">
                  <c:v>4040.0</c:v>
                </c:pt>
                <c:pt idx="270">
                  <c:v>4042.0</c:v>
                </c:pt>
                <c:pt idx="271">
                  <c:v>4044.0</c:v>
                </c:pt>
                <c:pt idx="272">
                  <c:v>4046.0</c:v>
                </c:pt>
                <c:pt idx="273">
                  <c:v>4048.0</c:v>
                </c:pt>
                <c:pt idx="274">
                  <c:v>4050.0</c:v>
                </c:pt>
                <c:pt idx="275">
                  <c:v>4052.0</c:v>
                </c:pt>
                <c:pt idx="276">
                  <c:v>4054.0</c:v>
                </c:pt>
                <c:pt idx="277">
                  <c:v>4056.0</c:v>
                </c:pt>
                <c:pt idx="278">
                  <c:v>4058.0</c:v>
                </c:pt>
                <c:pt idx="279">
                  <c:v>4060.0</c:v>
                </c:pt>
                <c:pt idx="280">
                  <c:v>4062.0</c:v>
                </c:pt>
                <c:pt idx="281">
                  <c:v>4064.0</c:v>
                </c:pt>
                <c:pt idx="282">
                  <c:v>4066.0</c:v>
                </c:pt>
                <c:pt idx="283">
                  <c:v>4068.0</c:v>
                </c:pt>
                <c:pt idx="284">
                  <c:v>4070.0</c:v>
                </c:pt>
                <c:pt idx="285">
                  <c:v>4072.0</c:v>
                </c:pt>
                <c:pt idx="286">
                  <c:v>4074.0</c:v>
                </c:pt>
                <c:pt idx="287">
                  <c:v>4076.0</c:v>
                </c:pt>
                <c:pt idx="288">
                  <c:v>4078.0</c:v>
                </c:pt>
                <c:pt idx="289">
                  <c:v>4080.0</c:v>
                </c:pt>
                <c:pt idx="290">
                  <c:v>4082.0</c:v>
                </c:pt>
                <c:pt idx="291">
                  <c:v>4084.0</c:v>
                </c:pt>
                <c:pt idx="292">
                  <c:v>4086.0</c:v>
                </c:pt>
                <c:pt idx="293">
                  <c:v>4088.0</c:v>
                </c:pt>
                <c:pt idx="294">
                  <c:v>4090.0</c:v>
                </c:pt>
                <c:pt idx="295">
                  <c:v>4092.0</c:v>
                </c:pt>
                <c:pt idx="296">
                  <c:v>4094.0</c:v>
                </c:pt>
                <c:pt idx="297">
                  <c:v>4096.0</c:v>
                </c:pt>
                <c:pt idx="298">
                  <c:v>4098.0</c:v>
                </c:pt>
                <c:pt idx="299">
                  <c:v>4100.0</c:v>
                </c:pt>
                <c:pt idx="300">
                  <c:v>4102.0</c:v>
                </c:pt>
                <c:pt idx="301">
                  <c:v>4104.0</c:v>
                </c:pt>
                <c:pt idx="302">
                  <c:v>4106.0</c:v>
                </c:pt>
                <c:pt idx="303">
                  <c:v>4108.0</c:v>
                </c:pt>
                <c:pt idx="304">
                  <c:v>4110.0</c:v>
                </c:pt>
                <c:pt idx="305">
                  <c:v>4112.0</c:v>
                </c:pt>
                <c:pt idx="306">
                  <c:v>4114.0</c:v>
                </c:pt>
                <c:pt idx="307">
                  <c:v>4116.0</c:v>
                </c:pt>
                <c:pt idx="308">
                  <c:v>4118.0</c:v>
                </c:pt>
                <c:pt idx="309">
                  <c:v>4120.0</c:v>
                </c:pt>
                <c:pt idx="310">
                  <c:v>4122.0</c:v>
                </c:pt>
                <c:pt idx="311">
                  <c:v>4124.0</c:v>
                </c:pt>
                <c:pt idx="312">
                  <c:v>4126.0</c:v>
                </c:pt>
                <c:pt idx="313">
                  <c:v>4128.0</c:v>
                </c:pt>
                <c:pt idx="314">
                  <c:v>4130.0</c:v>
                </c:pt>
                <c:pt idx="315">
                  <c:v>4132.0</c:v>
                </c:pt>
                <c:pt idx="316">
                  <c:v>4134.0</c:v>
                </c:pt>
                <c:pt idx="317">
                  <c:v>4136.0</c:v>
                </c:pt>
                <c:pt idx="318">
                  <c:v>4138.0</c:v>
                </c:pt>
                <c:pt idx="319">
                  <c:v>4140.0</c:v>
                </c:pt>
                <c:pt idx="320">
                  <c:v>4142.0</c:v>
                </c:pt>
                <c:pt idx="321">
                  <c:v>4144.0</c:v>
                </c:pt>
                <c:pt idx="322">
                  <c:v>4146.0</c:v>
                </c:pt>
                <c:pt idx="323">
                  <c:v>4148.0</c:v>
                </c:pt>
                <c:pt idx="324">
                  <c:v>4150.0</c:v>
                </c:pt>
                <c:pt idx="325">
                  <c:v>4152.0</c:v>
                </c:pt>
                <c:pt idx="326">
                  <c:v>4154.0</c:v>
                </c:pt>
                <c:pt idx="327">
                  <c:v>4156.0</c:v>
                </c:pt>
                <c:pt idx="328">
                  <c:v>4158.0</c:v>
                </c:pt>
                <c:pt idx="329">
                  <c:v>4160.0</c:v>
                </c:pt>
                <c:pt idx="330">
                  <c:v>4162.0</c:v>
                </c:pt>
                <c:pt idx="331">
                  <c:v>4164.0</c:v>
                </c:pt>
                <c:pt idx="332">
                  <c:v>4166.0</c:v>
                </c:pt>
                <c:pt idx="333">
                  <c:v>4168.0</c:v>
                </c:pt>
                <c:pt idx="334">
                  <c:v>4170.0</c:v>
                </c:pt>
                <c:pt idx="335">
                  <c:v>4172.0</c:v>
                </c:pt>
                <c:pt idx="336">
                  <c:v>4174.0</c:v>
                </c:pt>
                <c:pt idx="337">
                  <c:v>4176.0</c:v>
                </c:pt>
                <c:pt idx="338">
                  <c:v>4178.0</c:v>
                </c:pt>
                <c:pt idx="339">
                  <c:v>4180.0</c:v>
                </c:pt>
                <c:pt idx="340">
                  <c:v>4182.0</c:v>
                </c:pt>
                <c:pt idx="341">
                  <c:v>4184.0</c:v>
                </c:pt>
                <c:pt idx="342">
                  <c:v>4186.0</c:v>
                </c:pt>
                <c:pt idx="343">
                  <c:v>4188.0</c:v>
                </c:pt>
                <c:pt idx="344">
                  <c:v>4190.0</c:v>
                </c:pt>
                <c:pt idx="345">
                  <c:v>4192.0</c:v>
                </c:pt>
                <c:pt idx="346">
                  <c:v>4194.0</c:v>
                </c:pt>
                <c:pt idx="347">
                  <c:v>4196.0</c:v>
                </c:pt>
                <c:pt idx="348">
                  <c:v>4198.0</c:v>
                </c:pt>
                <c:pt idx="349">
                  <c:v>4200.0</c:v>
                </c:pt>
                <c:pt idx="350">
                  <c:v>4202.0</c:v>
                </c:pt>
                <c:pt idx="351">
                  <c:v>4204.0</c:v>
                </c:pt>
                <c:pt idx="352">
                  <c:v>4206.0</c:v>
                </c:pt>
                <c:pt idx="353">
                  <c:v>4208.0</c:v>
                </c:pt>
                <c:pt idx="354">
                  <c:v>4210.0</c:v>
                </c:pt>
                <c:pt idx="355">
                  <c:v>4212.0</c:v>
                </c:pt>
                <c:pt idx="356">
                  <c:v>4214.0</c:v>
                </c:pt>
                <c:pt idx="357">
                  <c:v>4216.0</c:v>
                </c:pt>
                <c:pt idx="358">
                  <c:v>4218.0</c:v>
                </c:pt>
                <c:pt idx="359">
                  <c:v>4220.0</c:v>
                </c:pt>
                <c:pt idx="360">
                  <c:v>4222.0</c:v>
                </c:pt>
                <c:pt idx="361">
                  <c:v>4224.0</c:v>
                </c:pt>
                <c:pt idx="362">
                  <c:v>4226.0</c:v>
                </c:pt>
                <c:pt idx="363">
                  <c:v>4228.0</c:v>
                </c:pt>
                <c:pt idx="364">
                  <c:v>4230.0</c:v>
                </c:pt>
                <c:pt idx="365">
                  <c:v>4232.0</c:v>
                </c:pt>
                <c:pt idx="366">
                  <c:v>4234.0</c:v>
                </c:pt>
                <c:pt idx="367">
                  <c:v>4236.0</c:v>
                </c:pt>
                <c:pt idx="368">
                  <c:v>4238.0</c:v>
                </c:pt>
                <c:pt idx="369">
                  <c:v>4240.0</c:v>
                </c:pt>
                <c:pt idx="370">
                  <c:v>4242.0</c:v>
                </c:pt>
                <c:pt idx="371">
                  <c:v>4244.0</c:v>
                </c:pt>
                <c:pt idx="372">
                  <c:v>4246.0</c:v>
                </c:pt>
                <c:pt idx="373">
                  <c:v>4248.0</c:v>
                </c:pt>
                <c:pt idx="374">
                  <c:v>4250.0</c:v>
                </c:pt>
                <c:pt idx="375">
                  <c:v>4252.0</c:v>
                </c:pt>
                <c:pt idx="376">
                  <c:v>4254.0</c:v>
                </c:pt>
                <c:pt idx="377">
                  <c:v>4256.0</c:v>
                </c:pt>
                <c:pt idx="378">
                  <c:v>4258.0</c:v>
                </c:pt>
                <c:pt idx="379">
                  <c:v>4260.0</c:v>
                </c:pt>
                <c:pt idx="380">
                  <c:v>4262.0</c:v>
                </c:pt>
                <c:pt idx="381">
                  <c:v>4264.0</c:v>
                </c:pt>
                <c:pt idx="382">
                  <c:v>4266.0</c:v>
                </c:pt>
                <c:pt idx="383">
                  <c:v>4268.0</c:v>
                </c:pt>
                <c:pt idx="384">
                  <c:v>4270.0</c:v>
                </c:pt>
                <c:pt idx="385">
                  <c:v>4272.0</c:v>
                </c:pt>
                <c:pt idx="386">
                  <c:v>4274.0</c:v>
                </c:pt>
                <c:pt idx="387">
                  <c:v>4276.0</c:v>
                </c:pt>
                <c:pt idx="388">
                  <c:v>4278.0</c:v>
                </c:pt>
                <c:pt idx="389">
                  <c:v>4280.0</c:v>
                </c:pt>
                <c:pt idx="390">
                  <c:v>4282.0</c:v>
                </c:pt>
                <c:pt idx="391">
                  <c:v>4284.0</c:v>
                </c:pt>
                <c:pt idx="392">
                  <c:v>4286.0</c:v>
                </c:pt>
                <c:pt idx="393">
                  <c:v>4288.0</c:v>
                </c:pt>
                <c:pt idx="394">
                  <c:v>4290.0</c:v>
                </c:pt>
                <c:pt idx="395">
                  <c:v>4292.0</c:v>
                </c:pt>
                <c:pt idx="396">
                  <c:v>4294.0</c:v>
                </c:pt>
                <c:pt idx="397">
                  <c:v>4296.0</c:v>
                </c:pt>
                <c:pt idx="398">
                  <c:v>4298.0</c:v>
                </c:pt>
                <c:pt idx="399">
                  <c:v>4300.0</c:v>
                </c:pt>
                <c:pt idx="400">
                  <c:v>4302.0</c:v>
                </c:pt>
                <c:pt idx="401">
                  <c:v>4304.0</c:v>
                </c:pt>
                <c:pt idx="402">
                  <c:v>4306.0</c:v>
                </c:pt>
                <c:pt idx="403">
                  <c:v>4308.0</c:v>
                </c:pt>
                <c:pt idx="404">
                  <c:v>4310.0</c:v>
                </c:pt>
                <c:pt idx="405">
                  <c:v>4312.0</c:v>
                </c:pt>
                <c:pt idx="406">
                  <c:v>4314.0</c:v>
                </c:pt>
                <c:pt idx="407">
                  <c:v>4316.0</c:v>
                </c:pt>
                <c:pt idx="408">
                  <c:v>4318.0</c:v>
                </c:pt>
                <c:pt idx="409">
                  <c:v>4320.0</c:v>
                </c:pt>
                <c:pt idx="410">
                  <c:v>4322.0</c:v>
                </c:pt>
                <c:pt idx="411">
                  <c:v>4324.0</c:v>
                </c:pt>
                <c:pt idx="412">
                  <c:v>4326.0</c:v>
                </c:pt>
                <c:pt idx="413">
                  <c:v>4328.0</c:v>
                </c:pt>
                <c:pt idx="414">
                  <c:v>4330.0</c:v>
                </c:pt>
                <c:pt idx="415">
                  <c:v>4332.0</c:v>
                </c:pt>
                <c:pt idx="416">
                  <c:v>4334.0</c:v>
                </c:pt>
                <c:pt idx="417">
                  <c:v>4336.0</c:v>
                </c:pt>
                <c:pt idx="418">
                  <c:v>4338.0</c:v>
                </c:pt>
                <c:pt idx="419">
                  <c:v>4340.0</c:v>
                </c:pt>
                <c:pt idx="420">
                  <c:v>4342.0</c:v>
                </c:pt>
                <c:pt idx="421">
                  <c:v>4344.0</c:v>
                </c:pt>
                <c:pt idx="422">
                  <c:v>4346.0</c:v>
                </c:pt>
                <c:pt idx="423">
                  <c:v>4348.0</c:v>
                </c:pt>
                <c:pt idx="424">
                  <c:v>4350.0</c:v>
                </c:pt>
                <c:pt idx="425">
                  <c:v>4352.0</c:v>
                </c:pt>
                <c:pt idx="426">
                  <c:v>4354.0</c:v>
                </c:pt>
                <c:pt idx="427">
                  <c:v>4356.0</c:v>
                </c:pt>
                <c:pt idx="428">
                  <c:v>4358.0</c:v>
                </c:pt>
                <c:pt idx="429">
                  <c:v>4360.0</c:v>
                </c:pt>
                <c:pt idx="430">
                  <c:v>4362.0</c:v>
                </c:pt>
                <c:pt idx="431">
                  <c:v>4364.0</c:v>
                </c:pt>
                <c:pt idx="432">
                  <c:v>4366.0</c:v>
                </c:pt>
                <c:pt idx="433">
                  <c:v>4368.0</c:v>
                </c:pt>
                <c:pt idx="434">
                  <c:v>4370.0</c:v>
                </c:pt>
                <c:pt idx="435">
                  <c:v>4372.0</c:v>
                </c:pt>
                <c:pt idx="436">
                  <c:v>4374.0</c:v>
                </c:pt>
                <c:pt idx="437">
                  <c:v>4376.0</c:v>
                </c:pt>
                <c:pt idx="438">
                  <c:v>4378.0</c:v>
                </c:pt>
                <c:pt idx="439">
                  <c:v>4380.0</c:v>
                </c:pt>
                <c:pt idx="440">
                  <c:v>4382.0</c:v>
                </c:pt>
                <c:pt idx="441">
                  <c:v>4384.0</c:v>
                </c:pt>
                <c:pt idx="442">
                  <c:v>4386.0</c:v>
                </c:pt>
                <c:pt idx="443">
                  <c:v>4388.0</c:v>
                </c:pt>
                <c:pt idx="444">
                  <c:v>4390.0</c:v>
                </c:pt>
                <c:pt idx="445">
                  <c:v>4392.0</c:v>
                </c:pt>
                <c:pt idx="446">
                  <c:v>4394.0</c:v>
                </c:pt>
                <c:pt idx="447">
                  <c:v>4396.0</c:v>
                </c:pt>
                <c:pt idx="448">
                  <c:v>4398.0</c:v>
                </c:pt>
                <c:pt idx="449">
                  <c:v>4400.0</c:v>
                </c:pt>
                <c:pt idx="450">
                  <c:v>4402.0</c:v>
                </c:pt>
                <c:pt idx="451">
                  <c:v>4404.0</c:v>
                </c:pt>
                <c:pt idx="452">
                  <c:v>4406.0</c:v>
                </c:pt>
                <c:pt idx="453">
                  <c:v>4408.0</c:v>
                </c:pt>
                <c:pt idx="454">
                  <c:v>4410.0</c:v>
                </c:pt>
                <c:pt idx="455">
                  <c:v>4412.0</c:v>
                </c:pt>
                <c:pt idx="456">
                  <c:v>4414.0</c:v>
                </c:pt>
                <c:pt idx="457">
                  <c:v>4416.0</c:v>
                </c:pt>
                <c:pt idx="458">
                  <c:v>4418.0</c:v>
                </c:pt>
                <c:pt idx="459">
                  <c:v>4420.0</c:v>
                </c:pt>
                <c:pt idx="460">
                  <c:v>4422.0</c:v>
                </c:pt>
                <c:pt idx="461">
                  <c:v>4424.0</c:v>
                </c:pt>
                <c:pt idx="462">
                  <c:v>4426.0</c:v>
                </c:pt>
                <c:pt idx="463">
                  <c:v>4428.0</c:v>
                </c:pt>
                <c:pt idx="464">
                  <c:v>4430.0</c:v>
                </c:pt>
                <c:pt idx="465">
                  <c:v>4432.0</c:v>
                </c:pt>
                <c:pt idx="466">
                  <c:v>4434.0</c:v>
                </c:pt>
                <c:pt idx="467">
                  <c:v>4436.0</c:v>
                </c:pt>
                <c:pt idx="468">
                  <c:v>4438.0</c:v>
                </c:pt>
                <c:pt idx="469">
                  <c:v>4440.0</c:v>
                </c:pt>
                <c:pt idx="470">
                  <c:v>4442.0</c:v>
                </c:pt>
                <c:pt idx="471">
                  <c:v>4444.0</c:v>
                </c:pt>
                <c:pt idx="472">
                  <c:v>4446.0</c:v>
                </c:pt>
                <c:pt idx="473">
                  <c:v>4448.0</c:v>
                </c:pt>
                <c:pt idx="474">
                  <c:v>4450.0</c:v>
                </c:pt>
                <c:pt idx="475">
                  <c:v>4452.0</c:v>
                </c:pt>
                <c:pt idx="476">
                  <c:v>4454.0</c:v>
                </c:pt>
                <c:pt idx="477">
                  <c:v>4456.0</c:v>
                </c:pt>
                <c:pt idx="478">
                  <c:v>4458.0</c:v>
                </c:pt>
                <c:pt idx="479">
                  <c:v>4460.0</c:v>
                </c:pt>
                <c:pt idx="480">
                  <c:v>4462.0</c:v>
                </c:pt>
                <c:pt idx="481">
                  <c:v>4464.0</c:v>
                </c:pt>
                <c:pt idx="482">
                  <c:v>4466.0</c:v>
                </c:pt>
                <c:pt idx="483">
                  <c:v>4468.0</c:v>
                </c:pt>
                <c:pt idx="484">
                  <c:v>4470.0</c:v>
                </c:pt>
                <c:pt idx="485">
                  <c:v>4472.0</c:v>
                </c:pt>
                <c:pt idx="486">
                  <c:v>4474.0</c:v>
                </c:pt>
                <c:pt idx="487">
                  <c:v>4476.0</c:v>
                </c:pt>
                <c:pt idx="488">
                  <c:v>4478.0</c:v>
                </c:pt>
                <c:pt idx="489">
                  <c:v>4480.0</c:v>
                </c:pt>
                <c:pt idx="490">
                  <c:v>4482.0</c:v>
                </c:pt>
                <c:pt idx="491">
                  <c:v>4484.0</c:v>
                </c:pt>
                <c:pt idx="492">
                  <c:v>4486.0</c:v>
                </c:pt>
                <c:pt idx="493">
                  <c:v>4488.0</c:v>
                </c:pt>
                <c:pt idx="494">
                  <c:v>4490.0</c:v>
                </c:pt>
                <c:pt idx="495">
                  <c:v>4492.0</c:v>
                </c:pt>
                <c:pt idx="496">
                  <c:v>4494.0</c:v>
                </c:pt>
                <c:pt idx="497">
                  <c:v>4496.0</c:v>
                </c:pt>
                <c:pt idx="498">
                  <c:v>4498.0</c:v>
                </c:pt>
                <c:pt idx="499">
                  <c:v>4500.0</c:v>
                </c:pt>
                <c:pt idx="500">
                  <c:v>4501.0</c:v>
                </c:pt>
                <c:pt idx="501">
                  <c:v>4502.0</c:v>
                </c:pt>
                <c:pt idx="502">
                  <c:v>4503.0</c:v>
                </c:pt>
                <c:pt idx="503">
                  <c:v>4504.0</c:v>
                </c:pt>
                <c:pt idx="504">
                  <c:v>4505.0</c:v>
                </c:pt>
                <c:pt idx="505">
                  <c:v>4506.0</c:v>
                </c:pt>
                <c:pt idx="506">
                  <c:v>4507.0</c:v>
                </c:pt>
                <c:pt idx="507">
                  <c:v>4508.0</c:v>
                </c:pt>
                <c:pt idx="508">
                  <c:v>4509.0</c:v>
                </c:pt>
                <c:pt idx="509">
                  <c:v>4510.0</c:v>
                </c:pt>
                <c:pt idx="510">
                  <c:v>4511.0</c:v>
                </c:pt>
                <c:pt idx="511">
                  <c:v>4512.0</c:v>
                </c:pt>
                <c:pt idx="512">
                  <c:v>4513.0</c:v>
                </c:pt>
                <c:pt idx="513">
                  <c:v>4514.0</c:v>
                </c:pt>
                <c:pt idx="514">
                  <c:v>4515.0</c:v>
                </c:pt>
                <c:pt idx="515">
                  <c:v>4516.0</c:v>
                </c:pt>
                <c:pt idx="516">
                  <c:v>4517.0</c:v>
                </c:pt>
                <c:pt idx="517">
                  <c:v>4518.0</c:v>
                </c:pt>
                <c:pt idx="518">
                  <c:v>4519.0</c:v>
                </c:pt>
                <c:pt idx="519">
                  <c:v>4520.0</c:v>
                </c:pt>
                <c:pt idx="520">
                  <c:v>4521.0</c:v>
                </c:pt>
                <c:pt idx="521">
                  <c:v>4522.0</c:v>
                </c:pt>
                <c:pt idx="522">
                  <c:v>4523.0</c:v>
                </c:pt>
                <c:pt idx="523">
                  <c:v>4524.0</c:v>
                </c:pt>
                <c:pt idx="524">
                  <c:v>4525.0</c:v>
                </c:pt>
                <c:pt idx="525">
                  <c:v>4526.0</c:v>
                </c:pt>
                <c:pt idx="526">
                  <c:v>4527.0</c:v>
                </c:pt>
                <c:pt idx="527">
                  <c:v>4528.0</c:v>
                </c:pt>
                <c:pt idx="528">
                  <c:v>4529.0</c:v>
                </c:pt>
                <c:pt idx="529">
                  <c:v>4530.0</c:v>
                </c:pt>
                <c:pt idx="530">
                  <c:v>4531.0</c:v>
                </c:pt>
                <c:pt idx="531">
                  <c:v>4532.0</c:v>
                </c:pt>
                <c:pt idx="532">
                  <c:v>4533.0</c:v>
                </c:pt>
                <c:pt idx="533">
                  <c:v>4534.0</c:v>
                </c:pt>
                <c:pt idx="534">
                  <c:v>4535.0</c:v>
                </c:pt>
                <c:pt idx="535">
                  <c:v>4536.0</c:v>
                </c:pt>
                <c:pt idx="536">
                  <c:v>4537.0</c:v>
                </c:pt>
                <c:pt idx="537">
                  <c:v>4538.0</c:v>
                </c:pt>
                <c:pt idx="538">
                  <c:v>4539.0</c:v>
                </c:pt>
                <c:pt idx="539">
                  <c:v>4540.0</c:v>
                </c:pt>
                <c:pt idx="540">
                  <c:v>4541.0</c:v>
                </c:pt>
                <c:pt idx="541">
                  <c:v>4542.0</c:v>
                </c:pt>
                <c:pt idx="542">
                  <c:v>4543.0</c:v>
                </c:pt>
                <c:pt idx="543">
                  <c:v>4544.0</c:v>
                </c:pt>
                <c:pt idx="544">
                  <c:v>4545.0</c:v>
                </c:pt>
                <c:pt idx="545">
                  <c:v>4546.0</c:v>
                </c:pt>
                <c:pt idx="546">
                  <c:v>4547.0</c:v>
                </c:pt>
                <c:pt idx="547">
                  <c:v>4548.0</c:v>
                </c:pt>
                <c:pt idx="548">
                  <c:v>4549.0</c:v>
                </c:pt>
                <c:pt idx="549">
                  <c:v>4550.0</c:v>
                </c:pt>
                <c:pt idx="550">
                  <c:v>4551.0</c:v>
                </c:pt>
                <c:pt idx="551">
                  <c:v>4552.0</c:v>
                </c:pt>
                <c:pt idx="552">
                  <c:v>4553.0</c:v>
                </c:pt>
                <c:pt idx="553">
                  <c:v>4554.0</c:v>
                </c:pt>
                <c:pt idx="554">
                  <c:v>4555.0</c:v>
                </c:pt>
                <c:pt idx="555">
                  <c:v>4556.0</c:v>
                </c:pt>
                <c:pt idx="556">
                  <c:v>4557.0</c:v>
                </c:pt>
                <c:pt idx="557">
                  <c:v>4558.0</c:v>
                </c:pt>
                <c:pt idx="558">
                  <c:v>4559.0</c:v>
                </c:pt>
                <c:pt idx="559">
                  <c:v>4560.0</c:v>
                </c:pt>
                <c:pt idx="560">
                  <c:v>4561.0</c:v>
                </c:pt>
                <c:pt idx="561">
                  <c:v>4562.0</c:v>
                </c:pt>
                <c:pt idx="562">
                  <c:v>4563.0</c:v>
                </c:pt>
                <c:pt idx="563">
                  <c:v>4564.0</c:v>
                </c:pt>
                <c:pt idx="564">
                  <c:v>4565.0</c:v>
                </c:pt>
                <c:pt idx="565">
                  <c:v>4566.0</c:v>
                </c:pt>
                <c:pt idx="566">
                  <c:v>4567.0</c:v>
                </c:pt>
                <c:pt idx="567">
                  <c:v>4568.0</c:v>
                </c:pt>
                <c:pt idx="568">
                  <c:v>4569.0</c:v>
                </c:pt>
                <c:pt idx="569">
                  <c:v>4570.0</c:v>
                </c:pt>
                <c:pt idx="570">
                  <c:v>4571.0</c:v>
                </c:pt>
                <c:pt idx="571">
                  <c:v>4572.0</c:v>
                </c:pt>
                <c:pt idx="572">
                  <c:v>4573.0</c:v>
                </c:pt>
                <c:pt idx="573">
                  <c:v>4574.0</c:v>
                </c:pt>
                <c:pt idx="574">
                  <c:v>4575.0</c:v>
                </c:pt>
                <c:pt idx="575">
                  <c:v>4576.0</c:v>
                </c:pt>
                <c:pt idx="576">
                  <c:v>4577.0</c:v>
                </c:pt>
                <c:pt idx="577">
                  <c:v>4578.0</c:v>
                </c:pt>
                <c:pt idx="578">
                  <c:v>4579.0</c:v>
                </c:pt>
                <c:pt idx="579">
                  <c:v>4580.0</c:v>
                </c:pt>
                <c:pt idx="580">
                  <c:v>4581.0</c:v>
                </c:pt>
                <c:pt idx="581">
                  <c:v>4582.0</c:v>
                </c:pt>
                <c:pt idx="582">
                  <c:v>4583.0</c:v>
                </c:pt>
                <c:pt idx="583">
                  <c:v>4584.0</c:v>
                </c:pt>
                <c:pt idx="584">
                  <c:v>4585.0</c:v>
                </c:pt>
              </c:numCache>
            </c:numRef>
          </c:xVal>
          <c:yVal>
            <c:numRef>
              <c:f>Sheet1!$B$1763:$B$2347</c:f>
              <c:numCache>
                <c:formatCode>General</c:formatCode>
                <c:ptCount val="585"/>
                <c:pt idx="0">
                  <c:v>0.11133803</c:v>
                </c:pt>
                <c:pt idx="1">
                  <c:v>0.06229367</c:v>
                </c:pt>
                <c:pt idx="2">
                  <c:v>0.05144017</c:v>
                </c:pt>
                <c:pt idx="3">
                  <c:v>0.065955937</c:v>
                </c:pt>
                <c:pt idx="4">
                  <c:v>0.037610899</c:v>
                </c:pt>
                <c:pt idx="5">
                  <c:v>0.037997937</c:v>
                </c:pt>
                <c:pt idx="6">
                  <c:v>0.024731409</c:v>
                </c:pt>
                <c:pt idx="7">
                  <c:v>0.019193631</c:v>
                </c:pt>
                <c:pt idx="8">
                  <c:v>0.016715559</c:v>
                </c:pt>
                <c:pt idx="9">
                  <c:v>0.014510433</c:v>
                </c:pt>
                <c:pt idx="10">
                  <c:v>0.013684121</c:v>
                </c:pt>
                <c:pt idx="11">
                  <c:v>0.017042765</c:v>
                </c:pt>
                <c:pt idx="12">
                  <c:v>0.016512448</c:v>
                </c:pt>
                <c:pt idx="13">
                  <c:v>0.013891828</c:v>
                </c:pt>
                <c:pt idx="14">
                  <c:v>0.011102897</c:v>
                </c:pt>
                <c:pt idx="15">
                  <c:v>0.0098526139</c:v>
                </c:pt>
                <c:pt idx="16">
                  <c:v>0.009618787</c:v>
                </c:pt>
                <c:pt idx="17">
                  <c:v>0.0099074764</c:v>
                </c:pt>
                <c:pt idx="18">
                  <c:v>0.010150248</c:v>
                </c:pt>
                <c:pt idx="19">
                  <c:v>0.010285505</c:v>
                </c:pt>
                <c:pt idx="20">
                  <c:v>0.010339522</c:v>
                </c:pt>
                <c:pt idx="21">
                  <c:v>0.010439709</c:v>
                </c:pt>
                <c:pt idx="22">
                  <c:v>0.010300206</c:v>
                </c:pt>
                <c:pt idx="23">
                  <c:v>0.0096741951</c:v>
                </c:pt>
                <c:pt idx="24">
                  <c:v>0.0087682606</c:v>
                </c:pt>
                <c:pt idx="25">
                  <c:v>0.0082471187</c:v>
                </c:pt>
                <c:pt idx="26">
                  <c:v>0.0084226132</c:v>
                </c:pt>
                <c:pt idx="27">
                  <c:v>0.0084532342</c:v>
                </c:pt>
                <c:pt idx="28">
                  <c:v>0.0081030333</c:v>
                </c:pt>
                <c:pt idx="29">
                  <c:v>0.0075890683</c:v>
                </c:pt>
                <c:pt idx="30">
                  <c:v>0.0071578722</c:v>
                </c:pt>
                <c:pt idx="31">
                  <c:v>0.0068750408</c:v>
                </c:pt>
                <c:pt idx="32">
                  <c:v>0.0066938856</c:v>
                </c:pt>
                <c:pt idx="33">
                  <c:v>0.0066393768</c:v>
                </c:pt>
                <c:pt idx="34">
                  <c:v>0.0066300324</c:v>
                </c:pt>
                <c:pt idx="35">
                  <c:v>0.0066946879</c:v>
                </c:pt>
                <c:pt idx="36">
                  <c:v>0.0068429509</c:v>
                </c:pt>
                <c:pt idx="37">
                  <c:v>0.0070377019</c:v>
                </c:pt>
                <c:pt idx="38">
                  <c:v>0.0072192209</c:v>
                </c:pt>
                <c:pt idx="39">
                  <c:v>0.0073421375</c:v>
                </c:pt>
                <c:pt idx="40">
                  <c:v>0.0073955106</c:v>
                </c:pt>
                <c:pt idx="41">
                  <c:v>0.0073782264</c:v>
                </c:pt>
                <c:pt idx="42">
                  <c:v>0.0072936969</c:v>
                </c:pt>
                <c:pt idx="43">
                  <c:v>0.0071380243</c:v>
                </c:pt>
                <c:pt idx="44">
                  <c:v>0.0069178448</c:v>
                </c:pt>
                <c:pt idx="45">
                  <c:v>0.0066414722</c:v>
                </c:pt>
                <c:pt idx="46">
                  <c:v>0.0063252462</c:v>
                </c:pt>
                <c:pt idx="47">
                  <c:v>0.005978208</c:v>
                </c:pt>
                <c:pt idx="48">
                  <c:v>0.0056393179</c:v>
                </c:pt>
                <c:pt idx="49">
                  <c:v>0.0053419714</c:v>
                </c:pt>
                <c:pt idx="50">
                  <c:v>0.0051017878</c:v>
                </c:pt>
                <c:pt idx="51">
                  <c:v>0.0049158905</c:v>
                </c:pt>
                <c:pt idx="52">
                  <c:v>0.0047648935</c:v>
                </c:pt>
                <c:pt idx="53">
                  <c:v>0.0046804644</c:v>
                </c:pt>
                <c:pt idx="54">
                  <c:v>0.0046915146</c:v>
                </c:pt>
                <c:pt idx="55">
                  <c:v>0.0047974802</c:v>
                </c:pt>
                <c:pt idx="56">
                  <c:v>0.0050092692</c:v>
                </c:pt>
                <c:pt idx="57">
                  <c:v>0.0052945623</c:v>
                </c:pt>
                <c:pt idx="58">
                  <c:v>0.0055929494</c:v>
                </c:pt>
                <c:pt idx="59">
                  <c:v>0.0058317348</c:v>
                </c:pt>
                <c:pt idx="60">
                  <c:v>0.0059384934</c:v>
                </c:pt>
                <c:pt idx="61">
                  <c:v>0.0058245577</c:v>
                </c:pt>
                <c:pt idx="62">
                  <c:v>0.0056023905</c:v>
                </c:pt>
                <c:pt idx="63">
                  <c:v>0.0054106526</c:v>
                </c:pt>
                <c:pt idx="64">
                  <c:v>0.0052041702</c:v>
                </c:pt>
                <c:pt idx="65">
                  <c:v>0.004996816</c:v>
                </c:pt>
                <c:pt idx="66">
                  <c:v>0.0048034898</c:v>
                </c:pt>
                <c:pt idx="67">
                  <c:v>0.0046369404</c:v>
                </c:pt>
                <c:pt idx="68">
                  <c:v>0.0045070788</c:v>
                </c:pt>
                <c:pt idx="69">
                  <c:v>0.0044134138</c:v>
                </c:pt>
                <c:pt idx="70">
                  <c:v>0.0043499676</c:v>
                </c:pt>
                <c:pt idx="71">
                  <c:v>0.0043065523</c:v>
                </c:pt>
                <c:pt idx="72">
                  <c:v>0.0042715778</c:v>
                </c:pt>
                <c:pt idx="73">
                  <c:v>0.0042357741</c:v>
                </c:pt>
                <c:pt idx="74">
                  <c:v>0.0041923499</c:v>
                </c:pt>
                <c:pt idx="75">
                  <c:v>0.0041413066</c:v>
                </c:pt>
                <c:pt idx="76">
                  <c:v>0.0040798819</c:v>
                </c:pt>
                <c:pt idx="77">
                  <c:v>0.0040121913</c:v>
                </c:pt>
                <c:pt idx="78">
                  <c:v>0.0039374658</c:v>
                </c:pt>
                <c:pt idx="79">
                  <c:v>0.0038518318</c:v>
                </c:pt>
                <c:pt idx="80">
                  <c:v>0.0037552575</c:v>
                </c:pt>
                <c:pt idx="81">
                  <c:v>0.0036384907</c:v>
                </c:pt>
                <c:pt idx="82">
                  <c:v>0.0035075656</c:v>
                </c:pt>
                <c:pt idx="83">
                  <c:v>0.0033665311</c:v>
                </c:pt>
                <c:pt idx="84">
                  <c:v>0.003221037</c:v>
                </c:pt>
                <c:pt idx="85">
                  <c:v>0.0030804486</c:v>
                </c:pt>
                <c:pt idx="86">
                  <c:v>0.0029478503</c:v>
                </c:pt>
                <c:pt idx="87">
                  <c:v>0.0028320186</c:v>
                </c:pt>
                <c:pt idx="88">
                  <c:v>0.0027427639</c:v>
                </c:pt>
                <c:pt idx="89">
                  <c:v>0.0026820893</c:v>
                </c:pt>
                <c:pt idx="90">
                  <c:v>0.0026517181</c:v>
                </c:pt>
                <c:pt idx="91">
                  <c:v>0.0026522302</c:v>
                </c:pt>
                <c:pt idx="92">
                  <c:v>0.002678718</c:v>
                </c:pt>
                <c:pt idx="93">
                  <c:v>0.0027255221</c:v>
                </c:pt>
                <c:pt idx="94">
                  <c:v>0.0027800176</c:v>
                </c:pt>
                <c:pt idx="95">
                  <c:v>0.0028333145</c:v>
                </c:pt>
                <c:pt idx="96">
                  <c:v>0.0028823088</c:v>
                </c:pt>
                <c:pt idx="97">
                  <c:v>0.0029252604</c:v>
                </c:pt>
                <c:pt idx="98">
                  <c:v>0.0029616697</c:v>
                </c:pt>
                <c:pt idx="99">
                  <c:v>0.0029901406</c:v>
                </c:pt>
                <c:pt idx="100">
                  <c:v>0.0030102185</c:v>
                </c:pt>
                <c:pt idx="101">
                  <c:v>0.003022546</c:v>
                </c:pt>
                <c:pt idx="102">
                  <c:v>0.0030293307</c:v>
                </c:pt>
                <c:pt idx="103">
                  <c:v>0.0030331397</c:v>
                </c:pt>
                <c:pt idx="104">
                  <c:v>0.0030358964</c:v>
                </c:pt>
                <c:pt idx="105">
                  <c:v>0.0030377377</c:v>
                </c:pt>
                <c:pt idx="106">
                  <c:v>0.0030366957</c:v>
                </c:pt>
                <c:pt idx="107">
                  <c:v>0.0030322883</c:v>
                </c:pt>
                <c:pt idx="108">
                  <c:v>0.0030225219</c:v>
                </c:pt>
                <c:pt idx="109">
                  <c:v>0.0030079236</c:v>
                </c:pt>
                <c:pt idx="110">
                  <c:v>0.0029855672</c:v>
                </c:pt>
                <c:pt idx="111">
                  <c:v>0.002956745</c:v>
                </c:pt>
                <c:pt idx="112">
                  <c:v>0.002919157</c:v>
                </c:pt>
                <c:pt idx="113">
                  <c:v>0.0028724982</c:v>
                </c:pt>
                <c:pt idx="114">
                  <c:v>0.0028185561</c:v>
                </c:pt>
                <c:pt idx="115">
                  <c:v>0.0027596001</c:v>
                </c:pt>
                <c:pt idx="116">
                  <c:v>0.002695579</c:v>
                </c:pt>
                <c:pt idx="117">
                  <c:v>0.0026311578</c:v>
                </c:pt>
                <c:pt idx="118">
                  <c:v>0.0025678978</c:v>
                </c:pt>
                <c:pt idx="119">
                  <c:v>0.0025074264</c:v>
                </c:pt>
                <c:pt idx="120">
                  <c:v>0.0024517303</c:v>
                </c:pt>
                <c:pt idx="121">
                  <c:v>0.0024017601</c:v>
                </c:pt>
                <c:pt idx="122">
                  <c:v>0.0023581826</c:v>
                </c:pt>
                <c:pt idx="123">
                  <c:v>0.0023221178</c:v>
                </c:pt>
                <c:pt idx="124">
                  <c:v>0.0022931515</c:v>
                </c:pt>
                <c:pt idx="125">
                  <c:v>0.0022812107</c:v>
                </c:pt>
                <c:pt idx="126">
                  <c:v>0.0022710959</c:v>
                </c:pt>
                <c:pt idx="127">
                  <c:v>0.0022625703</c:v>
                </c:pt>
                <c:pt idx="128">
                  <c:v>0.0022564318</c:v>
                </c:pt>
                <c:pt idx="129">
                  <c:v>0.0022530467</c:v>
                </c:pt>
                <c:pt idx="130">
                  <c:v>0.0022496438</c:v>
                </c:pt>
                <c:pt idx="131">
                  <c:v>0.0022493496</c:v>
                </c:pt>
                <c:pt idx="132">
                  <c:v>0.0022502108</c:v>
                </c:pt>
                <c:pt idx="133">
                  <c:v>0.0022540751</c:v>
                </c:pt>
                <c:pt idx="134">
                  <c:v>0.0022606489</c:v>
                </c:pt>
                <c:pt idx="135">
                  <c:v>0.0022679905</c:v>
                </c:pt>
                <c:pt idx="136">
                  <c:v>0.0022769498</c:v>
                </c:pt>
                <c:pt idx="137">
                  <c:v>0.0022856228</c:v>
                </c:pt>
                <c:pt idx="138">
                  <c:v>0.0022957733</c:v>
                </c:pt>
                <c:pt idx="139">
                  <c:v>0.002305496</c:v>
                </c:pt>
                <c:pt idx="140">
                  <c:v>0.0023163392</c:v>
                </c:pt>
                <c:pt idx="141">
                  <c:v>0.0023283992</c:v>
                </c:pt>
                <c:pt idx="142">
                  <c:v>0.0023418293</c:v>
                </c:pt>
                <c:pt idx="143">
                  <c:v>0.0023562666</c:v>
                </c:pt>
                <c:pt idx="144">
                  <c:v>0.0023739075</c:v>
                </c:pt>
                <c:pt idx="145">
                  <c:v>0.0023931259</c:v>
                </c:pt>
                <c:pt idx="146">
                  <c:v>0.0024151707</c:v>
                </c:pt>
                <c:pt idx="147">
                  <c:v>0.0024386554</c:v>
                </c:pt>
                <c:pt idx="148">
                  <c:v>0.0024592734</c:v>
                </c:pt>
                <c:pt idx="149">
                  <c:v>0.0024807243</c:v>
                </c:pt>
                <c:pt idx="150">
                  <c:v>0.002504185</c:v>
                </c:pt>
                <c:pt idx="151">
                  <c:v>0.0025284054</c:v>
                </c:pt>
                <c:pt idx="152">
                  <c:v>0.0025533901</c:v>
                </c:pt>
                <c:pt idx="153">
                  <c:v>0.0025776549</c:v>
                </c:pt>
                <c:pt idx="154">
                  <c:v>0.0026029074</c:v>
                </c:pt>
                <c:pt idx="155">
                  <c:v>0.0026291663</c:v>
                </c:pt>
                <c:pt idx="156">
                  <c:v>0.0026578773</c:v>
                </c:pt>
                <c:pt idx="157">
                  <c:v>0.0026875664</c:v>
                </c:pt>
                <c:pt idx="158">
                  <c:v>0.0027188529</c:v>
                </c:pt>
                <c:pt idx="159">
                  <c:v>0.0027527049</c:v>
                </c:pt>
                <c:pt idx="160">
                  <c:v>0.002788</c:v>
                </c:pt>
                <c:pt idx="161">
                  <c:v>0.00282251</c:v>
                </c:pt>
                <c:pt idx="162">
                  <c:v>0.002855065</c:v>
                </c:pt>
                <c:pt idx="163">
                  <c:v>0.0028849157</c:v>
                </c:pt>
                <c:pt idx="164">
                  <c:v>0.002910934</c:v>
                </c:pt>
                <c:pt idx="165">
                  <c:v>0.0029309382</c:v>
                </c:pt>
                <c:pt idx="166">
                  <c:v>0.0029450014</c:v>
                </c:pt>
                <c:pt idx="167">
                  <c:v>0.0029529469</c:v>
                </c:pt>
                <c:pt idx="168">
                  <c:v>0.0029530025</c:v>
                </c:pt>
                <c:pt idx="169">
                  <c:v>0.0029458846</c:v>
                </c:pt>
                <c:pt idx="170">
                  <c:v>0.0029310927</c:v>
                </c:pt>
                <c:pt idx="171">
                  <c:v>0.002909283</c:v>
                </c:pt>
                <c:pt idx="172">
                  <c:v>0.0028804867</c:v>
                </c:pt>
                <c:pt idx="173">
                  <c:v>0.0028452255</c:v>
                </c:pt>
                <c:pt idx="174">
                  <c:v>0.0028023959</c:v>
                </c:pt>
                <c:pt idx="175">
                  <c:v>0.0027543676</c:v>
                </c:pt>
                <c:pt idx="176">
                  <c:v>0.0027035276</c:v>
                </c:pt>
                <c:pt idx="177">
                  <c:v>0.0026505723</c:v>
                </c:pt>
                <c:pt idx="178">
                  <c:v>0.0025979628</c:v>
                </c:pt>
                <c:pt idx="179">
                  <c:v>0.0025465241</c:v>
                </c:pt>
                <c:pt idx="180">
                  <c:v>0.0024974603</c:v>
                </c:pt>
                <c:pt idx="181">
                  <c:v>0.0024517051</c:v>
                </c:pt>
                <c:pt idx="182">
                  <c:v>0.0024105675</c:v>
                </c:pt>
                <c:pt idx="183">
                  <c:v>0.0023737536</c:v>
                </c:pt>
                <c:pt idx="184">
                  <c:v>0.0023436614</c:v>
                </c:pt>
                <c:pt idx="185">
                  <c:v>0.0023199337</c:v>
                </c:pt>
                <c:pt idx="186">
                  <c:v>0.0023035591</c:v>
                </c:pt>
                <c:pt idx="187">
                  <c:v>0.0022930367</c:v>
                </c:pt>
                <c:pt idx="188">
                  <c:v>0.0022888541</c:v>
                </c:pt>
                <c:pt idx="189">
                  <c:v>0.0022917658</c:v>
                </c:pt>
                <c:pt idx="190">
                  <c:v>0.0022998485</c:v>
                </c:pt>
                <c:pt idx="191">
                  <c:v>0.0023108474</c:v>
                </c:pt>
                <c:pt idx="192">
                  <c:v>0.0023250335</c:v>
                </c:pt>
                <c:pt idx="193">
                  <c:v>0.0023410811</c:v>
                </c:pt>
                <c:pt idx="194">
                  <c:v>0.0023578038</c:v>
                </c:pt>
                <c:pt idx="195">
                  <c:v>0.0023748422</c:v>
                </c:pt>
                <c:pt idx="196">
                  <c:v>0.0023917761</c:v>
                </c:pt>
                <c:pt idx="197">
                  <c:v>0.0024056022</c:v>
                </c:pt>
                <c:pt idx="198">
                  <c:v>0.002418033</c:v>
                </c:pt>
                <c:pt idx="199">
                  <c:v>0.0024277834</c:v>
                </c:pt>
                <c:pt idx="200">
                  <c:v>0.0024360013</c:v>
                </c:pt>
                <c:pt idx="201">
                  <c:v>0.0024419787</c:v>
                </c:pt>
                <c:pt idx="202">
                  <c:v>0.0024461597</c:v>
                </c:pt>
                <c:pt idx="203">
                  <c:v>0.0024468241</c:v>
                </c:pt>
                <c:pt idx="204">
                  <c:v>0.0024450576</c:v>
                </c:pt>
                <c:pt idx="205">
                  <c:v>0.0024404747</c:v>
                </c:pt>
                <c:pt idx="206">
                  <c:v>0.0024323116</c:v>
                </c:pt>
                <c:pt idx="207">
                  <c:v>0.0024209479</c:v>
                </c:pt>
                <c:pt idx="208">
                  <c:v>0.0024063434</c:v>
                </c:pt>
                <c:pt idx="209">
                  <c:v>0.0023891405</c:v>
                </c:pt>
                <c:pt idx="210">
                  <c:v>0.0023699404</c:v>
                </c:pt>
                <c:pt idx="211">
                  <c:v>0.0023473752</c:v>
                </c:pt>
                <c:pt idx="212">
                  <c:v>0.0023230905</c:v>
                </c:pt>
                <c:pt idx="213">
                  <c:v>0.0022971784</c:v>
                </c:pt>
                <c:pt idx="214">
                  <c:v>0.0022698165</c:v>
                </c:pt>
                <c:pt idx="215">
                  <c:v>0.0022413843</c:v>
                </c:pt>
                <c:pt idx="216">
                  <c:v>0.002211427</c:v>
                </c:pt>
                <c:pt idx="217">
                  <c:v>0.0021794894</c:v>
                </c:pt>
                <c:pt idx="218">
                  <c:v>0.0021471549</c:v>
                </c:pt>
                <c:pt idx="219">
                  <c:v>0.0021149305</c:v>
                </c:pt>
                <c:pt idx="220">
                  <c:v>0.0020831181</c:v>
                </c:pt>
                <c:pt idx="221">
                  <c:v>0.0020520919</c:v>
                </c:pt>
                <c:pt idx="222">
                  <c:v>0.0020222208</c:v>
                </c:pt>
                <c:pt idx="223">
                  <c:v>0.0019931217</c:v>
                </c:pt>
                <c:pt idx="224">
                  <c:v>0.0019654689</c:v>
                </c:pt>
                <c:pt idx="225">
                  <c:v>0.0019391279</c:v>
                </c:pt>
                <c:pt idx="226">
                  <c:v>0.0019123541</c:v>
                </c:pt>
                <c:pt idx="227">
                  <c:v>0.0018890203</c:v>
                </c:pt>
                <c:pt idx="228">
                  <c:v>0.0018654593</c:v>
                </c:pt>
                <c:pt idx="229">
                  <c:v>0.0018451402</c:v>
                </c:pt>
                <c:pt idx="230">
                  <c:v>0.0018247966</c:v>
                </c:pt>
                <c:pt idx="231">
                  <c:v>0.0018069285</c:v>
                </c:pt>
                <c:pt idx="232">
                  <c:v>0.0017872502</c:v>
                </c:pt>
                <c:pt idx="233">
                  <c:v>0.0017698524</c:v>
                </c:pt>
                <c:pt idx="234">
                  <c:v>0.0017554174</c:v>
                </c:pt>
                <c:pt idx="235">
                  <c:v>0.0017405965</c:v>
                </c:pt>
                <c:pt idx="236">
                  <c:v>0.0017287076</c:v>
                </c:pt>
                <c:pt idx="237">
                  <c:v>0.0017194594</c:v>
                </c:pt>
                <c:pt idx="238">
                  <c:v>0.0017112477</c:v>
                </c:pt>
                <c:pt idx="239">
                  <c:v>0.0017068447</c:v>
                </c:pt>
                <c:pt idx="240">
                  <c:v>0.0017062338</c:v>
                </c:pt>
                <c:pt idx="241">
                  <c:v>0.0017095191</c:v>
                </c:pt>
                <c:pt idx="242">
                  <c:v>0.0017150789</c:v>
                </c:pt>
                <c:pt idx="243">
                  <c:v>0.0017233853</c:v>
                </c:pt>
                <c:pt idx="244">
                  <c:v>0.0017333322</c:v>
                </c:pt>
                <c:pt idx="245">
                  <c:v>0.0017450391</c:v>
                </c:pt>
                <c:pt idx="246">
                  <c:v>0.001757925</c:v>
                </c:pt>
                <c:pt idx="247">
                  <c:v>0.0017712302</c:v>
                </c:pt>
                <c:pt idx="248">
                  <c:v>0.0017844258</c:v>
                </c:pt>
                <c:pt idx="249">
                  <c:v>0.0017969486</c:v>
                </c:pt>
                <c:pt idx="250">
                  <c:v>0.0018028729</c:v>
                </c:pt>
                <c:pt idx="251">
                  <c:v>0.0018087763</c:v>
                </c:pt>
                <c:pt idx="252">
                  <c:v>0.0018145377</c:v>
                </c:pt>
                <c:pt idx="253">
                  <c:v>0.0018200589</c:v>
                </c:pt>
                <c:pt idx="254">
                  <c:v>0.0018253704</c:v>
                </c:pt>
                <c:pt idx="255">
                  <c:v>0.0018304583</c:v>
                </c:pt>
                <c:pt idx="256">
                  <c:v>0.0018354159</c:v>
                </c:pt>
                <c:pt idx="257">
                  <c:v>0.0018403007</c:v>
                </c:pt>
                <c:pt idx="258">
                  <c:v>0.0018451525</c:v>
                </c:pt>
                <c:pt idx="259">
                  <c:v>0.0018500628</c:v>
                </c:pt>
                <c:pt idx="260">
                  <c:v>0.0018549046</c:v>
                </c:pt>
                <c:pt idx="261">
                  <c:v>0.0018603645</c:v>
                </c:pt>
                <c:pt idx="262">
                  <c:v>0.0018642079</c:v>
                </c:pt>
                <c:pt idx="263">
                  <c:v>0.0018693322</c:v>
                </c:pt>
                <c:pt idx="264">
                  <c:v>0.0018726419</c:v>
                </c:pt>
                <c:pt idx="265">
                  <c:v>0.0018765068</c:v>
                </c:pt>
                <c:pt idx="266">
                  <c:v>0.0018801933</c:v>
                </c:pt>
                <c:pt idx="267">
                  <c:v>0.0018837649</c:v>
                </c:pt>
                <c:pt idx="268">
                  <c:v>0.0018876309</c:v>
                </c:pt>
                <c:pt idx="269">
                  <c:v>0.0018895458</c:v>
                </c:pt>
                <c:pt idx="270">
                  <c:v>0.0018915848</c:v>
                </c:pt>
                <c:pt idx="271">
                  <c:v>0.0018930839</c:v>
                </c:pt>
                <c:pt idx="272">
                  <c:v>0.0018941425</c:v>
                </c:pt>
                <c:pt idx="273">
                  <c:v>0.0018945036</c:v>
                </c:pt>
                <c:pt idx="274">
                  <c:v>0.0018948814</c:v>
                </c:pt>
                <c:pt idx="275">
                  <c:v>0.001893225</c:v>
                </c:pt>
                <c:pt idx="276">
                  <c:v>0.0018925025</c:v>
                </c:pt>
                <c:pt idx="277">
                  <c:v>0.0018897108</c:v>
                </c:pt>
                <c:pt idx="278">
                  <c:v>0.0018877408</c:v>
                </c:pt>
                <c:pt idx="279">
                  <c:v>0.0018838588</c:v>
                </c:pt>
                <c:pt idx="280">
                  <c:v>0.0018802036</c:v>
                </c:pt>
                <c:pt idx="281">
                  <c:v>0.001876014</c:v>
                </c:pt>
                <c:pt idx="282">
                  <c:v>0.0018721031</c:v>
                </c:pt>
                <c:pt idx="283">
                  <c:v>0.001866267</c:v>
                </c:pt>
                <c:pt idx="284">
                  <c:v>0.0018613899</c:v>
                </c:pt>
                <c:pt idx="285">
                  <c:v>0.0018545964</c:v>
                </c:pt>
                <c:pt idx="286">
                  <c:v>0.0018481236</c:v>
                </c:pt>
                <c:pt idx="287">
                  <c:v>0.001841334</c:v>
                </c:pt>
                <c:pt idx="288">
                  <c:v>0.0018342178</c:v>
                </c:pt>
                <c:pt idx="289">
                  <c:v>0.0018268301</c:v>
                </c:pt>
                <c:pt idx="290">
                  <c:v>0.001819249</c:v>
                </c:pt>
                <c:pt idx="291">
                  <c:v>0.0018115275</c:v>
                </c:pt>
                <c:pt idx="292">
                  <c:v>0.001803688</c:v>
                </c:pt>
                <c:pt idx="293">
                  <c:v>0.0017957255</c:v>
                </c:pt>
                <c:pt idx="294">
                  <c:v>0.001787741</c:v>
                </c:pt>
                <c:pt idx="295">
                  <c:v>0.0017805254</c:v>
                </c:pt>
                <c:pt idx="296">
                  <c:v>0.001771862</c:v>
                </c:pt>
                <c:pt idx="297">
                  <c:v>0.0017640206</c:v>
                </c:pt>
                <c:pt idx="298">
                  <c:v>0.0017562698</c:v>
                </c:pt>
                <c:pt idx="299">
                  <c:v>0.0017485184</c:v>
                </c:pt>
                <c:pt idx="300">
                  <c:v>0.001740712</c:v>
                </c:pt>
                <c:pt idx="301">
                  <c:v>0.0017338484</c:v>
                </c:pt>
                <c:pt idx="302">
                  <c:v>0.001725701</c:v>
                </c:pt>
                <c:pt idx="303">
                  <c:v>0.001718513</c:v>
                </c:pt>
                <c:pt idx="304">
                  <c:v>0.0017116108</c:v>
                </c:pt>
                <c:pt idx="305">
                  <c:v>0.0017057369</c:v>
                </c:pt>
                <c:pt idx="306">
                  <c:v>0.0016986674</c:v>
                </c:pt>
                <c:pt idx="307">
                  <c:v>0.0016934346</c:v>
                </c:pt>
                <c:pt idx="308">
                  <c:v>0.0016869854</c:v>
                </c:pt>
                <c:pt idx="309">
                  <c:v>0.0016815885</c:v>
                </c:pt>
                <c:pt idx="310">
                  <c:v>0.0016772569</c:v>
                </c:pt>
                <c:pt idx="311">
                  <c:v>0.00167167</c:v>
                </c:pt>
                <c:pt idx="312">
                  <c:v>0.0016672584</c:v>
                </c:pt>
                <c:pt idx="313">
                  <c:v>0.0016632547</c:v>
                </c:pt>
                <c:pt idx="314">
                  <c:v>0.0016595391</c:v>
                </c:pt>
                <c:pt idx="315">
                  <c:v>0.0016561317</c:v>
                </c:pt>
                <c:pt idx="316">
                  <c:v>0.0016530959</c:v>
                </c:pt>
                <c:pt idx="317">
                  <c:v>0.0016504485</c:v>
                </c:pt>
                <c:pt idx="318">
                  <c:v>0.0016488861</c:v>
                </c:pt>
                <c:pt idx="319">
                  <c:v>0.0016460558</c:v>
                </c:pt>
                <c:pt idx="320">
                  <c:v>0.0016443232</c:v>
                </c:pt>
                <c:pt idx="321">
                  <c:v>0.0016427786</c:v>
                </c:pt>
                <c:pt idx="322">
                  <c:v>0.0016414646</c:v>
                </c:pt>
                <c:pt idx="323">
                  <c:v>0.0016403518</c:v>
                </c:pt>
                <c:pt idx="324">
                  <c:v>0.0016401613</c:v>
                </c:pt>
                <c:pt idx="325">
                  <c:v>0.0016385403</c:v>
                </c:pt>
                <c:pt idx="326">
                  <c:v>0.0016377443</c:v>
                </c:pt>
                <c:pt idx="327">
                  <c:v>0.0016369549</c:v>
                </c:pt>
                <c:pt idx="328">
                  <c:v>0.0016362236</c:v>
                </c:pt>
                <c:pt idx="329">
                  <c:v>0.001635564</c:v>
                </c:pt>
                <c:pt idx="330">
                  <c:v>0.0016355934</c:v>
                </c:pt>
                <c:pt idx="331">
                  <c:v>0.0016340701</c:v>
                </c:pt>
                <c:pt idx="332">
                  <c:v>0.0016333239</c:v>
                </c:pt>
                <c:pt idx="333">
                  <c:v>0.0016333919</c:v>
                </c:pt>
                <c:pt idx="334">
                  <c:v>0.0016317923</c:v>
                </c:pt>
                <c:pt idx="335">
                  <c:v>0.0016309165</c:v>
                </c:pt>
                <c:pt idx="336">
                  <c:v>0.0016299306</c:v>
                </c:pt>
                <c:pt idx="337">
                  <c:v>0.0016288134</c:v>
                </c:pt>
                <c:pt idx="338">
                  <c:v>0.001627518</c:v>
                </c:pt>
                <c:pt idx="339">
                  <c:v>0.0016268967</c:v>
                </c:pt>
                <c:pt idx="340">
                  <c:v>0.001624546</c:v>
                </c:pt>
                <c:pt idx="341">
                  <c:v>0.0016228077</c:v>
                </c:pt>
                <c:pt idx="342">
                  <c:v>0.0016221147</c:v>
                </c:pt>
                <c:pt idx="343">
                  <c:v>0.0016197086</c:v>
                </c:pt>
                <c:pt idx="344">
                  <c:v>0.0016167647</c:v>
                </c:pt>
                <c:pt idx="345">
                  <c:v>0.0016144079</c:v>
                </c:pt>
                <c:pt idx="346">
                  <c:v>0.0016119031</c:v>
                </c:pt>
                <c:pt idx="347">
                  <c:v>0.0016091788</c:v>
                </c:pt>
                <c:pt idx="348">
                  <c:v>0.0016062559</c:v>
                </c:pt>
                <c:pt idx="349">
                  <c:v>0.0016039853</c:v>
                </c:pt>
                <c:pt idx="350">
                  <c:v>0.0015997605</c:v>
                </c:pt>
                <c:pt idx="351">
                  <c:v>0.0015961284</c:v>
                </c:pt>
                <c:pt idx="352">
                  <c:v>0.001593216</c:v>
                </c:pt>
                <c:pt idx="353">
                  <c:v>0.0015883167</c:v>
                </c:pt>
                <c:pt idx="354">
                  <c:v>0.0015861952</c:v>
                </c:pt>
                <c:pt idx="355">
                  <c:v>0.0015797309</c:v>
                </c:pt>
                <c:pt idx="356">
                  <c:v>0.001575217</c:v>
                </c:pt>
                <c:pt idx="357">
                  <c:v>0.0015705413</c:v>
                </c:pt>
                <c:pt idx="358">
                  <c:v>0.0015665569</c:v>
                </c:pt>
                <c:pt idx="359">
                  <c:v>0.0015606633</c:v>
                </c:pt>
                <c:pt idx="360">
                  <c:v>0.0015563457</c:v>
                </c:pt>
                <c:pt idx="361">
                  <c:v>0.0015513274</c:v>
                </c:pt>
                <c:pt idx="362">
                  <c:v>0.0015455106</c:v>
                </c:pt>
                <c:pt idx="363">
                  <c:v>0.0015389146</c:v>
                </c:pt>
                <c:pt idx="364">
                  <c:v>0.0015330561</c:v>
                </c:pt>
                <c:pt idx="365">
                  <c:v>0.0015271284</c:v>
                </c:pt>
                <c:pt idx="366">
                  <c:v>0.0015210711</c:v>
                </c:pt>
                <c:pt idx="367">
                  <c:v>0.0015148558</c:v>
                </c:pt>
                <c:pt idx="368">
                  <c:v>0.0015094531</c:v>
                </c:pt>
                <c:pt idx="369">
                  <c:v>0.0015021251</c:v>
                </c:pt>
                <c:pt idx="370">
                  <c:v>0.0014966284</c:v>
                </c:pt>
                <c:pt idx="371">
                  <c:v>0.0014891952</c:v>
                </c:pt>
                <c:pt idx="372">
                  <c:v>0.0014848143</c:v>
                </c:pt>
                <c:pt idx="373">
                  <c:v>0.0014762647</c:v>
                </c:pt>
                <c:pt idx="374">
                  <c:v>0.0014698702</c:v>
                </c:pt>
                <c:pt idx="375">
                  <c:v>0.0014635428</c:v>
                </c:pt>
                <c:pt idx="376">
                  <c:v>0.0014573319</c:v>
                </c:pt>
                <c:pt idx="377">
                  <c:v>0.0014512254</c:v>
                </c:pt>
                <c:pt idx="378">
                  <c:v>0.0014452202</c:v>
                </c:pt>
                <c:pt idx="379">
                  <c:v>0.0014405461</c:v>
                </c:pt>
                <c:pt idx="380">
                  <c:v>0.0014336399</c:v>
                </c:pt>
                <c:pt idx="381">
                  <c:v>0.0014280765</c:v>
                </c:pt>
                <c:pt idx="382">
                  <c:v>0.001422658</c:v>
                </c:pt>
                <c:pt idx="383">
                  <c:v>0.0014173577</c:v>
                </c:pt>
                <c:pt idx="384">
                  <c:v>0.0014134062</c:v>
                </c:pt>
                <c:pt idx="385">
                  <c:v>0.0014072398</c:v>
                </c:pt>
                <c:pt idx="386">
                  <c:v>0.0014024014</c:v>
                </c:pt>
                <c:pt idx="387">
                  <c:v>0.0013988646</c:v>
                </c:pt>
                <c:pt idx="388">
                  <c:v>0.0013930853</c:v>
                </c:pt>
                <c:pt idx="389">
                  <c:v>0.0013897726</c:v>
                </c:pt>
                <c:pt idx="390">
                  <c:v>0.0013856108</c:v>
                </c:pt>
                <c:pt idx="391">
                  <c:v>0.0013803512</c:v>
                </c:pt>
                <c:pt idx="392">
                  <c:v>0.0013776459</c:v>
                </c:pt>
                <c:pt idx="393">
                  <c:v>0.0013727872</c:v>
                </c:pt>
                <c:pt idx="394">
                  <c:v>0.0013704612</c:v>
                </c:pt>
                <c:pt idx="395">
                  <c:v>0.0013671759</c:v>
                </c:pt>
                <c:pt idx="396">
                  <c:v>0.0013629551</c:v>
                </c:pt>
                <c:pt idx="397">
                  <c:v>0.0013599017</c:v>
                </c:pt>
                <c:pt idx="398">
                  <c:v>0.0013568756</c:v>
                </c:pt>
                <c:pt idx="399">
                  <c:v>0.0013539118</c:v>
                </c:pt>
                <c:pt idx="400">
                  <c:v>0.0013509479</c:v>
                </c:pt>
                <c:pt idx="401">
                  <c:v>0.0013491899</c:v>
                </c:pt>
                <c:pt idx="402">
                  <c:v>0.0013453033</c:v>
                </c:pt>
                <c:pt idx="403">
                  <c:v>0.001343964</c:v>
                </c:pt>
                <c:pt idx="404">
                  <c:v>0.0013402666</c:v>
                </c:pt>
                <c:pt idx="405">
                  <c:v>0.0013380187</c:v>
                </c:pt>
                <c:pt idx="406">
                  <c:v>0.0013359672</c:v>
                </c:pt>
                <c:pt idx="407">
                  <c:v>0.0013340301</c:v>
                </c:pt>
                <c:pt idx="408">
                  <c:v>0.0013334503</c:v>
                </c:pt>
                <c:pt idx="409">
                  <c:v>0.0013301837</c:v>
                </c:pt>
                <c:pt idx="410">
                  <c:v>0.0013281384</c:v>
                </c:pt>
                <c:pt idx="411">
                  <c:v>0.0013273272</c:v>
                </c:pt>
                <c:pt idx="412">
                  <c:v>0.0013250165</c:v>
                </c:pt>
                <c:pt idx="413">
                  <c:v>0.001321809</c:v>
                </c:pt>
                <c:pt idx="414">
                  <c:v>0.0013210203</c:v>
                </c:pt>
                <c:pt idx="415">
                  <c:v>0.001318692</c:v>
                </c:pt>
                <c:pt idx="416">
                  <c:v>0.0013154888</c:v>
                </c:pt>
                <c:pt idx="417">
                  <c:v>0.0013132937</c:v>
                </c:pt>
                <c:pt idx="418">
                  <c:v>0.0013110169</c:v>
                </c:pt>
                <c:pt idx="419">
                  <c:v>0.0013097508</c:v>
                </c:pt>
                <c:pt idx="420">
                  <c:v>0.001306417</c:v>
                </c:pt>
                <c:pt idx="421">
                  <c:v>0.0013041199</c:v>
                </c:pt>
                <c:pt idx="422">
                  <c:v>0.0013027364</c:v>
                </c:pt>
                <c:pt idx="423">
                  <c:v>0.0012993404</c:v>
                </c:pt>
                <c:pt idx="424">
                  <c:v>0.0012969565</c:v>
                </c:pt>
                <c:pt idx="425">
                  <c:v>0.0012959742</c:v>
                </c:pt>
                <c:pt idx="426">
                  <c:v>0.0012931988</c:v>
                </c:pt>
                <c:pt idx="427">
                  <c:v>0.0012896302</c:v>
                </c:pt>
                <c:pt idx="428">
                  <c:v>0.0012871789</c:v>
                </c:pt>
                <c:pt idx="429">
                  <c:v>0.001286096</c:v>
                </c:pt>
                <c:pt idx="430">
                  <c:v>0.0012832726</c:v>
                </c:pt>
                <c:pt idx="431">
                  <c:v>0.0012796344</c:v>
                </c:pt>
                <c:pt idx="432">
                  <c:v>0.0012771035</c:v>
                </c:pt>
                <c:pt idx="433">
                  <c:v>0.0012755493</c:v>
                </c:pt>
                <c:pt idx="434">
                  <c:v>0.001272905</c:v>
                </c:pt>
                <c:pt idx="435">
                  <c:v>0.0012692919</c:v>
                </c:pt>
                <c:pt idx="436">
                  <c:v>0.0012666444</c:v>
                </c:pt>
                <c:pt idx="437">
                  <c:v>0.0012648843</c:v>
                </c:pt>
                <c:pt idx="438">
                  <c:v>0.0012620875</c:v>
                </c:pt>
                <c:pt idx="439">
                  <c:v>0.0012583657</c:v>
                </c:pt>
                <c:pt idx="440">
                  <c:v>0.0012554492</c:v>
                </c:pt>
                <c:pt idx="441">
                  <c:v>0.0012533495</c:v>
                </c:pt>
                <c:pt idx="442">
                  <c:v>0.0012494816</c:v>
                </c:pt>
                <c:pt idx="443">
                  <c:v>0.0012464226</c:v>
                </c:pt>
                <c:pt idx="444">
                  <c:v>0.0012441142</c:v>
                </c:pt>
                <c:pt idx="445">
                  <c:v>0.0012400175</c:v>
                </c:pt>
                <c:pt idx="446">
                  <c:v>0.0012367742</c:v>
                </c:pt>
                <c:pt idx="447">
                  <c:v>0.0012335046</c:v>
                </c:pt>
                <c:pt idx="448">
                  <c:v>0.0012309756</c:v>
                </c:pt>
                <c:pt idx="449">
                  <c:v>0.0012267899</c:v>
                </c:pt>
                <c:pt idx="450">
                  <c:v>0.0012233822</c:v>
                </c:pt>
                <c:pt idx="451">
                  <c:v>0.0012200121</c:v>
                </c:pt>
                <c:pt idx="452">
                  <c:v>0.0012190286</c:v>
                </c:pt>
                <c:pt idx="453">
                  <c:v>0.0012132813</c:v>
                </c:pt>
                <c:pt idx="454">
                  <c:v>0.0012099035</c:v>
                </c:pt>
                <c:pt idx="455">
                  <c:v>0.0012065031</c:v>
                </c:pt>
                <c:pt idx="456">
                  <c:v>0.0012038803</c:v>
                </c:pt>
                <c:pt idx="457">
                  <c:v>0.0011997724</c:v>
                </c:pt>
                <c:pt idx="458">
                  <c:v>0.0011973085</c:v>
                </c:pt>
                <c:pt idx="459">
                  <c:v>0.0011932042</c:v>
                </c:pt>
                <c:pt idx="460">
                  <c:v>0.0011899897</c:v>
                </c:pt>
                <c:pt idx="461">
                  <c:v>0.0011876053</c:v>
                </c:pt>
                <c:pt idx="462">
                  <c:v>0.0011835587</c:v>
                </c:pt>
                <c:pt idx="463">
                  <c:v>0.0011804168</c:v>
                </c:pt>
                <c:pt idx="464">
                  <c:v>0.0011781099</c:v>
                </c:pt>
                <c:pt idx="465">
                  <c:v>0.0011741365</c:v>
                </c:pt>
                <c:pt idx="466">
                  <c:v>0.0011710847</c:v>
                </c:pt>
                <c:pt idx="467">
                  <c:v>0.0011688694</c:v>
                </c:pt>
                <c:pt idx="468">
                  <c:v>0.001165802</c:v>
                </c:pt>
                <c:pt idx="469">
                  <c:v>0.0011619592</c:v>
                </c:pt>
                <c:pt idx="470">
                  <c:v>0.0011589465</c:v>
                </c:pt>
                <c:pt idx="471">
                  <c:v>0.0011567354</c:v>
                </c:pt>
                <c:pt idx="472">
                  <c:v>0.0011536775</c:v>
                </c:pt>
                <c:pt idx="473">
                  <c:v>0.0011498506</c:v>
                </c:pt>
                <c:pt idx="474">
                  <c:v>0.0011486592</c:v>
                </c:pt>
                <c:pt idx="475">
                  <c:v>0.0011438505</c:v>
                </c:pt>
                <c:pt idx="476">
                  <c:v>0.0011415537</c:v>
                </c:pt>
                <c:pt idx="477">
                  <c:v>0.0011384568</c:v>
                </c:pt>
                <c:pt idx="478">
                  <c:v>0.0011346314</c:v>
                </c:pt>
                <c:pt idx="479">
                  <c:v>0.001131566</c:v>
                </c:pt>
                <c:pt idx="480">
                  <c:v>0.0011284688</c:v>
                </c:pt>
                <c:pt idx="481">
                  <c:v>0.0011253439</c:v>
                </c:pt>
                <c:pt idx="482">
                  <c:v>0.0011228918</c:v>
                </c:pt>
                <c:pt idx="483">
                  <c:v>0.0011197224</c:v>
                </c:pt>
                <c:pt idx="484">
                  <c:v>0.0011164848</c:v>
                </c:pt>
                <c:pt idx="485">
                  <c:v>0.0011132275</c:v>
                </c:pt>
                <c:pt idx="486">
                  <c:v>0.0011093625</c:v>
                </c:pt>
                <c:pt idx="487">
                  <c:v>0.0011061119</c:v>
                </c:pt>
                <c:pt idx="488">
                  <c:v>0.0011028688</c:v>
                </c:pt>
                <c:pt idx="489">
                  <c:v>0.0010996173</c:v>
                </c:pt>
                <c:pt idx="490">
                  <c:v>0.0010962514</c:v>
                </c:pt>
                <c:pt idx="491">
                  <c:v>0.0010927899</c:v>
                </c:pt>
                <c:pt idx="492">
                  <c:v>0.0010889709</c:v>
                </c:pt>
                <c:pt idx="493">
                  <c:v>0.0010849005</c:v>
                </c:pt>
                <c:pt idx="494">
                  <c:v>0.001080744</c:v>
                </c:pt>
                <c:pt idx="495">
                  <c:v>0.0010764068</c:v>
                </c:pt>
                <c:pt idx="496">
                  <c:v>0.0010717925</c:v>
                </c:pt>
                <c:pt idx="497">
                  <c:v>0.0010670601</c:v>
                </c:pt>
                <c:pt idx="498">
                  <c:v>0.0010620713</c:v>
                </c:pt>
                <c:pt idx="499">
                  <c:v>0.0010569907</c:v>
                </c:pt>
                <c:pt idx="500">
                  <c:v>0.0010550074</c:v>
                </c:pt>
                <c:pt idx="501">
                  <c:v>0.0010519305</c:v>
                </c:pt>
                <c:pt idx="502">
                  <c:v>0.0010499345</c:v>
                </c:pt>
                <c:pt idx="503">
                  <c:v>0.0010468183</c:v>
                </c:pt>
                <c:pt idx="504">
                  <c:v>0.0010447192</c:v>
                </c:pt>
                <c:pt idx="505">
                  <c:v>0.0010415527</c:v>
                </c:pt>
                <c:pt idx="506">
                  <c:v>0.0010393827</c:v>
                </c:pt>
                <c:pt idx="507">
                  <c:v>0.0010362761</c:v>
                </c:pt>
                <c:pt idx="508">
                  <c:v>0.0010341741</c:v>
                </c:pt>
                <c:pt idx="509">
                  <c:v>0.0010310449</c:v>
                </c:pt>
                <c:pt idx="510">
                  <c:v>0.0010288877</c:v>
                </c:pt>
                <c:pt idx="511">
                  <c:v>0.001025773</c:v>
                </c:pt>
                <c:pt idx="512">
                  <c:v>0.0010236317</c:v>
                </c:pt>
                <c:pt idx="513">
                  <c:v>0.0010204919</c:v>
                </c:pt>
                <c:pt idx="514">
                  <c:v>0.0010183186</c:v>
                </c:pt>
                <c:pt idx="515">
                  <c:v>0.0010172186</c:v>
                </c:pt>
                <c:pt idx="516">
                  <c:v>0.0010128166</c:v>
                </c:pt>
                <c:pt idx="517">
                  <c:v>0.0010095163</c:v>
                </c:pt>
                <c:pt idx="518">
                  <c:v>0.0010071662</c:v>
                </c:pt>
                <c:pt idx="519">
                  <c:v>0.0010038677</c:v>
                </c:pt>
                <c:pt idx="520">
                  <c:v>0.0010015023</c:v>
                </c:pt>
                <c:pt idx="521">
                  <c:v>0.0009982138</c:v>
                </c:pt>
                <c:pt idx="522">
                  <c:v>0.00099586608</c:v>
                </c:pt>
                <c:pt idx="523">
                  <c:v>0.0009925641</c:v>
                </c:pt>
                <c:pt idx="524">
                  <c:v>0.00099019496</c:v>
                </c:pt>
                <c:pt idx="525">
                  <c:v>0.00098693913</c:v>
                </c:pt>
                <c:pt idx="526">
                  <c:v>0.00098462896</c:v>
                </c:pt>
                <c:pt idx="527">
                  <c:v>0.00098151272</c:v>
                </c:pt>
                <c:pt idx="528">
                  <c:v>0.00097931488</c:v>
                </c:pt>
                <c:pt idx="529">
                  <c:v>0.00097624271</c:v>
                </c:pt>
                <c:pt idx="530">
                  <c:v>0.00097351033</c:v>
                </c:pt>
                <c:pt idx="531">
                  <c:v>0.0009706587</c:v>
                </c:pt>
                <c:pt idx="532">
                  <c:v>0.00096830301</c:v>
                </c:pt>
                <c:pt idx="533">
                  <c:v>0.00096711582</c:v>
                </c:pt>
                <c:pt idx="534">
                  <c:v>0.00096270785</c:v>
                </c:pt>
                <c:pt idx="535">
                  <c:v>0.00095943323</c:v>
                </c:pt>
                <c:pt idx="536">
                  <c:v>0.00095737703</c:v>
                </c:pt>
                <c:pt idx="537">
                  <c:v>0.00095418666</c:v>
                </c:pt>
                <c:pt idx="538">
                  <c:v>0.00095220654</c:v>
                </c:pt>
                <c:pt idx="539">
                  <c:v>0.00094908305</c:v>
                </c:pt>
                <c:pt idx="540">
                  <c:v>0.00094708128</c:v>
                </c:pt>
                <c:pt idx="541">
                  <c:v>0.00094400411</c:v>
                </c:pt>
                <c:pt idx="542">
                  <c:v>0.00094208315</c:v>
                </c:pt>
                <c:pt idx="543">
                  <c:v>0.00093911893</c:v>
                </c:pt>
                <c:pt idx="544">
                  <c:v>0.00093728727</c:v>
                </c:pt>
                <c:pt idx="545">
                  <c:v>0.00093441647</c:v>
                </c:pt>
                <c:pt idx="546">
                  <c:v>0.00093213707</c:v>
                </c:pt>
                <c:pt idx="547">
                  <c:v>0.00093038233</c:v>
                </c:pt>
                <c:pt idx="548">
                  <c:v>0.0009274189</c:v>
                </c:pt>
                <c:pt idx="549">
                  <c:v>0.00092573395</c:v>
                </c:pt>
                <c:pt idx="550">
                  <c:v>0.00092291648</c:v>
                </c:pt>
                <c:pt idx="551">
                  <c:v>0.00092141459</c:v>
                </c:pt>
                <c:pt idx="552">
                  <c:v>0.00091879207</c:v>
                </c:pt>
                <c:pt idx="553">
                  <c:v>0.00091735835</c:v>
                </c:pt>
                <c:pt idx="554">
                  <c:v>0.00091484512</c:v>
                </c:pt>
                <c:pt idx="555">
                  <c:v>0.00091572381</c:v>
                </c:pt>
                <c:pt idx="556">
                  <c:v>0.00091087765</c:v>
                </c:pt>
                <c:pt idx="557">
                  <c:v>0.00090940225</c:v>
                </c:pt>
                <c:pt idx="558">
                  <c:v>0.0009069056</c:v>
                </c:pt>
                <c:pt idx="559">
                  <c:v>0.00090557986</c:v>
                </c:pt>
                <c:pt idx="560">
                  <c:v>0.00090312309</c:v>
                </c:pt>
                <c:pt idx="561">
                  <c:v>0.00090176727</c:v>
                </c:pt>
                <c:pt idx="562">
                  <c:v>0.00089931725</c:v>
                </c:pt>
                <c:pt idx="563">
                  <c:v>0.00089808216</c:v>
                </c:pt>
                <c:pt idx="564">
                  <c:v>0.0008958355</c:v>
                </c:pt>
                <c:pt idx="565">
                  <c:v>0.00089478047</c:v>
                </c:pt>
                <c:pt idx="566">
                  <c:v>0.00089275586</c:v>
                </c:pt>
                <c:pt idx="567">
                  <c:v>0.0008918373</c:v>
                </c:pt>
                <c:pt idx="568">
                  <c:v>0.00088991714</c:v>
                </c:pt>
                <c:pt idx="569">
                  <c:v>0.00088901245</c:v>
                </c:pt>
                <c:pt idx="570">
                  <c:v>0.00088942078</c:v>
                </c:pt>
                <c:pt idx="571">
                  <c:v>0.00088623173</c:v>
                </c:pt>
                <c:pt idx="572">
                  <c:v>0.00088443863</c:v>
                </c:pt>
                <c:pt idx="573">
                  <c:v>0.00088373998</c:v>
                </c:pt>
                <c:pt idx="574">
                  <c:v>0.00088206042</c:v>
                </c:pt>
                <c:pt idx="575">
                  <c:v>0.00088141422</c:v>
                </c:pt>
                <c:pt idx="576">
                  <c:v>0.00087972886</c:v>
                </c:pt>
                <c:pt idx="577">
                  <c:v>0.00087897014</c:v>
                </c:pt>
                <c:pt idx="578">
                  <c:v>0.00087724276</c:v>
                </c:pt>
                <c:pt idx="579">
                  <c:v>0.00087659052</c:v>
                </c:pt>
                <c:pt idx="580">
                  <c:v>0.00087502323</c:v>
                </c:pt>
                <c:pt idx="581">
                  <c:v>0.00087444691</c:v>
                </c:pt>
                <c:pt idx="582">
                  <c:v>0.0008729208</c:v>
                </c:pt>
                <c:pt idx="583">
                  <c:v>0.0008747741</c:v>
                </c:pt>
                <c:pt idx="584">
                  <c:v>0.00087089946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Sheet1!$B$2349</c:f>
              <c:strCache>
                <c:ptCount val="1"/>
                <c:pt idx="0">
                  <c:v>nut</c:v>
                </c:pt>
              </c:strCache>
            </c:strRef>
          </c:tx>
          <c:xVal>
            <c:numRef>
              <c:f>Sheet1!$A$2350:$A$2934</c:f>
              <c:numCache>
                <c:formatCode>General</c:formatCode>
                <c:ptCount val="585"/>
                <c:pt idx="0">
                  <c:v>256.0</c:v>
                </c:pt>
                <c:pt idx="1">
                  <c:v>512.0</c:v>
                </c:pt>
                <c:pt idx="2">
                  <c:v>768.0</c:v>
                </c:pt>
                <c:pt idx="3">
                  <c:v>1012.0</c:v>
                </c:pt>
                <c:pt idx="4">
                  <c:v>1140.0</c:v>
                </c:pt>
                <c:pt idx="5">
                  <c:v>1268.0</c:v>
                </c:pt>
                <c:pt idx="6">
                  <c:v>1396.0</c:v>
                </c:pt>
                <c:pt idx="7">
                  <c:v>1512.0</c:v>
                </c:pt>
                <c:pt idx="8">
                  <c:v>1576.0</c:v>
                </c:pt>
                <c:pt idx="9">
                  <c:v>1640.0</c:v>
                </c:pt>
                <c:pt idx="10">
                  <c:v>1704.0</c:v>
                </c:pt>
                <c:pt idx="11">
                  <c:v>1768.0</c:v>
                </c:pt>
                <c:pt idx="12">
                  <c:v>1832.0</c:v>
                </c:pt>
                <c:pt idx="13">
                  <c:v>1896.0</c:v>
                </c:pt>
                <c:pt idx="14">
                  <c:v>1960.0</c:v>
                </c:pt>
                <c:pt idx="15">
                  <c:v>2012.0</c:v>
                </c:pt>
                <c:pt idx="16">
                  <c:v>2044.0</c:v>
                </c:pt>
                <c:pt idx="17">
                  <c:v>2076.0</c:v>
                </c:pt>
                <c:pt idx="18">
                  <c:v>2108.0</c:v>
                </c:pt>
                <c:pt idx="19">
                  <c:v>2140.0</c:v>
                </c:pt>
                <c:pt idx="20">
                  <c:v>2172.0</c:v>
                </c:pt>
                <c:pt idx="21">
                  <c:v>2204.0</c:v>
                </c:pt>
                <c:pt idx="22">
                  <c:v>2236.0</c:v>
                </c:pt>
                <c:pt idx="23">
                  <c:v>2268.0</c:v>
                </c:pt>
                <c:pt idx="24">
                  <c:v>2300.0</c:v>
                </c:pt>
                <c:pt idx="25">
                  <c:v>2332.0</c:v>
                </c:pt>
                <c:pt idx="26">
                  <c:v>2364.0</c:v>
                </c:pt>
                <c:pt idx="27">
                  <c:v>2396.0</c:v>
                </c:pt>
                <c:pt idx="28">
                  <c:v>2428.0</c:v>
                </c:pt>
                <c:pt idx="29">
                  <c:v>2460.0</c:v>
                </c:pt>
                <c:pt idx="30">
                  <c:v>2492.0</c:v>
                </c:pt>
                <c:pt idx="31">
                  <c:v>2512.0</c:v>
                </c:pt>
                <c:pt idx="32">
                  <c:v>2528.0</c:v>
                </c:pt>
                <c:pt idx="33">
                  <c:v>2544.0</c:v>
                </c:pt>
                <c:pt idx="34">
                  <c:v>2560.0</c:v>
                </c:pt>
                <c:pt idx="35">
                  <c:v>2576.0</c:v>
                </c:pt>
                <c:pt idx="36">
                  <c:v>2592.0</c:v>
                </c:pt>
                <c:pt idx="37">
                  <c:v>2608.0</c:v>
                </c:pt>
                <c:pt idx="38">
                  <c:v>2624.0</c:v>
                </c:pt>
                <c:pt idx="39">
                  <c:v>2640.0</c:v>
                </c:pt>
                <c:pt idx="40">
                  <c:v>2656.0</c:v>
                </c:pt>
                <c:pt idx="41">
                  <c:v>2672.0</c:v>
                </c:pt>
                <c:pt idx="42">
                  <c:v>2688.0</c:v>
                </c:pt>
                <c:pt idx="43">
                  <c:v>2704.0</c:v>
                </c:pt>
                <c:pt idx="44">
                  <c:v>2720.0</c:v>
                </c:pt>
                <c:pt idx="45">
                  <c:v>2736.0</c:v>
                </c:pt>
                <c:pt idx="46">
                  <c:v>2752.0</c:v>
                </c:pt>
                <c:pt idx="47">
                  <c:v>2768.0</c:v>
                </c:pt>
                <c:pt idx="48">
                  <c:v>2784.0</c:v>
                </c:pt>
                <c:pt idx="49">
                  <c:v>2800.0</c:v>
                </c:pt>
                <c:pt idx="50">
                  <c:v>2816.0</c:v>
                </c:pt>
                <c:pt idx="51">
                  <c:v>2832.0</c:v>
                </c:pt>
                <c:pt idx="52">
                  <c:v>2848.0</c:v>
                </c:pt>
                <c:pt idx="53">
                  <c:v>2864.0</c:v>
                </c:pt>
                <c:pt idx="54">
                  <c:v>2880.0</c:v>
                </c:pt>
                <c:pt idx="55">
                  <c:v>2896.0</c:v>
                </c:pt>
                <c:pt idx="56">
                  <c:v>2912.0</c:v>
                </c:pt>
                <c:pt idx="57">
                  <c:v>2928.0</c:v>
                </c:pt>
                <c:pt idx="58">
                  <c:v>2944.0</c:v>
                </c:pt>
                <c:pt idx="59">
                  <c:v>2960.0</c:v>
                </c:pt>
                <c:pt idx="60">
                  <c:v>2976.0</c:v>
                </c:pt>
                <c:pt idx="61">
                  <c:v>2992.0</c:v>
                </c:pt>
                <c:pt idx="62">
                  <c:v>3004.0</c:v>
                </c:pt>
                <c:pt idx="63">
                  <c:v>3012.0</c:v>
                </c:pt>
                <c:pt idx="64">
                  <c:v>3020.0</c:v>
                </c:pt>
                <c:pt idx="65">
                  <c:v>3028.0</c:v>
                </c:pt>
                <c:pt idx="66">
                  <c:v>3036.0</c:v>
                </c:pt>
                <c:pt idx="67">
                  <c:v>3044.0</c:v>
                </c:pt>
                <c:pt idx="68">
                  <c:v>3052.0</c:v>
                </c:pt>
                <c:pt idx="69">
                  <c:v>3060.0</c:v>
                </c:pt>
                <c:pt idx="70">
                  <c:v>3068.0</c:v>
                </c:pt>
                <c:pt idx="71">
                  <c:v>3076.0</c:v>
                </c:pt>
                <c:pt idx="72">
                  <c:v>3084.0</c:v>
                </c:pt>
                <c:pt idx="73">
                  <c:v>3092.0</c:v>
                </c:pt>
                <c:pt idx="74">
                  <c:v>3100.0</c:v>
                </c:pt>
                <c:pt idx="75">
                  <c:v>3108.0</c:v>
                </c:pt>
                <c:pt idx="76">
                  <c:v>3116.0</c:v>
                </c:pt>
                <c:pt idx="77">
                  <c:v>3124.0</c:v>
                </c:pt>
                <c:pt idx="78">
                  <c:v>3132.0</c:v>
                </c:pt>
                <c:pt idx="79">
                  <c:v>3140.0</c:v>
                </c:pt>
                <c:pt idx="80">
                  <c:v>3148.0</c:v>
                </c:pt>
                <c:pt idx="81">
                  <c:v>3156.0</c:v>
                </c:pt>
                <c:pt idx="82">
                  <c:v>3164.0</c:v>
                </c:pt>
                <c:pt idx="83">
                  <c:v>3172.0</c:v>
                </c:pt>
                <c:pt idx="84">
                  <c:v>3180.0</c:v>
                </c:pt>
                <c:pt idx="85">
                  <c:v>3188.0</c:v>
                </c:pt>
                <c:pt idx="86">
                  <c:v>3196.0</c:v>
                </c:pt>
                <c:pt idx="87">
                  <c:v>3204.0</c:v>
                </c:pt>
                <c:pt idx="88">
                  <c:v>3212.0</c:v>
                </c:pt>
                <c:pt idx="89">
                  <c:v>3220.0</c:v>
                </c:pt>
                <c:pt idx="90">
                  <c:v>3228.0</c:v>
                </c:pt>
                <c:pt idx="91">
                  <c:v>3236.0</c:v>
                </c:pt>
                <c:pt idx="92">
                  <c:v>3244.0</c:v>
                </c:pt>
                <c:pt idx="93">
                  <c:v>3252.0</c:v>
                </c:pt>
                <c:pt idx="94">
                  <c:v>3260.0</c:v>
                </c:pt>
                <c:pt idx="95">
                  <c:v>3268.0</c:v>
                </c:pt>
                <c:pt idx="96">
                  <c:v>3276.0</c:v>
                </c:pt>
                <c:pt idx="97">
                  <c:v>3284.0</c:v>
                </c:pt>
                <c:pt idx="98">
                  <c:v>3292.0</c:v>
                </c:pt>
                <c:pt idx="99">
                  <c:v>3300.0</c:v>
                </c:pt>
                <c:pt idx="100">
                  <c:v>3308.0</c:v>
                </c:pt>
                <c:pt idx="101">
                  <c:v>3316.0</c:v>
                </c:pt>
                <c:pt idx="102">
                  <c:v>3324.0</c:v>
                </c:pt>
                <c:pt idx="103">
                  <c:v>3332.0</c:v>
                </c:pt>
                <c:pt idx="104">
                  <c:v>3340.0</c:v>
                </c:pt>
                <c:pt idx="105">
                  <c:v>3348.0</c:v>
                </c:pt>
                <c:pt idx="106">
                  <c:v>3356.0</c:v>
                </c:pt>
                <c:pt idx="107">
                  <c:v>3364.0</c:v>
                </c:pt>
                <c:pt idx="108">
                  <c:v>3372.0</c:v>
                </c:pt>
                <c:pt idx="109">
                  <c:v>3380.0</c:v>
                </c:pt>
                <c:pt idx="110">
                  <c:v>3388.0</c:v>
                </c:pt>
                <c:pt idx="111">
                  <c:v>3396.0</c:v>
                </c:pt>
                <c:pt idx="112">
                  <c:v>3404.0</c:v>
                </c:pt>
                <c:pt idx="113">
                  <c:v>3412.0</c:v>
                </c:pt>
                <c:pt idx="114">
                  <c:v>3420.0</c:v>
                </c:pt>
                <c:pt idx="115">
                  <c:v>3428.0</c:v>
                </c:pt>
                <c:pt idx="116">
                  <c:v>3436.0</c:v>
                </c:pt>
                <c:pt idx="117">
                  <c:v>3444.0</c:v>
                </c:pt>
                <c:pt idx="118">
                  <c:v>3452.0</c:v>
                </c:pt>
                <c:pt idx="119">
                  <c:v>3460.0</c:v>
                </c:pt>
                <c:pt idx="120">
                  <c:v>3468.0</c:v>
                </c:pt>
                <c:pt idx="121">
                  <c:v>3476.0</c:v>
                </c:pt>
                <c:pt idx="122">
                  <c:v>3484.0</c:v>
                </c:pt>
                <c:pt idx="123">
                  <c:v>3492.0</c:v>
                </c:pt>
                <c:pt idx="124">
                  <c:v>3500.0</c:v>
                </c:pt>
                <c:pt idx="125">
                  <c:v>3504.0</c:v>
                </c:pt>
                <c:pt idx="126">
                  <c:v>3508.0</c:v>
                </c:pt>
                <c:pt idx="127">
                  <c:v>3512.0</c:v>
                </c:pt>
                <c:pt idx="128">
                  <c:v>3516.0</c:v>
                </c:pt>
                <c:pt idx="129">
                  <c:v>3520.0</c:v>
                </c:pt>
                <c:pt idx="130">
                  <c:v>3524.0</c:v>
                </c:pt>
                <c:pt idx="131">
                  <c:v>3528.0</c:v>
                </c:pt>
                <c:pt idx="132">
                  <c:v>3532.0</c:v>
                </c:pt>
                <c:pt idx="133">
                  <c:v>3536.0</c:v>
                </c:pt>
                <c:pt idx="134">
                  <c:v>3540.0</c:v>
                </c:pt>
                <c:pt idx="135">
                  <c:v>3544.0</c:v>
                </c:pt>
                <c:pt idx="136">
                  <c:v>3548.0</c:v>
                </c:pt>
                <c:pt idx="137">
                  <c:v>3552.0</c:v>
                </c:pt>
                <c:pt idx="138">
                  <c:v>3556.0</c:v>
                </c:pt>
                <c:pt idx="139">
                  <c:v>3560.0</c:v>
                </c:pt>
                <c:pt idx="140">
                  <c:v>3564.0</c:v>
                </c:pt>
                <c:pt idx="141">
                  <c:v>3568.0</c:v>
                </c:pt>
                <c:pt idx="142">
                  <c:v>3572.0</c:v>
                </c:pt>
                <c:pt idx="143">
                  <c:v>3576.0</c:v>
                </c:pt>
                <c:pt idx="144">
                  <c:v>3580.0</c:v>
                </c:pt>
                <c:pt idx="145">
                  <c:v>3584.0</c:v>
                </c:pt>
                <c:pt idx="146">
                  <c:v>3588.0</c:v>
                </c:pt>
                <c:pt idx="147">
                  <c:v>3592.0</c:v>
                </c:pt>
                <c:pt idx="148">
                  <c:v>3596.0</c:v>
                </c:pt>
                <c:pt idx="149">
                  <c:v>3600.0</c:v>
                </c:pt>
                <c:pt idx="150">
                  <c:v>3604.0</c:v>
                </c:pt>
                <c:pt idx="151">
                  <c:v>3608.0</c:v>
                </c:pt>
                <c:pt idx="152">
                  <c:v>3612.0</c:v>
                </c:pt>
                <c:pt idx="153">
                  <c:v>3616.0</c:v>
                </c:pt>
                <c:pt idx="154">
                  <c:v>3620.0</c:v>
                </c:pt>
                <c:pt idx="155">
                  <c:v>3624.0</c:v>
                </c:pt>
                <c:pt idx="156">
                  <c:v>3628.0</c:v>
                </c:pt>
                <c:pt idx="157">
                  <c:v>3632.0</c:v>
                </c:pt>
                <c:pt idx="158">
                  <c:v>3636.0</c:v>
                </c:pt>
                <c:pt idx="159">
                  <c:v>3640.0</c:v>
                </c:pt>
                <c:pt idx="160">
                  <c:v>3644.0</c:v>
                </c:pt>
                <c:pt idx="161">
                  <c:v>3648.0</c:v>
                </c:pt>
                <c:pt idx="162">
                  <c:v>3652.0</c:v>
                </c:pt>
                <c:pt idx="163">
                  <c:v>3656.0</c:v>
                </c:pt>
                <c:pt idx="164">
                  <c:v>3660.0</c:v>
                </c:pt>
                <c:pt idx="165">
                  <c:v>3664.0</c:v>
                </c:pt>
                <c:pt idx="166">
                  <c:v>3668.0</c:v>
                </c:pt>
                <c:pt idx="167">
                  <c:v>3672.0</c:v>
                </c:pt>
                <c:pt idx="168">
                  <c:v>3676.0</c:v>
                </c:pt>
                <c:pt idx="169">
                  <c:v>3680.0</c:v>
                </c:pt>
                <c:pt idx="170">
                  <c:v>3684.0</c:v>
                </c:pt>
                <c:pt idx="171">
                  <c:v>3688.0</c:v>
                </c:pt>
                <c:pt idx="172">
                  <c:v>3692.0</c:v>
                </c:pt>
                <c:pt idx="173">
                  <c:v>3696.0</c:v>
                </c:pt>
                <c:pt idx="174">
                  <c:v>3700.0</c:v>
                </c:pt>
                <c:pt idx="175">
                  <c:v>3704.0</c:v>
                </c:pt>
                <c:pt idx="176">
                  <c:v>3708.0</c:v>
                </c:pt>
                <c:pt idx="177">
                  <c:v>3712.0</c:v>
                </c:pt>
                <c:pt idx="178">
                  <c:v>3716.0</c:v>
                </c:pt>
                <c:pt idx="179">
                  <c:v>3720.0</c:v>
                </c:pt>
                <c:pt idx="180">
                  <c:v>3724.0</c:v>
                </c:pt>
                <c:pt idx="181">
                  <c:v>3728.0</c:v>
                </c:pt>
                <c:pt idx="182">
                  <c:v>3732.0</c:v>
                </c:pt>
                <c:pt idx="183">
                  <c:v>3736.0</c:v>
                </c:pt>
                <c:pt idx="184">
                  <c:v>3740.0</c:v>
                </c:pt>
                <c:pt idx="185">
                  <c:v>3744.0</c:v>
                </c:pt>
                <c:pt idx="186">
                  <c:v>3748.0</c:v>
                </c:pt>
                <c:pt idx="187">
                  <c:v>3752.0</c:v>
                </c:pt>
                <c:pt idx="188">
                  <c:v>3756.0</c:v>
                </c:pt>
                <c:pt idx="189">
                  <c:v>3760.0</c:v>
                </c:pt>
                <c:pt idx="190">
                  <c:v>3764.0</c:v>
                </c:pt>
                <c:pt idx="191">
                  <c:v>3768.0</c:v>
                </c:pt>
                <c:pt idx="192">
                  <c:v>3772.0</c:v>
                </c:pt>
                <c:pt idx="193">
                  <c:v>3776.0</c:v>
                </c:pt>
                <c:pt idx="194">
                  <c:v>3780.0</c:v>
                </c:pt>
                <c:pt idx="195">
                  <c:v>3784.0</c:v>
                </c:pt>
                <c:pt idx="196">
                  <c:v>3788.0</c:v>
                </c:pt>
                <c:pt idx="197">
                  <c:v>3792.0</c:v>
                </c:pt>
                <c:pt idx="198">
                  <c:v>3796.0</c:v>
                </c:pt>
                <c:pt idx="199">
                  <c:v>3800.0</c:v>
                </c:pt>
                <c:pt idx="200">
                  <c:v>3804.0</c:v>
                </c:pt>
                <c:pt idx="201">
                  <c:v>3808.0</c:v>
                </c:pt>
                <c:pt idx="202">
                  <c:v>3812.0</c:v>
                </c:pt>
                <c:pt idx="203">
                  <c:v>3816.0</c:v>
                </c:pt>
                <c:pt idx="204">
                  <c:v>3820.0</c:v>
                </c:pt>
                <c:pt idx="205">
                  <c:v>3824.0</c:v>
                </c:pt>
                <c:pt idx="206">
                  <c:v>3828.0</c:v>
                </c:pt>
                <c:pt idx="207">
                  <c:v>3832.0</c:v>
                </c:pt>
                <c:pt idx="208">
                  <c:v>3836.0</c:v>
                </c:pt>
                <c:pt idx="209">
                  <c:v>3840.0</c:v>
                </c:pt>
                <c:pt idx="210">
                  <c:v>3844.0</c:v>
                </c:pt>
                <c:pt idx="211">
                  <c:v>3848.0</c:v>
                </c:pt>
                <c:pt idx="212">
                  <c:v>3852.0</c:v>
                </c:pt>
                <c:pt idx="213">
                  <c:v>3856.0</c:v>
                </c:pt>
                <c:pt idx="214">
                  <c:v>3860.0</c:v>
                </c:pt>
                <c:pt idx="215">
                  <c:v>3864.0</c:v>
                </c:pt>
                <c:pt idx="216">
                  <c:v>3868.0</c:v>
                </c:pt>
                <c:pt idx="217">
                  <c:v>3872.0</c:v>
                </c:pt>
                <c:pt idx="218">
                  <c:v>3876.0</c:v>
                </c:pt>
                <c:pt idx="219">
                  <c:v>3880.0</c:v>
                </c:pt>
                <c:pt idx="220">
                  <c:v>3884.0</c:v>
                </c:pt>
                <c:pt idx="221">
                  <c:v>3888.0</c:v>
                </c:pt>
                <c:pt idx="222">
                  <c:v>3892.0</c:v>
                </c:pt>
                <c:pt idx="223">
                  <c:v>3896.0</c:v>
                </c:pt>
                <c:pt idx="224">
                  <c:v>3900.0</c:v>
                </c:pt>
                <c:pt idx="225">
                  <c:v>3904.0</c:v>
                </c:pt>
                <c:pt idx="226">
                  <c:v>3908.0</c:v>
                </c:pt>
                <c:pt idx="227">
                  <c:v>3912.0</c:v>
                </c:pt>
                <c:pt idx="228">
                  <c:v>3916.0</c:v>
                </c:pt>
                <c:pt idx="229">
                  <c:v>3920.0</c:v>
                </c:pt>
                <c:pt idx="230">
                  <c:v>3924.0</c:v>
                </c:pt>
                <c:pt idx="231">
                  <c:v>3928.0</c:v>
                </c:pt>
                <c:pt idx="232">
                  <c:v>3932.0</c:v>
                </c:pt>
                <c:pt idx="233">
                  <c:v>3936.0</c:v>
                </c:pt>
                <c:pt idx="234">
                  <c:v>3940.0</c:v>
                </c:pt>
                <c:pt idx="235">
                  <c:v>3944.0</c:v>
                </c:pt>
                <c:pt idx="236">
                  <c:v>3948.0</c:v>
                </c:pt>
                <c:pt idx="237">
                  <c:v>3952.0</c:v>
                </c:pt>
                <c:pt idx="238">
                  <c:v>3956.0</c:v>
                </c:pt>
                <c:pt idx="239">
                  <c:v>3960.0</c:v>
                </c:pt>
                <c:pt idx="240">
                  <c:v>3964.0</c:v>
                </c:pt>
                <c:pt idx="241">
                  <c:v>3968.0</c:v>
                </c:pt>
                <c:pt idx="242">
                  <c:v>3972.0</c:v>
                </c:pt>
                <c:pt idx="243">
                  <c:v>3976.0</c:v>
                </c:pt>
                <c:pt idx="244">
                  <c:v>3980.0</c:v>
                </c:pt>
                <c:pt idx="245">
                  <c:v>3984.0</c:v>
                </c:pt>
                <c:pt idx="246">
                  <c:v>3988.0</c:v>
                </c:pt>
                <c:pt idx="247">
                  <c:v>3992.0</c:v>
                </c:pt>
                <c:pt idx="248">
                  <c:v>3996.0</c:v>
                </c:pt>
                <c:pt idx="249">
                  <c:v>4000.0</c:v>
                </c:pt>
                <c:pt idx="250">
                  <c:v>4002.0</c:v>
                </c:pt>
                <c:pt idx="251">
                  <c:v>4004.0</c:v>
                </c:pt>
                <c:pt idx="252">
                  <c:v>4006.0</c:v>
                </c:pt>
                <c:pt idx="253">
                  <c:v>4008.0</c:v>
                </c:pt>
                <c:pt idx="254">
                  <c:v>4010.0</c:v>
                </c:pt>
                <c:pt idx="255">
                  <c:v>4012.0</c:v>
                </c:pt>
                <c:pt idx="256">
                  <c:v>4014.0</c:v>
                </c:pt>
                <c:pt idx="257">
                  <c:v>4016.0</c:v>
                </c:pt>
                <c:pt idx="258">
                  <c:v>4018.0</c:v>
                </c:pt>
                <c:pt idx="259">
                  <c:v>4020.0</c:v>
                </c:pt>
                <c:pt idx="260">
                  <c:v>4022.0</c:v>
                </c:pt>
                <c:pt idx="261">
                  <c:v>4024.0</c:v>
                </c:pt>
                <c:pt idx="262">
                  <c:v>4026.0</c:v>
                </c:pt>
                <c:pt idx="263">
                  <c:v>4028.0</c:v>
                </c:pt>
                <c:pt idx="264">
                  <c:v>4030.0</c:v>
                </c:pt>
                <c:pt idx="265">
                  <c:v>4032.0</c:v>
                </c:pt>
                <c:pt idx="266">
                  <c:v>4034.0</c:v>
                </c:pt>
                <c:pt idx="267">
                  <c:v>4036.0</c:v>
                </c:pt>
                <c:pt idx="268">
                  <c:v>4038.0</c:v>
                </c:pt>
                <c:pt idx="269">
                  <c:v>4040.0</c:v>
                </c:pt>
                <c:pt idx="270">
                  <c:v>4042.0</c:v>
                </c:pt>
                <c:pt idx="271">
                  <c:v>4044.0</c:v>
                </c:pt>
                <c:pt idx="272">
                  <c:v>4046.0</c:v>
                </c:pt>
                <c:pt idx="273">
                  <c:v>4048.0</c:v>
                </c:pt>
                <c:pt idx="274">
                  <c:v>4050.0</c:v>
                </c:pt>
                <c:pt idx="275">
                  <c:v>4052.0</c:v>
                </c:pt>
                <c:pt idx="276">
                  <c:v>4054.0</c:v>
                </c:pt>
                <c:pt idx="277">
                  <c:v>4056.0</c:v>
                </c:pt>
                <c:pt idx="278">
                  <c:v>4058.0</c:v>
                </c:pt>
                <c:pt idx="279">
                  <c:v>4060.0</c:v>
                </c:pt>
                <c:pt idx="280">
                  <c:v>4062.0</c:v>
                </c:pt>
                <c:pt idx="281">
                  <c:v>4064.0</c:v>
                </c:pt>
                <c:pt idx="282">
                  <c:v>4066.0</c:v>
                </c:pt>
                <c:pt idx="283">
                  <c:v>4068.0</c:v>
                </c:pt>
                <c:pt idx="284">
                  <c:v>4070.0</c:v>
                </c:pt>
                <c:pt idx="285">
                  <c:v>4072.0</c:v>
                </c:pt>
                <c:pt idx="286">
                  <c:v>4074.0</c:v>
                </c:pt>
                <c:pt idx="287">
                  <c:v>4076.0</c:v>
                </c:pt>
                <c:pt idx="288">
                  <c:v>4078.0</c:v>
                </c:pt>
                <c:pt idx="289">
                  <c:v>4080.0</c:v>
                </c:pt>
                <c:pt idx="290">
                  <c:v>4082.0</c:v>
                </c:pt>
                <c:pt idx="291">
                  <c:v>4084.0</c:v>
                </c:pt>
                <c:pt idx="292">
                  <c:v>4086.0</c:v>
                </c:pt>
                <c:pt idx="293">
                  <c:v>4088.0</c:v>
                </c:pt>
                <c:pt idx="294">
                  <c:v>4090.0</c:v>
                </c:pt>
                <c:pt idx="295">
                  <c:v>4092.0</c:v>
                </c:pt>
                <c:pt idx="296">
                  <c:v>4094.0</c:v>
                </c:pt>
                <c:pt idx="297">
                  <c:v>4096.0</c:v>
                </c:pt>
                <c:pt idx="298">
                  <c:v>4098.0</c:v>
                </c:pt>
                <c:pt idx="299">
                  <c:v>4100.0</c:v>
                </c:pt>
                <c:pt idx="300">
                  <c:v>4102.0</c:v>
                </c:pt>
                <c:pt idx="301">
                  <c:v>4104.0</c:v>
                </c:pt>
                <c:pt idx="302">
                  <c:v>4106.0</c:v>
                </c:pt>
                <c:pt idx="303">
                  <c:v>4108.0</c:v>
                </c:pt>
                <c:pt idx="304">
                  <c:v>4110.0</c:v>
                </c:pt>
                <c:pt idx="305">
                  <c:v>4112.0</c:v>
                </c:pt>
                <c:pt idx="306">
                  <c:v>4114.0</c:v>
                </c:pt>
                <c:pt idx="307">
                  <c:v>4116.0</c:v>
                </c:pt>
                <c:pt idx="308">
                  <c:v>4118.0</c:v>
                </c:pt>
                <c:pt idx="309">
                  <c:v>4120.0</c:v>
                </c:pt>
                <c:pt idx="310">
                  <c:v>4122.0</c:v>
                </c:pt>
                <c:pt idx="311">
                  <c:v>4124.0</c:v>
                </c:pt>
                <c:pt idx="312">
                  <c:v>4126.0</c:v>
                </c:pt>
                <c:pt idx="313">
                  <c:v>4128.0</c:v>
                </c:pt>
                <c:pt idx="314">
                  <c:v>4130.0</c:v>
                </c:pt>
                <c:pt idx="315">
                  <c:v>4132.0</c:v>
                </c:pt>
                <c:pt idx="316">
                  <c:v>4134.0</c:v>
                </c:pt>
                <c:pt idx="317">
                  <c:v>4136.0</c:v>
                </c:pt>
                <c:pt idx="318">
                  <c:v>4138.0</c:v>
                </c:pt>
                <c:pt idx="319">
                  <c:v>4140.0</c:v>
                </c:pt>
                <c:pt idx="320">
                  <c:v>4142.0</c:v>
                </c:pt>
                <c:pt idx="321">
                  <c:v>4144.0</c:v>
                </c:pt>
                <c:pt idx="322">
                  <c:v>4146.0</c:v>
                </c:pt>
                <c:pt idx="323">
                  <c:v>4148.0</c:v>
                </c:pt>
                <c:pt idx="324">
                  <c:v>4150.0</c:v>
                </c:pt>
                <c:pt idx="325">
                  <c:v>4152.0</c:v>
                </c:pt>
                <c:pt idx="326">
                  <c:v>4154.0</c:v>
                </c:pt>
                <c:pt idx="327">
                  <c:v>4156.0</c:v>
                </c:pt>
                <c:pt idx="328">
                  <c:v>4158.0</c:v>
                </c:pt>
                <c:pt idx="329">
                  <c:v>4160.0</c:v>
                </c:pt>
                <c:pt idx="330">
                  <c:v>4162.0</c:v>
                </c:pt>
                <c:pt idx="331">
                  <c:v>4164.0</c:v>
                </c:pt>
                <c:pt idx="332">
                  <c:v>4166.0</c:v>
                </c:pt>
                <c:pt idx="333">
                  <c:v>4168.0</c:v>
                </c:pt>
                <c:pt idx="334">
                  <c:v>4170.0</c:v>
                </c:pt>
                <c:pt idx="335">
                  <c:v>4172.0</c:v>
                </c:pt>
                <c:pt idx="336">
                  <c:v>4174.0</c:v>
                </c:pt>
                <c:pt idx="337">
                  <c:v>4176.0</c:v>
                </c:pt>
                <c:pt idx="338">
                  <c:v>4178.0</c:v>
                </c:pt>
                <c:pt idx="339">
                  <c:v>4180.0</c:v>
                </c:pt>
                <c:pt idx="340">
                  <c:v>4182.0</c:v>
                </c:pt>
                <c:pt idx="341">
                  <c:v>4184.0</c:v>
                </c:pt>
                <c:pt idx="342">
                  <c:v>4186.0</c:v>
                </c:pt>
                <c:pt idx="343">
                  <c:v>4188.0</c:v>
                </c:pt>
                <c:pt idx="344">
                  <c:v>4190.0</c:v>
                </c:pt>
                <c:pt idx="345">
                  <c:v>4192.0</c:v>
                </c:pt>
                <c:pt idx="346">
                  <c:v>4194.0</c:v>
                </c:pt>
                <c:pt idx="347">
                  <c:v>4196.0</c:v>
                </c:pt>
                <c:pt idx="348">
                  <c:v>4198.0</c:v>
                </c:pt>
                <c:pt idx="349">
                  <c:v>4200.0</c:v>
                </c:pt>
                <c:pt idx="350">
                  <c:v>4202.0</c:v>
                </c:pt>
                <c:pt idx="351">
                  <c:v>4204.0</c:v>
                </c:pt>
                <c:pt idx="352">
                  <c:v>4206.0</c:v>
                </c:pt>
                <c:pt idx="353">
                  <c:v>4208.0</c:v>
                </c:pt>
                <c:pt idx="354">
                  <c:v>4210.0</c:v>
                </c:pt>
                <c:pt idx="355">
                  <c:v>4212.0</c:v>
                </c:pt>
                <c:pt idx="356">
                  <c:v>4214.0</c:v>
                </c:pt>
                <c:pt idx="357">
                  <c:v>4216.0</c:v>
                </c:pt>
                <c:pt idx="358">
                  <c:v>4218.0</c:v>
                </c:pt>
                <c:pt idx="359">
                  <c:v>4220.0</c:v>
                </c:pt>
                <c:pt idx="360">
                  <c:v>4222.0</c:v>
                </c:pt>
                <c:pt idx="361">
                  <c:v>4224.0</c:v>
                </c:pt>
                <c:pt idx="362">
                  <c:v>4226.0</c:v>
                </c:pt>
                <c:pt idx="363">
                  <c:v>4228.0</c:v>
                </c:pt>
                <c:pt idx="364">
                  <c:v>4230.0</c:v>
                </c:pt>
                <c:pt idx="365">
                  <c:v>4232.0</c:v>
                </c:pt>
                <c:pt idx="366">
                  <c:v>4234.0</c:v>
                </c:pt>
                <c:pt idx="367">
                  <c:v>4236.0</c:v>
                </c:pt>
                <c:pt idx="368">
                  <c:v>4238.0</c:v>
                </c:pt>
                <c:pt idx="369">
                  <c:v>4240.0</c:v>
                </c:pt>
                <c:pt idx="370">
                  <c:v>4242.0</c:v>
                </c:pt>
                <c:pt idx="371">
                  <c:v>4244.0</c:v>
                </c:pt>
                <c:pt idx="372">
                  <c:v>4246.0</c:v>
                </c:pt>
                <c:pt idx="373">
                  <c:v>4248.0</c:v>
                </c:pt>
                <c:pt idx="374">
                  <c:v>4250.0</c:v>
                </c:pt>
                <c:pt idx="375">
                  <c:v>4252.0</c:v>
                </c:pt>
                <c:pt idx="376">
                  <c:v>4254.0</c:v>
                </c:pt>
                <c:pt idx="377">
                  <c:v>4256.0</c:v>
                </c:pt>
                <c:pt idx="378">
                  <c:v>4258.0</c:v>
                </c:pt>
                <c:pt idx="379">
                  <c:v>4260.0</c:v>
                </c:pt>
                <c:pt idx="380">
                  <c:v>4262.0</c:v>
                </c:pt>
                <c:pt idx="381">
                  <c:v>4264.0</c:v>
                </c:pt>
                <c:pt idx="382">
                  <c:v>4266.0</c:v>
                </c:pt>
                <c:pt idx="383">
                  <c:v>4268.0</c:v>
                </c:pt>
                <c:pt idx="384">
                  <c:v>4270.0</c:v>
                </c:pt>
                <c:pt idx="385">
                  <c:v>4272.0</c:v>
                </c:pt>
                <c:pt idx="386">
                  <c:v>4274.0</c:v>
                </c:pt>
                <c:pt idx="387">
                  <c:v>4276.0</c:v>
                </c:pt>
                <c:pt idx="388">
                  <c:v>4278.0</c:v>
                </c:pt>
                <c:pt idx="389">
                  <c:v>4280.0</c:v>
                </c:pt>
                <c:pt idx="390">
                  <c:v>4282.0</c:v>
                </c:pt>
                <c:pt idx="391">
                  <c:v>4284.0</c:v>
                </c:pt>
                <c:pt idx="392">
                  <c:v>4286.0</c:v>
                </c:pt>
                <c:pt idx="393">
                  <c:v>4288.0</c:v>
                </c:pt>
                <c:pt idx="394">
                  <c:v>4290.0</c:v>
                </c:pt>
                <c:pt idx="395">
                  <c:v>4292.0</c:v>
                </c:pt>
                <c:pt idx="396">
                  <c:v>4294.0</c:v>
                </c:pt>
                <c:pt idx="397">
                  <c:v>4296.0</c:v>
                </c:pt>
                <c:pt idx="398">
                  <c:v>4298.0</c:v>
                </c:pt>
                <c:pt idx="399">
                  <c:v>4300.0</c:v>
                </c:pt>
                <c:pt idx="400">
                  <c:v>4302.0</c:v>
                </c:pt>
                <c:pt idx="401">
                  <c:v>4304.0</c:v>
                </c:pt>
                <c:pt idx="402">
                  <c:v>4306.0</c:v>
                </c:pt>
                <c:pt idx="403">
                  <c:v>4308.0</c:v>
                </c:pt>
                <c:pt idx="404">
                  <c:v>4310.0</c:v>
                </c:pt>
                <c:pt idx="405">
                  <c:v>4312.0</c:v>
                </c:pt>
                <c:pt idx="406">
                  <c:v>4314.0</c:v>
                </c:pt>
                <c:pt idx="407">
                  <c:v>4316.0</c:v>
                </c:pt>
                <c:pt idx="408">
                  <c:v>4318.0</c:v>
                </c:pt>
                <c:pt idx="409">
                  <c:v>4320.0</c:v>
                </c:pt>
                <c:pt idx="410">
                  <c:v>4322.0</c:v>
                </c:pt>
                <c:pt idx="411">
                  <c:v>4324.0</c:v>
                </c:pt>
                <c:pt idx="412">
                  <c:v>4326.0</c:v>
                </c:pt>
                <c:pt idx="413">
                  <c:v>4328.0</c:v>
                </c:pt>
                <c:pt idx="414">
                  <c:v>4330.0</c:v>
                </c:pt>
                <c:pt idx="415">
                  <c:v>4332.0</c:v>
                </c:pt>
                <c:pt idx="416">
                  <c:v>4334.0</c:v>
                </c:pt>
                <c:pt idx="417">
                  <c:v>4336.0</c:v>
                </c:pt>
                <c:pt idx="418">
                  <c:v>4338.0</c:v>
                </c:pt>
                <c:pt idx="419">
                  <c:v>4340.0</c:v>
                </c:pt>
                <c:pt idx="420">
                  <c:v>4342.0</c:v>
                </c:pt>
                <c:pt idx="421">
                  <c:v>4344.0</c:v>
                </c:pt>
                <c:pt idx="422">
                  <c:v>4346.0</c:v>
                </c:pt>
                <c:pt idx="423">
                  <c:v>4348.0</c:v>
                </c:pt>
                <c:pt idx="424">
                  <c:v>4350.0</c:v>
                </c:pt>
                <c:pt idx="425">
                  <c:v>4352.0</c:v>
                </c:pt>
                <c:pt idx="426">
                  <c:v>4354.0</c:v>
                </c:pt>
                <c:pt idx="427">
                  <c:v>4356.0</c:v>
                </c:pt>
                <c:pt idx="428">
                  <c:v>4358.0</c:v>
                </c:pt>
                <c:pt idx="429">
                  <c:v>4360.0</c:v>
                </c:pt>
                <c:pt idx="430">
                  <c:v>4362.0</c:v>
                </c:pt>
                <c:pt idx="431">
                  <c:v>4364.0</c:v>
                </c:pt>
                <c:pt idx="432">
                  <c:v>4366.0</c:v>
                </c:pt>
                <c:pt idx="433">
                  <c:v>4368.0</c:v>
                </c:pt>
                <c:pt idx="434">
                  <c:v>4370.0</c:v>
                </c:pt>
                <c:pt idx="435">
                  <c:v>4372.0</c:v>
                </c:pt>
                <c:pt idx="436">
                  <c:v>4374.0</c:v>
                </c:pt>
                <c:pt idx="437">
                  <c:v>4376.0</c:v>
                </c:pt>
                <c:pt idx="438">
                  <c:v>4378.0</c:v>
                </c:pt>
                <c:pt idx="439">
                  <c:v>4380.0</c:v>
                </c:pt>
                <c:pt idx="440">
                  <c:v>4382.0</c:v>
                </c:pt>
                <c:pt idx="441">
                  <c:v>4384.0</c:v>
                </c:pt>
                <c:pt idx="442">
                  <c:v>4386.0</c:v>
                </c:pt>
                <c:pt idx="443">
                  <c:v>4388.0</c:v>
                </c:pt>
                <c:pt idx="444">
                  <c:v>4390.0</c:v>
                </c:pt>
                <c:pt idx="445">
                  <c:v>4392.0</c:v>
                </c:pt>
                <c:pt idx="446">
                  <c:v>4394.0</c:v>
                </c:pt>
                <c:pt idx="447">
                  <c:v>4396.0</c:v>
                </c:pt>
                <c:pt idx="448">
                  <c:v>4398.0</c:v>
                </c:pt>
                <c:pt idx="449">
                  <c:v>4400.0</c:v>
                </c:pt>
                <c:pt idx="450">
                  <c:v>4402.0</c:v>
                </c:pt>
                <c:pt idx="451">
                  <c:v>4404.0</c:v>
                </c:pt>
                <c:pt idx="452">
                  <c:v>4406.0</c:v>
                </c:pt>
                <c:pt idx="453">
                  <c:v>4408.0</c:v>
                </c:pt>
                <c:pt idx="454">
                  <c:v>4410.0</c:v>
                </c:pt>
                <c:pt idx="455">
                  <c:v>4412.0</c:v>
                </c:pt>
                <c:pt idx="456">
                  <c:v>4414.0</c:v>
                </c:pt>
                <c:pt idx="457">
                  <c:v>4416.0</c:v>
                </c:pt>
                <c:pt idx="458">
                  <c:v>4418.0</c:v>
                </c:pt>
                <c:pt idx="459">
                  <c:v>4420.0</c:v>
                </c:pt>
                <c:pt idx="460">
                  <c:v>4422.0</c:v>
                </c:pt>
                <c:pt idx="461">
                  <c:v>4424.0</c:v>
                </c:pt>
                <c:pt idx="462">
                  <c:v>4426.0</c:v>
                </c:pt>
                <c:pt idx="463">
                  <c:v>4428.0</c:v>
                </c:pt>
                <c:pt idx="464">
                  <c:v>4430.0</c:v>
                </c:pt>
                <c:pt idx="465">
                  <c:v>4432.0</c:v>
                </c:pt>
                <c:pt idx="466">
                  <c:v>4434.0</c:v>
                </c:pt>
                <c:pt idx="467">
                  <c:v>4436.0</c:v>
                </c:pt>
                <c:pt idx="468">
                  <c:v>4438.0</c:v>
                </c:pt>
                <c:pt idx="469">
                  <c:v>4440.0</c:v>
                </c:pt>
                <c:pt idx="470">
                  <c:v>4442.0</c:v>
                </c:pt>
                <c:pt idx="471">
                  <c:v>4444.0</c:v>
                </c:pt>
                <c:pt idx="472">
                  <c:v>4446.0</c:v>
                </c:pt>
                <c:pt idx="473">
                  <c:v>4448.0</c:v>
                </c:pt>
                <c:pt idx="474">
                  <c:v>4450.0</c:v>
                </c:pt>
                <c:pt idx="475">
                  <c:v>4452.0</c:v>
                </c:pt>
                <c:pt idx="476">
                  <c:v>4454.0</c:v>
                </c:pt>
                <c:pt idx="477">
                  <c:v>4456.0</c:v>
                </c:pt>
                <c:pt idx="478">
                  <c:v>4458.0</c:v>
                </c:pt>
                <c:pt idx="479">
                  <c:v>4460.0</c:v>
                </c:pt>
                <c:pt idx="480">
                  <c:v>4462.0</c:v>
                </c:pt>
                <c:pt idx="481">
                  <c:v>4464.0</c:v>
                </c:pt>
                <c:pt idx="482">
                  <c:v>4466.0</c:v>
                </c:pt>
                <c:pt idx="483">
                  <c:v>4468.0</c:v>
                </c:pt>
                <c:pt idx="484">
                  <c:v>4470.0</c:v>
                </c:pt>
                <c:pt idx="485">
                  <c:v>4472.0</c:v>
                </c:pt>
                <c:pt idx="486">
                  <c:v>4474.0</c:v>
                </c:pt>
                <c:pt idx="487">
                  <c:v>4476.0</c:v>
                </c:pt>
                <c:pt idx="488">
                  <c:v>4478.0</c:v>
                </c:pt>
                <c:pt idx="489">
                  <c:v>4480.0</c:v>
                </c:pt>
                <c:pt idx="490">
                  <c:v>4482.0</c:v>
                </c:pt>
                <c:pt idx="491">
                  <c:v>4484.0</c:v>
                </c:pt>
                <c:pt idx="492">
                  <c:v>4486.0</c:v>
                </c:pt>
                <c:pt idx="493">
                  <c:v>4488.0</c:v>
                </c:pt>
                <c:pt idx="494">
                  <c:v>4490.0</c:v>
                </c:pt>
                <c:pt idx="495">
                  <c:v>4492.0</c:v>
                </c:pt>
                <c:pt idx="496">
                  <c:v>4494.0</c:v>
                </c:pt>
                <c:pt idx="497">
                  <c:v>4496.0</c:v>
                </c:pt>
                <c:pt idx="498">
                  <c:v>4498.0</c:v>
                </c:pt>
                <c:pt idx="499">
                  <c:v>4500.0</c:v>
                </c:pt>
                <c:pt idx="500">
                  <c:v>4501.0</c:v>
                </c:pt>
                <c:pt idx="501">
                  <c:v>4502.0</c:v>
                </c:pt>
                <c:pt idx="502">
                  <c:v>4503.0</c:v>
                </c:pt>
                <c:pt idx="503">
                  <c:v>4504.0</c:v>
                </c:pt>
                <c:pt idx="504">
                  <c:v>4505.0</c:v>
                </c:pt>
                <c:pt idx="505">
                  <c:v>4506.0</c:v>
                </c:pt>
                <c:pt idx="506">
                  <c:v>4507.0</c:v>
                </c:pt>
                <c:pt idx="507">
                  <c:v>4508.0</c:v>
                </c:pt>
                <c:pt idx="508">
                  <c:v>4509.0</c:v>
                </c:pt>
                <c:pt idx="509">
                  <c:v>4510.0</c:v>
                </c:pt>
                <c:pt idx="510">
                  <c:v>4511.0</c:v>
                </c:pt>
                <c:pt idx="511">
                  <c:v>4512.0</c:v>
                </c:pt>
                <c:pt idx="512">
                  <c:v>4513.0</c:v>
                </c:pt>
                <c:pt idx="513">
                  <c:v>4514.0</c:v>
                </c:pt>
                <c:pt idx="514">
                  <c:v>4515.0</c:v>
                </c:pt>
                <c:pt idx="515">
                  <c:v>4516.0</c:v>
                </c:pt>
                <c:pt idx="516">
                  <c:v>4517.0</c:v>
                </c:pt>
                <c:pt idx="517">
                  <c:v>4518.0</c:v>
                </c:pt>
                <c:pt idx="518">
                  <c:v>4519.0</c:v>
                </c:pt>
                <c:pt idx="519">
                  <c:v>4520.0</c:v>
                </c:pt>
                <c:pt idx="520">
                  <c:v>4521.0</c:v>
                </c:pt>
                <c:pt idx="521">
                  <c:v>4522.0</c:v>
                </c:pt>
                <c:pt idx="522">
                  <c:v>4523.0</c:v>
                </c:pt>
                <c:pt idx="523">
                  <c:v>4524.0</c:v>
                </c:pt>
                <c:pt idx="524">
                  <c:v>4525.0</c:v>
                </c:pt>
                <c:pt idx="525">
                  <c:v>4526.0</c:v>
                </c:pt>
                <c:pt idx="526">
                  <c:v>4527.0</c:v>
                </c:pt>
                <c:pt idx="527">
                  <c:v>4528.0</c:v>
                </c:pt>
                <c:pt idx="528">
                  <c:v>4529.0</c:v>
                </c:pt>
                <c:pt idx="529">
                  <c:v>4530.0</c:v>
                </c:pt>
                <c:pt idx="530">
                  <c:v>4531.0</c:v>
                </c:pt>
                <c:pt idx="531">
                  <c:v>4532.0</c:v>
                </c:pt>
                <c:pt idx="532">
                  <c:v>4533.0</c:v>
                </c:pt>
                <c:pt idx="533">
                  <c:v>4534.0</c:v>
                </c:pt>
                <c:pt idx="534">
                  <c:v>4535.0</c:v>
                </c:pt>
                <c:pt idx="535">
                  <c:v>4536.0</c:v>
                </c:pt>
                <c:pt idx="536">
                  <c:v>4537.0</c:v>
                </c:pt>
                <c:pt idx="537">
                  <c:v>4538.0</c:v>
                </c:pt>
                <c:pt idx="538">
                  <c:v>4539.0</c:v>
                </c:pt>
                <c:pt idx="539">
                  <c:v>4540.0</c:v>
                </c:pt>
                <c:pt idx="540">
                  <c:v>4541.0</c:v>
                </c:pt>
                <c:pt idx="541">
                  <c:v>4542.0</c:v>
                </c:pt>
                <c:pt idx="542">
                  <c:v>4543.0</c:v>
                </c:pt>
                <c:pt idx="543">
                  <c:v>4544.0</c:v>
                </c:pt>
                <c:pt idx="544">
                  <c:v>4545.0</c:v>
                </c:pt>
                <c:pt idx="545">
                  <c:v>4546.0</c:v>
                </c:pt>
                <c:pt idx="546">
                  <c:v>4547.0</c:v>
                </c:pt>
                <c:pt idx="547">
                  <c:v>4548.0</c:v>
                </c:pt>
                <c:pt idx="548">
                  <c:v>4549.0</c:v>
                </c:pt>
                <c:pt idx="549">
                  <c:v>4550.0</c:v>
                </c:pt>
                <c:pt idx="550">
                  <c:v>4551.0</c:v>
                </c:pt>
                <c:pt idx="551">
                  <c:v>4552.0</c:v>
                </c:pt>
                <c:pt idx="552">
                  <c:v>4553.0</c:v>
                </c:pt>
                <c:pt idx="553">
                  <c:v>4554.0</c:v>
                </c:pt>
                <c:pt idx="554">
                  <c:v>4555.0</c:v>
                </c:pt>
                <c:pt idx="555">
                  <c:v>4556.0</c:v>
                </c:pt>
                <c:pt idx="556">
                  <c:v>4557.0</c:v>
                </c:pt>
                <c:pt idx="557">
                  <c:v>4558.0</c:v>
                </c:pt>
                <c:pt idx="558">
                  <c:v>4559.0</c:v>
                </c:pt>
                <c:pt idx="559">
                  <c:v>4560.0</c:v>
                </c:pt>
                <c:pt idx="560">
                  <c:v>4561.0</c:v>
                </c:pt>
                <c:pt idx="561">
                  <c:v>4562.0</c:v>
                </c:pt>
                <c:pt idx="562">
                  <c:v>4563.0</c:v>
                </c:pt>
                <c:pt idx="563">
                  <c:v>4564.0</c:v>
                </c:pt>
                <c:pt idx="564">
                  <c:v>4565.0</c:v>
                </c:pt>
                <c:pt idx="565">
                  <c:v>4566.0</c:v>
                </c:pt>
                <c:pt idx="566">
                  <c:v>4567.0</c:v>
                </c:pt>
                <c:pt idx="567">
                  <c:v>4568.0</c:v>
                </c:pt>
                <c:pt idx="568">
                  <c:v>4569.0</c:v>
                </c:pt>
                <c:pt idx="569">
                  <c:v>4570.0</c:v>
                </c:pt>
                <c:pt idx="570">
                  <c:v>4571.0</c:v>
                </c:pt>
                <c:pt idx="571">
                  <c:v>4572.0</c:v>
                </c:pt>
                <c:pt idx="572">
                  <c:v>4573.0</c:v>
                </c:pt>
                <c:pt idx="573">
                  <c:v>4574.0</c:v>
                </c:pt>
                <c:pt idx="574">
                  <c:v>4575.0</c:v>
                </c:pt>
                <c:pt idx="575">
                  <c:v>4576.0</c:v>
                </c:pt>
                <c:pt idx="576">
                  <c:v>4577.0</c:v>
                </c:pt>
                <c:pt idx="577">
                  <c:v>4578.0</c:v>
                </c:pt>
                <c:pt idx="578">
                  <c:v>4579.0</c:v>
                </c:pt>
                <c:pt idx="579">
                  <c:v>4580.0</c:v>
                </c:pt>
                <c:pt idx="580">
                  <c:v>4581.0</c:v>
                </c:pt>
                <c:pt idx="581">
                  <c:v>4582.0</c:v>
                </c:pt>
                <c:pt idx="582">
                  <c:v>4583.0</c:v>
                </c:pt>
                <c:pt idx="583">
                  <c:v>4584.0</c:v>
                </c:pt>
                <c:pt idx="584">
                  <c:v>4585.0</c:v>
                </c:pt>
              </c:numCache>
            </c:numRef>
          </c:xVal>
          <c:yVal>
            <c:numRef>
              <c:f>Sheet1!$B$2350:$B$2934</c:f>
              <c:numCache>
                <c:formatCode>General</c:formatCode>
                <c:ptCount val="585"/>
                <c:pt idx="0">
                  <c:v>1.7446645e-05</c:v>
                </c:pt>
                <c:pt idx="1">
                  <c:v>4.0349155e-05</c:v>
                </c:pt>
                <c:pt idx="2">
                  <c:v>7.2021096e-05</c:v>
                </c:pt>
                <c:pt idx="3">
                  <c:v>9.8867521e-05</c:v>
                </c:pt>
                <c:pt idx="4">
                  <c:v>0.00010847538</c:v>
                </c:pt>
                <c:pt idx="5">
                  <c:v>0.00011451278</c:v>
                </c:pt>
                <c:pt idx="6">
                  <c:v>0.00011939138</c:v>
                </c:pt>
                <c:pt idx="7">
                  <c:v>0.00012529279</c:v>
                </c:pt>
                <c:pt idx="8">
                  <c:v>0.00012814341</c:v>
                </c:pt>
                <c:pt idx="9">
                  <c:v>0.00013004291</c:v>
                </c:pt>
                <c:pt idx="10">
                  <c:v>0.0001314327</c:v>
                </c:pt>
                <c:pt idx="11">
                  <c:v>0.00013297226</c:v>
                </c:pt>
                <c:pt idx="12">
                  <c:v>0.00013411645</c:v>
                </c:pt>
                <c:pt idx="13">
                  <c:v>0.00013487595</c:v>
                </c:pt>
                <c:pt idx="14">
                  <c:v>0.00013510829</c:v>
                </c:pt>
                <c:pt idx="15">
                  <c:v>0.0001346144</c:v>
                </c:pt>
                <c:pt idx="16">
                  <c:v>0.00013434352</c:v>
                </c:pt>
                <c:pt idx="17">
                  <c:v>0.00013425456</c:v>
                </c:pt>
                <c:pt idx="18">
                  <c:v>0.0001342382</c:v>
                </c:pt>
                <c:pt idx="19">
                  <c:v>0.00013433139</c:v>
                </c:pt>
                <c:pt idx="20">
                  <c:v>0.00013473594</c:v>
                </c:pt>
                <c:pt idx="21">
                  <c:v>0.00013514973</c:v>
                </c:pt>
                <c:pt idx="22">
                  <c:v>0.00013560719</c:v>
                </c:pt>
                <c:pt idx="23">
                  <c:v>0.00013629579</c:v>
                </c:pt>
                <c:pt idx="24">
                  <c:v>0.0001370045</c:v>
                </c:pt>
                <c:pt idx="25">
                  <c:v>0.00013767997</c:v>
                </c:pt>
                <c:pt idx="26">
                  <c:v>0.00013815762</c:v>
                </c:pt>
                <c:pt idx="27">
                  <c:v>0.00013868381</c:v>
                </c:pt>
                <c:pt idx="28">
                  <c:v>0.00013940316</c:v>
                </c:pt>
                <c:pt idx="29">
                  <c:v>0.00014039139</c:v>
                </c:pt>
                <c:pt idx="30">
                  <c:v>0.00014184206</c:v>
                </c:pt>
                <c:pt idx="31">
                  <c:v>0.00014275622</c:v>
                </c:pt>
                <c:pt idx="32">
                  <c:v>0.00014339971</c:v>
                </c:pt>
                <c:pt idx="33">
                  <c:v>0.00014393455</c:v>
                </c:pt>
                <c:pt idx="34">
                  <c:v>0.00014448752</c:v>
                </c:pt>
                <c:pt idx="35">
                  <c:v>0.00014488315</c:v>
                </c:pt>
                <c:pt idx="36">
                  <c:v>0.00014521246</c:v>
                </c:pt>
                <c:pt idx="37">
                  <c:v>0.00014543451</c:v>
                </c:pt>
                <c:pt idx="38">
                  <c:v>0.00014554225</c:v>
                </c:pt>
                <c:pt idx="39">
                  <c:v>0.00014578503</c:v>
                </c:pt>
                <c:pt idx="40">
                  <c:v>0.00014599892</c:v>
                </c:pt>
                <c:pt idx="41">
                  <c:v>0.00014613722</c:v>
                </c:pt>
                <c:pt idx="42">
                  <c:v>0.0001462101</c:v>
                </c:pt>
                <c:pt idx="43">
                  <c:v>0.00014623479</c:v>
                </c:pt>
                <c:pt idx="44">
                  <c:v>0.00014620649</c:v>
                </c:pt>
                <c:pt idx="45">
                  <c:v>0.00014614655</c:v>
                </c:pt>
                <c:pt idx="46">
                  <c:v>0.00014607321</c:v>
                </c:pt>
                <c:pt idx="47">
                  <c:v>0.00014598455</c:v>
                </c:pt>
                <c:pt idx="48">
                  <c:v>0.00014591642</c:v>
                </c:pt>
                <c:pt idx="49">
                  <c:v>0.00014597678</c:v>
                </c:pt>
                <c:pt idx="50">
                  <c:v>0.00014618948</c:v>
                </c:pt>
                <c:pt idx="51">
                  <c:v>0.00014645706</c:v>
                </c:pt>
                <c:pt idx="52">
                  <c:v>0.00014678474</c:v>
                </c:pt>
                <c:pt idx="53">
                  <c:v>0.00014717721</c:v>
                </c:pt>
                <c:pt idx="54">
                  <c:v>0.00014762437</c:v>
                </c:pt>
                <c:pt idx="55">
                  <c:v>0.00014810094</c:v>
                </c:pt>
                <c:pt idx="56">
                  <c:v>0.00014857734</c:v>
                </c:pt>
                <c:pt idx="57">
                  <c:v>0.00014910162</c:v>
                </c:pt>
                <c:pt idx="58">
                  <c:v>0.00014965079</c:v>
                </c:pt>
                <c:pt idx="59">
                  <c:v>0.00015019254</c:v>
                </c:pt>
                <c:pt idx="60">
                  <c:v>0.00015074937</c:v>
                </c:pt>
                <c:pt idx="61">
                  <c:v>0.00015132803</c:v>
                </c:pt>
                <c:pt idx="62">
                  <c:v>0.00015179056</c:v>
                </c:pt>
                <c:pt idx="63">
                  <c:v>0.00015210745</c:v>
                </c:pt>
                <c:pt idx="64">
                  <c:v>0.00015245962</c:v>
                </c:pt>
                <c:pt idx="65">
                  <c:v>0.00015289477</c:v>
                </c:pt>
                <c:pt idx="66">
                  <c:v>0.00015335867</c:v>
                </c:pt>
                <c:pt idx="67">
                  <c:v>0.00015383331</c:v>
                </c:pt>
                <c:pt idx="68">
                  <c:v>0.00015423011</c:v>
                </c:pt>
                <c:pt idx="69">
                  <c:v>0.00015463401</c:v>
                </c:pt>
                <c:pt idx="70">
                  <c:v>0.0001550431</c:v>
                </c:pt>
                <c:pt idx="71">
                  <c:v>0.00015548345</c:v>
                </c:pt>
                <c:pt idx="72">
                  <c:v>0.00015595051</c:v>
                </c:pt>
                <c:pt idx="73">
                  <c:v>0.00015643134</c:v>
                </c:pt>
                <c:pt idx="74">
                  <c:v>0.00015691077</c:v>
                </c:pt>
                <c:pt idx="75">
                  <c:v>0.00015736462</c:v>
                </c:pt>
                <c:pt idx="76">
                  <c:v>0.00015781009</c:v>
                </c:pt>
                <c:pt idx="77">
                  <c:v>0.0001582563</c:v>
                </c:pt>
                <c:pt idx="78">
                  <c:v>0.00015869142</c:v>
                </c:pt>
                <c:pt idx="79">
                  <c:v>0.00015912726</c:v>
                </c:pt>
                <c:pt idx="80">
                  <c:v>0.00015957637</c:v>
                </c:pt>
                <c:pt idx="81">
                  <c:v>0.00016005745</c:v>
                </c:pt>
                <c:pt idx="82">
                  <c:v>0.00016052781</c:v>
                </c:pt>
                <c:pt idx="83">
                  <c:v>0.00016097962</c:v>
                </c:pt>
                <c:pt idx="84">
                  <c:v>0.00016141659</c:v>
                </c:pt>
                <c:pt idx="85">
                  <c:v>0.00016184149</c:v>
                </c:pt>
                <c:pt idx="86">
                  <c:v>0.00016225569</c:v>
                </c:pt>
                <c:pt idx="87">
                  <c:v>0.00016266283</c:v>
                </c:pt>
                <c:pt idx="88">
                  <c:v>0.00016306659</c:v>
                </c:pt>
                <c:pt idx="89">
                  <c:v>0.00016345502</c:v>
                </c:pt>
                <c:pt idx="90">
                  <c:v>0.00016385106</c:v>
                </c:pt>
                <c:pt idx="91">
                  <c:v>0.00016428732</c:v>
                </c:pt>
                <c:pt idx="92">
                  <c:v>0.00016470924</c:v>
                </c:pt>
                <c:pt idx="93">
                  <c:v>0.00016511679</c:v>
                </c:pt>
                <c:pt idx="94">
                  <c:v>0.00016551979</c:v>
                </c:pt>
                <c:pt idx="95">
                  <c:v>0.00016591579</c:v>
                </c:pt>
                <c:pt idx="96">
                  <c:v>0.00016642546</c:v>
                </c:pt>
                <c:pt idx="97">
                  <c:v>0.00016706336</c:v>
                </c:pt>
                <c:pt idx="98">
                  <c:v>0.00016773042</c:v>
                </c:pt>
                <c:pt idx="99">
                  <c:v>0.00016842027</c:v>
                </c:pt>
                <c:pt idx="100">
                  <c:v>0.00016914212</c:v>
                </c:pt>
                <c:pt idx="101">
                  <c:v>0.0001695332</c:v>
                </c:pt>
                <c:pt idx="102">
                  <c:v>0.00016981209</c:v>
                </c:pt>
                <c:pt idx="103">
                  <c:v>0.00017011369</c:v>
                </c:pt>
                <c:pt idx="104">
                  <c:v>0.00017040651</c:v>
                </c:pt>
                <c:pt idx="105">
                  <c:v>0.00017070602</c:v>
                </c:pt>
                <c:pt idx="106">
                  <c:v>0.0001710156</c:v>
                </c:pt>
                <c:pt idx="107">
                  <c:v>0.0001713385</c:v>
                </c:pt>
                <c:pt idx="108">
                  <c:v>0.00017171062</c:v>
                </c:pt>
                <c:pt idx="109">
                  <c:v>0.00017210352</c:v>
                </c:pt>
                <c:pt idx="110">
                  <c:v>0.00017250995</c:v>
                </c:pt>
                <c:pt idx="111">
                  <c:v>0.00017308621</c:v>
                </c:pt>
                <c:pt idx="112">
                  <c:v>0.00017408866</c:v>
                </c:pt>
                <c:pt idx="113">
                  <c:v>0.00017507529</c:v>
                </c:pt>
                <c:pt idx="114">
                  <c:v>0.00017600069</c:v>
                </c:pt>
                <c:pt idx="115">
                  <c:v>0.00017690728</c:v>
                </c:pt>
                <c:pt idx="116">
                  <c:v>0.00017781641</c:v>
                </c:pt>
                <c:pt idx="117">
                  <c:v>0.00017866679</c:v>
                </c:pt>
                <c:pt idx="118">
                  <c:v>0.00017951098</c:v>
                </c:pt>
                <c:pt idx="119">
                  <c:v>0.00018031008</c:v>
                </c:pt>
                <c:pt idx="120">
                  <c:v>0.00018105696</c:v>
                </c:pt>
                <c:pt idx="121">
                  <c:v>0.00018176099</c:v>
                </c:pt>
                <c:pt idx="122">
                  <c:v>0.00018248899</c:v>
                </c:pt>
                <c:pt idx="123">
                  <c:v>0.0001831724</c:v>
                </c:pt>
                <c:pt idx="124">
                  <c:v>0.00018381565</c:v>
                </c:pt>
                <c:pt idx="125">
                  <c:v>0.00018412009</c:v>
                </c:pt>
                <c:pt idx="126">
                  <c:v>0.00018441596</c:v>
                </c:pt>
                <c:pt idx="127">
                  <c:v>0.000184698</c:v>
                </c:pt>
                <c:pt idx="128">
                  <c:v>0.00018496926</c:v>
                </c:pt>
                <c:pt idx="129">
                  <c:v>0.0001852399</c:v>
                </c:pt>
                <c:pt idx="130">
                  <c:v>0.00018569994</c:v>
                </c:pt>
                <c:pt idx="131">
                  <c:v>0.00018618763</c:v>
                </c:pt>
                <c:pt idx="132">
                  <c:v>0.00018666357</c:v>
                </c:pt>
                <c:pt idx="133">
                  <c:v>0.00018713178</c:v>
                </c:pt>
                <c:pt idx="134">
                  <c:v>0.00018758777</c:v>
                </c:pt>
                <c:pt idx="135">
                  <c:v>0.00018802874</c:v>
                </c:pt>
                <c:pt idx="136">
                  <c:v>0.00018845107</c:v>
                </c:pt>
                <c:pt idx="137">
                  <c:v>0.00018885564</c:v>
                </c:pt>
                <c:pt idx="138">
                  <c:v>0.00018924168</c:v>
                </c:pt>
                <c:pt idx="139">
                  <c:v>0.00018960817</c:v>
                </c:pt>
                <c:pt idx="140">
                  <c:v>0.00018995547</c:v>
                </c:pt>
                <c:pt idx="141">
                  <c:v>0.00019028924</c:v>
                </c:pt>
                <c:pt idx="142">
                  <c:v>0.00019060776</c:v>
                </c:pt>
                <c:pt idx="143">
                  <c:v>0.00019090609</c:v>
                </c:pt>
                <c:pt idx="144">
                  <c:v>0.0001911842</c:v>
                </c:pt>
                <c:pt idx="145">
                  <c:v>0.00019144275</c:v>
                </c:pt>
                <c:pt idx="146">
                  <c:v>0.00019168426</c:v>
                </c:pt>
                <c:pt idx="147">
                  <c:v>0.00019190672</c:v>
                </c:pt>
                <c:pt idx="148">
                  <c:v>0.00019211155</c:v>
                </c:pt>
                <c:pt idx="149">
                  <c:v>0.00019229879</c:v>
                </c:pt>
                <c:pt idx="150">
                  <c:v>0.00019252681</c:v>
                </c:pt>
                <c:pt idx="151">
                  <c:v>0.00019273692</c:v>
                </c:pt>
                <c:pt idx="152">
                  <c:v>0.00019292413</c:v>
                </c:pt>
                <c:pt idx="153">
                  <c:v>0.00019310161</c:v>
                </c:pt>
                <c:pt idx="154">
                  <c:v>0.00019326329</c:v>
                </c:pt>
                <c:pt idx="155">
                  <c:v>0.00019340468</c:v>
                </c:pt>
                <c:pt idx="156">
                  <c:v>0.00019353383</c:v>
                </c:pt>
                <c:pt idx="157">
                  <c:v>0.00019366108</c:v>
                </c:pt>
                <c:pt idx="158">
                  <c:v>0.00019385567</c:v>
                </c:pt>
                <c:pt idx="159">
                  <c:v>0.00019412358</c:v>
                </c:pt>
                <c:pt idx="160">
                  <c:v>0.00019437212</c:v>
                </c:pt>
                <c:pt idx="161">
                  <c:v>0.00019460449</c:v>
                </c:pt>
                <c:pt idx="162">
                  <c:v>0.00019482307</c:v>
                </c:pt>
                <c:pt idx="163">
                  <c:v>0.00019502438</c:v>
                </c:pt>
                <c:pt idx="164">
                  <c:v>0.00019521868</c:v>
                </c:pt>
                <c:pt idx="165">
                  <c:v>0.00019541733</c:v>
                </c:pt>
                <c:pt idx="166">
                  <c:v>0.00019562412</c:v>
                </c:pt>
                <c:pt idx="167">
                  <c:v>0.0001958241</c:v>
                </c:pt>
                <c:pt idx="168">
                  <c:v>0.00019601069</c:v>
                </c:pt>
                <c:pt idx="169">
                  <c:v>0.00019617815</c:v>
                </c:pt>
                <c:pt idx="170">
                  <c:v>0.00019631909</c:v>
                </c:pt>
                <c:pt idx="171">
                  <c:v>0.00019645034</c:v>
                </c:pt>
                <c:pt idx="172">
                  <c:v>0.00019657157</c:v>
                </c:pt>
                <c:pt idx="173">
                  <c:v>0.00019668344</c:v>
                </c:pt>
                <c:pt idx="174">
                  <c:v>0.0001967856</c:v>
                </c:pt>
                <c:pt idx="175">
                  <c:v>0.00019688741</c:v>
                </c:pt>
                <c:pt idx="176">
                  <c:v>0.00019699399</c:v>
                </c:pt>
                <c:pt idx="177">
                  <c:v>0.00019711683</c:v>
                </c:pt>
                <c:pt idx="178">
                  <c:v>0.0001972337</c:v>
                </c:pt>
                <c:pt idx="179">
                  <c:v>0.00019733987</c:v>
                </c:pt>
                <c:pt idx="180">
                  <c:v>0.00019744662</c:v>
                </c:pt>
                <c:pt idx="181">
                  <c:v>0.00019756856</c:v>
                </c:pt>
                <c:pt idx="182">
                  <c:v>0.00019768826</c:v>
                </c:pt>
                <c:pt idx="183">
                  <c:v>0.00019780246</c:v>
                </c:pt>
                <c:pt idx="184">
                  <c:v>0.00019791008</c:v>
                </c:pt>
                <c:pt idx="185">
                  <c:v>0.00019801196</c:v>
                </c:pt>
                <c:pt idx="186">
                  <c:v>0.0001981069</c:v>
                </c:pt>
                <c:pt idx="187">
                  <c:v>0.00019819647</c:v>
                </c:pt>
                <c:pt idx="188">
                  <c:v>0.00019827978</c:v>
                </c:pt>
                <c:pt idx="189">
                  <c:v>0.00019844408</c:v>
                </c:pt>
                <c:pt idx="190">
                  <c:v>0.00019863325</c:v>
                </c:pt>
                <c:pt idx="191">
                  <c:v>0.00019887146</c:v>
                </c:pt>
                <c:pt idx="192">
                  <c:v>0.00019910171</c:v>
                </c:pt>
                <c:pt idx="193">
                  <c:v>0.0001993203</c:v>
                </c:pt>
                <c:pt idx="194">
                  <c:v>0.000199537</c:v>
                </c:pt>
                <c:pt idx="195">
                  <c:v>0.00019974853</c:v>
                </c:pt>
                <c:pt idx="196">
                  <c:v>0.00019994975</c:v>
                </c:pt>
                <c:pt idx="197">
                  <c:v>0.00020017822</c:v>
                </c:pt>
                <c:pt idx="198">
                  <c:v>0.00020040757</c:v>
                </c:pt>
                <c:pt idx="199">
                  <c:v>0.00020064117</c:v>
                </c:pt>
                <c:pt idx="200">
                  <c:v>0.00020086225</c:v>
                </c:pt>
                <c:pt idx="201">
                  <c:v>0.00020108132</c:v>
                </c:pt>
                <c:pt idx="202">
                  <c:v>0.00020130124</c:v>
                </c:pt>
                <c:pt idx="203">
                  <c:v>0.00020151136</c:v>
                </c:pt>
                <c:pt idx="204">
                  <c:v>0.00020171324</c:v>
                </c:pt>
                <c:pt idx="205">
                  <c:v>0.00020195213</c:v>
                </c:pt>
                <c:pt idx="206">
                  <c:v>0.00020222935</c:v>
                </c:pt>
                <c:pt idx="207">
                  <c:v>0.00020252123</c:v>
                </c:pt>
                <c:pt idx="208">
                  <c:v>0.00020283047</c:v>
                </c:pt>
                <c:pt idx="209">
                  <c:v>0.00020320227</c:v>
                </c:pt>
                <c:pt idx="210">
                  <c:v>0.00020358218</c:v>
                </c:pt>
                <c:pt idx="211">
                  <c:v>0.00020395033</c:v>
                </c:pt>
                <c:pt idx="212">
                  <c:v>0.00020430861</c:v>
                </c:pt>
                <c:pt idx="213">
                  <c:v>0.00020466505</c:v>
                </c:pt>
                <c:pt idx="214">
                  <c:v>0.00020505992</c:v>
                </c:pt>
                <c:pt idx="215">
                  <c:v>0.00020546495</c:v>
                </c:pt>
                <c:pt idx="216">
                  <c:v>0.00020585923</c:v>
                </c:pt>
                <c:pt idx="217">
                  <c:v>0.00020624037</c:v>
                </c:pt>
                <c:pt idx="218">
                  <c:v>0.00020661524</c:v>
                </c:pt>
                <c:pt idx="219">
                  <c:v>0.0002069872</c:v>
                </c:pt>
                <c:pt idx="220">
                  <c:v>0.000207347</c:v>
                </c:pt>
                <c:pt idx="221">
                  <c:v>0.00020769413</c:v>
                </c:pt>
                <c:pt idx="222">
                  <c:v>0.00020802963</c:v>
                </c:pt>
                <c:pt idx="223">
                  <c:v>0.00020835344</c:v>
                </c:pt>
                <c:pt idx="224">
                  <c:v>0.00020866834</c:v>
                </c:pt>
                <c:pt idx="225">
                  <c:v>0.00020897231</c:v>
                </c:pt>
                <c:pt idx="226">
                  <c:v>0.00020926972</c:v>
                </c:pt>
                <c:pt idx="227">
                  <c:v>0.00020957321</c:v>
                </c:pt>
                <c:pt idx="228">
                  <c:v>0.00020991585</c:v>
                </c:pt>
                <c:pt idx="229">
                  <c:v>0.00021028676</c:v>
                </c:pt>
                <c:pt idx="230">
                  <c:v>0.00021067786</c:v>
                </c:pt>
                <c:pt idx="231">
                  <c:v>0.00021104631</c:v>
                </c:pt>
                <c:pt idx="232">
                  <c:v>0.00021141882</c:v>
                </c:pt>
                <c:pt idx="233">
                  <c:v>0.00021177046</c:v>
                </c:pt>
                <c:pt idx="234">
                  <c:v>0.00021213382</c:v>
                </c:pt>
                <c:pt idx="235">
                  <c:v>0.00021250488</c:v>
                </c:pt>
                <c:pt idx="236">
                  <c:v>0.00021286184</c:v>
                </c:pt>
                <c:pt idx="237">
                  <c:v>0.00021321753</c:v>
                </c:pt>
                <c:pt idx="238">
                  <c:v>0.00021357876</c:v>
                </c:pt>
                <c:pt idx="239">
                  <c:v>0.00021392248</c:v>
                </c:pt>
                <c:pt idx="240">
                  <c:v>0.00021424797</c:v>
                </c:pt>
                <c:pt idx="241">
                  <c:v>0.0002145593</c:v>
                </c:pt>
                <c:pt idx="242">
                  <c:v>0.00021485284</c:v>
                </c:pt>
                <c:pt idx="243">
                  <c:v>0.0002151289</c:v>
                </c:pt>
                <c:pt idx="244">
                  <c:v>0.00021538773</c:v>
                </c:pt>
                <c:pt idx="245">
                  <c:v>0.00021563622</c:v>
                </c:pt>
                <c:pt idx="246">
                  <c:v>0.00021588027</c:v>
                </c:pt>
                <c:pt idx="247">
                  <c:v>0.00021611095</c:v>
                </c:pt>
                <c:pt idx="248">
                  <c:v>0.00021632415</c:v>
                </c:pt>
                <c:pt idx="249">
                  <c:v>0.00021652442</c:v>
                </c:pt>
                <c:pt idx="250">
                  <c:v>0.00021661853</c:v>
                </c:pt>
                <c:pt idx="251">
                  <c:v>0.00021670858</c:v>
                </c:pt>
                <c:pt idx="252">
                  <c:v>0.00021679447</c:v>
                </c:pt>
                <c:pt idx="253">
                  <c:v>0.00021689445</c:v>
                </c:pt>
                <c:pt idx="254">
                  <c:v>0.00021699343</c:v>
                </c:pt>
                <c:pt idx="255">
                  <c:v>0.00021709036</c:v>
                </c:pt>
                <c:pt idx="256">
                  <c:v>0.00021718785</c:v>
                </c:pt>
                <c:pt idx="257">
                  <c:v>0.00021728132</c:v>
                </c:pt>
                <c:pt idx="258">
                  <c:v>0.00021737075</c:v>
                </c:pt>
                <c:pt idx="259">
                  <c:v>0.00021746291</c:v>
                </c:pt>
                <c:pt idx="260">
                  <c:v>0.00021755259</c:v>
                </c:pt>
                <c:pt idx="261">
                  <c:v>0.00021763802</c:v>
                </c:pt>
                <c:pt idx="262">
                  <c:v>0.00021772044</c:v>
                </c:pt>
                <c:pt idx="263">
                  <c:v>0.00021780033</c:v>
                </c:pt>
                <c:pt idx="264">
                  <c:v>0.00021787669</c:v>
                </c:pt>
                <c:pt idx="265">
                  <c:v>0.000217949</c:v>
                </c:pt>
                <c:pt idx="266">
                  <c:v>0.00021801911</c:v>
                </c:pt>
                <c:pt idx="267">
                  <c:v>0.0002180856</c:v>
                </c:pt>
                <c:pt idx="268">
                  <c:v>0.00021814857</c:v>
                </c:pt>
                <c:pt idx="269">
                  <c:v>0.00021820952</c:v>
                </c:pt>
                <c:pt idx="270">
                  <c:v>0.0002182672</c:v>
                </c:pt>
                <c:pt idx="271">
                  <c:v>0.00021832159</c:v>
                </c:pt>
                <c:pt idx="272">
                  <c:v>0.0002183773</c:v>
                </c:pt>
                <c:pt idx="273">
                  <c:v>0.00021843901</c:v>
                </c:pt>
                <c:pt idx="274">
                  <c:v>0.00021849762</c:v>
                </c:pt>
                <c:pt idx="275">
                  <c:v>0.00021855575</c:v>
                </c:pt>
                <c:pt idx="276">
                  <c:v>0.00021861123</c:v>
                </c:pt>
                <c:pt idx="277">
                  <c:v>0.00021866437</c:v>
                </c:pt>
                <c:pt idx="278">
                  <c:v>0.00021871881</c:v>
                </c:pt>
                <c:pt idx="279">
                  <c:v>0.00021877051</c:v>
                </c:pt>
                <c:pt idx="280">
                  <c:v>0.00021881955</c:v>
                </c:pt>
                <c:pt idx="281">
                  <c:v>0.00021886613</c:v>
                </c:pt>
                <c:pt idx="282">
                  <c:v>0.00021891039</c:v>
                </c:pt>
                <c:pt idx="283">
                  <c:v>0.00021895212</c:v>
                </c:pt>
                <c:pt idx="284">
                  <c:v>0.00021899114</c:v>
                </c:pt>
                <c:pt idx="285">
                  <c:v>0.00021902762</c:v>
                </c:pt>
                <c:pt idx="286">
                  <c:v>0.00021906152</c:v>
                </c:pt>
                <c:pt idx="287">
                  <c:v>0.0002190931</c:v>
                </c:pt>
                <c:pt idx="288">
                  <c:v>0.00021912227</c:v>
                </c:pt>
                <c:pt idx="289">
                  <c:v>0.00021914907</c:v>
                </c:pt>
                <c:pt idx="290">
                  <c:v>0.00021917383</c:v>
                </c:pt>
                <c:pt idx="291">
                  <c:v>0.00021919673</c:v>
                </c:pt>
                <c:pt idx="292">
                  <c:v>0.00021921905</c:v>
                </c:pt>
                <c:pt idx="293">
                  <c:v>0.00021927901</c:v>
                </c:pt>
                <c:pt idx="294">
                  <c:v>0.00021933658</c:v>
                </c:pt>
                <c:pt idx="295">
                  <c:v>0.00021939031</c:v>
                </c:pt>
                <c:pt idx="296">
                  <c:v>0.00021944283</c:v>
                </c:pt>
                <c:pt idx="297">
                  <c:v>0.00021950056</c:v>
                </c:pt>
                <c:pt idx="298">
                  <c:v>0.00021955531</c:v>
                </c:pt>
                <c:pt idx="299">
                  <c:v>0.00021960716</c:v>
                </c:pt>
                <c:pt idx="300">
                  <c:v>0.00021965957</c:v>
                </c:pt>
                <c:pt idx="301">
                  <c:v>0.0002197129</c:v>
                </c:pt>
                <c:pt idx="302">
                  <c:v>0.00021976467</c:v>
                </c:pt>
                <c:pt idx="303">
                  <c:v>0.00021983039</c:v>
                </c:pt>
                <c:pt idx="304">
                  <c:v>0.00021990339</c:v>
                </c:pt>
                <c:pt idx="305">
                  <c:v>0.00021997666</c:v>
                </c:pt>
                <c:pt idx="306">
                  <c:v>0.00022004711</c:v>
                </c:pt>
                <c:pt idx="307">
                  <c:v>0.00022011472</c:v>
                </c:pt>
                <c:pt idx="308">
                  <c:v>0.00022017787</c:v>
                </c:pt>
                <c:pt idx="309">
                  <c:v>0.00022024071</c:v>
                </c:pt>
                <c:pt idx="310">
                  <c:v>0.00022030206</c:v>
                </c:pt>
                <c:pt idx="311">
                  <c:v>0.00022036116</c:v>
                </c:pt>
                <c:pt idx="312">
                  <c:v>0.0002204179</c:v>
                </c:pt>
                <c:pt idx="313">
                  <c:v>0.00022047292</c:v>
                </c:pt>
                <c:pt idx="314">
                  <c:v>0.00022052924</c:v>
                </c:pt>
                <c:pt idx="315">
                  <c:v>0.00022058367</c:v>
                </c:pt>
                <c:pt idx="316">
                  <c:v>0.00022063605</c:v>
                </c:pt>
                <c:pt idx="317">
                  <c:v>0.00022068658</c:v>
                </c:pt>
                <c:pt idx="318">
                  <c:v>0.00022073519</c:v>
                </c:pt>
                <c:pt idx="319">
                  <c:v>0.0002207819</c:v>
                </c:pt>
                <c:pt idx="320">
                  <c:v>0.0002208268</c:v>
                </c:pt>
                <c:pt idx="321">
                  <c:v>0.00022087004</c:v>
                </c:pt>
                <c:pt idx="322">
                  <c:v>0.00022092159</c:v>
                </c:pt>
                <c:pt idx="323">
                  <c:v>0.00022097707</c:v>
                </c:pt>
                <c:pt idx="324">
                  <c:v>0.00022103106</c:v>
                </c:pt>
                <c:pt idx="325">
                  <c:v>0.00022108335</c:v>
                </c:pt>
                <c:pt idx="326">
                  <c:v>0.00022113385</c:v>
                </c:pt>
                <c:pt idx="327">
                  <c:v>0.00022118357</c:v>
                </c:pt>
                <c:pt idx="328">
                  <c:v>0.00022123148</c:v>
                </c:pt>
                <c:pt idx="329">
                  <c:v>0.00022127947</c:v>
                </c:pt>
                <c:pt idx="330">
                  <c:v>0.00022133163</c:v>
                </c:pt>
                <c:pt idx="331">
                  <c:v>0.000221385</c:v>
                </c:pt>
                <c:pt idx="332">
                  <c:v>0.00022143912</c:v>
                </c:pt>
                <c:pt idx="333">
                  <c:v>0.00022149439</c:v>
                </c:pt>
                <c:pt idx="334">
                  <c:v>0.00022154945</c:v>
                </c:pt>
                <c:pt idx="335">
                  <c:v>0.00022160404</c:v>
                </c:pt>
                <c:pt idx="336">
                  <c:v>0.000221658</c:v>
                </c:pt>
                <c:pt idx="337">
                  <c:v>0.00022171089</c:v>
                </c:pt>
                <c:pt idx="338">
                  <c:v>0.00022176352</c:v>
                </c:pt>
                <c:pt idx="339">
                  <c:v>0.00022181825</c:v>
                </c:pt>
                <c:pt idx="340">
                  <c:v>0.00022187182</c:v>
                </c:pt>
                <c:pt idx="341">
                  <c:v>0.00022192612</c:v>
                </c:pt>
                <c:pt idx="342">
                  <c:v>0.00022197963</c:v>
                </c:pt>
                <c:pt idx="343">
                  <c:v>0.00022203303</c:v>
                </c:pt>
                <c:pt idx="344">
                  <c:v>0.0002220867</c:v>
                </c:pt>
                <c:pt idx="345">
                  <c:v>0.00022213975</c:v>
                </c:pt>
                <c:pt idx="346">
                  <c:v>0.00022219262</c:v>
                </c:pt>
                <c:pt idx="347">
                  <c:v>0.00022224453</c:v>
                </c:pt>
                <c:pt idx="348">
                  <c:v>0.00022229632</c:v>
                </c:pt>
                <c:pt idx="349">
                  <c:v>0.00022234769</c:v>
                </c:pt>
                <c:pt idx="350">
                  <c:v>0.00022239809</c:v>
                </c:pt>
                <c:pt idx="351">
                  <c:v>0.0002224581</c:v>
                </c:pt>
                <c:pt idx="352">
                  <c:v>0.00022253401</c:v>
                </c:pt>
                <c:pt idx="353">
                  <c:v>0.00022261289</c:v>
                </c:pt>
                <c:pt idx="354">
                  <c:v>0.00022269427</c:v>
                </c:pt>
                <c:pt idx="355">
                  <c:v>0.00022278296</c:v>
                </c:pt>
                <c:pt idx="356">
                  <c:v>0.0002228749</c:v>
                </c:pt>
                <c:pt idx="357">
                  <c:v>0.00022296566</c:v>
                </c:pt>
                <c:pt idx="358">
                  <c:v>0.00022305678</c:v>
                </c:pt>
                <c:pt idx="359">
                  <c:v>0.00022314683</c:v>
                </c:pt>
                <c:pt idx="360">
                  <c:v>0.00022326054</c:v>
                </c:pt>
                <c:pt idx="361">
                  <c:v>0.00022339124</c:v>
                </c:pt>
                <c:pt idx="362">
                  <c:v>0.00022352006</c:v>
                </c:pt>
                <c:pt idx="363">
                  <c:v>0.00022364693</c:v>
                </c:pt>
                <c:pt idx="364">
                  <c:v>0.00022378034</c:v>
                </c:pt>
                <c:pt idx="365">
                  <c:v>0.00022391492</c:v>
                </c:pt>
                <c:pt idx="366">
                  <c:v>0.00022404805</c:v>
                </c:pt>
                <c:pt idx="367">
                  <c:v>0.00022418029</c:v>
                </c:pt>
                <c:pt idx="368">
                  <c:v>0.00022431077</c:v>
                </c:pt>
                <c:pt idx="369">
                  <c:v>0.00022443924</c:v>
                </c:pt>
                <c:pt idx="370">
                  <c:v>0.0002245664</c:v>
                </c:pt>
                <c:pt idx="371">
                  <c:v>0.00022469452</c:v>
                </c:pt>
                <c:pt idx="372">
                  <c:v>0.00022482043</c:v>
                </c:pt>
                <c:pt idx="373">
                  <c:v>0.00022494481</c:v>
                </c:pt>
                <c:pt idx="374">
                  <c:v>0.00022506751</c:v>
                </c:pt>
                <c:pt idx="375">
                  <c:v>0.00022521145</c:v>
                </c:pt>
                <c:pt idx="376">
                  <c:v>0.00022535317</c:v>
                </c:pt>
                <c:pt idx="377">
                  <c:v>0.00022549539</c:v>
                </c:pt>
                <c:pt idx="378">
                  <c:v>0.00022563894</c:v>
                </c:pt>
                <c:pt idx="379">
                  <c:v>0.00022578884</c:v>
                </c:pt>
                <c:pt idx="380">
                  <c:v>0.00022593585</c:v>
                </c:pt>
                <c:pt idx="381">
                  <c:v>0.00022608018</c:v>
                </c:pt>
                <c:pt idx="382">
                  <c:v>0.00022622212</c:v>
                </c:pt>
                <c:pt idx="383">
                  <c:v>0.00022636069</c:v>
                </c:pt>
                <c:pt idx="384">
                  <c:v>0.00022649613</c:v>
                </c:pt>
                <c:pt idx="385">
                  <c:v>0.0002266275</c:v>
                </c:pt>
                <c:pt idx="386">
                  <c:v>0.00022676255</c:v>
                </c:pt>
                <c:pt idx="387">
                  <c:v>0.00022690116</c:v>
                </c:pt>
                <c:pt idx="388">
                  <c:v>0.00022703759</c:v>
                </c:pt>
                <c:pt idx="389">
                  <c:v>0.00022717158</c:v>
                </c:pt>
                <c:pt idx="390">
                  <c:v>0.00022730337</c:v>
                </c:pt>
                <c:pt idx="391">
                  <c:v>0.00022743285</c:v>
                </c:pt>
                <c:pt idx="392">
                  <c:v>0.00022756013</c:v>
                </c:pt>
                <c:pt idx="393">
                  <c:v>0.00022768528</c:v>
                </c:pt>
                <c:pt idx="394">
                  <c:v>0.00022780835</c:v>
                </c:pt>
                <c:pt idx="395">
                  <c:v>0.00022792949</c:v>
                </c:pt>
                <c:pt idx="396">
                  <c:v>0.00022804899</c:v>
                </c:pt>
                <c:pt idx="397">
                  <c:v>0.00022816688</c:v>
                </c:pt>
                <c:pt idx="398">
                  <c:v>0.00022828281</c:v>
                </c:pt>
                <c:pt idx="399">
                  <c:v>0.00022839709</c:v>
                </c:pt>
                <c:pt idx="400">
                  <c:v>0.00022851119</c:v>
                </c:pt>
                <c:pt idx="401">
                  <c:v>0.00022862931</c:v>
                </c:pt>
                <c:pt idx="402">
                  <c:v>0.00022874581</c:v>
                </c:pt>
                <c:pt idx="403">
                  <c:v>0.00022886123</c:v>
                </c:pt>
                <c:pt idx="404">
                  <c:v>0.00022897502</c:v>
                </c:pt>
                <c:pt idx="405">
                  <c:v>0.00022909718</c:v>
                </c:pt>
                <c:pt idx="406">
                  <c:v>0.00022922896</c:v>
                </c:pt>
                <c:pt idx="407">
                  <c:v>0.00022936003</c:v>
                </c:pt>
                <c:pt idx="408">
                  <c:v>0.00022948996</c:v>
                </c:pt>
                <c:pt idx="409">
                  <c:v>0.00022961913</c:v>
                </c:pt>
                <c:pt idx="410">
                  <c:v>0.00022974784</c:v>
                </c:pt>
                <c:pt idx="411">
                  <c:v>0.00022987572</c:v>
                </c:pt>
                <c:pt idx="412">
                  <c:v>0.0002300028</c:v>
                </c:pt>
                <c:pt idx="413">
                  <c:v>0.00023012925</c:v>
                </c:pt>
                <c:pt idx="414">
                  <c:v>0.00023025526</c:v>
                </c:pt>
                <c:pt idx="415">
                  <c:v>0.0002303807</c:v>
                </c:pt>
                <c:pt idx="416">
                  <c:v>0.00023050542</c:v>
                </c:pt>
                <c:pt idx="417">
                  <c:v>0.00023062948</c:v>
                </c:pt>
                <c:pt idx="418">
                  <c:v>0.00023075322</c:v>
                </c:pt>
                <c:pt idx="419">
                  <c:v>0.00023087635</c:v>
                </c:pt>
                <c:pt idx="420">
                  <c:v>0.0002309995</c:v>
                </c:pt>
                <c:pt idx="421">
                  <c:v>0.0002311237</c:v>
                </c:pt>
                <c:pt idx="422">
                  <c:v>0.00023125101</c:v>
                </c:pt>
                <c:pt idx="423">
                  <c:v>0.0002313778</c:v>
                </c:pt>
                <c:pt idx="424">
                  <c:v>0.00023150417</c:v>
                </c:pt>
                <c:pt idx="425">
                  <c:v>0.00023163303</c:v>
                </c:pt>
                <c:pt idx="426">
                  <c:v>0.0002317771</c:v>
                </c:pt>
                <c:pt idx="427">
                  <c:v>0.00023192677</c:v>
                </c:pt>
                <c:pt idx="428">
                  <c:v>0.00023207684</c:v>
                </c:pt>
                <c:pt idx="429">
                  <c:v>0.00023222724</c:v>
                </c:pt>
                <c:pt idx="430">
                  <c:v>0.00023237773</c:v>
                </c:pt>
                <c:pt idx="431">
                  <c:v>0.00023252822</c:v>
                </c:pt>
                <c:pt idx="432">
                  <c:v>0.00023267872</c:v>
                </c:pt>
                <c:pt idx="433">
                  <c:v>0.00023282923</c:v>
                </c:pt>
                <c:pt idx="434">
                  <c:v>0.0002329905</c:v>
                </c:pt>
                <c:pt idx="435">
                  <c:v>0.00023315437</c:v>
                </c:pt>
                <c:pt idx="436">
                  <c:v>0.00023328928</c:v>
                </c:pt>
                <c:pt idx="437">
                  <c:v>0.0002334127</c:v>
                </c:pt>
                <c:pt idx="438">
                  <c:v>0.00023354266</c:v>
                </c:pt>
                <c:pt idx="439">
                  <c:v>0.00023367778</c:v>
                </c:pt>
                <c:pt idx="440">
                  <c:v>0.00023381152</c:v>
                </c:pt>
                <c:pt idx="441">
                  <c:v>0.00023394295</c:v>
                </c:pt>
                <c:pt idx="442">
                  <c:v>0.00023406884</c:v>
                </c:pt>
                <c:pt idx="443">
                  <c:v>0.00023419386</c:v>
                </c:pt>
                <c:pt idx="444">
                  <c:v>0.00023432554</c:v>
                </c:pt>
                <c:pt idx="445">
                  <c:v>0.00023446866</c:v>
                </c:pt>
                <c:pt idx="446">
                  <c:v>0.00023461146</c:v>
                </c:pt>
                <c:pt idx="447">
                  <c:v>0.00023475483</c:v>
                </c:pt>
                <c:pt idx="448">
                  <c:v>0.00023489742</c:v>
                </c:pt>
                <c:pt idx="449">
                  <c:v>0.00023503894</c:v>
                </c:pt>
                <c:pt idx="450">
                  <c:v>0.00023517941</c:v>
                </c:pt>
                <c:pt idx="451">
                  <c:v>0.00023531932</c:v>
                </c:pt>
                <c:pt idx="452">
                  <c:v>0.00023545744</c:v>
                </c:pt>
                <c:pt idx="453">
                  <c:v>0.00023559228</c:v>
                </c:pt>
                <c:pt idx="454">
                  <c:v>0.00023572595</c:v>
                </c:pt>
                <c:pt idx="455">
                  <c:v>0.00023586159</c:v>
                </c:pt>
                <c:pt idx="456">
                  <c:v>0.00023599997</c:v>
                </c:pt>
                <c:pt idx="457">
                  <c:v>0.00023613738</c:v>
                </c:pt>
                <c:pt idx="458">
                  <c:v>0.00023627449</c:v>
                </c:pt>
                <c:pt idx="459">
                  <c:v>0.00023641197</c:v>
                </c:pt>
                <c:pt idx="460">
                  <c:v>0.00023654873</c:v>
                </c:pt>
                <c:pt idx="461">
                  <c:v>0.00023668521</c:v>
                </c:pt>
                <c:pt idx="462">
                  <c:v>0.00023682089</c:v>
                </c:pt>
                <c:pt idx="463">
                  <c:v>0.0002369554</c:v>
                </c:pt>
                <c:pt idx="464">
                  <c:v>0.00023708869</c:v>
                </c:pt>
                <c:pt idx="465">
                  <c:v>0.00023722101</c:v>
                </c:pt>
                <c:pt idx="466">
                  <c:v>0.0002373538</c:v>
                </c:pt>
                <c:pt idx="467">
                  <c:v>0.00023748592</c:v>
                </c:pt>
                <c:pt idx="468">
                  <c:v>0.00023763272</c:v>
                </c:pt>
                <c:pt idx="469">
                  <c:v>0.00023778301</c:v>
                </c:pt>
                <c:pt idx="470">
                  <c:v>0.00023793322</c:v>
                </c:pt>
                <c:pt idx="471">
                  <c:v>0.00023808649</c:v>
                </c:pt>
                <c:pt idx="472">
                  <c:v>0.00023824295</c:v>
                </c:pt>
                <c:pt idx="473">
                  <c:v>0.00023839866</c:v>
                </c:pt>
                <c:pt idx="474">
                  <c:v>0.00023855494</c:v>
                </c:pt>
                <c:pt idx="475">
                  <c:v>0.00023871176</c:v>
                </c:pt>
                <c:pt idx="476">
                  <c:v>0.0002388678</c:v>
                </c:pt>
                <c:pt idx="477">
                  <c:v>0.00023902299</c:v>
                </c:pt>
                <c:pt idx="478">
                  <c:v>0.00023918137</c:v>
                </c:pt>
                <c:pt idx="479">
                  <c:v>0.00023935994</c:v>
                </c:pt>
                <c:pt idx="480">
                  <c:v>0.00023954115</c:v>
                </c:pt>
                <c:pt idx="481">
                  <c:v>0.00023972216</c:v>
                </c:pt>
                <c:pt idx="482">
                  <c:v>0.00023990285</c:v>
                </c:pt>
                <c:pt idx="483">
                  <c:v>0.0002400832</c:v>
                </c:pt>
                <c:pt idx="484">
                  <c:v>0.00024026288</c:v>
                </c:pt>
                <c:pt idx="485">
                  <c:v>0.00024044288</c:v>
                </c:pt>
                <c:pt idx="486">
                  <c:v>0.00024062385</c:v>
                </c:pt>
                <c:pt idx="487">
                  <c:v>0.00024080514</c:v>
                </c:pt>
                <c:pt idx="488">
                  <c:v>0.00024098645</c:v>
                </c:pt>
                <c:pt idx="489">
                  <c:v>0.0002411673</c:v>
                </c:pt>
                <c:pt idx="490">
                  <c:v>0.00024134771</c:v>
                </c:pt>
                <c:pt idx="491">
                  <c:v>0.00024149602</c:v>
                </c:pt>
                <c:pt idx="492">
                  <c:v>0.0002416401</c:v>
                </c:pt>
                <c:pt idx="493">
                  <c:v>0.00024179012</c:v>
                </c:pt>
                <c:pt idx="494">
                  <c:v>0.00024199463</c:v>
                </c:pt>
                <c:pt idx="495">
                  <c:v>0.0002421986</c:v>
                </c:pt>
                <c:pt idx="496">
                  <c:v>0.00024240151</c:v>
                </c:pt>
                <c:pt idx="497">
                  <c:v>0.00024260542</c:v>
                </c:pt>
                <c:pt idx="498">
                  <c:v>0.00024281386</c:v>
                </c:pt>
                <c:pt idx="499">
                  <c:v>0.00024302477</c:v>
                </c:pt>
                <c:pt idx="500">
                  <c:v>0.00024313093</c:v>
                </c:pt>
                <c:pt idx="501">
                  <c:v>0.00024323697</c:v>
                </c:pt>
                <c:pt idx="502">
                  <c:v>0.00024334456</c:v>
                </c:pt>
                <c:pt idx="503">
                  <c:v>0.00024345544</c:v>
                </c:pt>
                <c:pt idx="504">
                  <c:v>0.00024356609</c:v>
                </c:pt>
                <c:pt idx="505">
                  <c:v>0.00024367629</c:v>
                </c:pt>
                <c:pt idx="506">
                  <c:v>0.00024378689</c:v>
                </c:pt>
                <c:pt idx="507">
                  <c:v>0.00024389711</c:v>
                </c:pt>
                <c:pt idx="508">
                  <c:v>0.00024400704</c:v>
                </c:pt>
                <c:pt idx="509">
                  <c:v>0.00024411656</c:v>
                </c:pt>
                <c:pt idx="510">
                  <c:v>0.00024422577</c:v>
                </c:pt>
                <c:pt idx="511">
                  <c:v>0.00024433458</c:v>
                </c:pt>
                <c:pt idx="512">
                  <c:v>0.00024444302</c:v>
                </c:pt>
                <c:pt idx="513">
                  <c:v>0.00024455113</c:v>
                </c:pt>
                <c:pt idx="514">
                  <c:v>0.00024465906</c:v>
                </c:pt>
                <c:pt idx="515">
                  <c:v>0.00024476659</c:v>
                </c:pt>
                <c:pt idx="516">
                  <c:v>0.00024487381</c:v>
                </c:pt>
                <c:pt idx="517">
                  <c:v>0.00024498068</c:v>
                </c:pt>
                <c:pt idx="518">
                  <c:v>0.0002450872</c:v>
                </c:pt>
                <c:pt idx="519">
                  <c:v>0.00024519335</c:v>
                </c:pt>
                <c:pt idx="520">
                  <c:v>0.00024529914</c:v>
                </c:pt>
                <c:pt idx="521">
                  <c:v>0.00024540449</c:v>
                </c:pt>
                <c:pt idx="522">
                  <c:v>0.00024550947</c:v>
                </c:pt>
                <c:pt idx="523">
                  <c:v>0.00024561402</c:v>
                </c:pt>
                <c:pt idx="524">
                  <c:v>0.00024571827</c:v>
                </c:pt>
                <c:pt idx="525">
                  <c:v>0.00024582213</c:v>
                </c:pt>
                <c:pt idx="526">
                  <c:v>0.00024592569</c:v>
                </c:pt>
                <c:pt idx="527">
                  <c:v>0.00024602881</c:v>
                </c:pt>
                <c:pt idx="528">
                  <c:v>0.00024613166</c:v>
                </c:pt>
                <c:pt idx="529">
                  <c:v>0.00024623409</c:v>
                </c:pt>
                <c:pt idx="530">
                  <c:v>0.00024633633</c:v>
                </c:pt>
                <c:pt idx="531">
                  <c:v>0.00024643831</c:v>
                </c:pt>
                <c:pt idx="532">
                  <c:v>0.0002465399</c:v>
                </c:pt>
                <c:pt idx="533">
                  <c:v>0.00024664114</c:v>
                </c:pt>
                <c:pt idx="534">
                  <c:v>0.00024674216</c:v>
                </c:pt>
                <c:pt idx="535">
                  <c:v>0.00024684293</c:v>
                </c:pt>
                <c:pt idx="536">
                  <c:v>0.00024694324</c:v>
                </c:pt>
                <c:pt idx="537">
                  <c:v>0.00024704288</c:v>
                </c:pt>
                <c:pt idx="538">
                  <c:v>0.00024714451</c:v>
                </c:pt>
                <c:pt idx="539">
                  <c:v>0.00024724608</c:v>
                </c:pt>
                <c:pt idx="540">
                  <c:v>0.00024734729</c:v>
                </c:pt>
                <c:pt idx="541">
                  <c:v>0.00024744818</c:v>
                </c:pt>
                <c:pt idx="542">
                  <c:v>0.00024754878</c:v>
                </c:pt>
                <c:pt idx="543">
                  <c:v>0.00024765015</c:v>
                </c:pt>
                <c:pt idx="544">
                  <c:v>0.00024775126</c:v>
                </c:pt>
                <c:pt idx="545">
                  <c:v>0.00024785172</c:v>
                </c:pt>
                <c:pt idx="546">
                  <c:v>0.00024795227</c:v>
                </c:pt>
                <c:pt idx="547">
                  <c:v>0.00024805454</c:v>
                </c:pt>
                <c:pt idx="548">
                  <c:v>0.00024815673</c:v>
                </c:pt>
                <c:pt idx="549">
                  <c:v>0.00024825874</c:v>
                </c:pt>
                <c:pt idx="550">
                  <c:v>0.00024836217</c:v>
                </c:pt>
                <c:pt idx="551">
                  <c:v>0.0002484657</c:v>
                </c:pt>
                <c:pt idx="552">
                  <c:v>0.00024856894</c:v>
                </c:pt>
                <c:pt idx="553">
                  <c:v>0.00024867194</c:v>
                </c:pt>
                <c:pt idx="554">
                  <c:v>0.00024877481</c:v>
                </c:pt>
                <c:pt idx="555">
                  <c:v>0.00024887754</c:v>
                </c:pt>
                <c:pt idx="556">
                  <c:v>0.00024897976</c:v>
                </c:pt>
                <c:pt idx="557">
                  <c:v>0.00024908141</c:v>
                </c:pt>
                <c:pt idx="558">
                  <c:v>0.00024918251</c:v>
                </c:pt>
                <c:pt idx="559">
                  <c:v>0.00024928333</c:v>
                </c:pt>
                <c:pt idx="560">
                  <c:v>0.00024938408</c:v>
                </c:pt>
                <c:pt idx="561">
                  <c:v>0.00024948455</c:v>
                </c:pt>
                <c:pt idx="562">
                  <c:v>0.00024958471</c:v>
                </c:pt>
                <c:pt idx="563">
                  <c:v>0.00024968441</c:v>
                </c:pt>
                <c:pt idx="564">
                  <c:v>0.00024978368</c:v>
                </c:pt>
                <c:pt idx="565">
                  <c:v>0.00024988256</c:v>
                </c:pt>
                <c:pt idx="566">
                  <c:v>0.00024998176</c:v>
                </c:pt>
                <c:pt idx="567">
                  <c:v>0.0002500811</c:v>
                </c:pt>
                <c:pt idx="568">
                  <c:v>0.00025018014</c:v>
                </c:pt>
                <c:pt idx="569">
                  <c:v>0.00025027882</c:v>
                </c:pt>
                <c:pt idx="570">
                  <c:v>0.00025037865</c:v>
                </c:pt>
                <c:pt idx="571">
                  <c:v>0.00025047834</c:v>
                </c:pt>
                <c:pt idx="572">
                  <c:v>0.0002505777</c:v>
                </c:pt>
                <c:pt idx="573">
                  <c:v>0.00025067716</c:v>
                </c:pt>
                <c:pt idx="574">
                  <c:v>0.00025077635</c:v>
                </c:pt>
                <c:pt idx="575">
                  <c:v>0.00025087584</c:v>
                </c:pt>
                <c:pt idx="576">
                  <c:v>0.00025097427</c:v>
                </c:pt>
                <c:pt idx="577">
                  <c:v>0.00025107228</c:v>
                </c:pt>
                <c:pt idx="578">
                  <c:v>0.00025116977</c:v>
                </c:pt>
                <c:pt idx="579">
                  <c:v>0.00025126684</c:v>
                </c:pt>
                <c:pt idx="580">
                  <c:v>0.00025136349</c:v>
                </c:pt>
                <c:pt idx="581">
                  <c:v>0.00025145972</c:v>
                </c:pt>
                <c:pt idx="582">
                  <c:v>0.00025155582</c:v>
                </c:pt>
                <c:pt idx="583">
                  <c:v>0.00025165195</c:v>
                </c:pt>
                <c:pt idx="584">
                  <c:v>0.00025174759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Iterations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  <c:logBase val="1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Residuals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report-def-0-rplot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report-def-0-sa</c:v>
                </c:pt>
              </c:strCache>
            </c:strRef>
          </c:tx>
          <c:xVal>
            <c:numRef>
              <c:f>Sheet1!$A$2:$A$4586</c:f>
              <c:numCache>
                <c:formatCode>General</c:formatCode>
                <c:ptCount val="4585"/>
                <c:pt idx="0">
                  <c:v>1.0</c:v>
                </c:pt>
                <c:pt idx="1">
                  <c:v>2.0</c:v>
                </c:pt>
                <c:pt idx="2">
                  <c:v>3.0</c:v>
                </c:pt>
                <c:pt idx="3">
                  <c:v>4.0</c:v>
                </c:pt>
                <c:pt idx="4">
                  <c:v>5.0</c:v>
                </c:pt>
                <c:pt idx="5">
                  <c:v>6.0</c:v>
                </c:pt>
                <c:pt idx="6">
                  <c:v>7.0</c:v>
                </c:pt>
                <c:pt idx="7">
                  <c:v>8.0</c:v>
                </c:pt>
                <c:pt idx="8">
                  <c:v>9.0</c:v>
                </c:pt>
                <c:pt idx="9">
                  <c:v>10.0</c:v>
                </c:pt>
                <c:pt idx="10">
                  <c:v>11.0</c:v>
                </c:pt>
                <c:pt idx="11">
                  <c:v>12.0</c:v>
                </c:pt>
                <c:pt idx="12">
                  <c:v>13.0</c:v>
                </c:pt>
                <c:pt idx="13">
                  <c:v>14.0</c:v>
                </c:pt>
                <c:pt idx="14">
                  <c:v>15.0</c:v>
                </c:pt>
                <c:pt idx="15">
                  <c:v>16.0</c:v>
                </c:pt>
                <c:pt idx="16">
                  <c:v>17.0</c:v>
                </c:pt>
                <c:pt idx="17">
                  <c:v>18.0</c:v>
                </c:pt>
                <c:pt idx="18">
                  <c:v>19.0</c:v>
                </c:pt>
                <c:pt idx="19">
                  <c:v>20.0</c:v>
                </c:pt>
                <c:pt idx="20">
                  <c:v>21.0</c:v>
                </c:pt>
                <c:pt idx="21">
                  <c:v>22.0</c:v>
                </c:pt>
                <c:pt idx="22">
                  <c:v>23.0</c:v>
                </c:pt>
                <c:pt idx="23">
                  <c:v>24.0</c:v>
                </c:pt>
                <c:pt idx="24">
                  <c:v>25.0</c:v>
                </c:pt>
                <c:pt idx="25">
                  <c:v>26.0</c:v>
                </c:pt>
                <c:pt idx="26">
                  <c:v>27.0</c:v>
                </c:pt>
                <c:pt idx="27">
                  <c:v>28.0</c:v>
                </c:pt>
                <c:pt idx="28">
                  <c:v>29.0</c:v>
                </c:pt>
                <c:pt idx="29">
                  <c:v>30.0</c:v>
                </c:pt>
                <c:pt idx="30">
                  <c:v>31.0</c:v>
                </c:pt>
                <c:pt idx="31">
                  <c:v>32.0</c:v>
                </c:pt>
                <c:pt idx="32">
                  <c:v>33.0</c:v>
                </c:pt>
                <c:pt idx="33">
                  <c:v>34.0</c:v>
                </c:pt>
                <c:pt idx="34">
                  <c:v>35.0</c:v>
                </c:pt>
                <c:pt idx="35">
                  <c:v>36.0</c:v>
                </c:pt>
                <c:pt idx="36">
                  <c:v>37.0</c:v>
                </c:pt>
                <c:pt idx="37">
                  <c:v>38.0</c:v>
                </c:pt>
                <c:pt idx="38">
                  <c:v>39.0</c:v>
                </c:pt>
                <c:pt idx="39">
                  <c:v>40.0</c:v>
                </c:pt>
                <c:pt idx="40">
                  <c:v>41.0</c:v>
                </c:pt>
                <c:pt idx="41">
                  <c:v>42.0</c:v>
                </c:pt>
                <c:pt idx="42">
                  <c:v>43.0</c:v>
                </c:pt>
                <c:pt idx="43">
                  <c:v>44.0</c:v>
                </c:pt>
                <c:pt idx="44">
                  <c:v>45.0</c:v>
                </c:pt>
                <c:pt idx="45">
                  <c:v>46.0</c:v>
                </c:pt>
                <c:pt idx="46">
                  <c:v>47.0</c:v>
                </c:pt>
                <c:pt idx="47">
                  <c:v>48.0</c:v>
                </c:pt>
                <c:pt idx="48">
                  <c:v>49.0</c:v>
                </c:pt>
                <c:pt idx="49">
                  <c:v>50.0</c:v>
                </c:pt>
                <c:pt idx="50">
                  <c:v>51.0</c:v>
                </c:pt>
                <c:pt idx="51">
                  <c:v>52.0</c:v>
                </c:pt>
                <c:pt idx="52">
                  <c:v>53.0</c:v>
                </c:pt>
                <c:pt idx="53">
                  <c:v>54.0</c:v>
                </c:pt>
                <c:pt idx="54">
                  <c:v>55.0</c:v>
                </c:pt>
                <c:pt idx="55">
                  <c:v>56.0</c:v>
                </c:pt>
                <c:pt idx="56">
                  <c:v>57.0</c:v>
                </c:pt>
                <c:pt idx="57">
                  <c:v>58.0</c:v>
                </c:pt>
                <c:pt idx="58">
                  <c:v>59.0</c:v>
                </c:pt>
                <c:pt idx="59">
                  <c:v>60.0</c:v>
                </c:pt>
                <c:pt idx="60">
                  <c:v>61.0</c:v>
                </c:pt>
                <c:pt idx="61">
                  <c:v>62.0</c:v>
                </c:pt>
                <c:pt idx="62">
                  <c:v>63.0</c:v>
                </c:pt>
                <c:pt idx="63">
                  <c:v>64.0</c:v>
                </c:pt>
                <c:pt idx="64">
                  <c:v>65.0</c:v>
                </c:pt>
                <c:pt idx="65">
                  <c:v>66.0</c:v>
                </c:pt>
                <c:pt idx="66">
                  <c:v>67.0</c:v>
                </c:pt>
                <c:pt idx="67">
                  <c:v>68.0</c:v>
                </c:pt>
                <c:pt idx="68">
                  <c:v>69.0</c:v>
                </c:pt>
                <c:pt idx="69">
                  <c:v>70.0</c:v>
                </c:pt>
                <c:pt idx="70">
                  <c:v>71.0</c:v>
                </c:pt>
                <c:pt idx="71">
                  <c:v>72.0</c:v>
                </c:pt>
                <c:pt idx="72">
                  <c:v>73.0</c:v>
                </c:pt>
                <c:pt idx="73">
                  <c:v>74.0</c:v>
                </c:pt>
                <c:pt idx="74">
                  <c:v>75.0</c:v>
                </c:pt>
                <c:pt idx="75">
                  <c:v>76.0</c:v>
                </c:pt>
                <c:pt idx="76">
                  <c:v>77.0</c:v>
                </c:pt>
                <c:pt idx="77">
                  <c:v>78.0</c:v>
                </c:pt>
                <c:pt idx="78">
                  <c:v>79.0</c:v>
                </c:pt>
                <c:pt idx="79">
                  <c:v>80.0</c:v>
                </c:pt>
                <c:pt idx="80">
                  <c:v>81.0</c:v>
                </c:pt>
                <c:pt idx="81">
                  <c:v>82.0</c:v>
                </c:pt>
                <c:pt idx="82">
                  <c:v>83.0</c:v>
                </c:pt>
                <c:pt idx="83">
                  <c:v>84.0</c:v>
                </c:pt>
                <c:pt idx="84">
                  <c:v>85.0</c:v>
                </c:pt>
                <c:pt idx="85">
                  <c:v>86.0</c:v>
                </c:pt>
                <c:pt idx="86">
                  <c:v>87.0</c:v>
                </c:pt>
                <c:pt idx="87">
                  <c:v>88.0</c:v>
                </c:pt>
                <c:pt idx="88">
                  <c:v>89.0</c:v>
                </c:pt>
                <c:pt idx="89">
                  <c:v>90.0</c:v>
                </c:pt>
                <c:pt idx="90">
                  <c:v>91.0</c:v>
                </c:pt>
                <c:pt idx="91">
                  <c:v>92.0</c:v>
                </c:pt>
                <c:pt idx="92">
                  <c:v>93.0</c:v>
                </c:pt>
                <c:pt idx="93">
                  <c:v>94.0</c:v>
                </c:pt>
                <c:pt idx="94">
                  <c:v>95.0</c:v>
                </c:pt>
                <c:pt idx="95">
                  <c:v>96.0</c:v>
                </c:pt>
                <c:pt idx="96">
                  <c:v>97.0</c:v>
                </c:pt>
                <c:pt idx="97">
                  <c:v>98.0</c:v>
                </c:pt>
                <c:pt idx="98">
                  <c:v>99.0</c:v>
                </c:pt>
                <c:pt idx="99">
                  <c:v>100.0</c:v>
                </c:pt>
                <c:pt idx="100">
                  <c:v>101.0</c:v>
                </c:pt>
                <c:pt idx="101">
                  <c:v>102.0</c:v>
                </c:pt>
                <c:pt idx="102">
                  <c:v>103.0</c:v>
                </c:pt>
                <c:pt idx="103">
                  <c:v>104.0</c:v>
                </c:pt>
                <c:pt idx="104">
                  <c:v>105.0</c:v>
                </c:pt>
                <c:pt idx="105">
                  <c:v>106.0</c:v>
                </c:pt>
                <c:pt idx="106">
                  <c:v>107.0</c:v>
                </c:pt>
                <c:pt idx="107">
                  <c:v>108.0</c:v>
                </c:pt>
                <c:pt idx="108">
                  <c:v>109.0</c:v>
                </c:pt>
                <c:pt idx="109">
                  <c:v>110.0</c:v>
                </c:pt>
                <c:pt idx="110">
                  <c:v>111.0</c:v>
                </c:pt>
                <c:pt idx="111">
                  <c:v>112.0</c:v>
                </c:pt>
                <c:pt idx="112">
                  <c:v>113.0</c:v>
                </c:pt>
                <c:pt idx="113">
                  <c:v>114.0</c:v>
                </c:pt>
                <c:pt idx="114">
                  <c:v>115.0</c:v>
                </c:pt>
                <c:pt idx="115">
                  <c:v>116.0</c:v>
                </c:pt>
                <c:pt idx="116">
                  <c:v>117.0</c:v>
                </c:pt>
                <c:pt idx="117">
                  <c:v>118.0</c:v>
                </c:pt>
                <c:pt idx="118">
                  <c:v>119.0</c:v>
                </c:pt>
                <c:pt idx="119">
                  <c:v>120.0</c:v>
                </c:pt>
                <c:pt idx="120">
                  <c:v>121.0</c:v>
                </c:pt>
                <c:pt idx="121">
                  <c:v>122.0</c:v>
                </c:pt>
                <c:pt idx="122">
                  <c:v>123.0</c:v>
                </c:pt>
                <c:pt idx="123">
                  <c:v>124.0</c:v>
                </c:pt>
                <c:pt idx="124">
                  <c:v>125.0</c:v>
                </c:pt>
                <c:pt idx="125">
                  <c:v>126.0</c:v>
                </c:pt>
                <c:pt idx="126">
                  <c:v>127.0</c:v>
                </c:pt>
                <c:pt idx="127">
                  <c:v>128.0</c:v>
                </c:pt>
                <c:pt idx="128">
                  <c:v>129.0</c:v>
                </c:pt>
                <c:pt idx="129">
                  <c:v>130.0</c:v>
                </c:pt>
                <c:pt idx="130">
                  <c:v>131.0</c:v>
                </c:pt>
                <c:pt idx="131">
                  <c:v>132.0</c:v>
                </c:pt>
                <c:pt idx="132">
                  <c:v>133.0</c:v>
                </c:pt>
                <c:pt idx="133">
                  <c:v>134.0</c:v>
                </c:pt>
                <c:pt idx="134">
                  <c:v>135.0</c:v>
                </c:pt>
                <c:pt idx="135">
                  <c:v>136.0</c:v>
                </c:pt>
                <c:pt idx="136">
                  <c:v>137.0</c:v>
                </c:pt>
                <c:pt idx="137">
                  <c:v>138.0</c:v>
                </c:pt>
                <c:pt idx="138">
                  <c:v>139.0</c:v>
                </c:pt>
                <c:pt idx="139">
                  <c:v>140.0</c:v>
                </c:pt>
                <c:pt idx="140">
                  <c:v>141.0</c:v>
                </c:pt>
                <c:pt idx="141">
                  <c:v>142.0</c:v>
                </c:pt>
                <c:pt idx="142">
                  <c:v>143.0</c:v>
                </c:pt>
                <c:pt idx="143">
                  <c:v>144.0</c:v>
                </c:pt>
                <c:pt idx="144">
                  <c:v>145.0</c:v>
                </c:pt>
                <c:pt idx="145">
                  <c:v>146.0</c:v>
                </c:pt>
                <c:pt idx="146">
                  <c:v>147.0</c:v>
                </c:pt>
                <c:pt idx="147">
                  <c:v>148.0</c:v>
                </c:pt>
                <c:pt idx="148">
                  <c:v>149.0</c:v>
                </c:pt>
                <c:pt idx="149">
                  <c:v>150.0</c:v>
                </c:pt>
                <c:pt idx="150">
                  <c:v>151.0</c:v>
                </c:pt>
                <c:pt idx="151">
                  <c:v>152.0</c:v>
                </c:pt>
                <c:pt idx="152">
                  <c:v>153.0</c:v>
                </c:pt>
                <c:pt idx="153">
                  <c:v>154.0</c:v>
                </c:pt>
                <c:pt idx="154">
                  <c:v>155.0</c:v>
                </c:pt>
                <c:pt idx="155">
                  <c:v>156.0</c:v>
                </c:pt>
                <c:pt idx="156">
                  <c:v>157.0</c:v>
                </c:pt>
                <c:pt idx="157">
                  <c:v>158.0</c:v>
                </c:pt>
                <c:pt idx="158">
                  <c:v>159.0</c:v>
                </c:pt>
                <c:pt idx="159">
                  <c:v>160.0</c:v>
                </c:pt>
                <c:pt idx="160">
                  <c:v>161.0</c:v>
                </c:pt>
                <c:pt idx="161">
                  <c:v>162.0</c:v>
                </c:pt>
                <c:pt idx="162">
                  <c:v>163.0</c:v>
                </c:pt>
                <c:pt idx="163">
                  <c:v>164.0</c:v>
                </c:pt>
                <c:pt idx="164">
                  <c:v>165.0</c:v>
                </c:pt>
                <c:pt idx="165">
                  <c:v>166.0</c:v>
                </c:pt>
                <c:pt idx="166">
                  <c:v>167.0</c:v>
                </c:pt>
                <c:pt idx="167">
                  <c:v>168.0</c:v>
                </c:pt>
                <c:pt idx="168">
                  <c:v>169.0</c:v>
                </c:pt>
                <c:pt idx="169">
                  <c:v>170.0</c:v>
                </c:pt>
                <c:pt idx="170">
                  <c:v>171.0</c:v>
                </c:pt>
                <c:pt idx="171">
                  <c:v>172.0</c:v>
                </c:pt>
                <c:pt idx="172">
                  <c:v>173.0</c:v>
                </c:pt>
                <c:pt idx="173">
                  <c:v>174.0</c:v>
                </c:pt>
                <c:pt idx="174">
                  <c:v>175.0</c:v>
                </c:pt>
                <c:pt idx="175">
                  <c:v>176.0</c:v>
                </c:pt>
                <c:pt idx="176">
                  <c:v>177.0</c:v>
                </c:pt>
                <c:pt idx="177">
                  <c:v>178.0</c:v>
                </c:pt>
                <c:pt idx="178">
                  <c:v>179.0</c:v>
                </c:pt>
                <c:pt idx="179">
                  <c:v>180.0</c:v>
                </c:pt>
                <c:pt idx="180">
                  <c:v>181.0</c:v>
                </c:pt>
                <c:pt idx="181">
                  <c:v>182.0</c:v>
                </c:pt>
                <c:pt idx="182">
                  <c:v>183.0</c:v>
                </c:pt>
                <c:pt idx="183">
                  <c:v>184.0</c:v>
                </c:pt>
                <c:pt idx="184">
                  <c:v>185.0</c:v>
                </c:pt>
                <c:pt idx="185">
                  <c:v>186.0</c:v>
                </c:pt>
                <c:pt idx="186">
                  <c:v>187.0</c:v>
                </c:pt>
                <c:pt idx="187">
                  <c:v>188.0</c:v>
                </c:pt>
                <c:pt idx="188">
                  <c:v>189.0</c:v>
                </c:pt>
                <c:pt idx="189">
                  <c:v>190.0</c:v>
                </c:pt>
                <c:pt idx="190">
                  <c:v>191.0</c:v>
                </c:pt>
                <c:pt idx="191">
                  <c:v>192.0</c:v>
                </c:pt>
                <c:pt idx="192">
                  <c:v>193.0</c:v>
                </c:pt>
                <c:pt idx="193">
                  <c:v>194.0</c:v>
                </c:pt>
                <c:pt idx="194">
                  <c:v>195.0</c:v>
                </c:pt>
                <c:pt idx="195">
                  <c:v>196.0</c:v>
                </c:pt>
                <c:pt idx="196">
                  <c:v>197.0</c:v>
                </c:pt>
                <c:pt idx="197">
                  <c:v>198.0</c:v>
                </c:pt>
                <c:pt idx="198">
                  <c:v>199.0</c:v>
                </c:pt>
                <c:pt idx="199">
                  <c:v>200.0</c:v>
                </c:pt>
                <c:pt idx="200">
                  <c:v>201.0</c:v>
                </c:pt>
                <c:pt idx="201">
                  <c:v>202.0</c:v>
                </c:pt>
                <c:pt idx="202">
                  <c:v>203.0</c:v>
                </c:pt>
                <c:pt idx="203">
                  <c:v>204.0</c:v>
                </c:pt>
                <c:pt idx="204">
                  <c:v>205.0</c:v>
                </c:pt>
                <c:pt idx="205">
                  <c:v>206.0</c:v>
                </c:pt>
                <c:pt idx="206">
                  <c:v>207.0</c:v>
                </c:pt>
                <c:pt idx="207">
                  <c:v>208.0</c:v>
                </c:pt>
                <c:pt idx="208">
                  <c:v>209.0</c:v>
                </c:pt>
                <c:pt idx="209">
                  <c:v>210.0</c:v>
                </c:pt>
                <c:pt idx="210">
                  <c:v>211.0</c:v>
                </c:pt>
                <c:pt idx="211">
                  <c:v>212.0</c:v>
                </c:pt>
                <c:pt idx="212">
                  <c:v>213.0</c:v>
                </c:pt>
                <c:pt idx="213">
                  <c:v>214.0</c:v>
                </c:pt>
                <c:pt idx="214">
                  <c:v>215.0</c:v>
                </c:pt>
                <c:pt idx="215">
                  <c:v>216.0</c:v>
                </c:pt>
                <c:pt idx="216">
                  <c:v>217.0</c:v>
                </c:pt>
                <c:pt idx="217">
                  <c:v>218.0</c:v>
                </c:pt>
                <c:pt idx="218">
                  <c:v>219.0</c:v>
                </c:pt>
                <c:pt idx="219">
                  <c:v>220.0</c:v>
                </c:pt>
                <c:pt idx="220">
                  <c:v>221.0</c:v>
                </c:pt>
                <c:pt idx="221">
                  <c:v>222.0</c:v>
                </c:pt>
                <c:pt idx="222">
                  <c:v>223.0</c:v>
                </c:pt>
                <c:pt idx="223">
                  <c:v>224.0</c:v>
                </c:pt>
                <c:pt idx="224">
                  <c:v>225.0</c:v>
                </c:pt>
                <c:pt idx="225">
                  <c:v>226.0</c:v>
                </c:pt>
                <c:pt idx="226">
                  <c:v>227.0</c:v>
                </c:pt>
                <c:pt idx="227">
                  <c:v>228.0</c:v>
                </c:pt>
                <c:pt idx="228">
                  <c:v>229.0</c:v>
                </c:pt>
                <c:pt idx="229">
                  <c:v>230.0</c:v>
                </c:pt>
                <c:pt idx="230">
                  <c:v>231.0</c:v>
                </c:pt>
                <c:pt idx="231">
                  <c:v>232.0</c:v>
                </c:pt>
                <c:pt idx="232">
                  <c:v>233.0</c:v>
                </c:pt>
                <c:pt idx="233">
                  <c:v>234.0</c:v>
                </c:pt>
                <c:pt idx="234">
                  <c:v>235.0</c:v>
                </c:pt>
                <c:pt idx="235">
                  <c:v>236.0</c:v>
                </c:pt>
                <c:pt idx="236">
                  <c:v>237.0</c:v>
                </c:pt>
                <c:pt idx="237">
                  <c:v>238.0</c:v>
                </c:pt>
                <c:pt idx="238">
                  <c:v>239.0</c:v>
                </c:pt>
                <c:pt idx="239">
                  <c:v>240.0</c:v>
                </c:pt>
                <c:pt idx="240">
                  <c:v>241.0</c:v>
                </c:pt>
                <c:pt idx="241">
                  <c:v>242.0</c:v>
                </c:pt>
                <c:pt idx="242">
                  <c:v>243.0</c:v>
                </c:pt>
                <c:pt idx="243">
                  <c:v>244.0</c:v>
                </c:pt>
                <c:pt idx="244">
                  <c:v>245.0</c:v>
                </c:pt>
                <c:pt idx="245">
                  <c:v>246.0</c:v>
                </c:pt>
                <c:pt idx="246">
                  <c:v>247.0</c:v>
                </c:pt>
                <c:pt idx="247">
                  <c:v>248.0</c:v>
                </c:pt>
                <c:pt idx="248">
                  <c:v>249.0</c:v>
                </c:pt>
                <c:pt idx="249">
                  <c:v>250.0</c:v>
                </c:pt>
                <c:pt idx="250">
                  <c:v>251.0</c:v>
                </c:pt>
                <c:pt idx="251">
                  <c:v>252.0</c:v>
                </c:pt>
                <c:pt idx="252">
                  <c:v>253.0</c:v>
                </c:pt>
                <c:pt idx="253">
                  <c:v>254.0</c:v>
                </c:pt>
                <c:pt idx="254">
                  <c:v>255.0</c:v>
                </c:pt>
                <c:pt idx="255">
                  <c:v>256.0</c:v>
                </c:pt>
                <c:pt idx="256">
                  <c:v>257.0</c:v>
                </c:pt>
                <c:pt idx="257">
                  <c:v>258.0</c:v>
                </c:pt>
                <c:pt idx="258">
                  <c:v>259.0</c:v>
                </c:pt>
                <c:pt idx="259">
                  <c:v>260.0</c:v>
                </c:pt>
                <c:pt idx="260">
                  <c:v>261.0</c:v>
                </c:pt>
                <c:pt idx="261">
                  <c:v>262.0</c:v>
                </c:pt>
                <c:pt idx="262">
                  <c:v>263.0</c:v>
                </c:pt>
                <c:pt idx="263">
                  <c:v>264.0</c:v>
                </c:pt>
                <c:pt idx="264">
                  <c:v>265.0</c:v>
                </c:pt>
                <c:pt idx="265">
                  <c:v>266.0</c:v>
                </c:pt>
                <c:pt idx="266">
                  <c:v>267.0</c:v>
                </c:pt>
                <c:pt idx="267">
                  <c:v>268.0</c:v>
                </c:pt>
                <c:pt idx="268">
                  <c:v>269.0</c:v>
                </c:pt>
                <c:pt idx="269">
                  <c:v>270.0</c:v>
                </c:pt>
                <c:pt idx="270">
                  <c:v>271.0</c:v>
                </c:pt>
                <c:pt idx="271">
                  <c:v>272.0</c:v>
                </c:pt>
                <c:pt idx="272">
                  <c:v>273.0</c:v>
                </c:pt>
                <c:pt idx="273">
                  <c:v>274.0</c:v>
                </c:pt>
                <c:pt idx="274">
                  <c:v>275.0</c:v>
                </c:pt>
                <c:pt idx="275">
                  <c:v>276.0</c:v>
                </c:pt>
                <c:pt idx="276">
                  <c:v>277.0</c:v>
                </c:pt>
                <c:pt idx="277">
                  <c:v>278.0</c:v>
                </c:pt>
                <c:pt idx="278">
                  <c:v>279.0</c:v>
                </c:pt>
                <c:pt idx="279">
                  <c:v>280.0</c:v>
                </c:pt>
                <c:pt idx="280">
                  <c:v>281.0</c:v>
                </c:pt>
                <c:pt idx="281">
                  <c:v>282.0</c:v>
                </c:pt>
                <c:pt idx="282">
                  <c:v>283.0</c:v>
                </c:pt>
                <c:pt idx="283">
                  <c:v>284.0</c:v>
                </c:pt>
                <c:pt idx="284">
                  <c:v>285.0</c:v>
                </c:pt>
                <c:pt idx="285">
                  <c:v>286.0</c:v>
                </c:pt>
                <c:pt idx="286">
                  <c:v>287.0</c:v>
                </c:pt>
                <c:pt idx="287">
                  <c:v>288.0</c:v>
                </c:pt>
                <c:pt idx="288">
                  <c:v>289.0</c:v>
                </c:pt>
                <c:pt idx="289">
                  <c:v>290.0</c:v>
                </c:pt>
                <c:pt idx="290">
                  <c:v>291.0</c:v>
                </c:pt>
                <c:pt idx="291">
                  <c:v>292.0</c:v>
                </c:pt>
                <c:pt idx="292">
                  <c:v>293.0</c:v>
                </c:pt>
                <c:pt idx="293">
                  <c:v>294.0</c:v>
                </c:pt>
                <c:pt idx="294">
                  <c:v>295.0</c:v>
                </c:pt>
                <c:pt idx="295">
                  <c:v>296.0</c:v>
                </c:pt>
                <c:pt idx="296">
                  <c:v>297.0</c:v>
                </c:pt>
                <c:pt idx="297">
                  <c:v>298.0</c:v>
                </c:pt>
                <c:pt idx="298">
                  <c:v>299.0</c:v>
                </c:pt>
                <c:pt idx="299">
                  <c:v>300.0</c:v>
                </c:pt>
                <c:pt idx="300">
                  <c:v>301.0</c:v>
                </c:pt>
                <c:pt idx="301">
                  <c:v>302.0</c:v>
                </c:pt>
                <c:pt idx="302">
                  <c:v>303.0</c:v>
                </c:pt>
                <c:pt idx="303">
                  <c:v>304.0</c:v>
                </c:pt>
                <c:pt idx="304">
                  <c:v>305.0</c:v>
                </c:pt>
                <c:pt idx="305">
                  <c:v>306.0</c:v>
                </c:pt>
                <c:pt idx="306">
                  <c:v>307.0</c:v>
                </c:pt>
                <c:pt idx="307">
                  <c:v>308.0</c:v>
                </c:pt>
                <c:pt idx="308">
                  <c:v>309.0</c:v>
                </c:pt>
                <c:pt idx="309">
                  <c:v>310.0</c:v>
                </c:pt>
                <c:pt idx="310">
                  <c:v>311.0</c:v>
                </c:pt>
                <c:pt idx="311">
                  <c:v>312.0</c:v>
                </c:pt>
                <c:pt idx="312">
                  <c:v>313.0</c:v>
                </c:pt>
                <c:pt idx="313">
                  <c:v>314.0</c:v>
                </c:pt>
                <c:pt idx="314">
                  <c:v>315.0</c:v>
                </c:pt>
                <c:pt idx="315">
                  <c:v>316.0</c:v>
                </c:pt>
                <c:pt idx="316">
                  <c:v>317.0</c:v>
                </c:pt>
                <c:pt idx="317">
                  <c:v>318.0</c:v>
                </c:pt>
                <c:pt idx="318">
                  <c:v>319.0</c:v>
                </c:pt>
                <c:pt idx="319">
                  <c:v>320.0</c:v>
                </c:pt>
                <c:pt idx="320">
                  <c:v>321.0</c:v>
                </c:pt>
                <c:pt idx="321">
                  <c:v>322.0</c:v>
                </c:pt>
                <c:pt idx="322">
                  <c:v>323.0</c:v>
                </c:pt>
                <c:pt idx="323">
                  <c:v>324.0</c:v>
                </c:pt>
                <c:pt idx="324">
                  <c:v>325.0</c:v>
                </c:pt>
                <c:pt idx="325">
                  <c:v>326.0</c:v>
                </c:pt>
                <c:pt idx="326">
                  <c:v>327.0</c:v>
                </c:pt>
                <c:pt idx="327">
                  <c:v>328.0</c:v>
                </c:pt>
                <c:pt idx="328">
                  <c:v>329.0</c:v>
                </c:pt>
                <c:pt idx="329">
                  <c:v>330.0</c:v>
                </c:pt>
                <c:pt idx="330">
                  <c:v>331.0</c:v>
                </c:pt>
                <c:pt idx="331">
                  <c:v>332.0</c:v>
                </c:pt>
                <c:pt idx="332">
                  <c:v>333.0</c:v>
                </c:pt>
                <c:pt idx="333">
                  <c:v>334.0</c:v>
                </c:pt>
                <c:pt idx="334">
                  <c:v>335.0</c:v>
                </c:pt>
                <c:pt idx="335">
                  <c:v>336.0</c:v>
                </c:pt>
                <c:pt idx="336">
                  <c:v>337.0</c:v>
                </c:pt>
                <c:pt idx="337">
                  <c:v>338.0</c:v>
                </c:pt>
                <c:pt idx="338">
                  <c:v>339.0</c:v>
                </c:pt>
                <c:pt idx="339">
                  <c:v>340.0</c:v>
                </c:pt>
                <c:pt idx="340">
                  <c:v>341.0</c:v>
                </c:pt>
                <c:pt idx="341">
                  <c:v>342.0</c:v>
                </c:pt>
                <c:pt idx="342">
                  <c:v>343.0</c:v>
                </c:pt>
                <c:pt idx="343">
                  <c:v>344.0</c:v>
                </c:pt>
                <c:pt idx="344">
                  <c:v>345.0</c:v>
                </c:pt>
                <c:pt idx="345">
                  <c:v>346.0</c:v>
                </c:pt>
                <c:pt idx="346">
                  <c:v>347.0</c:v>
                </c:pt>
                <c:pt idx="347">
                  <c:v>348.0</c:v>
                </c:pt>
                <c:pt idx="348">
                  <c:v>349.0</c:v>
                </c:pt>
                <c:pt idx="349">
                  <c:v>350.0</c:v>
                </c:pt>
                <c:pt idx="350">
                  <c:v>351.0</c:v>
                </c:pt>
                <c:pt idx="351">
                  <c:v>352.0</c:v>
                </c:pt>
                <c:pt idx="352">
                  <c:v>353.0</c:v>
                </c:pt>
                <c:pt idx="353">
                  <c:v>354.0</c:v>
                </c:pt>
                <c:pt idx="354">
                  <c:v>355.0</c:v>
                </c:pt>
                <c:pt idx="355">
                  <c:v>356.0</c:v>
                </c:pt>
                <c:pt idx="356">
                  <c:v>357.0</c:v>
                </c:pt>
                <c:pt idx="357">
                  <c:v>358.0</c:v>
                </c:pt>
                <c:pt idx="358">
                  <c:v>359.0</c:v>
                </c:pt>
                <c:pt idx="359">
                  <c:v>360.0</c:v>
                </c:pt>
                <c:pt idx="360">
                  <c:v>361.0</c:v>
                </c:pt>
                <c:pt idx="361">
                  <c:v>362.0</c:v>
                </c:pt>
                <c:pt idx="362">
                  <c:v>363.0</c:v>
                </c:pt>
                <c:pt idx="363">
                  <c:v>364.0</c:v>
                </c:pt>
                <c:pt idx="364">
                  <c:v>365.0</c:v>
                </c:pt>
                <c:pt idx="365">
                  <c:v>366.0</c:v>
                </c:pt>
                <c:pt idx="366">
                  <c:v>367.0</c:v>
                </c:pt>
                <c:pt idx="367">
                  <c:v>368.0</c:v>
                </c:pt>
                <c:pt idx="368">
                  <c:v>369.0</c:v>
                </c:pt>
                <c:pt idx="369">
                  <c:v>370.0</c:v>
                </c:pt>
                <c:pt idx="370">
                  <c:v>371.0</c:v>
                </c:pt>
                <c:pt idx="371">
                  <c:v>372.0</c:v>
                </c:pt>
                <c:pt idx="372">
                  <c:v>373.0</c:v>
                </c:pt>
                <c:pt idx="373">
                  <c:v>374.0</c:v>
                </c:pt>
                <c:pt idx="374">
                  <c:v>375.0</c:v>
                </c:pt>
                <c:pt idx="375">
                  <c:v>376.0</c:v>
                </c:pt>
                <c:pt idx="376">
                  <c:v>377.0</c:v>
                </c:pt>
                <c:pt idx="377">
                  <c:v>378.0</c:v>
                </c:pt>
                <c:pt idx="378">
                  <c:v>379.0</c:v>
                </c:pt>
                <c:pt idx="379">
                  <c:v>380.0</c:v>
                </c:pt>
                <c:pt idx="380">
                  <c:v>381.0</c:v>
                </c:pt>
                <c:pt idx="381">
                  <c:v>382.0</c:v>
                </c:pt>
                <c:pt idx="382">
                  <c:v>383.0</c:v>
                </c:pt>
                <c:pt idx="383">
                  <c:v>384.0</c:v>
                </c:pt>
                <c:pt idx="384">
                  <c:v>385.0</c:v>
                </c:pt>
                <c:pt idx="385">
                  <c:v>386.0</c:v>
                </c:pt>
                <c:pt idx="386">
                  <c:v>387.0</c:v>
                </c:pt>
                <c:pt idx="387">
                  <c:v>388.0</c:v>
                </c:pt>
                <c:pt idx="388">
                  <c:v>389.0</c:v>
                </c:pt>
                <c:pt idx="389">
                  <c:v>390.0</c:v>
                </c:pt>
                <c:pt idx="390">
                  <c:v>391.0</c:v>
                </c:pt>
                <c:pt idx="391">
                  <c:v>392.0</c:v>
                </c:pt>
                <c:pt idx="392">
                  <c:v>393.0</c:v>
                </c:pt>
                <c:pt idx="393">
                  <c:v>394.0</c:v>
                </c:pt>
                <c:pt idx="394">
                  <c:v>395.0</c:v>
                </c:pt>
                <c:pt idx="395">
                  <c:v>396.0</c:v>
                </c:pt>
                <c:pt idx="396">
                  <c:v>397.0</c:v>
                </c:pt>
                <c:pt idx="397">
                  <c:v>398.0</c:v>
                </c:pt>
                <c:pt idx="398">
                  <c:v>399.0</c:v>
                </c:pt>
                <c:pt idx="399">
                  <c:v>400.0</c:v>
                </c:pt>
                <c:pt idx="400">
                  <c:v>401.0</c:v>
                </c:pt>
                <c:pt idx="401">
                  <c:v>402.0</c:v>
                </c:pt>
                <c:pt idx="402">
                  <c:v>403.0</c:v>
                </c:pt>
                <c:pt idx="403">
                  <c:v>404.0</c:v>
                </c:pt>
                <c:pt idx="404">
                  <c:v>405.0</c:v>
                </c:pt>
                <c:pt idx="405">
                  <c:v>406.0</c:v>
                </c:pt>
                <c:pt idx="406">
                  <c:v>407.0</c:v>
                </c:pt>
                <c:pt idx="407">
                  <c:v>408.0</c:v>
                </c:pt>
                <c:pt idx="408">
                  <c:v>409.0</c:v>
                </c:pt>
                <c:pt idx="409">
                  <c:v>410.0</c:v>
                </c:pt>
                <c:pt idx="410">
                  <c:v>411.0</c:v>
                </c:pt>
                <c:pt idx="411">
                  <c:v>412.0</c:v>
                </c:pt>
                <c:pt idx="412">
                  <c:v>413.0</c:v>
                </c:pt>
                <c:pt idx="413">
                  <c:v>414.0</c:v>
                </c:pt>
                <c:pt idx="414">
                  <c:v>415.0</c:v>
                </c:pt>
                <c:pt idx="415">
                  <c:v>416.0</c:v>
                </c:pt>
                <c:pt idx="416">
                  <c:v>417.0</c:v>
                </c:pt>
                <c:pt idx="417">
                  <c:v>418.0</c:v>
                </c:pt>
                <c:pt idx="418">
                  <c:v>419.0</c:v>
                </c:pt>
                <c:pt idx="419">
                  <c:v>420.0</c:v>
                </c:pt>
                <c:pt idx="420">
                  <c:v>421.0</c:v>
                </c:pt>
                <c:pt idx="421">
                  <c:v>422.0</c:v>
                </c:pt>
                <c:pt idx="422">
                  <c:v>423.0</c:v>
                </c:pt>
                <c:pt idx="423">
                  <c:v>424.0</c:v>
                </c:pt>
                <c:pt idx="424">
                  <c:v>425.0</c:v>
                </c:pt>
                <c:pt idx="425">
                  <c:v>426.0</c:v>
                </c:pt>
                <c:pt idx="426">
                  <c:v>427.0</c:v>
                </c:pt>
                <c:pt idx="427">
                  <c:v>428.0</c:v>
                </c:pt>
                <c:pt idx="428">
                  <c:v>429.0</c:v>
                </c:pt>
                <c:pt idx="429">
                  <c:v>430.0</c:v>
                </c:pt>
                <c:pt idx="430">
                  <c:v>431.0</c:v>
                </c:pt>
                <c:pt idx="431">
                  <c:v>432.0</c:v>
                </c:pt>
                <c:pt idx="432">
                  <c:v>433.0</c:v>
                </c:pt>
                <c:pt idx="433">
                  <c:v>434.0</c:v>
                </c:pt>
                <c:pt idx="434">
                  <c:v>435.0</c:v>
                </c:pt>
                <c:pt idx="435">
                  <c:v>436.0</c:v>
                </c:pt>
                <c:pt idx="436">
                  <c:v>437.0</c:v>
                </c:pt>
                <c:pt idx="437">
                  <c:v>438.0</c:v>
                </c:pt>
                <c:pt idx="438">
                  <c:v>439.0</c:v>
                </c:pt>
                <c:pt idx="439">
                  <c:v>440.0</c:v>
                </c:pt>
                <c:pt idx="440">
                  <c:v>441.0</c:v>
                </c:pt>
                <c:pt idx="441">
                  <c:v>442.0</c:v>
                </c:pt>
                <c:pt idx="442">
                  <c:v>443.0</c:v>
                </c:pt>
                <c:pt idx="443">
                  <c:v>444.0</c:v>
                </c:pt>
                <c:pt idx="444">
                  <c:v>445.0</c:v>
                </c:pt>
                <c:pt idx="445">
                  <c:v>446.0</c:v>
                </c:pt>
                <c:pt idx="446">
                  <c:v>447.0</c:v>
                </c:pt>
                <c:pt idx="447">
                  <c:v>448.0</c:v>
                </c:pt>
                <c:pt idx="448">
                  <c:v>449.0</c:v>
                </c:pt>
                <c:pt idx="449">
                  <c:v>450.0</c:v>
                </c:pt>
                <c:pt idx="450">
                  <c:v>451.0</c:v>
                </c:pt>
                <c:pt idx="451">
                  <c:v>452.0</c:v>
                </c:pt>
                <c:pt idx="452">
                  <c:v>453.0</c:v>
                </c:pt>
                <c:pt idx="453">
                  <c:v>454.0</c:v>
                </c:pt>
                <c:pt idx="454">
                  <c:v>455.0</c:v>
                </c:pt>
                <c:pt idx="455">
                  <c:v>456.0</c:v>
                </c:pt>
                <c:pt idx="456">
                  <c:v>457.0</c:v>
                </c:pt>
                <c:pt idx="457">
                  <c:v>458.0</c:v>
                </c:pt>
                <c:pt idx="458">
                  <c:v>459.0</c:v>
                </c:pt>
                <c:pt idx="459">
                  <c:v>460.0</c:v>
                </c:pt>
                <c:pt idx="460">
                  <c:v>461.0</c:v>
                </c:pt>
                <c:pt idx="461">
                  <c:v>462.0</c:v>
                </c:pt>
                <c:pt idx="462">
                  <c:v>463.0</c:v>
                </c:pt>
                <c:pt idx="463">
                  <c:v>464.0</c:v>
                </c:pt>
                <c:pt idx="464">
                  <c:v>465.0</c:v>
                </c:pt>
                <c:pt idx="465">
                  <c:v>466.0</c:v>
                </c:pt>
                <c:pt idx="466">
                  <c:v>467.0</c:v>
                </c:pt>
                <c:pt idx="467">
                  <c:v>468.0</c:v>
                </c:pt>
                <c:pt idx="468">
                  <c:v>469.0</c:v>
                </c:pt>
                <c:pt idx="469">
                  <c:v>470.0</c:v>
                </c:pt>
                <c:pt idx="470">
                  <c:v>471.0</c:v>
                </c:pt>
                <c:pt idx="471">
                  <c:v>472.0</c:v>
                </c:pt>
                <c:pt idx="472">
                  <c:v>473.0</c:v>
                </c:pt>
                <c:pt idx="473">
                  <c:v>474.0</c:v>
                </c:pt>
                <c:pt idx="474">
                  <c:v>475.0</c:v>
                </c:pt>
                <c:pt idx="475">
                  <c:v>476.0</c:v>
                </c:pt>
                <c:pt idx="476">
                  <c:v>477.0</c:v>
                </c:pt>
                <c:pt idx="477">
                  <c:v>478.0</c:v>
                </c:pt>
                <c:pt idx="478">
                  <c:v>479.0</c:v>
                </c:pt>
                <c:pt idx="479">
                  <c:v>480.0</c:v>
                </c:pt>
                <c:pt idx="480">
                  <c:v>481.0</c:v>
                </c:pt>
                <c:pt idx="481">
                  <c:v>482.0</c:v>
                </c:pt>
                <c:pt idx="482">
                  <c:v>483.0</c:v>
                </c:pt>
                <c:pt idx="483">
                  <c:v>484.0</c:v>
                </c:pt>
                <c:pt idx="484">
                  <c:v>485.0</c:v>
                </c:pt>
                <c:pt idx="485">
                  <c:v>486.0</c:v>
                </c:pt>
                <c:pt idx="486">
                  <c:v>487.0</c:v>
                </c:pt>
                <c:pt idx="487">
                  <c:v>488.0</c:v>
                </c:pt>
                <c:pt idx="488">
                  <c:v>489.0</c:v>
                </c:pt>
                <c:pt idx="489">
                  <c:v>490.0</c:v>
                </c:pt>
                <c:pt idx="490">
                  <c:v>491.0</c:v>
                </c:pt>
                <c:pt idx="491">
                  <c:v>492.0</c:v>
                </c:pt>
                <c:pt idx="492">
                  <c:v>493.0</c:v>
                </c:pt>
                <c:pt idx="493">
                  <c:v>494.0</c:v>
                </c:pt>
                <c:pt idx="494">
                  <c:v>495.0</c:v>
                </c:pt>
                <c:pt idx="495">
                  <c:v>496.0</c:v>
                </c:pt>
                <c:pt idx="496">
                  <c:v>497.0</c:v>
                </c:pt>
                <c:pt idx="497">
                  <c:v>498.0</c:v>
                </c:pt>
                <c:pt idx="498">
                  <c:v>499.0</c:v>
                </c:pt>
                <c:pt idx="499">
                  <c:v>500.0</c:v>
                </c:pt>
                <c:pt idx="500">
                  <c:v>501.0</c:v>
                </c:pt>
                <c:pt idx="501">
                  <c:v>502.0</c:v>
                </c:pt>
                <c:pt idx="502">
                  <c:v>503.0</c:v>
                </c:pt>
                <c:pt idx="503">
                  <c:v>504.0</c:v>
                </c:pt>
                <c:pt idx="504">
                  <c:v>505.0</c:v>
                </c:pt>
                <c:pt idx="505">
                  <c:v>506.0</c:v>
                </c:pt>
                <c:pt idx="506">
                  <c:v>507.0</c:v>
                </c:pt>
                <c:pt idx="507">
                  <c:v>508.0</c:v>
                </c:pt>
                <c:pt idx="508">
                  <c:v>509.0</c:v>
                </c:pt>
                <c:pt idx="509">
                  <c:v>510.0</c:v>
                </c:pt>
                <c:pt idx="510">
                  <c:v>511.0</c:v>
                </c:pt>
                <c:pt idx="511">
                  <c:v>512.0</c:v>
                </c:pt>
                <c:pt idx="512">
                  <c:v>513.0</c:v>
                </c:pt>
                <c:pt idx="513">
                  <c:v>514.0</c:v>
                </c:pt>
                <c:pt idx="514">
                  <c:v>515.0</c:v>
                </c:pt>
                <c:pt idx="515">
                  <c:v>516.0</c:v>
                </c:pt>
                <c:pt idx="516">
                  <c:v>517.0</c:v>
                </c:pt>
                <c:pt idx="517">
                  <c:v>518.0</c:v>
                </c:pt>
                <c:pt idx="518">
                  <c:v>519.0</c:v>
                </c:pt>
                <c:pt idx="519">
                  <c:v>520.0</c:v>
                </c:pt>
                <c:pt idx="520">
                  <c:v>521.0</c:v>
                </c:pt>
                <c:pt idx="521">
                  <c:v>522.0</c:v>
                </c:pt>
                <c:pt idx="522">
                  <c:v>523.0</c:v>
                </c:pt>
                <c:pt idx="523">
                  <c:v>524.0</c:v>
                </c:pt>
                <c:pt idx="524">
                  <c:v>525.0</c:v>
                </c:pt>
                <c:pt idx="525">
                  <c:v>526.0</c:v>
                </c:pt>
                <c:pt idx="526">
                  <c:v>527.0</c:v>
                </c:pt>
                <c:pt idx="527">
                  <c:v>528.0</c:v>
                </c:pt>
                <c:pt idx="528">
                  <c:v>529.0</c:v>
                </c:pt>
                <c:pt idx="529">
                  <c:v>530.0</c:v>
                </c:pt>
                <c:pt idx="530">
                  <c:v>531.0</c:v>
                </c:pt>
                <c:pt idx="531">
                  <c:v>532.0</c:v>
                </c:pt>
                <c:pt idx="532">
                  <c:v>533.0</c:v>
                </c:pt>
                <c:pt idx="533">
                  <c:v>534.0</c:v>
                </c:pt>
                <c:pt idx="534">
                  <c:v>535.0</c:v>
                </c:pt>
                <c:pt idx="535">
                  <c:v>536.0</c:v>
                </c:pt>
                <c:pt idx="536">
                  <c:v>537.0</c:v>
                </c:pt>
                <c:pt idx="537">
                  <c:v>538.0</c:v>
                </c:pt>
                <c:pt idx="538">
                  <c:v>539.0</c:v>
                </c:pt>
                <c:pt idx="539">
                  <c:v>540.0</c:v>
                </c:pt>
                <c:pt idx="540">
                  <c:v>541.0</c:v>
                </c:pt>
                <c:pt idx="541">
                  <c:v>542.0</c:v>
                </c:pt>
                <c:pt idx="542">
                  <c:v>543.0</c:v>
                </c:pt>
                <c:pt idx="543">
                  <c:v>544.0</c:v>
                </c:pt>
                <c:pt idx="544">
                  <c:v>545.0</c:v>
                </c:pt>
                <c:pt idx="545">
                  <c:v>546.0</c:v>
                </c:pt>
                <c:pt idx="546">
                  <c:v>547.0</c:v>
                </c:pt>
                <c:pt idx="547">
                  <c:v>548.0</c:v>
                </c:pt>
                <c:pt idx="548">
                  <c:v>549.0</c:v>
                </c:pt>
                <c:pt idx="549">
                  <c:v>550.0</c:v>
                </c:pt>
                <c:pt idx="550">
                  <c:v>551.0</c:v>
                </c:pt>
                <c:pt idx="551">
                  <c:v>552.0</c:v>
                </c:pt>
                <c:pt idx="552">
                  <c:v>553.0</c:v>
                </c:pt>
                <c:pt idx="553">
                  <c:v>554.0</c:v>
                </c:pt>
                <c:pt idx="554">
                  <c:v>555.0</c:v>
                </c:pt>
                <c:pt idx="555">
                  <c:v>556.0</c:v>
                </c:pt>
                <c:pt idx="556">
                  <c:v>557.0</c:v>
                </c:pt>
                <c:pt idx="557">
                  <c:v>558.0</c:v>
                </c:pt>
                <c:pt idx="558">
                  <c:v>559.0</c:v>
                </c:pt>
                <c:pt idx="559">
                  <c:v>560.0</c:v>
                </c:pt>
                <c:pt idx="560">
                  <c:v>561.0</c:v>
                </c:pt>
                <c:pt idx="561">
                  <c:v>562.0</c:v>
                </c:pt>
                <c:pt idx="562">
                  <c:v>563.0</c:v>
                </c:pt>
                <c:pt idx="563">
                  <c:v>564.0</c:v>
                </c:pt>
                <c:pt idx="564">
                  <c:v>565.0</c:v>
                </c:pt>
                <c:pt idx="565">
                  <c:v>566.0</c:v>
                </c:pt>
                <c:pt idx="566">
                  <c:v>567.0</c:v>
                </c:pt>
                <c:pt idx="567">
                  <c:v>568.0</c:v>
                </c:pt>
                <c:pt idx="568">
                  <c:v>569.0</c:v>
                </c:pt>
                <c:pt idx="569">
                  <c:v>570.0</c:v>
                </c:pt>
                <c:pt idx="570">
                  <c:v>571.0</c:v>
                </c:pt>
                <c:pt idx="571">
                  <c:v>572.0</c:v>
                </c:pt>
                <c:pt idx="572">
                  <c:v>573.0</c:v>
                </c:pt>
                <c:pt idx="573">
                  <c:v>574.0</c:v>
                </c:pt>
                <c:pt idx="574">
                  <c:v>575.0</c:v>
                </c:pt>
                <c:pt idx="575">
                  <c:v>576.0</c:v>
                </c:pt>
                <c:pt idx="576">
                  <c:v>577.0</c:v>
                </c:pt>
                <c:pt idx="577">
                  <c:v>578.0</c:v>
                </c:pt>
                <c:pt idx="578">
                  <c:v>579.0</c:v>
                </c:pt>
                <c:pt idx="579">
                  <c:v>580.0</c:v>
                </c:pt>
                <c:pt idx="580">
                  <c:v>581.0</c:v>
                </c:pt>
                <c:pt idx="581">
                  <c:v>582.0</c:v>
                </c:pt>
                <c:pt idx="582">
                  <c:v>583.0</c:v>
                </c:pt>
                <c:pt idx="583">
                  <c:v>584.0</c:v>
                </c:pt>
                <c:pt idx="584">
                  <c:v>585.0</c:v>
                </c:pt>
                <c:pt idx="585">
                  <c:v>586.0</c:v>
                </c:pt>
                <c:pt idx="586">
                  <c:v>587.0</c:v>
                </c:pt>
                <c:pt idx="587">
                  <c:v>588.0</c:v>
                </c:pt>
                <c:pt idx="588">
                  <c:v>589.0</c:v>
                </c:pt>
                <c:pt idx="589">
                  <c:v>590.0</c:v>
                </c:pt>
                <c:pt idx="590">
                  <c:v>591.0</c:v>
                </c:pt>
                <c:pt idx="591">
                  <c:v>592.0</c:v>
                </c:pt>
                <c:pt idx="592">
                  <c:v>593.0</c:v>
                </c:pt>
                <c:pt idx="593">
                  <c:v>594.0</c:v>
                </c:pt>
                <c:pt idx="594">
                  <c:v>595.0</c:v>
                </c:pt>
                <c:pt idx="595">
                  <c:v>596.0</c:v>
                </c:pt>
                <c:pt idx="596">
                  <c:v>597.0</c:v>
                </c:pt>
                <c:pt idx="597">
                  <c:v>598.0</c:v>
                </c:pt>
                <c:pt idx="598">
                  <c:v>599.0</c:v>
                </c:pt>
                <c:pt idx="599">
                  <c:v>600.0</c:v>
                </c:pt>
                <c:pt idx="600">
                  <c:v>601.0</c:v>
                </c:pt>
                <c:pt idx="601">
                  <c:v>602.0</c:v>
                </c:pt>
                <c:pt idx="602">
                  <c:v>603.0</c:v>
                </c:pt>
                <c:pt idx="603">
                  <c:v>604.0</c:v>
                </c:pt>
                <c:pt idx="604">
                  <c:v>605.0</c:v>
                </c:pt>
                <c:pt idx="605">
                  <c:v>606.0</c:v>
                </c:pt>
                <c:pt idx="606">
                  <c:v>607.0</c:v>
                </c:pt>
                <c:pt idx="607">
                  <c:v>608.0</c:v>
                </c:pt>
                <c:pt idx="608">
                  <c:v>609.0</c:v>
                </c:pt>
                <c:pt idx="609">
                  <c:v>610.0</c:v>
                </c:pt>
                <c:pt idx="610">
                  <c:v>611.0</c:v>
                </c:pt>
                <c:pt idx="611">
                  <c:v>612.0</c:v>
                </c:pt>
                <c:pt idx="612">
                  <c:v>613.0</c:v>
                </c:pt>
                <c:pt idx="613">
                  <c:v>614.0</c:v>
                </c:pt>
                <c:pt idx="614">
                  <c:v>615.0</c:v>
                </c:pt>
                <c:pt idx="615">
                  <c:v>616.0</c:v>
                </c:pt>
                <c:pt idx="616">
                  <c:v>617.0</c:v>
                </c:pt>
                <c:pt idx="617">
                  <c:v>618.0</c:v>
                </c:pt>
                <c:pt idx="618">
                  <c:v>619.0</c:v>
                </c:pt>
                <c:pt idx="619">
                  <c:v>620.0</c:v>
                </c:pt>
                <c:pt idx="620">
                  <c:v>621.0</c:v>
                </c:pt>
                <c:pt idx="621">
                  <c:v>622.0</c:v>
                </c:pt>
                <c:pt idx="622">
                  <c:v>623.0</c:v>
                </c:pt>
                <c:pt idx="623">
                  <c:v>624.0</c:v>
                </c:pt>
                <c:pt idx="624">
                  <c:v>625.0</c:v>
                </c:pt>
                <c:pt idx="625">
                  <c:v>626.0</c:v>
                </c:pt>
                <c:pt idx="626">
                  <c:v>627.0</c:v>
                </c:pt>
                <c:pt idx="627">
                  <c:v>628.0</c:v>
                </c:pt>
                <c:pt idx="628">
                  <c:v>629.0</c:v>
                </c:pt>
                <c:pt idx="629">
                  <c:v>630.0</c:v>
                </c:pt>
                <c:pt idx="630">
                  <c:v>631.0</c:v>
                </c:pt>
                <c:pt idx="631">
                  <c:v>632.0</c:v>
                </c:pt>
                <c:pt idx="632">
                  <c:v>633.0</c:v>
                </c:pt>
                <c:pt idx="633">
                  <c:v>634.0</c:v>
                </c:pt>
                <c:pt idx="634">
                  <c:v>635.0</c:v>
                </c:pt>
                <c:pt idx="635">
                  <c:v>636.0</c:v>
                </c:pt>
                <c:pt idx="636">
                  <c:v>637.0</c:v>
                </c:pt>
                <c:pt idx="637">
                  <c:v>638.0</c:v>
                </c:pt>
                <c:pt idx="638">
                  <c:v>639.0</c:v>
                </c:pt>
                <c:pt idx="639">
                  <c:v>640.0</c:v>
                </c:pt>
                <c:pt idx="640">
                  <c:v>641.0</c:v>
                </c:pt>
                <c:pt idx="641">
                  <c:v>642.0</c:v>
                </c:pt>
                <c:pt idx="642">
                  <c:v>643.0</c:v>
                </c:pt>
                <c:pt idx="643">
                  <c:v>644.0</c:v>
                </c:pt>
                <c:pt idx="644">
                  <c:v>645.0</c:v>
                </c:pt>
                <c:pt idx="645">
                  <c:v>646.0</c:v>
                </c:pt>
                <c:pt idx="646">
                  <c:v>647.0</c:v>
                </c:pt>
                <c:pt idx="647">
                  <c:v>648.0</c:v>
                </c:pt>
                <c:pt idx="648">
                  <c:v>649.0</c:v>
                </c:pt>
                <c:pt idx="649">
                  <c:v>650.0</c:v>
                </c:pt>
                <c:pt idx="650">
                  <c:v>651.0</c:v>
                </c:pt>
                <c:pt idx="651">
                  <c:v>652.0</c:v>
                </c:pt>
                <c:pt idx="652">
                  <c:v>653.0</c:v>
                </c:pt>
                <c:pt idx="653">
                  <c:v>654.0</c:v>
                </c:pt>
                <c:pt idx="654">
                  <c:v>655.0</c:v>
                </c:pt>
                <c:pt idx="655">
                  <c:v>656.0</c:v>
                </c:pt>
                <c:pt idx="656">
                  <c:v>657.0</c:v>
                </c:pt>
                <c:pt idx="657">
                  <c:v>658.0</c:v>
                </c:pt>
                <c:pt idx="658">
                  <c:v>659.0</c:v>
                </c:pt>
                <c:pt idx="659">
                  <c:v>660.0</c:v>
                </c:pt>
                <c:pt idx="660">
                  <c:v>661.0</c:v>
                </c:pt>
                <c:pt idx="661">
                  <c:v>662.0</c:v>
                </c:pt>
                <c:pt idx="662">
                  <c:v>663.0</c:v>
                </c:pt>
                <c:pt idx="663">
                  <c:v>664.0</c:v>
                </c:pt>
                <c:pt idx="664">
                  <c:v>665.0</c:v>
                </c:pt>
                <c:pt idx="665">
                  <c:v>666.0</c:v>
                </c:pt>
                <c:pt idx="666">
                  <c:v>667.0</c:v>
                </c:pt>
                <c:pt idx="667">
                  <c:v>668.0</c:v>
                </c:pt>
                <c:pt idx="668">
                  <c:v>669.0</c:v>
                </c:pt>
                <c:pt idx="669">
                  <c:v>670.0</c:v>
                </c:pt>
                <c:pt idx="670">
                  <c:v>671.0</c:v>
                </c:pt>
                <c:pt idx="671">
                  <c:v>672.0</c:v>
                </c:pt>
                <c:pt idx="672">
                  <c:v>673.0</c:v>
                </c:pt>
                <c:pt idx="673">
                  <c:v>674.0</c:v>
                </c:pt>
                <c:pt idx="674">
                  <c:v>675.0</c:v>
                </c:pt>
                <c:pt idx="675">
                  <c:v>676.0</c:v>
                </c:pt>
                <c:pt idx="676">
                  <c:v>677.0</c:v>
                </c:pt>
                <c:pt idx="677">
                  <c:v>678.0</c:v>
                </c:pt>
                <c:pt idx="678">
                  <c:v>679.0</c:v>
                </c:pt>
                <c:pt idx="679">
                  <c:v>680.0</c:v>
                </c:pt>
                <c:pt idx="680">
                  <c:v>681.0</c:v>
                </c:pt>
                <c:pt idx="681">
                  <c:v>682.0</c:v>
                </c:pt>
                <c:pt idx="682">
                  <c:v>683.0</c:v>
                </c:pt>
                <c:pt idx="683">
                  <c:v>684.0</c:v>
                </c:pt>
                <c:pt idx="684">
                  <c:v>685.0</c:v>
                </c:pt>
                <c:pt idx="685">
                  <c:v>686.0</c:v>
                </c:pt>
                <c:pt idx="686">
                  <c:v>687.0</c:v>
                </c:pt>
                <c:pt idx="687">
                  <c:v>688.0</c:v>
                </c:pt>
                <c:pt idx="688">
                  <c:v>689.0</c:v>
                </c:pt>
                <c:pt idx="689">
                  <c:v>690.0</c:v>
                </c:pt>
                <c:pt idx="690">
                  <c:v>691.0</c:v>
                </c:pt>
                <c:pt idx="691">
                  <c:v>692.0</c:v>
                </c:pt>
                <c:pt idx="692">
                  <c:v>693.0</c:v>
                </c:pt>
                <c:pt idx="693">
                  <c:v>694.0</c:v>
                </c:pt>
                <c:pt idx="694">
                  <c:v>695.0</c:v>
                </c:pt>
                <c:pt idx="695">
                  <c:v>696.0</c:v>
                </c:pt>
                <c:pt idx="696">
                  <c:v>697.0</c:v>
                </c:pt>
                <c:pt idx="697">
                  <c:v>698.0</c:v>
                </c:pt>
                <c:pt idx="698">
                  <c:v>699.0</c:v>
                </c:pt>
                <c:pt idx="699">
                  <c:v>700.0</c:v>
                </c:pt>
                <c:pt idx="700">
                  <c:v>701.0</c:v>
                </c:pt>
                <c:pt idx="701">
                  <c:v>702.0</c:v>
                </c:pt>
                <c:pt idx="702">
                  <c:v>703.0</c:v>
                </c:pt>
                <c:pt idx="703">
                  <c:v>704.0</c:v>
                </c:pt>
                <c:pt idx="704">
                  <c:v>705.0</c:v>
                </c:pt>
                <c:pt idx="705">
                  <c:v>706.0</c:v>
                </c:pt>
                <c:pt idx="706">
                  <c:v>707.0</c:v>
                </c:pt>
                <c:pt idx="707">
                  <c:v>708.0</c:v>
                </c:pt>
                <c:pt idx="708">
                  <c:v>709.0</c:v>
                </c:pt>
                <c:pt idx="709">
                  <c:v>710.0</c:v>
                </c:pt>
                <c:pt idx="710">
                  <c:v>711.0</c:v>
                </c:pt>
                <c:pt idx="711">
                  <c:v>712.0</c:v>
                </c:pt>
                <c:pt idx="712">
                  <c:v>713.0</c:v>
                </c:pt>
                <c:pt idx="713">
                  <c:v>714.0</c:v>
                </c:pt>
                <c:pt idx="714">
                  <c:v>715.0</c:v>
                </c:pt>
                <c:pt idx="715">
                  <c:v>716.0</c:v>
                </c:pt>
                <c:pt idx="716">
                  <c:v>717.0</c:v>
                </c:pt>
                <c:pt idx="717">
                  <c:v>718.0</c:v>
                </c:pt>
                <c:pt idx="718">
                  <c:v>719.0</c:v>
                </c:pt>
                <c:pt idx="719">
                  <c:v>720.0</c:v>
                </c:pt>
                <c:pt idx="720">
                  <c:v>721.0</c:v>
                </c:pt>
                <c:pt idx="721">
                  <c:v>722.0</c:v>
                </c:pt>
                <c:pt idx="722">
                  <c:v>723.0</c:v>
                </c:pt>
                <c:pt idx="723">
                  <c:v>724.0</c:v>
                </c:pt>
                <c:pt idx="724">
                  <c:v>725.0</c:v>
                </c:pt>
                <c:pt idx="725">
                  <c:v>726.0</c:v>
                </c:pt>
                <c:pt idx="726">
                  <c:v>727.0</c:v>
                </c:pt>
                <c:pt idx="727">
                  <c:v>728.0</c:v>
                </c:pt>
                <c:pt idx="728">
                  <c:v>729.0</c:v>
                </c:pt>
                <c:pt idx="729">
                  <c:v>730.0</c:v>
                </c:pt>
                <c:pt idx="730">
                  <c:v>731.0</c:v>
                </c:pt>
                <c:pt idx="731">
                  <c:v>732.0</c:v>
                </c:pt>
                <c:pt idx="732">
                  <c:v>733.0</c:v>
                </c:pt>
                <c:pt idx="733">
                  <c:v>734.0</c:v>
                </c:pt>
                <c:pt idx="734">
                  <c:v>735.0</c:v>
                </c:pt>
                <c:pt idx="735">
                  <c:v>736.0</c:v>
                </c:pt>
                <c:pt idx="736">
                  <c:v>737.0</c:v>
                </c:pt>
                <c:pt idx="737">
                  <c:v>738.0</c:v>
                </c:pt>
                <c:pt idx="738">
                  <c:v>739.0</c:v>
                </c:pt>
                <c:pt idx="739">
                  <c:v>740.0</c:v>
                </c:pt>
                <c:pt idx="740">
                  <c:v>741.0</c:v>
                </c:pt>
                <c:pt idx="741">
                  <c:v>742.0</c:v>
                </c:pt>
                <c:pt idx="742">
                  <c:v>743.0</c:v>
                </c:pt>
                <c:pt idx="743">
                  <c:v>744.0</c:v>
                </c:pt>
                <c:pt idx="744">
                  <c:v>745.0</c:v>
                </c:pt>
                <c:pt idx="745">
                  <c:v>746.0</c:v>
                </c:pt>
                <c:pt idx="746">
                  <c:v>747.0</c:v>
                </c:pt>
                <c:pt idx="747">
                  <c:v>748.0</c:v>
                </c:pt>
                <c:pt idx="748">
                  <c:v>749.0</c:v>
                </c:pt>
                <c:pt idx="749">
                  <c:v>750.0</c:v>
                </c:pt>
                <c:pt idx="750">
                  <c:v>751.0</c:v>
                </c:pt>
                <c:pt idx="751">
                  <c:v>752.0</c:v>
                </c:pt>
                <c:pt idx="752">
                  <c:v>753.0</c:v>
                </c:pt>
                <c:pt idx="753">
                  <c:v>754.0</c:v>
                </c:pt>
                <c:pt idx="754">
                  <c:v>755.0</c:v>
                </c:pt>
                <c:pt idx="755">
                  <c:v>756.0</c:v>
                </c:pt>
                <c:pt idx="756">
                  <c:v>757.0</c:v>
                </c:pt>
                <c:pt idx="757">
                  <c:v>758.0</c:v>
                </c:pt>
                <c:pt idx="758">
                  <c:v>759.0</c:v>
                </c:pt>
                <c:pt idx="759">
                  <c:v>760.0</c:v>
                </c:pt>
                <c:pt idx="760">
                  <c:v>761.0</c:v>
                </c:pt>
                <c:pt idx="761">
                  <c:v>762.0</c:v>
                </c:pt>
                <c:pt idx="762">
                  <c:v>763.0</c:v>
                </c:pt>
                <c:pt idx="763">
                  <c:v>764.0</c:v>
                </c:pt>
                <c:pt idx="764">
                  <c:v>765.0</c:v>
                </c:pt>
                <c:pt idx="765">
                  <c:v>766.0</c:v>
                </c:pt>
                <c:pt idx="766">
                  <c:v>767.0</c:v>
                </c:pt>
                <c:pt idx="767">
                  <c:v>768.0</c:v>
                </c:pt>
                <c:pt idx="768">
                  <c:v>769.0</c:v>
                </c:pt>
                <c:pt idx="769">
                  <c:v>770.0</c:v>
                </c:pt>
                <c:pt idx="770">
                  <c:v>771.0</c:v>
                </c:pt>
                <c:pt idx="771">
                  <c:v>772.0</c:v>
                </c:pt>
                <c:pt idx="772">
                  <c:v>773.0</c:v>
                </c:pt>
                <c:pt idx="773">
                  <c:v>774.0</c:v>
                </c:pt>
                <c:pt idx="774">
                  <c:v>775.0</c:v>
                </c:pt>
                <c:pt idx="775">
                  <c:v>776.0</c:v>
                </c:pt>
                <c:pt idx="776">
                  <c:v>777.0</c:v>
                </c:pt>
                <c:pt idx="777">
                  <c:v>778.0</c:v>
                </c:pt>
                <c:pt idx="778">
                  <c:v>779.0</c:v>
                </c:pt>
                <c:pt idx="779">
                  <c:v>780.0</c:v>
                </c:pt>
                <c:pt idx="780">
                  <c:v>781.0</c:v>
                </c:pt>
                <c:pt idx="781">
                  <c:v>782.0</c:v>
                </c:pt>
                <c:pt idx="782">
                  <c:v>783.0</c:v>
                </c:pt>
                <c:pt idx="783">
                  <c:v>784.0</c:v>
                </c:pt>
                <c:pt idx="784">
                  <c:v>785.0</c:v>
                </c:pt>
                <c:pt idx="785">
                  <c:v>786.0</c:v>
                </c:pt>
                <c:pt idx="786">
                  <c:v>787.0</c:v>
                </c:pt>
                <c:pt idx="787">
                  <c:v>788.0</c:v>
                </c:pt>
                <c:pt idx="788">
                  <c:v>789.0</c:v>
                </c:pt>
                <c:pt idx="789">
                  <c:v>790.0</c:v>
                </c:pt>
                <c:pt idx="790">
                  <c:v>791.0</c:v>
                </c:pt>
                <c:pt idx="791">
                  <c:v>792.0</c:v>
                </c:pt>
                <c:pt idx="792">
                  <c:v>793.0</c:v>
                </c:pt>
                <c:pt idx="793">
                  <c:v>794.0</c:v>
                </c:pt>
                <c:pt idx="794">
                  <c:v>795.0</c:v>
                </c:pt>
                <c:pt idx="795">
                  <c:v>796.0</c:v>
                </c:pt>
                <c:pt idx="796">
                  <c:v>797.0</c:v>
                </c:pt>
                <c:pt idx="797">
                  <c:v>798.0</c:v>
                </c:pt>
                <c:pt idx="798">
                  <c:v>799.0</c:v>
                </c:pt>
                <c:pt idx="799">
                  <c:v>800.0</c:v>
                </c:pt>
                <c:pt idx="800">
                  <c:v>801.0</c:v>
                </c:pt>
                <c:pt idx="801">
                  <c:v>802.0</c:v>
                </c:pt>
                <c:pt idx="802">
                  <c:v>803.0</c:v>
                </c:pt>
                <c:pt idx="803">
                  <c:v>804.0</c:v>
                </c:pt>
                <c:pt idx="804">
                  <c:v>805.0</c:v>
                </c:pt>
                <c:pt idx="805">
                  <c:v>806.0</c:v>
                </c:pt>
                <c:pt idx="806">
                  <c:v>807.0</c:v>
                </c:pt>
                <c:pt idx="807">
                  <c:v>808.0</c:v>
                </c:pt>
                <c:pt idx="808">
                  <c:v>809.0</c:v>
                </c:pt>
                <c:pt idx="809">
                  <c:v>810.0</c:v>
                </c:pt>
                <c:pt idx="810">
                  <c:v>811.0</c:v>
                </c:pt>
                <c:pt idx="811">
                  <c:v>812.0</c:v>
                </c:pt>
                <c:pt idx="812">
                  <c:v>813.0</c:v>
                </c:pt>
                <c:pt idx="813">
                  <c:v>814.0</c:v>
                </c:pt>
                <c:pt idx="814">
                  <c:v>815.0</c:v>
                </c:pt>
                <c:pt idx="815">
                  <c:v>816.0</c:v>
                </c:pt>
                <c:pt idx="816">
                  <c:v>817.0</c:v>
                </c:pt>
                <c:pt idx="817">
                  <c:v>818.0</c:v>
                </c:pt>
                <c:pt idx="818">
                  <c:v>819.0</c:v>
                </c:pt>
                <c:pt idx="819">
                  <c:v>820.0</c:v>
                </c:pt>
                <c:pt idx="820">
                  <c:v>821.0</c:v>
                </c:pt>
                <c:pt idx="821">
                  <c:v>822.0</c:v>
                </c:pt>
                <c:pt idx="822">
                  <c:v>823.0</c:v>
                </c:pt>
                <c:pt idx="823">
                  <c:v>824.0</c:v>
                </c:pt>
                <c:pt idx="824">
                  <c:v>825.0</c:v>
                </c:pt>
                <c:pt idx="825">
                  <c:v>826.0</c:v>
                </c:pt>
                <c:pt idx="826">
                  <c:v>827.0</c:v>
                </c:pt>
                <c:pt idx="827">
                  <c:v>828.0</c:v>
                </c:pt>
                <c:pt idx="828">
                  <c:v>829.0</c:v>
                </c:pt>
                <c:pt idx="829">
                  <c:v>830.0</c:v>
                </c:pt>
                <c:pt idx="830">
                  <c:v>831.0</c:v>
                </c:pt>
                <c:pt idx="831">
                  <c:v>832.0</c:v>
                </c:pt>
                <c:pt idx="832">
                  <c:v>833.0</c:v>
                </c:pt>
                <c:pt idx="833">
                  <c:v>834.0</c:v>
                </c:pt>
                <c:pt idx="834">
                  <c:v>835.0</c:v>
                </c:pt>
                <c:pt idx="835">
                  <c:v>836.0</c:v>
                </c:pt>
                <c:pt idx="836">
                  <c:v>837.0</c:v>
                </c:pt>
                <c:pt idx="837">
                  <c:v>838.0</c:v>
                </c:pt>
                <c:pt idx="838">
                  <c:v>839.0</c:v>
                </c:pt>
                <c:pt idx="839">
                  <c:v>840.0</c:v>
                </c:pt>
                <c:pt idx="840">
                  <c:v>841.0</c:v>
                </c:pt>
                <c:pt idx="841">
                  <c:v>842.0</c:v>
                </c:pt>
                <c:pt idx="842">
                  <c:v>843.0</c:v>
                </c:pt>
                <c:pt idx="843">
                  <c:v>844.0</c:v>
                </c:pt>
                <c:pt idx="844">
                  <c:v>845.0</c:v>
                </c:pt>
                <c:pt idx="845">
                  <c:v>846.0</c:v>
                </c:pt>
                <c:pt idx="846">
                  <c:v>847.0</c:v>
                </c:pt>
                <c:pt idx="847">
                  <c:v>848.0</c:v>
                </c:pt>
                <c:pt idx="848">
                  <c:v>849.0</c:v>
                </c:pt>
                <c:pt idx="849">
                  <c:v>850.0</c:v>
                </c:pt>
                <c:pt idx="850">
                  <c:v>851.0</c:v>
                </c:pt>
                <c:pt idx="851">
                  <c:v>852.0</c:v>
                </c:pt>
                <c:pt idx="852">
                  <c:v>853.0</c:v>
                </c:pt>
                <c:pt idx="853">
                  <c:v>854.0</c:v>
                </c:pt>
                <c:pt idx="854">
                  <c:v>855.0</c:v>
                </c:pt>
                <c:pt idx="855">
                  <c:v>856.0</c:v>
                </c:pt>
                <c:pt idx="856">
                  <c:v>857.0</c:v>
                </c:pt>
                <c:pt idx="857">
                  <c:v>858.0</c:v>
                </c:pt>
                <c:pt idx="858">
                  <c:v>859.0</c:v>
                </c:pt>
                <c:pt idx="859">
                  <c:v>860.0</c:v>
                </c:pt>
                <c:pt idx="860">
                  <c:v>861.0</c:v>
                </c:pt>
                <c:pt idx="861">
                  <c:v>862.0</c:v>
                </c:pt>
                <c:pt idx="862">
                  <c:v>863.0</c:v>
                </c:pt>
                <c:pt idx="863">
                  <c:v>864.0</c:v>
                </c:pt>
                <c:pt idx="864">
                  <c:v>865.0</c:v>
                </c:pt>
                <c:pt idx="865">
                  <c:v>866.0</c:v>
                </c:pt>
                <c:pt idx="866">
                  <c:v>867.0</c:v>
                </c:pt>
                <c:pt idx="867">
                  <c:v>868.0</c:v>
                </c:pt>
                <c:pt idx="868">
                  <c:v>869.0</c:v>
                </c:pt>
                <c:pt idx="869">
                  <c:v>870.0</c:v>
                </c:pt>
                <c:pt idx="870">
                  <c:v>871.0</c:v>
                </c:pt>
                <c:pt idx="871">
                  <c:v>872.0</c:v>
                </c:pt>
                <c:pt idx="872">
                  <c:v>873.0</c:v>
                </c:pt>
                <c:pt idx="873">
                  <c:v>874.0</c:v>
                </c:pt>
                <c:pt idx="874">
                  <c:v>875.0</c:v>
                </c:pt>
                <c:pt idx="875">
                  <c:v>876.0</c:v>
                </c:pt>
                <c:pt idx="876">
                  <c:v>877.0</c:v>
                </c:pt>
                <c:pt idx="877">
                  <c:v>878.0</c:v>
                </c:pt>
                <c:pt idx="878">
                  <c:v>879.0</c:v>
                </c:pt>
                <c:pt idx="879">
                  <c:v>880.0</c:v>
                </c:pt>
                <c:pt idx="880">
                  <c:v>881.0</c:v>
                </c:pt>
                <c:pt idx="881">
                  <c:v>882.0</c:v>
                </c:pt>
                <c:pt idx="882">
                  <c:v>883.0</c:v>
                </c:pt>
                <c:pt idx="883">
                  <c:v>884.0</c:v>
                </c:pt>
                <c:pt idx="884">
                  <c:v>885.0</c:v>
                </c:pt>
                <c:pt idx="885">
                  <c:v>886.0</c:v>
                </c:pt>
                <c:pt idx="886">
                  <c:v>887.0</c:v>
                </c:pt>
                <c:pt idx="887">
                  <c:v>888.0</c:v>
                </c:pt>
                <c:pt idx="888">
                  <c:v>889.0</c:v>
                </c:pt>
                <c:pt idx="889">
                  <c:v>890.0</c:v>
                </c:pt>
                <c:pt idx="890">
                  <c:v>891.0</c:v>
                </c:pt>
                <c:pt idx="891">
                  <c:v>892.0</c:v>
                </c:pt>
                <c:pt idx="892">
                  <c:v>893.0</c:v>
                </c:pt>
                <c:pt idx="893">
                  <c:v>894.0</c:v>
                </c:pt>
                <c:pt idx="894">
                  <c:v>895.0</c:v>
                </c:pt>
                <c:pt idx="895">
                  <c:v>896.0</c:v>
                </c:pt>
                <c:pt idx="896">
                  <c:v>897.0</c:v>
                </c:pt>
                <c:pt idx="897">
                  <c:v>898.0</c:v>
                </c:pt>
                <c:pt idx="898">
                  <c:v>899.0</c:v>
                </c:pt>
                <c:pt idx="899">
                  <c:v>900.0</c:v>
                </c:pt>
                <c:pt idx="900">
                  <c:v>901.0</c:v>
                </c:pt>
                <c:pt idx="901">
                  <c:v>902.0</c:v>
                </c:pt>
                <c:pt idx="902">
                  <c:v>903.0</c:v>
                </c:pt>
                <c:pt idx="903">
                  <c:v>904.0</c:v>
                </c:pt>
                <c:pt idx="904">
                  <c:v>905.0</c:v>
                </c:pt>
                <c:pt idx="905">
                  <c:v>906.0</c:v>
                </c:pt>
                <c:pt idx="906">
                  <c:v>907.0</c:v>
                </c:pt>
                <c:pt idx="907">
                  <c:v>908.0</c:v>
                </c:pt>
                <c:pt idx="908">
                  <c:v>909.0</c:v>
                </c:pt>
                <c:pt idx="909">
                  <c:v>910.0</c:v>
                </c:pt>
                <c:pt idx="910">
                  <c:v>911.0</c:v>
                </c:pt>
                <c:pt idx="911">
                  <c:v>912.0</c:v>
                </c:pt>
                <c:pt idx="912">
                  <c:v>913.0</c:v>
                </c:pt>
                <c:pt idx="913">
                  <c:v>914.0</c:v>
                </c:pt>
                <c:pt idx="914">
                  <c:v>915.0</c:v>
                </c:pt>
                <c:pt idx="915">
                  <c:v>916.0</c:v>
                </c:pt>
                <c:pt idx="916">
                  <c:v>917.0</c:v>
                </c:pt>
                <c:pt idx="917">
                  <c:v>918.0</c:v>
                </c:pt>
                <c:pt idx="918">
                  <c:v>919.0</c:v>
                </c:pt>
                <c:pt idx="919">
                  <c:v>920.0</c:v>
                </c:pt>
                <c:pt idx="920">
                  <c:v>921.0</c:v>
                </c:pt>
                <c:pt idx="921">
                  <c:v>922.0</c:v>
                </c:pt>
                <c:pt idx="922">
                  <c:v>923.0</c:v>
                </c:pt>
                <c:pt idx="923">
                  <c:v>924.0</c:v>
                </c:pt>
                <c:pt idx="924">
                  <c:v>925.0</c:v>
                </c:pt>
                <c:pt idx="925">
                  <c:v>926.0</c:v>
                </c:pt>
                <c:pt idx="926">
                  <c:v>927.0</c:v>
                </c:pt>
                <c:pt idx="927">
                  <c:v>928.0</c:v>
                </c:pt>
                <c:pt idx="928">
                  <c:v>929.0</c:v>
                </c:pt>
                <c:pt idx="929">
                  <c:v>930.0</c:v>
                </c:pt>
                <c:pt idx="930">
                  <c:v>931.0</c:v>
                </c:pt>
                <c:pt idx="931">
                  <c:v>932.0</c:v>
                </c:pt>
                <c:pt idx="932">
                  <c:v>933.0</c:v>
                </c:pt>
                <c:pt idx="933">
                  <c:v>934.0</c:v>
                </c:pt>
                <c:pt idx="934">
                  <c:v>935.0</c:v>
                </c:pt>
                <c:pt idx="935">
                  <c:v>936.0</c:v>
                </c:pt>
                <c:pt idx="936">
                  <c:v>937.0</c:v>
                </c:pt>
                <c:pt idx="937">
                  <c:v>938.0</c:v>
                </c:pt>
                <c:pt idx="938">
                  <c:v>939.0</c:v>
                </c:pt>
                <c:pt idx="939">
                  <c:v>940.0</c:v>
                </c:pt>
                <c:pt idx="940">
                  <c:v>941.0</c:v>
                </c:pt>
                <c:pt idx="941">
                  <c:v>942.0</c:v>
                </c:pt>
                <c:pt idx="942">
                  <c:v>943.0</c:v>
                </c:pt>
                <c:pt idx="943">
                  <c:v>944.0</c:v>
                </c:pt>
                <c:pt idx="944">
                  <c:v>945.0</c:v>
                </c:pt>
                <c:pt idx="945">
                  <c:v>946.0</c:v>
                </c:pt>
                <c:pt idx="946">
                  <c:v>947.0</c:v>
                </c:pt>
                <c:pt idx="947">
                  <c:v>948.0</c:v>
                </c:pt>
                <c:pt idx="948">
                  <c:v>949.0</c:v>
                </c:pt>
                <c:pt idx="949">
                  <c:v>950.0</c:v>
                </c:pt>
                <c:pt idx="950">
                  <c:v>951.0</c:v>
                </c:pt>
                <c:pt idx="951">
                  <c:v>952.0</c:v>
                </c:pt>
                <c:pt idx="952">
                  <c:v>953.0</c:v>
                </c:pt>
                <c:pt idx="953">
                  <c:v>954.0</c:v>
                </c:pt>
                <c:pt idx="954">
                  <c:v>955.0</c:v>
                </c:pt>
                <c:pt idx="955">
                  <c:v>956.0</c:v>
                </c:pt>
                <c:pt idx="956">
                  <c:v>957.0</c:v>
                </c:pt>
                <c:pt idx="957">
                  <c:v>958.0</c:v>
                </c:pt>
                <c:pt idx="958">
                  <c:v>959.0</c:v>
                </c:pt>
                <c:pt idx="959">
                  <c:v>960.0</c:v>
                </c:pt>
                <c:pt idx="960">
                  <c:v>961.0</c:v>
                </c:pt>
                <c:pt idx="961">
                  <c:v>962.0</c:v>
                </c:pt>
                <c:pt idx="962">
                  <c:v>963.0</c:v>
                </c:pt>
                <c:pt idx="963">
                  <c:v>964.0</c:v>
                </c:pt>
                <c:pt idx="964">
                  <c:v>965.0</c:v>
                </c:pt>
                <c:pt idx="965">
                  <c:v>966.0</c:v>
                </c:pt>
                <c:pt idx="966">
                  <c:v>967.0</c:v>
                </c:pt>
                <c:pt idx="967">
                  <c:v>968.0</c:v>
                </c:pt>
                <c:pt idx="968">
                  <c:v>969.0</c:v>
                </c:pt>
                <c:pt idx="969">
                  <c:v>970.0</c:v>
                </c:pt>
                <c:pt idx="970">
                  <c:v>971.0</c:v>
                </c:pt>
                <c:pt idx="971">
                  <c:v>972.0</c:v>
                </c:pt>
                <c:pt idx="972">
                  <c:v>973.0</c:v>
                </c:pt>
                <c:pt idx="973">
                  <c:v>974.0</c:v>
                </c:pt>
                <c:pt idx="974">
                  <c:v>975.0</c:v>
                </c:pt>
                <c:pt idx="975">
                  <c:v>976.0</c:v>
                </c:pt>
                <c:pt idx="976">
                  <c:v>977.0</c:v>
                </c:pt>
                <c:pt idx="977">
                  <c:v>978.0</c:v>
                </c:pt>
                <c:pt idx="978">
                  <c:v>979.0</c:v>
                </c:pt>
                <c:pt idx="979">
                  <c:v>980.0</c:v>
                </c:pt>
                <c:pt idx="980">
                  <c:v>981.0</c:v>
                </c:pt>
                <c:pt idx="981">
                  <c:v>982.0</c:v>
                </c:pt>
                <c:pt idx="982">
                  <c:v>983.0</c:v>
                </c:pt>
                <c:pt idx="983">
                  <c:v>984.0</c:v>
                </c:pt>
                <c:pt idx="984">
                  <c:v>985.0</c:v>
                </c:pt>
                <c:pt idx="985">
                  <c:v>986.0</c:v>
                </c:pt>
                <c:pt idx="986">
                  <c:v>987.0</c:v>
                </c:pt>
                <c:pt idx="987">
                  <c:v>988.0</c:v>
                </c:pt>
                <c:pt idx="988">
                  <c:v>989.0</c:v>
                </c:pt>
                <c:pt idx="989">
                  <c:v>990.0</c:v>
                </c:pt>
                <c:pt idx="990">
                  <c:v>991.0</c:v>
                </c:pt>
                <c:pt idx="991">
                  <c:v>992.0</c:v>
                </c:pt>
                <c:pt idx="992">
                  <c:v>993.0</c:v>
                </c:pt>
                <c:pt idx="993">
                  <c:v>994.0</c:v>
                </c:pt>
                <c:pt idx="994">
                  <c:v>995.0</c:v>
                </c:pt>
                <c:pt idx="995">
                  <c:v>996.0</c:v>
                </c:pt>
                <c:pt idx="996">
                  <c:v>997.0</c:v>
                </c:pt>
                <c:pt idx="997">
                  <c:v>998.0</c:v>
                </c:pt>
                <c:pt idx="998">
                  <c:v>999.0</c:v>
                </c:pt>
                <c:pt idx="999">
                  <c:v>1000.0</c:v>
                </c:pt>
                <c:pt idx="1000">
                  <c:v>1001.0</c:v>
                </c:pt>
                <c:pt idx="1001">
                  <c:v>1002.0</c:v>
                </c:pt>
                <c:pt idx="1002">
                  <c:v>1003.0</c:v>
                </c:pt>
                <c:pt idx="1003">
                  <c:v>1004.0</c:v>
                </c:pt>
                <c:pt idx="1004">
                  <c:v>1005.0</c:v>
                </c:pt>
                <c:pt idx="1005">
                  <c:v>1006.0</c:v>
                </c:pt>
                <c:pt idx="1006">
                  <c:v>1007.0</c:v>
                </c:pt>
                <c:pt idx="1007">
                  <c:v>1008.0</c:v>
                </c:pt>
                <c:pt idx="1008">
                  <c:v>1009.0</c:v>
                </c:pt>
                <c:pt idx="1009">
                  <c:v>1010.0</c:v>
                </c:pt>
                <c:pt idx="1010">
                  <c:v>1011.0</c:v>
                </c:pt>
                <c:pt idx="1011">
                  <c:v>1012.0</c:v>
                </c:pt>
                <c:pt idx="1012">
                  <c:v>1013.0</c:v>
                </c:pt>
                <c:pt idx="1013">
                  <c:v>1014.0</c:v>
                </c:pt>
                <c:pt idx="1014">
                  <c:v>1015.0</c:v>
                </c:pt>
                <c:pt idx="1015">
                  <c:v>1016.0</c:v>
                </c:pt>
                <c:pt idx="1016">
                  <c:v>1017.0</c:v>
                </c:pt>
                <c:pt idx="1017">
                  <c:v>1018.0</c:v>
                </c:pt>
                <c:pt idx="1018">
                  <c:v>1019.0</c:v>
                </c:pt>
                <c:pt idx="1019">
                  <c:v>1020.0</c:v>
                </c:pt>
                <c:pt idx="1020">
                  <c:v>1021.0</c:v>
                </c:pt>
                <c:pt idx="1021">
                  <c:v>1022.0</c:v>
                </c:pt>
                <c:pt idx="1022">
                  <c:v>1023.0</c:v>
                </c:pt>
                <c:pt idx="1023">
                  <c:v>1024.0</c:v>
                </c:pt>
                <c:pt idx="1024">
                  <c:v>1025.0</c:v>
                </c:pt>
                <c:pt idx="1025">
                  <c:v>1026.0</c:v>
                </c:pt>
                <c:pt idx="1026">
                  <c:v>1027.0</c:v>
                </c:pt>
                <c:pt idx="1027">
                  <c:v>1028.0</c:v>
                </c:pt>
                <c:pt idx="1028">
                  <c:v>1029.0</c:v>
                </c:pt>
                <c:pt idx="1029">
                  <c:v>1030.0</c:v>
                </c:pt>
                <c:pt idx="1030">
                  <c:v>1031.0</c:v>
                </c:pt>
                <c:pt idx="1031">
                  <c:v>1032.0</c:v>
                </c:pt>
                <c:pt idx="1032">
                  <c:v>1033.0</c:v>
                </c:pt>
                <c:pt idx="1033">
                  <c:v>1034.0</c:v>
                </c:pt>
                <c:pt idx="1034">
                  <c:v>1035.0</c:v>
                </c:pt>
                <c:pt idx="1035">
                  <c:v>1036.0</c:v>
                </c:pt>
                <c:pt idx="1036">
                  <c:v>1037.0</c:v>
                </c:pt>
                <c:pt idx="1037">
                  <c:v>1038.0</c:v>
                </c:pt>
                <c:pt idx="1038">
                  <c:v>1039.0</c:v>
                </c:pt>
                <c:pt idx="1039">
                  <c:v>1040.0</c:v>
                </c:pt>
                <c:pt idx="1040">
                  <c:v>1041.0</c:v>
                </c:pt>
                <c:pt idx="1041">
                  <c:v>1042.0</c:v>
                </c:pt>
                <c:pt idx="1042">
                  <c:v>1043.0</c:v>
                </c:pt>
                <c:pt idx="1043">
                  <c:v>1044.0</c:v>
                </c:pt>
                <c:pt idx="1044">
                  <c:v>1045.0</c:v>
                </c:pt>
                <c:pt idx="1045">
                  <c:v>1046.0</c:v>
                </c:pt>
                <c:pt idx="1046">
                  <c:v>1047.0</c:v>
                </c:pt>
                <c:pt idx="1047">
                  <c:v>1048.0</c:v>
                </c:pt>
                <c:pt idx="1048">
                  <c:v>1049.0</c:v>
                </c:pt>
                <c:pt idx="1049">
                  <c:v>1050.0</c:v>
                </c:pt>
                <c:pt idx="1050">
                  <c:v>1051.0</c:v>
                </c:pt>
                <c:pt idx="1051">
                  <c:v>1052.0</c:v>
                </c:pt>
                <c:pt idx="1052">
                  <c:v>1053.0</c:v>
                </c:pt>
                <c:pt idx="1053">
                  <c:v>1054.0</c:v>
                </c:pt>
                <c:pt idx="1054">
                  <c:v>1055.0</c:v>
                </c:pt>
                <c:pt idx="1055">
                  <c:v>1056.0</c:v>
                </c:pt>
                <c:pt idx="1056">
                  <c:v>1057.0</c:v>
                </c:pt>
                <c:pt idx="1057">
                  <c:v>1058.0</c:v>
                </c:pt>
                <c:pt idx="1058">
                  <c:v>1059.0</c:v>
                </c:pt>
                <c:pt idx="1059">
                  <c:v>1060.0</c:v>
                </c:pt>
                <c:pt idx="1060">
                  <c:v>1061.0</c:v>
                </c:pt>
                <c:pt idx="1061">
                  <c:v>1062.0</c:v>
                </c:pt>
                <c:pt idx="1062">
                  <c:v>1063.0</c:v>
                </c:pt>
                <c:pt idx="1063">
                  <c:v>1064.0</c:v>
                </c:pt>
                <c:pt idx="1064">
                  <c:v>1065.0</c:v>
                </c:pt>
                <c:pt idx="1065">
                  <c:v>1066.0</c:v>
                </c:pt>
                <c:pt idx="1066">
                  <c:v>1067.0</c:v>
                </c:pt>
                <c:pt idx="1067">
                  <c:v>1068.0</c:v>
                </c:pt>
                <c:pt idx="1068">
                  <c:v>1069.0</c:v>
                </c:pt>
                <c:pt idx="1069">
                  <c:v>1070.0</c:v>
                </c:pt>
                <c:pt idx="1070">
                  <c:v>1071.0</c:v>
                </c:pt>
                <c:pt idx="1071">
                  <c:v>1072.0</c:v>
                </c:pt>
                <c:pt idx="1072">
                  <c:v>1073.0</c:v>
                </c:pt>
                <c:pt idx="1073">
                  <c:v>1074.0</c:v>
                </c:pt>
                <c:pt idx="1074">
                  <c:v>1075.0</c:v>
                </c:pt>
                <c:pt idx="1075">
                  <c:v>1076.0</c:v>
                </c:pt>
                <c:pt idx="1076">
                  <c:v>1077.0</c:v>
                </c:pt>
                <c:pt idx="1077">
                  <c:v>1078.0</c:v>
                </c:pt>
                <c:pt idx="1078">
                  <c:v>1079.0</c:v>
                </c:pt>
                <c:pt idx="1079">
                  <c:v>1080.0</c:v>
                </c:pt>
                <c:pt idx="1080">
                  <c:v>1081.0</c:v>
                </c:pt>
                <c:pt idx="1081">
                  <c:v>1082.0</c:v>
                </c:pt>
                <c:pt idx="1082">
                  <c:v>1083.0</c:v>
                </c:pt>
                <c:pt idx="1083">
                  <c:v>1084.0</c:v>
                </c:pt>
                <c:pt idx="1084">
                  <c:v>1085.0</c:v>
                </c:pt>
                <c:pt idx="1085">
                  <c:v>1086.0</c:v>
                </c:pt>
                <c:pt idx="1086">
                  <c:v>1087.0</c:v>
                </c:pt>
                <c:pt idx="1087">
                  <c:v>1088.0</c:v>
                </c:pt>
                <c:pt idx="1088">
                  <c:v>1089.0</c:v>
                </c:pt>
                <c:pt idx="1089">
                  <c:v>1090.0</c:v>
                </c:pt>
                <c:pt idx="1090">
                  <c:v>1091.0</c:v>
                </c:pt>
                <c:pt idx="1091">
                  <c:v>1092.0</c:v>
                </c:pt>
                <c:pt idx="1092">
                  <c:v>1093.0</c:v>
                </c:pt>
                <c:pt idx="1093">
                  <c:v>1094.0</c:v>
                </c:pt>
                <c:pt idx="1094">
                  <c:v>1095.0</c:v>
                </c:pt>
                <c:pt idx="1095">
                  <c:v>1096.0</c:v>
                </c:pt>
                <c:pt idx="1096">
                  <c:v>1097.0</c:v>
                </c:pt>
                <c:pt idx="1097">
                  <c:v>1098.0</c:v>
                </c:pt>
                <c:pt idx="1098">
                  <c:v>1099.0</c:v>
                </c:pt>
                <c:pt idx="1099">
                  <c:v>1100.0</c:v>
                </c:pt>
                <c:pt idx="1100">
                  <c:v>1101.0</c:v>
                </c:pt>
                <c:pt idx="1101">
                  <c:v>1102.0</c:v>
                </c:pt>
                <c:pt idx="1102">
                  <c:v>1103.0</c:v>
                </c:pt>
                <c:pt idx="1103">
                  <c:v>1104.0</c:v>
                </c:pt>
                <c:pt idx="1104">
                  <c:v>1105.0</c:v>
                </c:pt>
                <c:pt idx="1105">
                  <c:v>1106.0</c:v>
                </c:pt>
                <c:pt idx="1106">
                  <c:v>1107.0</c:v>
                </c:pt>
                <c:pt idx="1107">
                  <c:v>1108.0</c:v>
                </c:pt>
                <c:pt idx="1108">
                  <c:v>1109.0</c:v>
                </c:pt>
                <c:pt idx="1109">
                  <c:v>1110.0</c:v>
                </c:pt>
                <c:pt idx="1110">
                  <c:v>1111.0</c:v>
                </c:pt>
                <c:pt idx="1111">
                  <c:v>1112.0</c:v>
                </c:pt>
                <c:pt idx="1112">
                  <c:v>1113.0</c:v>
                </c:pt>
                <c:pt idx="1113">
                  <c:v>1114.0</c:v>
                </c:pt>
                <c:pt idx="1114">
                  <c:v>1115.0</c:v>
                </c:pt>
                <c:pt idx="1115">
                  <c:v>1116.0</c:v>
                </c:pt>
                <c:pt idx="1116">
                  <c:v>1117.0</c:v>
                </c:pt>
                <c:pt idx="1117">
                  <c:v>1118.0</c:v>
                </c:pt>
                <c:pt idx="1118">
                  <c:v>1119.0</c:v>
                </c:pt>
                <c:pt idx="1119">
                  <c:v>1120.0</c:v>
                </c:pt>
                <c:pt idx="1120">
                  <c:v>1121.0</c:v>
                </c:pt>
                <c:pt idx="1121">
                  <c:v>1122.0</c:v>
                </c:pt>
                <c:pt idx="1122">
                  <c:v>1123.0</c:v>
                </c:pt>
                <c:pt idx="1123">
                  <c:v>1124.0</c:v>
                </c:pt>
                <c:pt idx="1124">
                  <c:v>1125.0</c:v>
                </c:pt>
                <c:pt idx="1125">
                  <c:v>1126.0</c:v>
                </c:pt>
                <c:pt idx="1126">
                  <c:v>1127.0</c:v>
                </c:pt>
                <c:pt idx="1127">
                  <c:v>1128.0</c:v>
                </c:pt>
                <c:pt idx="1128">
                  <c:v>1129.0</c:v>
                </c:pt>
                <c:pt idx="1129">
                  <c:v>1130.0</c:v>
                </c:pt>
                <c:pt idx="1130">
                  <c:v>1131.0</c:v>
                </c:pt>
                <c:pt idx="1131">
                  <c:v>1132.0</c:v>
                </c:pt>
                <c:pt idx="1132">
                  <c:v>1133.0</c:v>
                </c:pt>
                <c:pt idx="1133">
                  <c:v>1134.0</c:v>
                </c:pt>
                <c:pt idx="1134">
                  <c:v>1135.0</c:v>
                </c:pt>
                <c:pt idx="1135">
                  <c:v>1136.0</c:v>
                </c:pt>
                <c:pt idx="1136">
                  <c:v>1137.0</c:v>
                </c:pt>
                <c:pt idx="1137">
                  <c:v>1138.0</c:v>
                </c:pt>
                <c:pt idx="1138">
                  <c:v>1139.0</c:v>
                </c:pt>
                <c:pt idx="1139">
                  <c:v>1140.0</c:v>
                </c:pt>
                <c:pt idx="1140">
                  <c:v>1141.0</c:v>
                </c:pt>
                <c:pt idx="1141">
                  <c:v>1142.0</c:v>
                </c:pt>
                <c:pt idx="1142">
                  <c:v>1143.0</c:v>
                </c:pt>
                <c:pt idx="1143">
                  <c:v>1144.0</c:v>
                </c:pt>
                <c:pt idx="1144">
                  <c:v>1145.0</c:v>
                </c:pt>
                <c:pt idx="1145">
                  <c:v>1146.0</c:v>
                </c:pt>
                <c:pt idx="1146">
                  <c:v>1147.0</c:v>
                </c:pt>
                <c:pt idx="1147">
                  <c:v>1148.0</c:v>
                </c:pt>
                <c:pt idx="1148">
                  <c:v>1149.0</c:v>
                </c:pt>
                <c:pt idx="1149">
                  <c:v>1150.0</c:v>
                </c:pt>
                <c:pt idx="1150">
                  <c:v>1151.0</c:v>
                </c:pt>
                <c:pt idx="1151">
                  <c:v>1152.0</c:v>
                </c:pt>
                <c:pt idx="1152">
                  <c:v>1153.0</c:v>
                </c:pt>
                <c:pt idx="1153">
                  <c:v>1154.0</c:v>
                </c:pt>
                <c:pt idx="1154">
                  <c:v>1155.0</c:v>
                </c:pt>
                <c:pt idx="1155">
                  <c:v>1156.0</c:v>
                </c:pt>
                <c:pt idx="1156">
                  <c:v>1157.0</c:v>
                </c:pt>
                <c:pt idx="1157">
                  <c:v>1158.0</c:v>
                </c:pt>
                <c:pt idx="1158">
                  <c:v>1159.0</c:v>
                </c:pt>
                <c:pt idx="1159">
                  <c:v>1160.0</c:v>
                </c:pt>
                <c:pt idx="1160">
                  <c:v>1161.0</c:v>
                </c:pt>
                <c:pt idx="1161">
                  <c:v>1162.0</c:v>
                </c:pt>
                <c:pt idx="1162">
                  <c:v>1163.0</c:v>
                </c:pt>
                <c:pt idx="1163">
                  <c:v>1164.0</c:v>
                </c:pt>
                <c:pt idx="1164">
                  <c:v>1165.0</c:v>
                </c:pt>
                <c:pt idx="1165">
                  <c:v>1166.0</c:v>
                </c:pt>
                <c:pt idx="1166">
                  <c:v>1167.0</c:v>
                </c:pt>
                <c:pt idx="1167">
                  <c:v>1168.0</c:v>
                </c:pt>
                <c:pt idx="1168">
                  <c:v>1169.0</c:v>
                </c:pt>
                <c:pt idx="1169">
                  <c:v>1170.0</c:v>
                </c:pt>
                <c:pt idx="1170">
                  <c:v>1171.0</c:v>
                </c:pt>
                <c:pt idx="1171">
                  <c:v>1172.0</c:v>
                </c:pt>
                <c:pt idx="1172">
                  <c:v>1173.0</c:v>
                </c:pt>
                <c:pt idx="1173">
                  <c:v>1174.0</c:v>
                </c:pt>
                <c:pt idx="1174">
                  <c:v>1175.0</c:v>
                </c:pt>
                <c:pt idx="1175">
                  <c:v>1176.0</c:v>
                </c:pt>
                <c:pt idx="1176">
                  <c:v>1177.0</c:v>
                </c:pt>
                <c:pt idx="1177">
                  <c:v>1178.0</c:v>
                </c:pt>
                <c:pt idx="1178">
                  <c:v>1179.0</c:v>
                </c:pt>
                <c:pt idx="1179">
                  <c:v>1180.0</c:v>
                </c:pt>
                <c:pt idx="1180">
                  <c:v>1181.0</c:v>
                </c:pt>
                <c:pt idx="1181">
                  <c:v>1182.0</c:v>
                </c:pt>
                <c:pt idx="1182">
                  <c:v>1183.0</c:v>
                </c:pt>
                <c:pt idx="1183">
                  <c:v>1184.0</c:v>
                </c:pt>
                <c:pt idx="1184">
                  <c:v>1185.0</c:v>
                </c:pt>
                <c:pt idx="1185">
                  <c:v>1186.0</c:v>
                </c:pt>
                <c:pt idx="1186">
                  <c:v>1187.0</c:v>
                </c:pt>
                <c:pt idx="1187">
                  <c:v>1188.0</c:v>
                </c:pt>
                <c:pt idx="1188">
                  <c:v>1189.0</c:v>
                </c:pt>
                <c:pt idx="1189">
                  <c:v>1190.0</c:v>
                </c:pt>
                <c:pt idx="1190">
                  <c:v>1191.0</c:v>
                </c:pt>
                <c:pt idx="1191">
                  <c:v>1192.0</c:v>
                </c:pt>
                <c:pt idx="1192">
                  <c:v>1193.0</c:v>
                </c:pt>
                <c:pt idx="1193">
                  <c:v>1194.0</c:v>
                </c:pt>
                <c:pt idx="1194">
                  <c:v>1195.0</c:v>
                </c:pt>
                <c:pt idx="1195">
                  <c:v>1196.0</c:v>
                </c:pt>
                <c:pt idx="1196">
                  <c:v>1197.0</c:v>
                </c:pt>
                <c:pt idx="1197">
                  <c:v>1198.0</c:v>
                </c:pt>
                <c:pt idx="1198">
                  <c:v>1199.0</c:v>
                </c:pt>
                <c:pt idx="1199">
                  <c:v>1200.0</c:v>
                </c:pt>
                <c:pt idx="1200">
                  <c:v>1201.0</c:v>
                </c:pt>
                <c:pt idx="1201">
                  <c:v>1202.0</c:v>
                </c:pt>
                <c:pt idx="1202">
                  <c:v>1203.0</c:v>
                </c:pt>
                <c:pt idx="1203">
                  <c:v>1204.0</c:v>
                </c:pt>
                <c:pt idx="1204">
                  <c:v>1205.0</c:v>
                </c:pt>
                <c:pt idx="1205">
                  <c:v>1206.0</c:v>
                </c:pt>
                <c:pt idx="1206">
                  <c:v>1207.0</c:v>
                </c:pt>
                <c:pt idx="1207">
                  <c:v>1208.0</c:v>
                </c:pt>
                <c:pt idx="1208">
                  <c:v>1209.0</c:v>
                </c:pt>
                <c:pt idx="1209">
                  <c:v>1210.0</c:v>
                </c:pt>
                <c:pt idx="1210">
                  <c:v>1211.0</c:v>
                </c:pt>
                <c:pt idx="1211">
                  <c:v>1212.0</c:v>
                </c:pt>
                <c:pt idx="1212">
                  <c:v>1213.0</c:v>
                </c:pt>
                <c:pt idx="1213">
                  <c:v>1214.0</c:v>
                </c:pt>
                <c:pt idx="1214">
                  <c:v>1215.0</c:v>
                </c:pt>
                <c:pt idx="1215">
                  <c:v>1216.0</c:v>
                </c:pt>
                <c:pt idx="1216">
                  <c:v>1217.0</c:v>
                </c:pt>
                <c:pt idx="1217">
                  <c:v>1218.0</c:v>
                </c:pt>
                <c:pt idx="1218">
                  <c:v>1219.0</c:v>
                </c:pt>
                <c:pt idx="1219">
                  <c:v>1220.0</c:v>
                </c:pt>
                <c:pt idx="1220">
                  <c:v>1221.0</c:v>
                </c:pt>
                <c:pt idx="1221">
                  <c:v>1222.0</c:v>
                </c:pt>
                <c:pt idx="1222">
                  <c:v>1223.0</c:v>
                </c:pt>
                <c:pt idx="1223">
                  <c:v>1224.0</c:v>
                </c:pt>
                <c:pt idx="1224">
                  <c:v>1225.0</c:v>
                </c:pt>
                <c:pt idx="1225">
                  <c:v>1226.0</c:v>
                </c:pt>
                <c:pt idx="1226">
                  <c:v>1227.0</c:v>
                </c:pt>
                <c:pt idx="1227">
                  <c:v>1228.0</c:v>
                </c:pt>
                <c:pt idx="1228">
                  <c:v>1229.0</c:v>
                </c:pt>
                <c:pt idx="1229">
                  <c:v>1230.0</c:v>
                </c:pt>
                <c:pt idx="1230">
                  <c:v>1231.0</c:v>
                </c:pt>
                <c:pt idx="1231">
                  <c:v>1232.0</c:v>
                </c:pt>
                <c:pt idx="1232">
                  <c:v>1233.0</c:v>
                </c:pt>
                <c:pt idx="1233">
                  <c:v>1234.0</c:v>
                </c:pt>
                <c:pt idx="1234">
                  <c:v>1235.0</c:v>
                </c:pt>
                <c:pt idx="1235">
                  <c:v>1236.0</c:v>
                </c:pt>
                <c:pt idx="1236">
                  <c:v>1237.0</c:v>
                </c:pt>
                <c:pt idx="1237">
                  <c:v>1238.0</c:v>
                </c:pt>
                <c:pt idx="1238">
                  <c:v>1239.0</c:v>
                </c:pt>
                <c:pt idx="1239">
                  <c:v>1240.0</c:v>
                </c:pt>
                <c:pt idx="1240">
                  <c:v>1241.0</c:v>
                </c:pt>
                <c:pt idx="1241">
                  <c:v>1242.0</c:v>
                </c:pt>
                <c:pt idx="1242">
                  <c:v>1243.0</c:v>
                </c:pt>
                <c:pt idx="1243">
                  <c:v>1244.0</c:v>
                </c:pt>
                <c:pt idx="1244">
                  <c:v>1245.0</c:v>
                </c:pt>
                <c:pt idx="1245">
                  <c:v>1246.0</c:v>
                </c:pt>
                <c:pt idx="1246">
                  <c:v>1247.0</c:v>
                </c:pt>
                <c:pt idx="1247">
                  <c:v>1248.0</c:v>
                </c:pt>
                <c:pt idx="1248">
                  <c:v>1249.0</c:v>
                </c:pt>
                <c:pt idx="1249">
                  <c:v>1250.0</c:v>
                </c:pt>
                <c:pt idx="1250">
                  <c:v>1251.0</c:v>
                </c:pt>
                <c:pt idx="1251">
                  <c:v>1252.0</c:v>
                </c:pt>
                <c:pt idx="1252">
                  <c:v>1253.0</c:v>
                </c:pt>
                <c:pt idx="1253">
                  <c:v>1254.0</c:v>
                </c:pt>
                <c:pt idx="1254">
                  <c:v>1255.0</c:v>
                </c:pt>
                <c:pt idx="1255">
                  <c:v>1256.0</c:v>
                </c:pt>
                <c:pt idx="1256">
                  <c:v>1257.0</c:v>
                </c:pt>
                <c:pt idx="1257">
                  <c:v>1258.0</c:v>
                </c:pt>
                <c:pt idx="1258">
                  <c:v>1259.0</c:v>
                </c:pt>
                <c:pt idx="1259">
                  <c:v>1260.0</c:v>
                </c:pt>
                <c:pt idx="1260">
                  <c:v>1261.0</c:v>
                </c:pt>
                <c:pt idx="1261">
                  <c:v>1262.0</c:v>
                </c:pt>
                <c:pt idx="1262">
                  <c:v>1263.0</c:v>
                </c:pt>
                <c:pt idx="1263">
                  <c:v>1264.0</c:v>
                </c:pt>
                <c:pt idx="1264">
                  <c:v>1265.0</c:v>
                </c:pt>
                <c:pt idx="1265">
                  <c:v>1266.0</c:v>
                </c:pt>
                <c:pt idx="1266">
                  <c:v>1267.0</c:v>
                </c:pt>
                <c:pt idx="1267">
                  <c:v>1268.0</c:v>
                </c:pt>
                <c:pt idx="1268">
                  <c:v>1269.0</c:v>
                </c:pt>
                <c:pt idx="1269">
                  <c:v>1270.0</c:v>
                </c:pt>
                <c:pt idx="1270">
                  <c:v>1271.0</c:v>
                </c:pt>
                <c:pt idx="1271">
                  <c:v>1272.0</c:v>
                </c:pt>
                <c:pt idx="1272">
                  <c:v>1273.0</c:v>
                </c:pt>
                <c:pt idx="1273">
                  <c:v>1274.0</c:v>
                </c:pt>
                <c:pt idx="1274">
                  <c:v>1275.0</c:v>
                </c:pt>
                <c:pt idx="1275">
                  <c:v>1276.0</c:v>
                </c:pt>
                <c:pt idx="1276">
                  <c:v>1277.0</c:v>
                </c:pt>
                <c:pt idx="1277">
                  <c:v>1278.0</c:v>
                </c:pt>
                <c:pt idx="1278">
                  <c:v>1279.0</c:v>
                </c:pt>
                <c:pt idx="1279">
                  <c:v>1280.0</c:v>
                </c:pt>
                <c:pt idx="1280">
                  <c:v>1281.0</c:v>
                </c:pt>
                <c:pt idx="1281">
                  <c:v>1282.0</c:v>
                </c:pt>
                <c:pt idx="1282">
                  <c:v>1283.0</c:v>
                </c:pt>
                <c:pt idx="1283">
                  <c:v>1284.0</c:v>
                </c:pt>
                <c:pt idx="1284">
                  <c:v>1285.0</c:v>
                </c:pt>
                <c:pt idx="1285">
                  <c:v>1286.0</c:v>
                </c:pt>
                <c:pt idx="1286">
                  <c:v>1287.0</c:v>
                </c:pt>
                <c:pt idx="1287">
                  <c:v>1288.0</c:v>
                </c:pt>
                <c:pt idx="1288">
                  <c:v>1289.0</c:v>
                </c:pt>
                <c:pt idx="1289">
                  <c:v>1290.0</c:v>
                </c:pt>
                <c:pt idx="1290">
                  <c:v>1291.0</c:v>
                </c:pt>
                <c:pt idx="1291">
                  <c:v>1292.0</c:v>
                </c:pt>
                <c:pt idx="1292">
                  <c:v>1293.0</c:v>
                </c:pt>
                <c:pt idx="1293">
                  <c:v>1294.0</c:v>
                </c:pt>
                <c:pt idx="1294">
                  <c:v>1295.0</c:v>
                </c:pt>
                <c:pt idx="1295">
                  <c:v>1296.0</c:v>
                </c:pt>
                <c:pt idx="1296">
                  <c:v>1297.0</c:v>
                </c:pt>
                <c:pt idx="1297">
                  <c:v>1298.0</c:v>
                </c:pt>
                <c:pt idx="1298">
                  <c:v>1299.0</c:v>
                </c:pt>
                <c:pt idx="1299">
                  <c:v>1300.0</c:v>
                </c:pt>
                <c:pt idx="1300">
                  <c:v>1301.0</c:v>
                </c:pt>
                <c:pt idx="1301">
                  <c:v>1302.0</c:v>
                </c:pt>
                <c:pt idx="1302">
                  <c:v>1303.0</c:v>
                </c:pt>
                <c:pt idx="1303">
                  <c:v>1304.0</c:v>
                </c:pt>
                <c:pt idx="1304">
                  <c:v>1305.0</c:v>
                </c:pt>
                <c:pt idx="1305">
                  <c:v>1306.0</c:v>
                </c:pt>
                <c:pt idx="1306">
                  <c:v>1307.0</c:v>
                </c:pt>
                <c:pt idx="1307">
                  <c:v>1308.0</c:v>
                </c:pt>
                <c:pt idx="1308">
                  <c:v>1309.0</c:v>
                </c:pt>
                <c:pt idx="1309">
                  <c:v>1310.0</c:v>
                </c:pt>
                <c:pt idx="1310">
                  <c:v>1311.0</c:v>
                </c:pt>
                <c:pt idx="1311">
                  <c:v>1312.0</c:v>
                </c:pt>
                <c:pt idx="1312">
                  <c:v>1313.0</c:v>
                </c:pt>
                <c:pt idx="1313">
                  <c:v>1314.0</c:v>
                </c:pt>
                <c:pt idx="1314">
                  <c:v>1315.0</c:v>
                </c:pt>
                <c:pt idx="1315">
                  <c:v>1316.0</c:v>
                </c:pt>
                <c:pt idx="1316">
                  <c:v>1317.0</c:v>
                </c:pt>
                <c:pt idx="1317">
                  <c:v>1318.0</c:v>
                </c:pt>
                <c:pt idx="1318">
                  <c:v>1319.0</c:v>
                </c:pt>
                <c:pt idx="1319">
                  <c:v>1320.0</c:v>
                </c:pt>
                <c:pt idx="1320">
                  <c:v>1321.0</c:v>
                </c:pt>
                <c:pt idx="1321">
                  <c:v>1322.0</c:v>
                </c:pt>
                <c:pt idx="1322">
                  <c:v>1323.0</c:v>
                </c:pt>
                <c:pt idx="1323">
                  <c:v>1324.0</c:v>
                </c:pt>
                <c:pt idx="1324">
                  <c:v>1325.0</c:v>
                </c:pt>
                <c:pt idx="1325">
                  <c:v>1326.0</c:v>
                </c:pt>
                <c:pt idx="1326">
                  <c:v>1327.0</c:v>
                </c:pt>
                <c:pt idx="1327">
                  <c:v>1328.0</c:v>
                </c:pt>
                <c:pt idx="1328">
                  <c:v>1329.0</c:v>
                </c:pt>
                <c:pt idx="1329">
                  <c:v>1330.0</c:v>
                </c:pt>
                <c:pt idx="1330">
                  <c:v>1331.0</c:v>
                </c:pt>
                <c:pt idx="1331">
                  <c:v>1332.0</c:v>
                </c:pt>
                <c:pt idx="1332">
                  <c:v>1333.0</c:v>
                </c:pt>
                <c:pt idx="1333">
                  <c:v>1334.0</c:v>
                </c:pt>
                <c:pt idx="1334">
                  <c:v>1335.0</c:v>
                </c:pt>
                <c:pt idx="1335">
                  <c:v>1336.0</c:v>
                </c:pt>
                <c:pt idx="1336">
                  <c:v>1337.0</c:v>
                </c:pt>
                <c:pt idx="1337">
                  <c:v>1338.0</c:v>
                </c:pt>
                <c:pt idx="1338">
                  <c:v>1339.0</c:v>
                </c:pt>
                <c:pt idx="1339">
                  <c:v>1340.0</c:v>
                </c:pt>
                <c:pt idx="1340">
                  <c:v>1341.0</c:v>
                </c:pt>
                <c:pt idx="1341">
                  <c:v>1342.0</c:v>
                </c:pt>
                <c:pt idx="1342">
                  <c:v>1343.0</c:v>
                </c:pt>
                <c:pt idx="1343">
                  <c:v>1344.0</c:v>
                </c:pt>
                <c:pt idx="1344">
                  <c:v>1345.0</c:v>
                </c:pt>
                <c:pt idx="1345">
                  <c:v>1346.0</c:v>
                </c:pt>
                <c:pt idx="1346">
                  <c:v>1347.0</c:v>
                </c:pt>
                <c:pt idx="1347">
                  <c:v>1348.0</c:v>
                </c:pt>
                <c:pt idx="1348">
                  <c:v>1349.0</c:v>
                </c:pt>
                <c:pt idx="1349">
                  <c:v>1350.0</c:v>
                </c:pt>
                <c:pt idx="1350">
                  <c:v>1351.0</c:v>
                </c:pt>
                <c:pt idx="1351">
                  <c:v>1352.0</c:v>
                </c:pt>
                <c:pt idx="1352">
                  <c:v>1353.0</c:v>
                </c:pt>
                <c:pt idx="1353">
                  <c:v>1354.0</c:v>
                </c:pt>
                <c:pt idx="1354">
                  <c:v>1355.0</c:v>
                </c:pt>
                <c:pt idx="1355">
                  <c:v>1356.0</c:v>
                </c:pt>
                <c:pt idx="1356">
                  <c:v>1357.0</c:v>
                </c:pt>
                <c:pt idx="1357">
                  <c:v>1358.0</c:v>
                </c:pt>
                <c:pt idx="1358">
                  <c:v>1359.0</c:v>
                </c:pt>
                <c:pt idx="1359">
                  <c:v>1360.0</c:v>
                </c:pt>
                <c:pt idx="1360">
                  <c:v>1361.0</c:v>
                </c:pt>
                <c:pt idx="1361">
                  <c:v>1362.0</c:v>
                </c:pt>
                <c:pt idx="1362">
                  <c:v>1363.0</c:v>
                </c:pt>
                <c:pt idx="1363">
                  <c:v>1364.0</c:v>
                </c:pt>
                <c:pt idx="1364">
                  <c:v>1365.0</c:v>
                </c:pt>
                <c:pt idx="1365">
                  <c:v>1366.0</c:v>
                </c:pt>
                <c:pt idx="1366">
                  <c:v>1367.0</c:v>
                </c:pt>
                <c:pt idx="1367">
                  <c:v>1368.0</c:v>
                </c:pt>
                <c:pt idx="1368">
                  <c:v>1369.0</c:v>
                </c:pt>
                <c:pt idx="1369">
                  <c:v>1370.0</c:v>
                </c:pt>
                <c:pt idx="1370">
                  <c:v>1371.0</c:v>
                </c:pt>
                <c:pt idx="1371">
                  <c:v>1372.0</c:v>
                </c:pt>
                <c:pt idx="1372">
                  <c:v>1373.0</c:v>
                </c:pt>
                <c:pt idx="1373">
                  <c:v>1374.0</c:v>
                </c:pt>
                <c:pt idx="1374">
                  <c:v>1375.0</c:v>
                </c:pt>
                <c:pt idx="1375">
                  <c:v>1376.0</c:v>
                </c:pt>
                <c:pt idx="1376">
                  <c:v>1377.0</c:v>
                </c:pt>
                <c:pt idx="1377">
                  <c:v>1378.0</c:v>
                </c:pt>
                <c:pt idx="1378">
                  <c:v>1379.0</c:v>
                </c:pt>
                <c:pt idx="1379">
                  <c:v>1380.0</c:v>
                </c:pt>
                <c:pt idx="1380">
                  <c:v>1381.0</c:v>
                </c:pt>
                <c:pt idx="1381">
                  <c:v>1382.0</c:v>
                </c:pt>
                <c:pt idx="1382">
                  <c:v>1383.0</c:v>
                </c:pt>
                <c:pt idx="1383">
                  <c:v>1384.0</c:v>
                </c:pt>
                <c:pt idx="1384">
                  <c:v>1385.0</c:v>
                </c:pt>
                <c:pt idx="1385">
                  <c:v>1386.0</c:v>
                </c:pt>
                <c:pt idx="1386">
                  <c:v>1387.0</c:v>
                </c:pt>
                <c:pt idx="1387">
                  <c:v>1388.0</c:v>
                </c:pt>
                <c:pt idx="1388">
                  <c:v>1389.0</c:v>
                </c:pt>
                <c:pt idx="1389">
                  <c:v>1390.0</c:v>
                </c:pt>
                <c:pt idx="1390">
                  <c:v>1391.0</c:v>
                </c:pt>
                <c:pt idx="1391">
                  <c:v>1392.0</c:v>
                </c:pt>
                <c:pt idx="1392">
                  <c:v>1393.0</c:v>
                </c:pt>
                <c:pt idx="1393">
                  <c:v>1394.0</c:v>
                </c:pt>
                <c:pt idx="1394">
                  <c:v>1395.0</c:v>
                </c:pt>
                <c:pt idx="1395">
                  <c:v>1396.0</c:v>
                </c:pt>
                <c:pt idx="1396">
                  <c:v>1397.0</c:v>
                </c:pt>
                <c:pt idx="1397">
                  <c:v>1398.0</c:v>
                </c:pt>
                <c:pt idx="1398">
                  <c:v>1399.0</c:v>
                </c:pt>
                <c:pt idx="1399">
                  <c:v>1400.0</c:v>
                </c:pt>
                <c:pt idx="1400">
                  <c:v>1401.0</c:v>
                </c:pt>
                <c:pt idx="1401">
                  <c:v>1402.0</c:v>
                </c:pt>
                <c:pt idx="1402">
                  <c:v>1403.0</c:v>
                </c:pt>
                <c:pt idx="1403">
                  <c:v>1404.0</c:v>
                </c:pt>
                <c:pt idx="1404">
                  <c:v>1405.0</c:v>
                </c:pt>
                <c:pt idx="1405">
                  <c:v>1406.0</c:v>
                </c:pt>
                <c:pt idx="1406">
                  <c:v>1407.0</c:v>
                </c:pt>
                <c:pt idx="1407">
                  <c:v>1408.0</c:v>
                </c:pt>
                <c:pt idx="1408">
                  <c:v>1409.0</c:v>
                </c:pt>
                <c:pt idx="1409">
                  <c:v>1410.0</c:v>
                </c:pt>
                <c:pt idx="1410">
                  <c:v>1411.0</c:v>
                </c:pt>
                <c:pt idx="1411">
                  <c:v>1412.0</c:v>
                </c:pt>
                <c:pt idx="1412">
                  <c:v>1413.0</c:v>
                </c:pt>
                <c:pt idx="1413">
                  <c:v>1414.0</c:v>
                </c:pt>
                <c:pt idx="1414">
                  <c:v>1415.0</c:v>
                </c:pt>
                <c:pt idx="1415">
                  <c:v>1416.0</c:v>
                </c:pt>
                <c:pt idx="1416">
                  <c:v>1417.0</c:v>
                </c:pt>
                <c:pt idx="1417">
                  <c:v>1418.0</c:v>
                </c:pt>
                <c:pt idx="1418">
                  <c:v>1419.0</c:v>
                </c:pt>
                <c:pt idx="1419">
                  <c:v>1420.0</c:v>
                </c:pt>
                <c:pt idx="1420">
                  <c:v>1421.0</c:v>
                </c:pt>
                <c:pt idx="1421">
                  <c:v>1422.0</c:v>
                </c:pt>
                <c:pt idx="1422">
                  <c:v>1423.0</c:v>
                </c:pt>
                <c:pt idx="1423">
                  <c:v>1424.0</c:v>
                </c:pt>
                <c:pt idx="1424">
                  <c:v>1425.0</c:v>
                </c:pt>
                <c:pt idx="1425">
                  <c:v>1426.0</c:v>
                </c:pt>
                <c:pt idx="1426">
                  <c:v>1427.0</c:v>
                </c:pt>
                <c:pt idx="1427">
                  <c:v>1428.0</c:v>
                </c:pt>
                <c:pt idx="1428">
                  <c:v>1429.0</c:v>
                </c:pt>
                <c:pt idx="1429">
                  <c:v>1430.0</c:v>
                </c:pt>
                <c:pt idx="1430">
                  <c:v>1431.0</c:v>
                </c:pt>
                <c:pt idx="1431">
                  <c:v>1432.0</c:v>
                </c:pt>
                <c:pt idx="1432">
                  <c:v>1433.0</c:v>
                </c:pt>
                <c:pt idx="1433">
                  <c:v>1434.0</c:v>
                </c:pt>
                <c:pt idx="1434">
                  <c:v>1435.0</c:v>
                </c:pt>
                <c:pt idx="1435">
                  <c:v>1436.0</c:v>
                </c:pt>
                <c:pt idx="1436">
                  <c:v>1437.0</c:v>
                </c:pt>
                <c:pt idx="1437">
                  <c:v>1438.0</c:v>
                </c:pt>
                <c:pt idx="1438">
                  <c:v>1439.0</c:v>
                </c:pt>
                <c:pt idx="1439">
                  <c:v>1440.0</c:v>
                </c:pt>
                <c:pt idx="1440">
                  <c:v>1441.0</c:v>
                </c:pt>
                <c:pt idx="1441">
                  <c:v>1442.0</c:v>
                </c:pt>
                <c:pt idx="1442">
                  <c:v>1443.0</c:v>
                </c:pt>
                <c:pt idx="1443">
                  <c:v>1444.0</c:v>
                </c:pt>
                <c:pt idx="1444">
                  <c:v>1445.0</c:v>
                </c:pt>
                <c:pt idx="1445">
                  <c:v>1446.0</c:v>
                </c:pt>
                <c:pt idx="1446">
                  <c:v>1447.0</c:v>
                </c:pt>
                <c:pt idx="1447">
                  <c:v>1448.0</c:v>
                </c:pt>
                <c:pt idx="1448">
                  <c:v>1449.0</c:v>
                </c:pt>
                <c:pt idx="1449">
                  <c:v>1450.0</c:v>
                </c:pt>
                <c:pt idx="1450">
                  <c:v>1451.0</c:v>
                </c:pt>
                <c:pt idx="1451">
                  <c:v>1452.0</c:v>
                </c:pt>
                <c:pt idx="1452">
                  <c:v>1453.0</c:v>
                </c:pt>
                <c:pt idx="1453">
                  <c:v>1454.0</c:v>
                </c:pt>
                <c:pt idx="1454">
                  <c:v>1455.0</c:v>
                </c:pt>
                <c:pt idx="1455">
                  <c:v>1456.0</c:v>
                </c:pt>
                <c:pt idx="1456">
                  <c:v>1457.0</c:v>
                </c:pt>
                <c:pt idx="1457">
                  <c:v>1458.0</c:v>
                </c:pt>
                <c:pt idx="1458">
                  <c:v>1459.0</c:v>
                </c:pt>
                <c:pt idx="1459">
                  <c:v>1460.0</c:v>
                </c:pt>
                <c:pt idx="1460">
                  <c:v>1461.0</c:v>
                </c:pt>
                <c:pt idx="1461">
                  <c:v>1462.0</c:v>
                </c:pt>
                <c:pt idx="1462">
                  <c:v>1463.0</c:v>
                </c:pt>
                <c:pt idx="1463">
                  <c:v>1464.0</c:v>
                </c:pt>
                <c:pt idx="1464">
                  <c:v>1465.0</c:v>
                </c:pt>
                <c:pt idx="1465">
                  <c:v>1466.0</c:v>
                </c:pt>
                <c:pt idx="1466">
                  <c:v>1467.0</c:v>
                </c:pt>
                <c:pt idx="1467">
                  <c:v>1468.0</c:v>
                </c:pt>
                <c:pt idx="1468">
                  <c:v>1469.0</c:v>
                </c:pt>
                <c:pt idx="1469">
                  <c:v>1470.0</c:v>
                </c:pt>
                <c:pt idx="1470">
                  <c:v>1471.0</c:v>
                </c:pt>
                <c:pt idx="1471">
                  <c:v>1472.0</c:v>
                </c:pt>
                <c:pt idx="1472">
                  <c:v>1473.0</c:v>
                </c:pt>
                <c:pt idx="1473">
                  <c:v>1474.0</c:v>
                </c:pt>
                <c:pt idx="1474">
                  <c:v>1475.0</c:v>
                </c:pt>
                <c:pt idx="1475">
                  <c:v>1476.0</c:v>
                </c:pt>
                <c:pt idx="1476">
                  <c:v>1477.0</c:v>
                </c:pt>
                <c:pt idx="1477">
                  <c:v>1478.0</c:v>
                </c:pt>
                <c:pt idx="1478">
                  <c:v>1479.0</c:v>
                </c:pt>
                <c:pt idx="1479">
                  <c:v>1480.0</c:v>
                </c:pt>
                <c:pt idx="1480">
                  <c:v>1481.0</c:v>
                </c:pt>
                <c:pt idx="1481">
                  <c:v>1482.0</c:v>
                </c:pt>
                <c:pt idx="1482">
                  <c:v>1483.0</c:v>
                </c:pt>
                <c:pt idx="1483">
                  <c:v>1484.0</c:v>
                </c:pt>
                <c:pt idx="1484">
                  <c:v>1485.0</c:v>
                </c:pt>
                <c:pt idx="1485">
                  <c:v>1486.0</c:v>
                </c:pt>
                <c:pt idx="1486">
                  <c:v>1487.0</c:v>
                </c:pt>
                <c:pt idx="1487">
                  <c:v>1488.0</c:v>
                </c:pt>
                <c:pt idx="1488">
                  <c:v>1489.0</c:v>
                </c:pt>
                <c:pt idx="1489">
                  <c:v>1490.0</c:v>
                </c:pt>
                <c:pt idx="1490">
                  <c:v>1491.0</c:v>
                </c:pt>
                <c:pt idx="1491">
                  <c:v>1492.0</c:v>
                </c:pt>
                <c:pt idx="1492">
                  <c:v>1493.0</c:v>
                </c:pt>
                <c:pt idx="1493">
                  <c:v>1494.0</c:v>
                </c:pt>
                <c:pt idx="1494">
                  <c:v>1495.0</c:v>
                </c:pt>
                <c:pt idx="1495">
                  <c:v>1496.0</c:v>
                </c:pt>
                <c:pt idx="1496">
                  <c:v>1497.0</c:v>
                </c:pt>
                <c:pt idx="1497">
                  <c:v>1498.0</c:v>
                </c:pt>
                <c:pt idx="1498">
                  <c:v>1499.0</c:v>
                </c:pt>
                <c:pt idx="1499">
                  <c:v>1500.0</c:v>
                </c:pt>
                <c:pt idx="1500">
                  <c:v>1501.0</c:v>
                </c:pt>
                <c:pt idx="1501">
                  <c:v>1502.0</c:v>
                </c:pt>
                <c:pt idx="1502">
                  <c:v>1503.0</c:v>
                </c:pt>
                <c:pt idx="1503">
                  <c:v>1504.0</c:v>
                </c:pt>
                <c:pt idx="1504">
                  <c:v>1505.0</c:v>
                </c:pt>
                <c:pt idx="1505">
                  <c:v>1506.0</c:v>
                </c:pt>
                <c:pt idx="1506">
                  <c:v>1507.0</c:v>
                </c:pt>
                <c:pt idx="1507">
                  <c:v>1508.0</c:v>
                </c:pt>
                <c:pt idx="1508">
                  <c:v>1509.0</c:v>
                </c:pt>
                <c:pt idx="1509">
                  <c:v>1510.0</c:v>
                </c:pt>
                <c:pt idx="1510">
                  <c:v>1511.0</c:v>
                </c:pt>
                <c:pt idx="1511">
                  <c:v>1512.0</c:v>
                </c:pt>
                <c:pt idx="1512">
                  <c:v>1513.0</c:v>
                </c:pt>
                <c:pt idx="1513">
                  <c:v>1514.0</c:v>
                </c:pt>
                <c:pt idx="1514">
                  <c:v>1515.0</c:v>
                </c:pt>
                <c:pt idx="1515">
                  <c:v>1516.0</c:v>
                </c:pt>
                <c:pt idx="1516">
                  <c:v>1517.0</c:v>
                </c:pt>
                <c:pt idx="1517">
                  <c:v>1518.0</c:v>
                </c:pt>
                <c:pt idx="1518">
                  <c:v>1519.0</c:v>
                </c:pt>
                <c:pt idx="1519">
                  <c:v>1520.0</c:v>
                </c:pt>
                <c:pt idx="1520">
                  <c:v>1521.0</c:v>
                </c:pt>
                <c:pt idx="1521">
                  <c:v>1522.0</c:v>
                </c:pt>
                <c:pt idx="1522">
                  <c:v>1523.0</c:v>
                </c:pt>
                <c:pt idx="1523">
                  <c:v>1524.0</c:v>
                </c:pt>
                <c:pt idx="1524">
                  <c:v>1525.0</c:v>
                </c:pt>
                <c:pt idx="1525">
                  <c:v>1526.0</c:v>
                </c:pt>
                <c:pt idx="1526">
                  <c:v>1527.0</c:v>
                </c:pt>
                <c:pt idx="1527">
                  <c:v>1528.0</c:v>
                </c:pt>
                <c:pt idx="1528">
                  <c:v>1529.0</c:v>
                </c:pt>
                <c:pt idx="1529">
                  <c:v>1530.0</c:v>
                </c:pt>
                <c:pt idx="1530">
                  <c:v>1531.0</c:v>
                </c:pt>
                <c:pt idx="1531">
                  <c:v>1532.0</c:v>
                </c:pt>
                <c:pt idx="1532">
                  <c:v>1533.0</c:v>
                </c:pt>
                <c:pt idx="1533">
                  <c:v>1534.0</c:v>
                </c:pt>
                <c:pt idx="1534">
                  <c:v>1535.0</c:v>
                </c:pt>
                <c:pt idx="1535">
                  <c:v>1536.0</c:v>
                </c:pt>
                <c:pt idx="1536">
                  <c:v>1537.0</c:v>
                </c:pt>
                <c:pt idx="1537">
                  <c:v>1538.0</c:v>
                </c:pt>
                <c:pt idx="1538">
                  <c:v>1539.0</c:v>
                </c:pt>
                <c:pt idx="1539">
                  <c:v>1540.0</c:v>
                </c:pt>
                <c:pt idx="1540">
                  <c:v>1541.0</c:v>
                </c:pt>
                <c:pt idx="1541">
                  <c:v>1542.0</c:v>
                </c:pt>
                <c:pt idx="1542">
                  <c:v>1543.0</c:v>
                </c:pt>
                <c:pt idx="1543">
                  <c:v>1544.0</c:v>
                </c:pt>
                <c:pt idx="1544">
                  <c:v>1545.0</c:v>
                </c:pt>
                <c:pt idx="1545">
                  <c:v>1546.0</c:v>
                </c:pt>
                <c:pt idx="1546">
                  <c:v>1547.0</c:v>
                </c:pt>
                <c:pt idx="1547">
                  <c:v>1548.0</c:v>
                </c:pt>
                <c:pt idx="1548">
                  <c:v>1549.0</c:v>
                </c:pt>
                <c:pt idx="1549">
                  <c:v>1550.0</c:v>
                </c:pt>
                <c:pt idx="1550">
                  <c:v>1551.0</c:v>
                </c:pt>
                <c:pt idx="1551">
                  <c:v>1552.0</c:v>
                </c:pt>
                <c:pt idx="1552">
                  <c:v>1553.0</c:v>
                </c:pt>
                <c:pt idx="1553">
                  <c:v>1554.0</c:v>
                </c:pt>
                <c:pt idx="1554">
                  <c:v>1555.0</c:v>
                </c:pt>
                <c:pt idx="1555">
                  <c:v>1556.0</c:v>
                </c:pt>
                <c:pt idx="1556">
                  <c:v>1557.0</c:v>
                </c:pt>
                <c:pt idx="1557">
                  <c:v>1558.0</c:v>
                </c:pt>
                <c:pt idx="1558">
                  <c:v>1559.0</c:v>
                </c:pt>
                <c:pt idx="1559">
                  <c:v>1560.0</c:v>
                </c:pt>
                <c:pt idx="1560">
                  <c:v>1561.0</c:v>
                </c:pt>
                <c:pt idx="1561">
                  <c:v>1562.0</c:v>
                </c:pt>
                <c:pt idx="1562">
                  <c:v>1563.0</c:v>
                </c:pt>
                <c:pt idx="1563">
                  <c:v>1564.0</c:v>
                </c:pt>
                <c:pt idx="1564">
                  <c:v>1565.0</c:v>
                </c:pt>
                <c:pt idx="1565">
                  <c:v>1566.0</c:v>
                </c:pt>
                <c:pt idx="1566">
                  <c:v>1567.0</c:v>
                </c:pt>
                <c:pt idx="1567">
                  <c:v>1568.0</c:v>
                </c:pt>
                <c:pt idx="1568">
                  <c:v>1569.0</c:v>
                </c:pt>
                <c:pt idx="1569">
                  <c:v>1570.0</c:v>
                </c:pt>
                <c:pt idx="1570">
                  <c:v>1571.0</c:v>
                </c:pt>
                <c:pt idx="1571">
                  <c:v>1572.0</c:v>
                </c:pt>
                <c:pt idx="1572">
                  <c:v>1573.0</c:v>
                </c:pt>
                <c:pt idx="1573">
                  <c:v>1574.0</c:v>
                </c:pt>
                <c:pt idx="1574">
                  <c:v>1575.0</c:v>
                </c:pt>
                <c:pt idx="1575">
                  <c:v>1576.0</c:v>
                </c:pt>
                <c:pt idx="1576">
                  <c:v>1577.0</c:v>
                </c:pt>
                <c:pt idx="1577">
                  <c:v>1578.0</c:v>
                </c:pt>
                <c:pt idx="1578">
                  <c:v>1579.0</c:v>
                </c:pt>
                <c:pt idx="1579">
                  <c:v>1580.0</c:v>
                </c:pt>
                <c:pt idx="1580">
                  <c:v>1581.0</c:v>
                </c:pt>
                <c:pt idx="1581">
                  <c:v>1582.0</c:v>
                </c:pt>
                <c:pt idx="1582">
                  <c:v>1583.0</c:v>
                </c:pt>
                <c:pt idx="1583">
                  <c:v>1584.0</c:v>
                </c:pt>
                <c:pt idx="1584">
                  <c:v>1585.0</c:v>
                </c:pt>
                <c:pt idx="1585">
                  <c:v>1586.0</c:v>
                </c:pt>
                <c:pt idx="1586">
                  <c:v>1587.0</c:v>
                </c:pt>
                <c:pt idx="1587">
                  <c:v>1588.0</c:v>
                </c:pt>
                <c:pt idx="1588">
                  <c:v>1589.0</c:v>
                </c:pt>
                <c:pt idx="1589">
                  <c:v>1590.0</c:v>
                </c:pt>
                <c:pt idx="1590">
                  <c:v>1591.0</c:v>
                </c:pt>
                <c:pt idx="1591">
                  <c:v>1592.0</c:v>
                </c:pt>
                <c:pt idx="1592">
                  <c:v>1593.0</c:v>
                </c:pt>
                <c:pt idx="1593">
                  <c:v>1594.0</c:v>
                </c:pt>
                <c:pt idx="1594">
                  <c:v>1595.0</c:v>
                </c:pt>
                <c:pt idx="1595">
                  <c:v>1596.0</c:v>
                </c:pt>
                <c:pt idx="1596">
                  <c:v>1597.0</c:v>
                </c:pt>
                <c:pt idx="1597">
                  <c:v>1598.0</c:v>
                </c:pt>
                <c:pt idx="1598">
                  <c:v>1599.0</c:v>
                </c:pt>
                <c:pt idx="1599">
                  <c:v>1600.0</c:v>
                </c:pt>
                <c:pt idx="1600">
                  <c:v>1601.0</c:v>
                </c:pt>
                <c:pt idx="1601">
                  <c:v>1602.0</c:v>
                </c:pt>
                <c:pt idx="1602">
                  <c:v>1603.0</c:v>
                </c:pt>
                <c:pt idx="1603">
                  <c:v>1604.0</c:v>
                </c:pt>
                <c:pt idx="1604">
                  <c:v>1605.0</c:v>
                </c:pt>
                <c:pt idx="1605">
                  <c:v>1606.0</c:v>
                </c:pt>
                <c:pt idx="1606">
                  <c:v>1607.0</c:v>
                </c:pt>
                <c:pt idx="1607">
                  <c:v>1608.0</c:v>
                </c:pt>
                <c:pt idx="1608">
                  <c:v>1609.0</c:v>
                </c:pt>
                <c:pt idx="1609">
                  <c:v>1610.0</c:v>
                </c:pt>
                <c:pt idx="1610">
                  <c:v>1611.0</c:v>
                </c:pt>
                <c:pt idx="1611">
                  <c:v>1612.0</c:v>
                </c:pt>
                <c:pt idx="1612">
                  <c:v>1613.0</c:v>
                </c:pt>
                <c:pt idx="1613">
                  <c:v>1614.0</c:v>
                </c:pt>
                <c:pt idx="1614">
                  <c:v>1615.0</c:v>
                </c:pt>
                <c:pt idx="1615">
                  <c:v>1616.0</c:v>
                </c:pt>
                <c:pt idx="1616">
                  <c:v>1617.0</c:v>
                </c:pt>
                <c:pt idx="1617">
                  <c:v>1618.0</c:v>
                </c:pt>
                <c:pt idx="1618">
                  <c:v>1619.0</c:v>
                </c:pt>
                <c:pt idx="1619">
                  <c:v>1620.0</c:v>
                </c:pt>
                <c:pt idx="1620">
                  <c:v>1621.0</c:v>
                </c:pt>
                <c:pt idx="1621">
                  <c:v>1622.0</c:v>
                </c:pt>
                <c:pt idx="1622">
                  <c:v>1623.0</c:v>
                </c:pt>
                <c:pt idx="1623">
                  <c:v>1624.0</c:v>
                </c:pt>
                <c:pt idx="1624">
                  <c:v>1625.0</c:v>
                </c:pt>
                <c:pt idx="1625">
                  <c:v>1626.0</c:v>
                </c:pt>
                <c:pt idx="1626">
                  <c:v>1627.0</c:v>
                </c:pt>
                <c:pt idx="1627">
                  <c:v>1628.0</c:v>
                </c:pt>
                <c:pt idx="1628">
                  <c:v>1629.0</c:v>
                </c:pt>
                <c:pt idx="1629">
                  <c:v>1630.0</c:v>
                </c:pt>
                <c:pt idx="1630">
                  <c:v>1631.0</c:v>
                </c:pt>
                <c:pt idx="1631">
                  <c:v>1632.0</c:v>
                </c:pt>
                <c:pt idx="1632">
                  <c:v>1633.0</c:v>
                </c:pt>
                <c:pt idx="1633">
                  <c:v>1634.0</c:v>
                </c:pt>
                <c:pt idx="1634">
                  <c:v>1635.0</c:v>
                </c:pt>
                <c:pt idx="1635">
                  <c:v>1636.0</c:v>
                </c:pt>
                <c:pt idx="1636">
                  <c:v>1637.0</c:v>
                </c:pt>
                <c:pt idx="1637">
                  <c:v>1638.0</c:v>
                </c:pt>
                <c:pt idx="1638">
                  <c:v>1639.0</c:v>
                </c:pt>
                <c:pt idx="1639">
                  <c:v>1640.0</c:v>
                </c:pt>
                <c:pt idx="1640">
                  <c:v>1641.0</c:v>
                </c:pt>
                <c:pt idx="1641">
                  <c:v>1642.0</c:v>
                </c:pt>
                <c:pt idx="1642">
                  <c:v>1643.0</c:v>
                </c:pt>
                <c:pt idx="1643">
                  <c:v>1644.0</c:v>
                </c:pt>
                <c:pt idx="1644">
                  <c:v>1645.0</c:v>
                </c:pt>
                <c:pt idx="1645">
                  <c:v>1646.0</c:v>
                </c:pt>
                <c:pt idx="1646">
                  <c:v>1647.0</c:v>
                </c:pt>
                <c:pt idx="1647">
                  <c:v>1648.0</c:v>
                </c:pt>
                <c:pt idx="1648">
                  <c:v>1649.0</c:v>
                </c:pt>
                <c:pt idx="1649">
                  <c:v>1650.0</c:v>
                </c:pt>
                <c:pt idx="1650">
                  <c:v>1651.0</c:v>
                </c:pt>
                <c:pt idx="1651">
                  <c:v>1652.0</c:v>
                </c:pt>
                <c:pt idx="1652">
                  <c:v>1653.0</c:v>
                </c:pt>
                <c:pt idx="1653">
                  <c:v>1654.0</c:v>
                </c:pt>
                <c:pt idx="1654">
                  <c:v>1655.0</c:v>
                </c:pt>
                <c:pt idx="1655">
                  <c:v>1656.0</c:v>
                </c:pt>
                <c:pt idx="1656">
                  <c:v>1657.0</c:v>
                </c:pt>
                <c:pt idx="1657">
                  <c:v>1658.0</c:v>
                </c:pt>
                <c:pt idx="1658">
                  <c:v>1659.0</c:v>
                </c:pt>
                <c:pt idx="1659">
                  <c:v>1660.0</c:v>
                </c:pt>
                <c:pt idx="1660">
                  <c:v>1661.0</c:v>
                </c:pt>
                <c:pt idx="1661">
                  <c:v>1662.0</c:v>
                </c:pt>
                <c:pt idx="1662">
                  <c:v>1663.0</c:v>
                </c:pt>
                <c:pt idx="1663">
                  <c:v>1664.0</c:v>
                </c:pt>
                <c:pt idx="1664">
                  <c:v>1665.0</c:v>
                </c:pt>
                <c:pt idx="1665">
                  <c:v>1666.0</c:v>
                </c:pt>
                <c:pt idx="1666">
                  <c:v>1667.0</c:v>
                </c:pt>
                <c:pt idx="1667">
                  <c:v>1668.0</c:v>
                </c:pt>
                <c:pt idx="1668">
                  <c:v>1669.0</c:v>
                </c:pt>
                <c:pt idx="1669">
                  <c:v>1670.0</c:v>
                </c:pt>
                <c:pt idx="1670">
                  <c:v>1671.0</c:v>
                </c:pt>
                <c:pt idx="1671">
                  <c:v>1672.0</c:v>
                </c:pt>
                <c:pt idx="1672">
                  <c:v>1673.0</c:v>
                </c:pt>
                <c:pt idx="1673">
                  <c:v>1674.0</c:v>
                </c:pt>
                <c:pt idx="1674">
                  <c:v>1675.0</c:v>
                </c:pt>
                <c:pt idx="1675">
                  <c:v>1676.0</c:v>
                </c:pt>
                <c:pt idx="1676">
                  <c:v>1677.0</c:v>
                </c:pt>
                <c:pt idx="1677">
                  <c:v>1678.0</c:v>
                </c:pt>
                <c:pt idx="1678">
                  <c:v>1679.0</c:v>
                </c:pt>
                <c:pt idx="1679">
                  <c:v>1680.0</c:v>
                </c:pt>
                <c:pt idx="1680">
                  <c:v>1681.0</c:v>
                </c:pt>
                <c:pt idx="1681">
                  <c:v>1682.0</c:v>
                </c:pt>
                <c:pt idx="1682">
                  <c:v>1683.0</c:v>
                </c:pt>
                <c:pt idx="1683">
                  <c:v>1684.0</c:v>
                </c:pt>
                <c:pt idx="1684">
                  <c:v>1685.0</c:v>
                </c:pt>
                <c:pt idx="1685">
                  <c:v>1686.0</c:v>
                </c:pt>
                <c:pt idx="1686">
                  <c:v>1687.0</c:v>
                </c:pt>
                <c:pt idx="1687">
                  <c:v>1688.0</c:v>
                </c:pt>
                <c:pt idx="1688">
                  <c:v>1689.0</c:v>
                </c:pt>
                <c:pt idx="1689">
                  <c:v>1690.0</c:v>
                </c:pt>
                <c:pt idx="1690">
                  <c:v>1691.0</c:v>
                </c:pt>
                <c:pt idx="1691">
                  <c:v>1692.0</c:v>
                </c:pt>
                <c:pt idx="1692">
                  <c:v>1693.0</c:v>
                </c:pt>
                <c:pt idx="1693">
                  <c:v>1694.0</c:v>
                </c:pt>
                <c:pt idx="1694">
                  <c:v>1695.0</c:v>
                </c:pt>
                <c:pt idx="1695">
                  <c:v>1696.0</c:v>
                </c:pt>
                <c:pt idx="1696">
                  <c:v>1697.0</c:v>
                </c:pt>
                <c:pt idx="1697">
                  <c:v>1698.0</c:v>
                </c:pt>
                <c:pt idx="1698">
                  <c:v>1699.0</c:v>
                </c:pt>
                <c:pt idx="1699">
                  <c:v>1700.0</c:v>
                </c:pt>
                <c:pt idx="1700">
                  <c:v>1701.0</c:v>
                </c:pt>
                <c:pt idx="1701">
                  <c:v>1702.0</c:v>
                </c:pt>
                <c:pt idx="1702">
                  <c:v>1703.0</c:v>
                </c:pt>
                <c:pt idx="1703">
                  <c:v>1704.0</c:v>
                </c:pt>
                <c:pt idx="1704">
                  <c:v>1705.0</c:v>
                </c:pt>
                <c:pt idx="1705">
                  <c:v>1706.0</c:v>
                </c:pt>
                <c:pt idx="1706">
                  <c:v>1707.0</c:v>
                </c:pt>
                <c:pt idx="1707">
                  <c:v>1708.0</c:v>
                </c:pt>
                <c:pt idx="1708">
                  <c:v>1709.0</c:v>
                </c:pt>
                <c:pt idx="1709">
                  <c:v>1710.0</c:v>
                </c:pt>
                <c:pt idx="1710">
                  <c:v>1711.0</c:v>
                </c:pt>
                <c:pt idx="1711">
                  <c:v>1712.0</c:v>
                </c:pt>
                <c:pt idx="1712">
                  <c:v>1713.0</c:v>
                </c:pt>
                <c:pt idx="1713">
                  <c:v>1714.0</c:v>
                </c:pt>
                <c:pt idx="1714">
                  <c:v>1715.0</c:v>
                </c:pt>
                <c:pt idx="1715">
                  <c:v>1716.0</c:v>
                </c:pt>
                <c:pt idx="1716">
                  <c:v>1717.0</c:v>
                </c:pt>
                <c:pt idx="1717">
                  <c:v>1718.0</c:v>
                </c:pt>
                <c:pt idx="1718">
                  <c:v>1719.0</c:v>
                </c:pt>
                <c:pt idx="1719">
                  <c:v>1720.0</c:v>
                </c:pt>
                <c:pt idx="1720">
                  <c:v>1721.0</c:v>
                </c:pt>
                <c:pt idx="1721">
                  <c:v>1722.0</c:v>
                </c:pt>
                <c:pt idx="1722">
                  <c:v>1723.0</c:v>
                </c:pt>
                <c:pt idx="1723">
                  <c:v>1724.0</c:v>
                </c:pt>
                <c:pt idx="1724">
                  <c:v>1725.0</c:v>
                </c:pt>
                <c:pt idx="1725">
                  <c:v>1726.0</c:v>
                </c:pt>
                <c:pt idx="1726">
                  <c:v>1727.0</c:v>
                </c:pt>
                <c:pt idx="1727">
                  <c:v>1728.0</c:v>
                </c:pt>
                <c:pt idx="1728">
                  <c:v>1729.0</c:v>
                </c:pt>
                <c:pt idx="1729">
                  <c:v>1730.0</c:v>
                </c:pt>
                <c:pt idx="1730">
                  <c:v>1731.0</c:v>
                </c:pt>
                <c:pt idx="1731">
                  <c:v>1732.0</c:v>
                </c:pt>
                <c:pt idx="1732">
                  <c:v>1733.0</c:v>
                </c:pt>
                <c:pt idx="1733">
                  <c:v>1734.0</c:v>
                </c:pt>
                <c:pt idx="1734">
                  <c:v>1735.0</c:v>
                </c:pt>
                <c:pt idx="1735">
                  <c:v>1736.0</c:v>
                </c:pt>
                <c:pt idx="1736">
                  <c:v>1737.0</c:v>
                </c:pt>
                <c:pt idx="1737">
                  <c:v>1738.0</c:v>
                </c:pt>
                <c:pt idx="1738">
                  <c:v>1739.0</c:v>
                </c:pt>
                <c:pt idx="1739">
                  <c:v>1740.0</c:v>
                </c:pt>
                <c:pt idx="1740">
                  <c:v>1741.0</c:v>
                </c:pt>
                <c:pt idx="1741">
                  <c:v>1742.0</c:v>
                </c:pt>
                <c:pt idx="1742">
                  <c:v>1743.0</c:v>
                </c:pt>
                <c:pt idx="1743">
                  <c:v>1744.0</c:v>
                </c:pt>
                <c:pt idx="1744">
                  <c:v>1745.0</c:v>
                </c:pt>
                <c:pt idx="1745">
                  <c:v>1746.0</c:v>
                </c:pt>
                <c:pt idx="1746">
                  <c:v>1747.0</c:v>
                </c:pt>
                <c:pt idx="1747">
                  <c:v>1748.0</c:v>
                </c:pt>
                <c:pt idx="1748">
                  <c:v>1749.0</c:v>
                </c:pt>
                <c:pt idx="1749">
                  <c:v>1750.0</c:v>
                </c:pt>
                <c:pt idx="1750">
                  <c:v>1751.0</c:v>
                </c:pt>
                <c:pt idx="1751">
                  <c:v>1752.0</c:v>
                </c:pt>
                <c:pt idx="1752">
                  <c:v>1753.0</c:v>
                </c:pt>
                <c:pt idx="1753">
                  <c:v>1754.0</c:v>
                </c:pt>
                <c:pt idx="1754">
                  <c:v>1755.0</c:v>
                </c:pt>
                <c:pt idx="1755">
                  <c:v>1756.0</c:v>
                </c:pt>
                <c:pt idx="1756">
                  <c:v>1757.0</c:v>
                </c:pt>
                <c:pt idx="1757">
                  <c:v>1758.0</c:v>
                </c:pt>
                <c:pt idx="1758">
                  <c:v>1759.0</c:v>
                </c:pt>
                <c:pt idx="1759">
                  <c:v>1760.0</c:v>
                </c:pt>
                <c:pt idx="1760">
                  <c:v>1761.0</c:v>
                </c:pt>
                <c:pt idx="1761">
                  <c:v>1762.0</c:v>
                </c:pt>
                <c:pt idx="1762">
                  <c:v>1763.0</c:v>
                </c:pt>
                <c:pt idx="1763">
                  <c:v>1764.0</c:v>
                </c:pt>
                <c:pt idx="1764">
                  <c:v>1765.0</c:v>
                </c:pt>
                <c:pt idx="1765">
                  <c:v>1766.0</c:v>
                </c:pt>
                <c:pt idx="1766">
                  <c:v>1767.0</c:v>
                </c:pt>
                <c:pt idx="1767">
                  <c:v>1768.0</c:v>
                </c:pt>
                <c:pt idx="1768">
                  <c:v>1769.0</c:v>
                </c:pt>
                <c:pt idx="1769">
                  <c:v>1770.0</c:v>
                </c:pt>
                <c:pt idx="1770">
                  <c:v>1771.0</c:v>
                </c:pt>
                <c:pt idx="1771">
                  <c:v>1772.0</c:v>
                </c:pt>
                <c:pt idx="1772">
                  <c:v>1773.0</c:v>
                </c:pt>
                <c:pt idx="1773">
                  <c:v>1774.0</c:v>
                </c:pt>
                <c:pt idx="1774">
                  <c:v>1775.0</c:v>
                </c:pt>
                <c:pt idx="1775">
                  <c:v>1776.0</c:v>
                </c:pt>
                <c:pt idx="1776">
                  <c:v>1777.0</c:v>
                </c:pt>
                <c:pt idx="1777">
                  <c:v>1778.0</c:v>
                </c:pt>
                <c:pt idx="1778">
                  <c:v>1779.0</c:v>
                </c:pt>
                <c:pt idx="1779">
                  <c:v>1780.0</c:v>
                </c:pt>
                <c:pt idx="1780">
                  <c:v>1781.0</c:v>
                </c:pt>
                <c:pt idx="1781">
                  <c:v>1782.0</c:v>
                </c:pt>
                <c:pt idx="1782">
                  <c:v>1783.0</c:v>
                </c:pt>
                <c:pt idx="1783">
                  <c:v>1784.0</c:v>
                </c:pt>
                <c:pt idx="1784">
                  <c:v>1785.0</c:v>
                </c:pt>
                <c:pt idx="1785">
                  <c:v>1786.0</c:v>
                </c:pt>
                <c:pt idx="1786">
                  <c:v>1787.0</c:v>
                </c:pt>
                <c:pt idx="1787">
                  <c:v>1788.0</c:v>
                </c:pt>
                <c:pt idx="1788">
                  <c:v>1789.0</c:v>
                </c:pt>
                <c:pt idx="1789">
                  <c:v>1790.0</c:v>
                </c:pt>
                <c:pt idx="1790">
                  <c:v>1791.0</c:v>
                </c:pt>
                <c:pt idx="1791">
                  <c:v>1792.0</c:v>
                </c:pt>
                <c:pt idx="1792">
                  <c:v>1793.0</c:v>
                </c:pt>
                <c:pt idx="1793">
                  <c:v>1794.0</c:v>
                </c:pt>
                <c:pt idx="1794">
                  <c:v>1795.0</c:v>
                </c:pt>
                <c:pt idx="1795">
                  <c:v>1796.0</c:v>
                </c:pt>
                <c:pt idx="1796">
                  <c:v>1797.0</c:v>
                </c:pt>
                <c:pt idx="1797">
                  <c:v>1798.0</c:v>
                </c:pt>
                <c:pt idx="1798">
                  <c:v>1799.0</c:v>
                </c:pt>
                <c:pt idx="1799">
                  <c:v>1800.0</c:v>
                </c:pt>
                <c:pt idx="1800">
                  <c:v>1801.0</c:v>
                </c:pt>
                <c:pt idx="1801">
                  <c:v>1802.0</c:v>
                </c:pt>
                <c:pt idx="1802">
                  <c:v>1803.0</c:v>
                </c:pt>
                <c:pt idx="1803">
                  <c:v>1804.0</c:v>
                </c:pt>
                <c:pt idx="1804">
                  <c:v>1805.0</c:v>
                </c:pt>
                <c:pt idx="1805">
                  <c:v>1806.0</c:v>
                </c:pt>
                <c:pt idx="1806">
                  <c:v>1807.0</c:v>
                </c:pt>
                <c:pt idx="1807">
                  <c:v>1808.0</c:v>
                </c:pt>
                <c:pt idx="1808">
                  <c:v>1809.0</c:v>
                </c:pt>
                <c:pt idx="1809">
                  <c:v>1810.0</c:v>
                </c:pt>
                <c:pt idx="1810">
                  <c:v>1811.0</c:v>
                </c:pt>
                <c:pt idx="1811">
                  <c:v>1812.0</c:v>
                </c:pt>
                <c:pt idx="1812">
                  <c:v>1813.0</c:v>
                </c:pt>
                <c:pt idx="1813">
                  <c:v>1814.0</c:v>
                </c:pt>
                <c:pt idx="1814">
                  <c:v>1815.0</c:v>
                </c:pt>
                <c:pt idx="1815">
                  <c:v>1816.0</c:v>
                </c:pt>
                <c:pt idx="1816">
                  <c:v>1817.0</c:v>
                </c:pt>
                <c:pt idx="1817">
                  <c:v>1818.0</c:v>
                </c:pt>
                <c:pt idx="1818">
                  <c:v>1819.0</c:v>
                </c:pt>
                <c:pt idx="1819">
                  <c:v>1820.0</c:v>
                </c:pt>
                <c:pt idx="1820">
                  <c:v>1821.0</c:v>
                </c:pt>
                <c:pt idx="1821">
                  <c:v>1822.0</c:v>
                </c:pt>
                <c:pt idx="1822">
                  <c:v>1823.0</c:v>
                </c:pt>
                <c:pt idx="1823">
                  <c:v>1824.0</c:v>
                </c:pt>
                <c:pt idx="1824">
                  <c:v>1825.0</c:v>
                </c:pt>
                <c:pt idx="1825">
                  <c:v>1826.0</c:v>
                </c:pt>
                <c:pt idx="1826">
                  <c:v>1827.0</c:v>
                </c:pt>
                <c:pt idx="1827">
                  <c:v>1828.0</c:v>
                </c:pt>
                <c:pt idx="1828">
                  <c:v>1829.0</c:v>
                </c:pt>
                <c:pt idx="1829">
                  <c:v>1830.0</c:v>
                </c:pt>
                <c:pt idx="1830">
                  <c:v>1831.0</c:v>
                </c:pt>
                <c:pt idx="1831">
                  <c:v>1832.0</c:v>
                </c:pt>
                <c:pt idx="1832">
                  <c:v>1833.0</c:v>
                </c:pt>
                <c:pt idx="1833">
                  <c:v>1834.0</c:v>
                </c:pt>
                <c:pt idx="1834">
                  <c:v>1835.0</c:v>
                </c:pt>
                <c:pt idx="1835">
                  <c:v>1836.0</c:v>
                </c:pt>
                <c:pt idx="1836">
                  <c:v>1837.0</c:v>
                </c:pt>
                <c:pt idx="1837">
                  <c:v>1838.0</c:v>
                </c:pt>
                <c:pt idx="1838">
                  <c:v>1839.0</c:v>
                </c:pt>
                <c:pt idx="1839">
                  <c:v>1840.0</c:v>
                </c:pt>
                <c:pt idx="1840">
                  <c:v>1841.0</c:v>
                </c:pt>
                <c:pt idx="1841">
                  <c:v>1842.0</c:v>
                </c:pt>
                <c:pt idx="1842">
                  <c:v>1843.0</c:v>
                </c:pt>
                <c:pt idx="1843">
                  <c:v>1844.0</c:v>
                </c:pt>
                <c:pt idx="1844">
                  <c:v>1845.0</c:v>
                </c:pt>
                <c:pt idx="1845">
                  <c:v>1846.0</c:v>
                </c:pt>
                <c:pt idx="1846">
                  <c:v>1847.0</c:v>
                </c:pt>
                <c:pt idx="1847">
                  <c:v>1848.0</c:v>
                </c:pt>
                <c:pt idx="1848">
                  <c:v>1849.0</c:v>
                </c:pt>
                <c:pt idx="1849">
                  <c:v>1850.0</c:v>
                </c:pt>
                <c:pt idx="1850">
                  <c:v>1851.0</c:v>
                </c:pt>
                <c:pt idx="1851">
                  <c:v>1852.0</c:v>
                </c:pt>
                <c:pt idx="1852">
                  <c:v>1853.0</c:v>
                </c:pt>
                <c:pt idx="1853">
                  <c:v>1854.0</c:v>
                </c:pt>
                <c:pt idx="1854">
                  <c:v>1855.0</c:v>
                </c:pt>
                <c:pt idx="1855">
                  <c:v>1856.0</c:v>
                </c:pt>
                <c:pt idx="1856">
                  <c:v>1857.0</c:v>
                </c:pt>
                <c:pt idx="1857">
                  <c:v>1858.0</c:v>
                </c:pt>
                <c:pt idx="1858">
                  <c:v>1859.0</c:v>
                </c:pt>
                <c:pt idx="1859">
                  <c:v>1860.0</c:v>
                </c:pt>
                <c:pt idx="1860">
                  <c:v>1861.0</c:v>
                </c:pt>
                <c:pt idx="1861">
                  <c:v>1862.0</c:v>
                </c:pt>
                <c:pt idx="1862">
                  <c:v>1863.0</c:v>
                </c:pt>
                <c:pt idx="1863">
                  <c:v>1864.0</c:v>
                </c:pt>
                <c:pt idx="1864">
                  <c:v>1865.0</c:v>
                </c:pt>
                <c:pt idx="1865">
                  <c:v>1866.0</c:v>
                </c:pt>
                <c:pt idx="1866">
                  <c:v>1867.0</c:v>
                </c:pt>
                <c:pt idx="1867">
                  <c:v>1868.0</c:v>
                </c:pt>
                <c:pt idx="1868">
                  <c:v>1869.0</c:v>
                </c:pt>
                <c:pt idx="1869">
                  <c:v>1870.0</c:v>
                </c:pt>
                <c:pt idx="1870">
                  <c:v>1871.0</c:v>
                </c:pt>
                <c:pt idx="1871">
                  <c:v>1872.0</c:v>
                </c:pt>
                <c:pt idx="1872">
                  <c:v>1873.0</c:v>
                </c:pt>
                <c:pt idx="1873">
                  <c:v>1874.0</c:v>
                </c:pt>
                <c:pt idx="1874">
                  <c:v>1875.0</c:v>
                </c:pt>
                <c:pt idx="1875">
                  <c:v>1876.0</c:v>
                </c:pt>
                <c:pt idx="1876">
                  <c:v>1877.0</c:v>
                </c:pt>
                <c:pt idx="1877">
                  <c:v>1878.0</c:v>
                </c:pt>
                <c:pt idx="1878">
                  <c:v>1879.0</c:v>
                </c:pt>
                <c:pt idx="1879">
                  <c:v>1880.0</c:v>
                </c:pt>
                <c:pt idx="1880">
                  <c:v>1881.0</c:v>
                </c:pt>
                <c:pt idx="1881">
                  <c:v>1882.0</c:v>
                </c:pt>
                <c:pt idx="1882">
                  <c:v>1883.0</c:v>
                </c:pt>
                <c:pt idx="1883">
                  <c:v>1884.0</c:v>
                </c:pt>
                <c:pt idx="1884">
                  <c:v>1885.0</c:v>
                </c:pt>
                <c:pt idx="1885">
                  <c:v>1886.0</c:v>
                </c:pt>
                <c:pt idx="1886">
                  <c:v>1887.0</c:v>
                </c:pt>
                <c:pt idx="1887">
                  <c:v>1888.0</c:v>
                </c:pt>
                <c:pt idx="1888">
                  <c:v>1889.0</c:v>
                </c:pt>
                <c:pt idx="1889">
                  <c:v>1890.0</c:v>
                </c:pt>
                <c:pt idx="1890">
                  <c:v>1891.0</c:v>
                </c:pt>
                <c:pt idx="1891">
                  <c:v>1892.0</c:v>
                </c:pt>
                <c:pt idx="1892">
                  <c:v>1893.0</c:v>
                </c:pt>
                <c:pt idx="1893">
                  <c:v>1894.0</c:v>
                </c:pt>
                <c:pt idx="1894">
                  <c:v>1895.0</c:v>
                </c:pt>
                <c:pt idx="1895">
                  <c:v>1896.0</c:v>
                </c:pt>
                <c:pt idx="1896">
                  <c:v>1897.0</c:v>
                </c:pt>
                <c:pt idx="1897">
                  <c:v>1898.0</c:v>
                </c:pt>
                <c:pt idx="1898">
                  <c:v>1899.0</c:v>
                </c:pt>
                <c:pt idx="1899">
                  <c:v>1900.0</c:v>
                </c:pt>
                <c:pt idx="1900">
                  <c:v>1901.0</c:v>
                </c:pt>
                <c:pt idx="1901">
                  <c:v>1902.0</c:v>
                </c:pt>
                <c:pt idx="1902">
                  <c:v>1903.0</c:v>
                </c:pt>
                <c:pt idx="1903">
                  <c:v>1904.0</c:v>
                </c:pt>
                <c:pt idx="1904">
                  <c:v>1905.0</c:v>
                </c:pt>
                <c:pt idx="1905">
                  <c:v>1906.0</c:v>
                </c:pt>
                <c:pt idx="1906">
                  <c:v>1907.0</c:v>
                </c:pt>
                <c:pt idx="1907">
                  <c:v>1908.0</c:v>
                </c:pt>
                <c:pt idx="1908">
                  <c:v>1909.0</c:v>
                </c:pt>
                <c:pt idx="1909">
                  <c:v>1910.0</c:v>
                </c:pt>
                <c:pt idx="1910">
                  <c:v>1911.0</c:v>
                </c:pt>
                <c:pt idx="1911">
                  <c:v>1912.0</c:v>
                </c:pt>
                <c:pt idx="1912">
                  <c:v>1913.0</c:v>
                </c:pt>
                <c:pt idx="1913">
                  <c:v>1914.0</c:v>
                </c:pt>
                <c:pt idx="1914">
                  <c:v>1915.0</c:v>
                </c:pt>
                <c:pt idx="1915">
                  <c:v>1916.0</c:v>
                </c:pt>
                <c:pt idx="1916">
                  <c:v>1917.0</c:v>
                </c:pt>
                <c:pt idx="1917">
                  <c:v>1918.0</c:v>
                </c:pt>
                <c:pt idx="1918">
                  <c:v>1919.0</c:v>
                </c:pt>
                <c:pt idx="1919">
                  <c:v>1920.0</c:v>
                </c:pt>
                <c:pt idx="1920">
                  <c:v>1921.0</c:v>
                </c:pt>
                <c:pt idx="1921">
                  <c:v>1922.0</c:v>
                </c:pt>
                <c:pt idx="1922">
                  <c:v>1923.0</c:v>
                </c:pt>
                <c:pt idx="1923">
                  <c:v>1924.0</c:v>
                </c:pt>
                <c:pt idx="1924">
                  <c:v>1925.0</c:v>
                </c:pt>
                <c:pt idx="1925">
                  <c:v>1926.0</c:v>
                </c:pt>
                <c:pt idx="1926">
                  <c:v>1927.0</c:v>
                </c:pt>
                <c:pt idx="1927">
                  <c:v>1928.0</c:v>
                </c:pt>
                <c:pt idx="1928">
                  <c:v>1929.0</c:v>
                </c:pt>
                <c:pt idx="1929">
                  <c:v>1930.0</c:v>
                </c:pt>
                <c:pt idx="1930">
                  <c:v>1931.0</c:v>
                </c:pt>
                <c:pt idx="1931">
                  <c:v>1932.0</c:v>
                </c:pt>
                <c:pt idx="1932">
                  <c:v>1933.0</c:v>
                </c:pt>
                <c:pt idx="1933">
                  <c:v>1934.0</c:v>
                </c:pt>
                <c:pt idx="1934">
                  <c:v>1935.0</c:v>
                </c:pt>
                <c:pt idx="1935">
                  <c:v>1936.0</c:v>
                </c:pt>
                <c:pt idx="1936">
                  <c:v>1937.0</c:v>
                </c:pt>
                <c:pt idx="1937">
                  <c:v>1938.0</c:v>
                </c:pt>
                <c:pt idx="1938">
                  <c:v>1939.0</c:v>
                </c:pt>
                <c:pt idx="1939">
                  <c:v>1940.0</c:v>
                </c:pt>
                <c:pt idx="1940">
                  <c:v>1941.0</c:v>
                </c:pt>
                <c:pt idx="1941">
                  <c:v>1942.0</c:v>
                </c:pt>
                <c:pt idx="1942">
                  <c:v>1943.0</c:v>
                </c:pt>
                <c:pt idx="1943">
                  <c:v>1944.0</c:v>
                </c:pt>
                <c:pt idx="1944">
                  <c:v>1945.0</c:v>
                </c:pt>
                <c:pt idx="1945">
                  <c:v>1946.0</c:v>
                </c:pt>
                <c:pt idx="1946">
                  <c:v>1947.0</c:v>
                </c:pt>
                <c:pt idx="1947">
                  <c:v>1948.0</c:v>
                </c:pt>
                <c:pt idx="1948">
                  <c:v>1949.0</c:v>
                </c:pt>
                <c:pt idx="1949">
                  <c:v>1950.0</c:v>
                </c:pt>
                <c:pt idx="1950">
                  <c:v>1951.0</c:v>
                </c:pt>
                <c:pt idx="1951">
                  <c:v>1952.0</c:v>
                </c:pt>
                <c:pt idx="1952">
                  <c:v>1953.0</c:v>
                </c:pt>
                <c:pt idx="1953">
                  <c:v>1954.0</c:v>
                </c:pt>
                <c:pt idx="1954">
                  <c:v>1955.0</c:v>
                </c:pt>
                <c:pt idx="1955">
                  <c:v>1956.0</c:v>
                </c:pt>
                <c:pt idx="1956">
                  <c:v>1957.0</c:v>
                </c:pt>
                <c:pt idx="1957">
                  <c:v>1958.0</c:v>
                </c:pt>
                <c:pt idx="1958">
                  <c:v>1959.0</c:v>
                </c:pt>
                <c:pt idx="1959">
                  <c:v>1960.0</c:v>
                </c:pt>
                <c:pt idx="1960">
                  <c:v>1961.0</c:v>
                </c:pt>
                <c:pt idx="1961">
                  <c:v>1962.0</c:v>
                </c:pt>
                <c:pt idx="1962">
                  <c:v>1963.0</c:v>
                </c:pt>
                <c:pt idx="1963">
                  <c:v>1964.0</c:v>
                </c:pt>
                <c:pt idx="1964">
                  <c:v>1965.0</c:v>
                </c:pt>
                <c:pt idx="1965">
                  <c:v>1966.0</c:v>
                </c:pt>
                <c:pt idx="1966">
                  <c:v>1967.0</c:v>
                </c:pt>
                <c:pt idx="1967">
                  <c:v>1968.0</c:v>
                </c:pt>
                <c:pt idx="1968">
                  <c:v>1969.0</c:v>
                </c:pt>
                <c:pt idx="1969">
                  <c:v>1970.0</c:v>
                </c:pt>
                <c:pt idx="1970">
                  <c:v>1971.0</c:v>
                </c:pt>
                <c:pt idx="1971">
                  <c:v>1972.0</c:v>
                </c:pt>
                <c:pt idx="1972">
                  <c:v>1973.0</c:v>
                </c:pt>
                <c:pt idx="1973">
                  <c:v>1974.0</c:v>
                </c:pt>
                <c:pt idx="1974">
                  <c:v>1975.0</c:v>
                </c:pt>
                <c:pt idx="1975">
                  <c:v>1976.0</c:v>
                </c:pt>
                <c:pt idx="1976">
                  <c:v>1977.0</c:v>
                </c:pt>
                <c:pt idx="1977">
                  <c:v>1978.0</c:v>
                </c:pt>
                <c:pt idx="1978">
                  <c:v>1979.0</c:v>
                </c:pt>
                <c:pt idx="1979">
                  <c:v>1980.0</c:v>
                </c:pt>
                <c:pt idx="1980">
                  <c:v>1981.0</c:v>
                </c:pt>
                <c:pt idx="1981">
                  <c:v>1982.0</c:v>
                </c:pt>
                <c:pt idx="1982">
                  <c:v>1983.0</c:v>
                </c:pt>
                <c:pt idx="1983">
                  <c:v>1984.0</c:v>
                </c:pt>
                <c:pt idx="1984">
                  <c:v>1985.0</c:v>
                </c:pt>
                <c:pt idx="1985">
                  <c:v>1986.0</c:v>
                </c:pt>
                <c:pt idx="1986">
                  <c:v>1987.0</c:v>
                </c:pt>
                <c:pt idx="1987">
                  <c:v>1988.0</c:v>
                </c:pt>
                <c:pt idx="1988">
                  <c:v>1989.0</c:v>
                </c:pt>
                <c:pt idx="1989">
                  <c:v>1990.0</c:v>
                </c:pt>
                <c:pt idx="1990">
                  <c:v>1991.0</c:v>
                </c:pt>
                <c:pt idx="1991">
                  <c:v>1992.0</c:v>
                </c:pt>
                <c:pt idx="1992">
                  <c:v>1993.0</c:v>
                </c:pt>
                <c:pt idx="1993">
                  <c:v>1994.0</c:v>
                </c:pt>
                <c:pt idx="1994">
                  <c:v>1995.0</c:v>
                </c:pt>
                <c:pt idx="1995">
                  <c:v>1996.0</c:v>
                </c:pt>
                <c:pt idx="1996">
                  <c:v>1997.0</c:v>
                </c:pt>
                <c:pt idx="1997">
                  <c:v>1998.0</c:v>
                </c:pt>
                <c:pt idx="1998">
                  <c:v>1999.0</c:v>
                </c:pt>
                <c:pt idx="1999">
                  <c:v>2000.0</c:v>
                </c:pt>
                <c:pt idx="2000">
                  <c:v>2001.0</c:v>
                </c:pt>
                <c:pt idx="2001">
                  <c:v>2002.0</c:v>
                </c:pt>
                <c:pt idx="2002">
                  <c:v>2003.0</c:v>
                </c:pt>
                <c:pt idx="2003">
                  <c:v>2004.0</c:v>
                </c:pt>
                <c:pt idx="2004">
                  <c:v>2005.0</c:v>
                </c:pt>
                <c:pt idx="2005">
                  <c:v>2006.0</c:v>
                </c:pt>
                <c:pt idx="2006">
                  <c:v>2007.0</c:v>
                </c:pt>
                <c:pt idx="2007">
                  <c:v>2008.0</c:v>
                </c:pt>
                <c:pt idx="2008">
                  <c:v>2009.0</c:v>
                </c:pt>
                <c:pt idx="2009">
                  <c:v>2010.0</c:v>
                </c:pt>
                <c:pt idx="2010">
                  <c:v>2011.0</c:v>
                </c:pt>
                <c:pt idx="2011">
                  <c:v>2012.0</c:v>
                </c:pt>
                <c:pt idx="2012">
                  <c:v>2013.0</c:v>
                </c:pt>
                <c:pt idx="2013">
                  <c:v>2014.0</c:v>
                </c:pt>
                <c:pt idx="2014">
                  <c:v>2015.0</c:v>
                </c:pt>
                <c:pt idx="2015">
                  <c:v>2016.0</c:v>
                </c:pt>
                <c:pt idx="2016">
                  <c:v>2017.0</c:v>
                </c:pt>
                <c:pt idx="2017">
                  <c:v>2018.0</c:v>
                </c:pt>
                <c:pt idx="2018">
                  <c:v>2019.0</c:v>
                </c:pt>
                <c:pt idx="2019">
                  <c:v>2020.0</c:v>
                </c:pt>
                <c:pt idx="2020">
                  <c:v>2021.0</c:v>
                </c:pt>
                <c:pt idx="2021">
                  <c:v>2022.0</c:v>
                </c:pt>
                <c:pt idx="2022">
                  <c:v>2023.0</c:v>
                </c:pt>
                <c:pt idx="2023">
                  <c:v>2024.0</c:v>
                </c:pt>
                <c:pt idx="2024">
                  <c:v>2025.0</c:v>
                </c:pt>
                <c:pt idx="2025">
                  <c:v>2026.0</c:v>
                </c:pt>
                <c:pt idx="2026">
                  <c:v>2027.0</c:v>
                </c:pt>
                <c:pt idx="2027">
                  <c:v>2028.0</c:v>
                </c:pt>
                <c:pt idx="2028">
                  <c:v>2029.0</c:v>
                </c:pt>
                <c:pt idx="2029">
                  <c:v>2030.0</c:v>
                </c:pt>
                <c:pt idx="2030">
                  <c:v>2031.0</c:v>
                </c:pt>
                <c:pt idx="2031">
                  <c:v>2032.0</c:v>
                </c:pt>
                <c:pt idx="2032">
                  <c:v>2033.0</c:v>
                </c:pt>
                <c:pt idx="2033">
                  <c:v>2034.0</c:v>
                </c:pt>
                <c:pt idx="2034">
                  <c:v>2035.0</c:v>
                </c:pt>
                <c:pt idx="2035">
                  <c:v>2036.0</c:v>
                </c:pt>
                <c:pt idx="2036">
                  <c:v>2037.0</c:v>
                </c:pt>
                <c:pt idx="2037">
                  <c:v>2038.0</c:v>
                </c:pt>
                <c:pt idx="2038">
                  <c:v>2039.0</c:v>
                </c:pt>
                <c:pt idx="2039">
                  <c:v>2040.0</c:v>
                </c:pt>
                <c:pt idx="2040">
                  <c:v>2041.0</c:v>
                </c:pt>
                <c:pt idx="2041">
                  <c:v>2042.0</c:v>
                </c:pt>
                <c:pt idx="2042">
                  <c:v>2043.0</c:v>
                </c:pt>
                <c:pt idx="2043">
                  <c:v>2044.0</c:v>
                </c:pt>
                <c:pt idx="2044">
                  <c:v>2045.0</c:v>
                </c:pt>
                <c:pt idx="2045">
                  <c:v>2046.0</c:v>
                </c:pt>
                <c:pt idx="2046">
                  <c:v>2047.0</c:v>
                </c:pt>
                <c:pt idx="2047">
                  <c:v>2048.0</c:v>
                </c:pt>
                <c:pt idx="2048">
                  <c:v>2049.0</c:v>
                </c:pt>
                <c:pt idx="2049">
                  <c:v>2050.0</c:v>
                </c:pt>
                <c:pt idx="2050">
                  <c:v>2051.0</c:v>
                </c:pt>
                <c:pt idx="2051">
                  <c:v>2052.0</c:v>
                </c:pt>
                <c:pt idx="2052">
                  <c:v>2053.0</c:v>
                </c:pt>
                <c:pt idx="2053">
                  <c:v>2054.0</c:v>
                </c:pt>
                <c:pt idx="2054">
                  <c:v>2055.0</c:v>
                </c:pt>
                <c:pt idx="2055">
                  <c:v>2056.0</c:v>
                </c:pt>
                <c:pt idx="2056">
                  <c:v>2057.0</c:v>
                </c:pt>
                <c:pt idx="2057">
                  <c:v>2058.0</c:v>
                </c:pt>
                <c:pt idx="2058">
                  <c:v>2059.0</c:v>
                </c:pt>
                <c:pt idx="2059">
                  <c:v>2060.0</c:v>
                </c:pt>
                <c:pt idx="2060">
                  <c:v>2061.0</c:v>
                </c:pt>
                <c:pt idx="2061">
                  <c:v>2062.0</c:v>
                </c:pt>
                <c:pt idx="2062">
                  <c:v>2063.0</c:v>
                </c:pt>
                <c:pt idx="2063">
                  <c:v>2064.0</c:v>
                </c:pt>
                <c:pt idx="2064">
                  <c:v>2065.0</c:v>
                </c:pt>
                <c:pt idx="2065">
                  <c:v>2066.0</c:v>
                </c:pt>
                <c:pt idx="2066">
                  <c:v>2067.0</c:v>
                </c:pt>
                <c:pt idx="2067">
                  <c:v>2068.0</c:v>
                </c:pt>
                <c:pt idx="2068">
                  <c:v>2069.0</c:v>
                </c:pt>
                <c:pt idx="2069">
                  <c:v>2070.0</c:v>
                </c:pt>
                <c:pt idx="2070">
                  <c:v>2071.0</c:v>
                </c:pt>
                <c:pt idx="2071">
                  <c:v>2072.0</c:v>
                </c:pt>
                <c:pt idx="2072">
                  <c:v>2073.0</c:v>
                </c:pt>
                <c:pt idx="2073">
                  <c:v>2074.0</c:v>
                </c:pt>
                <c:pt idx="2074">
                  <c:v>2075.0</c:v>
                </c:pt>
                <c:pt idx="2075">
                  <c:v>2076.0</c:v>
                </c:pt>
                <c:pt idx="2076">
                  <c:v>2077.0</c:v>
                </c:pt>
                <c:pt idx="2077">
                  <c:v>2078.0</c:v>
                </c:pt>
                <c:pt idx="2078">
                  <c:v>2079.0</c:v>
                </c:pt>
                <c:pt idx="2079">
                  <c:v>2080.0</c:v>
                </c:pt>
                <c:pt idx="2080">
                  <c:v>2081.0</c:v>
                </c:pt>
                <c:pt idx="2081">
                  <c:v>2082.0</c:v>
                </c:pt>
                <c:pt idx="2082">
                  <c:v>2083.0</c:v>
                </c:pt>
                <c:pt idx="2083">
                  <c:v>2084.0</c:v>
                </c:pt>
                <c:pt idx="2084">
                  <c:v>2085.0</c:v>
                </c:pt>
                <c:pt idx="2085">
                  <c:v>2086.0</c:v>
                </c:pt>
                <c:pt idx="2086">
                  <c:v>2087.0</c:v>
                </c:pt>
                <c:pt idx="2087">
                  <c:v>2088.0</c:v>
                </c:pt>
                <c:pt idx="2088">
                  <c:v>2089.0</c:v>
                </c:pt>
                <c:pt idx="2089">
                  <c:v>2090.0</c:v>
                </c:pt>
                <c:pt idx="2090">
                  <c:v>2091.0</c:v>
                </c:pt>
                <c:pt idx="2091">
                  <c:v>2092.0</c:v>
                </c:pt>
                <c:pt idx="2092">
                  <c:v>2093.0</c:v>
                </c:pt>
                <c:pt idx="2093">
                  <c:v>2094.0</c:v>
                </c:pt>
                <c:pt idx="2094">
                  <c:v>2095.0</c:v>
                </c:pt>
                <c:pt idx="2095">
                  <c:v>2096.0</c:v>
                </c:pt>
                <c:pt idx="2096">
                  <c:v>2097.0</c:v>
                </c:pt>
                <c:pt idx="2097">
                  <c:v>2098.0</c:v>
                </c:pt>
                <c:pt idx="2098">
                  <c:v>2099.0</c:v>
                </c:pt>
                <c:pt idx="2099">
                  <c:v>2100.0</c:v>
                </c:pt>
                <c:pt idx="2100">
                  <c:v>2101.0</c:v>
                </c:pt>
                <c:pt idx="2101">
                  <c:v>2102.0</c:v>
                </c:pt>
                <c:pt idx="2102">
                  <c:v>2103.0</c:v>
                </c:pt>
                <c:pt idx="2103">
                  <c:v>2104.0</c:v>
                </c:pt>
                <c:pt idx="2104">
                  <c:v>2105.0</c:v>
                </c:pt>
                <c:pt idx="2105">
                  <c:v>2106.0</c:v>
                </c:pt>
                <c:pt idx="2106">
                  <c:v>2107.0</c:v>
                </c:pt>
                <c:pt idx="2107">
                  <c:v>2108.0</c:v>
                </c:pt>
                <c:pt idx="2108">
                  <c:v>2109.0</c:v>
                </c:pt>
                <c:pt idx="2109">
                  <c:v>2110.0</c:v>
                </c:pt>
                <c:pt idx="2110">
                  <c:v>2111.0</c:v>
                </c:pt>
                <c:pt idx="2111">
                  <c:v>2112.0</c:v>
                </c:pt>
                <c:pt idx="2112">
                  <c:v>2113.0</c:v>
                </c:pt>
                <c:pt idx="2113">
                  <c:v>2114.0</c:v>
                </c:pt>
                <c:pt idx="2114">
                  <c:v>2115.0</c:v>
                </c:pt>
                <c:pt idx="2115">
                  <c:v>2116.0</c:v>
                </c:pt>
                <c:pt idx="2116">
                  <c:v>2117.0</c:v>
                </c:pt>
                <c:pt idx="2117">
                  <c:v>2118.0</c:v>
                </c:pt>
                <c:pt idx="2118">
                  <c:v>2119.0</c:v>
                </c:pt>
                <c:pt idx="2119">
                  <c:v>2120.0</c:v>
                </c:pt>
                <c:pt idx="2120">
                  <c:v>2121.0</c:v>
                </c:pt>
                <c:pt idx="2121">
                  <c:v>2122.0</c:v>
                </c:pt>
                <c:pt idx="2122">
                  <c:v>2123.0</c:v>
                </c:pt>
                <c:pt idx="2123">
                  <c:v>2124.0</c:v>
                </c:pt>
                <c:pt idx="2124">
                  <c:v>2125.0</c:v>
                </c:pt>
                <c:pt idx="2125">
                  <c:v>2126.0</c:v>
                </c:pt>
                <c:pt idx="2126">
                  <c:v>2127.0</c:v>
                </c:pt>
                <c:pt idx="2127">
                  <c:v>2128.0</c:v>
                </c:pt>
                <c:pt idx="2128">
                  <c:v>2129.0</c:v>
                </c:pt>
                <c:pt idx="2129">
                  <c:v>2130.0</c:v>
                </c:pt>
                <c:pt idx="2130">
                  <c:v>2131.0</c:v>
                </c:pt>
                <c:pt idx="2131">
                  <c:v>2132.0</c:v>
                </c:pt>
                <c:pt idx="2132">
                  <c:v>2133.0</c:v>
                </c:pt>
                <c:pt idx="2133">
                  <c:v>2134.0</c:v>
                </c:pt>
                <c:pt idx="2134">
                  <c:v>2135.0</c:v>
                </c:pt>
                <c:pt idx="2135">
                  <c:v>2136.0</c:v>
                </c:pt>
                <c:pt idx="2136">
                  <c:v>2137.0</c:v>
                </c:pt>
                <c:pt idx="2137">
                  <c:v>2138.0</c:v>
                </c:pt>
                <c:pt idx="2138">
                  <c:v>2139.0</c:v>
                </c:pt>
                <c:pt idx="2139">
                  <c:v>2140.0</c:v>
                </c:pt>
                <c:pt idx="2140">
                  <c:v>2141.0</c:v>
                </c:pt>
                <c:pt idx="2141">
                  <c:v>2142.0</c:v>
                </c:pt>
                <c:pt idx="2142">
                  <c:v>2143.0</c:v>
                </c:pt>
                <c:pt idx="2143">
                  <c:v>2144.0</c:v>
                </c:pt>
                <c:pt idx="2144">
                  <c:v>2145.0</c:v>
                </c:pt>
                <c:pt idx="2145">
                  <c:v>2146.0</c:v>
                </c:pt>
                <c:pt idx="2146">
                  <c:v>2147.0</c:v>
                </c:pt>
                <c:pt idx="2147">
                  <c:v>2148.0</c:v>
                </c:pt>
                <c:pt idx="2148">
                  <c:v>2149.0</c:v>
                </c:pt>
                <c:pt idx="2149">
                  <c:v>2150.0</c:v>
                </c:pt>
                <c:pt idx="2150">
                  <c:v>2151.0</c:v>
                </c:pt>
                <c:pt idx="2151">
                  <c:v>2152.0</c:v>
                </c:pt>
                <c:pt idx="2152">
                  <c:v>2153.0</c:v>
                </c:pt>
                <c:pt idx="2153">
                  <c:v>2154.0</c:v>
                </c:pt>
                <c:pt idx="2154">
                  <c:v>2155.0</c:v>
                </c:pt>
                <c:pt idx="2155">
                  <c:v>2156.0</c:v>
                </c:pt>
                <c:pt idx="2156">
                  <c:v>2157.0</c:v>
                </c:pt>
                <c:pt idx="2157">
                  <c:v>2158.0</c:v>
                </c:pt>
                <c:pt idx="2158">
                  <c:v>2159.0</c:v>
                </c:pt>
                <c:pt idx="2159">
                  <c:v>2160.0</c:v>
                </c:pt>
                <c:pt idx="2160">
                  <c:v>2161.0</c:v>
                </c:pt>
                <c:pt idx="2161">
                  <c:v>2162.0</c:v>
                </c:pt>
                <c:pt idx="2162">
                  <c:v>2163.0</c:v>
                </c:pt>
                <c:pt idx="2163">
                  <c:v>2164.0</c:v>
                </c:pt>
                <c:pt idx="2164">
                  <c:v>2165.0</c:v>
                </c:pt>
                <c:pt idx="2165">
                  <c:v>2166.0</c:v>
                </c:pt>
                <c:pt idx="2166">
                  <c:v>2167.0</c:v>
                </c:pt>
                <c:pt idx="2167">
                  <c:v>2168.0</c:v>
                </c:pt>
                <c:pt idx="2168">
                  <c:v>2169.0</c:v>
                </c:pt>
                <c:pt idx="2169">
                  <c:v>2170.0</c:v>
                </c:pt>
                <c:pt idx="2170">
                  <c:v>2171.0</c:v>
                </c:pt>
                <c:pt idx="2171">
                  <c:v>2172.0</c:v>
                </c:pt>
                <c:pt idx="2172">
                  <c:v>2173.0</c:v>
                </c:pt>
                <c:pt idx="2173">
                  <c:v>2174.0</c:v>
                </c:pt>
                <c:pt idx="2174">
                  <c:v>2175.0</c:v>
                </c:pt>
                <c:pt idx="2175">
                  <c:v>2176.0</c:v>
                </c:pt>
                <c:pt idx="2176">
                  <c:v>2177.0</c:v>
                </c:pt>
                <c:pt idx="2177">
                  <c:v>2178.0</c:v>
                </c:pt>
                <c:pt idx="2178">
                  <c:v>2179.0</c:v>
                </c:pt>
                <c:pt idx="2179">
                  <c:v>2180.0</c:v>
                </c:pt>
                <c:pt idx="2180">
                  <c:v>2181.0</c:v>
                </c:pt>
                <c:pt idx="2181">
                  <c:v>2182.0</c:v>
                </c:pt>
                <c:pt idx="2182">
                  <c:v>2183.0</c:v>
                </c:pt>
                <c:pt idx="2183">
                  <c:v>2184.0</c:v>
                </c:pt>
                <c:pt idx="2184">
                  <c:v>2185.0</c:v>
                </c:pt>
                <c:pt idx="2185">
                  <c:v>2186.0</c:v>
                </c:pt>
                <c:pt idx="2186">
                  <c:v>2187.0</c:v>
                </c:pt>
                <c:pt idx="2187">
                  <c:v>2188.0</c:v>
                </c:pt>
                <c:pt idx="2188">
                  <c:v>2189.0</c:v>
                </c:pt>
                <c:pt idx="2189">
                  <c:v>2190.0</c:v>
                </c:pt>
                <c:pt idx="2190">
                  <c:v>2191.0</c:v>
                </c:pt>
                <c:pt idx="2191">
                  <c:v>2192.0</c:v>
                </c:pt>
                <c:pt idx="2192">
                  <c:v>2193.0</c:v>
                </c:pt>
                <c:pt idx="2193">
                  <c:v>2194.0</c:v>
                </c:pt>
                <c:pt idx="2194">
                  <c:v>2195.0</c:v>
                </c:pt>
                <c:pt idx="2195">
                  <c:v>2196.0</c:v>
                </c:pt>
                <c:pt idx="2196">
                  <c:v>2197.0</c:v>
                </c:pt>
                <c:pt idx="2197">
                  <c:v>2198.0</c:v>
                </c:pt>
                <c:pt idx="2198">
                  <c:v>2199.0</c:v>
                </c:pt>
                <c:pt idx="2199">
                  <c:v>2200.0</c:v>
                </c:pt>
                <c:pt idx="2200">
                  <c:v>2201.0</c:v>
                </c:pt>
                <c:pt idx="2201">
                  <c:v>2202.0</c:v>
                </c:pt>
                <c:pt idx="2202">
                  <c:v>2203.0</c:v>
                </c:pt>
                <c:pt idx="2203">
                  <c:v>2204.0</c:v>
                </c:pt>
                <c:pt idx="2204">
                  <c:v>2205.0</c:v>
                </c:pt>
                <c:pt idx="2205">
                  <c:v>2206.0</c:v>
                </c:pt>
                <c:pt idx="2206">
                  <c:v>2207.0</c:v>
                </c:pt>
                <c:pt idx="2207">
                  <c:v>2208.0</c:v>
                </c:pt>
                <c:pt idx="2208">
                  <c:v>2209.0</c:v>
                </c:pt>
                <c:pt idx="2209">
                  <c:v>2210.0</c:v>
                </c:pt>
                <c:pt idx="2210">
                  <c:v>2211.0</c:v>
                </c:pt>
                <c:pt idx="2211">
                  <c:v>2212.0</c:v>
                </c:pt>
                <c:pt idx="2212">
                  <c:v>2213.0</c:v>
                </c:pt>
                <c:pt idx="2213">
                  <c:v>2214.0</c:v>
                </c:pt>
                <c:pt idx="2214">
                  <c:v>2215.0</c:v>
                </c:pt>
                <c:pt idx="2215">
                  <c:v>2216.0</c:v>
                </c:pt>
                <c:pt idx="2216">
                  <c:v>2217.0</c:v>
                </c:pt>
                <c:pt idx="2217">
                  <c:v>2218.0</c:v>
                </c:pt>
                <c:pt idx="2218">
                  <c:v>2219.0</c:v>
                </c:pt>
                <c:pt idx="2219">
                  <c:v>2220.0</c:v>
                </c:pt>
                <c:pt idx="2220">
                  <c:v>2221.0</c:v>
                </c:pt>
                <c:pt idx="2221">
                  <c:v>2222.0</c:v>
                </c:pt>
                <c:pt idx="2222">
                  <c:v>2223.0</c:v>
                </c:pt>
                <c:pt idx="2223">
                  <c:v>2224.0</c:v>
                </c:pt>
                <c:pt idx="2224">
                  <c:v>2225.0</c:v>
                </c:pt>
                <c:pt idx="2225">
                  <c:v>2226.0</c:v>
                </c:pt>
                <c:pt idx="2226">
                  <c:v>2227.0</c:v>
                </c:pt>
                <c:pt idx="2227">
                  <c:v>2228.0</c:v>
                </c:pt>
                <c:pt idx="2228">
                  <c:v>2229.0</c:v>
                </c:pt>
                <c:pt idx="2229">
                  <c:v>2230.0</c:v>
                </c:pt>
                <c:pt idx="2230">
                  <c:v>2231.0</c:v>
                </c:pt>
                <c:pt idx="2231">
                  <c:v>2232.0</c:v>
                </c:pt>
                <c:pt idx="2232">
                  <c:v>2233.0</c:v>
                </c:pt>
                <c:pt idx="2233">
                  <c:v>2234.0</c:v>
                </c:pt>
                <c:pt idx="2234">
                  <c:v>2235.0</c:v>
                </c:pt>
                <c:pt idx="2235">
                  <c:v>2236.0</c:v>
                </c:pt>
                <c:pt idx="2236">
                  <c:v>2237.0</c:v>
                </c:pt>
                <c:pt idx="2237">
                  <c:v>2238.0</c:v>
                </c:pt>
                <c:pt idx="2238">
                  <c:v>2239.0</c:v>
                </c:pt>
                <c:pt idx="2239">
                  <c:v>2240.0</c:v>
                </c:pt>
                <c:pt idx="2240">
                  <c:v>2241.0</c:v>
                </c:pt>
                <c:pt idx="2241">
                  <c:v>2242.0</c:v>
                </c:pt>
                <c:pt idx="2242">
                  <c:v>2243.0</c:v>
                </c:pt>
                <c:pt idx="2243">
                  <c:v>2244.0</c:v>
                </c:pt>
                <c:pt idx="2244">
                  <c:v>2245.0</c:v>
                </c:pt>
                <c:pt idx="2245">
                  <c:v>2246.0</c:v>
                </c:pt>
                <c:pt idx="2246">
                  <c:v>2247.0</c:v>
                </c:pt>
                <c:pt idx="2247">
                  <c:v>2248.0</c:v>
                </c:pt>
                <c:pt idx="2248">
                  <c:v>2249.0</c:v>
                </c:pt>
                <c:pt idx="2249">
                  <c:v>2250.0</c:v>
                </c:pt>
                <c:pt idx="2250">
                  <c:v>2251.0</c:v>
                </c:pt>
                <c:pt idx="2251">
                  <c:v>2252.0</c:v>
                </c:pt>
                <c:pt idx="2252">
                  <c:v>2253.0</c:v>
                </c:pt>
                <c:pt idx="2253">
                  <c:v>2254.0</c:v>
                </c:pt>
                <c:pt idx="2254">
                  <c:v>2255.0</c:v>
                </c:pt>
                <c:pt idx="2255">
                  <c:v>2256.0</c:v>
                </c:pt>
                <c:pt idx="2256">
                  <c:v>2257.0</c:v>
                </c:pt>
                <c:pt idx="2257">
                  <c:v>2258.0</c:v>
                </c:pt>
                <c:pt idx="2258">
                  <c:v>2259.0</c:v>
                </c:pt>
                <c:pt idx="2259">
                  <c:v>2260.0</c:v>
                </c:pt>
                <c:pt idx="2260">
                  <c:v>2261.0</c:v>
                </c:pt>
                <c:pt idx="2261">
                  <c:v>2262.0</c:v>
                </c:pt>
                <c:pt idx="2262">
                  <c:v>2263.0</c:v>
                </c:pt>
                <c:pt idx="2263">
                  <c:v>2264.0</c:v>
                </c:pt>
                <c:pt idx="2264">
                  <c:v>2265.0</c:v>
                </c:pt>
                <c:pt idx="2265">
                  <c:v>2266.0</c:v>
                </c:pt>
                <c:pt idx="2266">
                  <c:v>2267.0</c:v>
                </c:pt>
                <c:pt idx="2267">
                  <c:v>2268.0</c:v>
                </c:pt>
                <c:pt idx="2268">
                  <c:v>2269.0</c:v>
                </c:pt>
                <c:pt idx="2269">
                  <c:v>2270.0</c:v>
                </c:pt>
                <c:pt idx="2270">
                  <c:v>2271.0</c:v>
                </c:pt>
                <c:pt idx="2271">
                  <c:v>2272.0</c:v>
                </c:pt>
                <c:pt idx="2272">
                  <c:v>2273.0</c:v>
                </c:pt>
                <c:pt idx="2273">
                  <c:v>2274.0</c:v>
                </c:pt>
                <c:pt idx="2274">
                  <c:v>2275.0</c:v>
                </c:pt>
                <c:pt idx="2275">
                  <c:v>2276.0</c:v>
                </c:pt>
                <c:pt idx="2276">
                  <c:v>2277.0</c:v>
                </c:pt>
                <c:pt idx="2277">
                  <c:v>2278.0</c:v>
                </c:pt>
                <c:pt idx="2278">
                  <c:v>2279.0</c:v>
                </c:pt>
                <c:pt idx="2279">
                  <c:v>2280.0</c:v>
                </c:pt>
                <c:pt idx="2280">
                  <c:v>2281.0</c:v>
                </c:pt>
                <c:pt idx="2281">
                  <c:v>2282.0</c:v>
                </c:pt>
                <c:pt idx="2282">
                  <c:v>2283.0</c:v>
                </c:pt>
                <c:pt idx="2283">
                  <c:v>2284.0</c:v>
                </c:pt>
                <c:pt idx="2284">
                  <c:v>2285.0</c:v>
                </c:pt>
                <c:pt idx="2285">
                  <c:v>2286.0</c:v>
                </c:pt>
                <c:pt idx="2286">
                  <c:v>2287.0</c:v>
                </c:pt>
                <c:pt idx="2287">
                  <c:v>2288.0</c:v>
                </c:pt>
                <c:pt idx="2288">
                  <c:v>2289.0</c:v>
                </c:pt>
                <c:pt idx="2289">
                  <c:v>2290.0</c:v>
                </c:pt>
                <c:pt idx="2290">
                  <c:v>2291.0</c:v>
                </c:pt>
                <c:pt idx="2291">
                  <c:v>2292.0</c:v>
                </c:pt>
                <c:pt idx="2292">
                  <c:v>2293.0</c:v>
                </c:pt>
                <c:pt idx="2293">
                  <c:v>2294.0</c:v>
                </c:pt>
                <c:pt idx="2294">
                  <c:v>2295.0</c:v>
                </c:pt>
                <c:pt idx="2295">
                  <c:v>2296.0</c:v>
                </c:pt>
                <c:pt idx="2296">
                  <c:v>2297.0</c:v>
                </c:pt>
                <c:pt idx="2297">
                  <c:v>2298.0</c:v>
                </c:pt>
                <c:pt idx="2298">
                  <c:v>2299.0</c:v>
                </c:pt>
                <c:pt idx="2299">
                  <c:v>2300.0</c:v>
                </c:pt>
                <c:pt idx="2300">
                  <c:v>2301.0</c:v>
                </c:pt>
                <c:pt idx="2301">
                  <c:v>2302.0</c:v>
                </c:pt>
                <c:pt idx="2302">
                  <c:v>2303.0</c:v>
                </c:pt>
                <c:pt idx="2303">
                  <c:v>2304.0</c:v>
                </c:pt>
                <c:pt idx="2304">
                  <c:v>2305.0</c:v>
                </c:pt>
                <c:pt idx="2305">
                  <c:v>2306.0</c:v>
                </c:pt>
                <c:pt idx="2306">
                  <c:v>2307.0</c:v>
                </c:pt>
                <c:pt idx="2307">
                  <c:v>2308.0</c:v>
                </c:pt>
                <c:pt idx="2308">
                  <c:v>2309.0</c:v>
                </c:pt>
                <c:pt idx="2309">
                  <c:v>2310.0</c:v>
                </c:pt>
                <c:pt idx="2310">
                  <c:v>2311.0</c:v>
                </c:pt>
                <c:pt idx="2311">
                  <c:v>2312.0</c:v>
                </c:pt>
                <c:pt idx="2312">
                  <c:v>2313.0</c:v>
                </c:pt>
                <c:pt idx="2313">
                  <c:v>2314.0</c:v>
                </c:pt>
                <c:pt idx="2314">
                  <c:v>2315.0</c:v>
                </c:pt>
                <c:pt idx="2315">
                  <c:v>2316.0</c:v>
                </c:pt>
                <c:pt idx="2316">
                  <c:v>2317.0</c:v>
                </c:pt>
                <c:pt idx="2317">
                  <c:v>2318.0</c:v>
                </c:pt>
                <c:pt idx="2318">
                  <c:v>2319.0</c:v>
                </c:pt>
                <c:pt idx="2319">
                  <c:v>2320.0</c:v>
                </c:pt>
                <c:pt idx="2320">
                  <c:v>2321.0</c:v>
                </c:pt>
                <c:pt idx="2321">
                  <c:v>2322.0</c:v>
                </c:pt>
                <c:pt idx="2322">
                  <c:v>2323.0</c:v>
                </c:pt>
                <c:pt idx="2323">
                  <c:v>2324.0</c:v>
                </c:pt>
                <c:pt idx="2324">
                  <c:v>2325.0</c:v>
                </c:pt>
                <c:pt idx="2325">
                  <c:v>2326.0</c:v>
                </c:pt>
                <c:pt idx="2326">
                  <c:v>2327.0</c:v>
                </c:pt>
                <c:pt idx="2327">
                  <c:v>2328.0</c:v>
                </c:pt>
                <c:pt idx="2328">
                  <c:v>2329.0</c:v>
                </c:pt>
                <c:pt idx="2329">
                  <c:v>2330.0</c:v>
                </c:pt>
                <c:pt idx="2330">
                  <c:v>2331.0</c:v>
                </c:pt>
                <c:pt idx="2331">
                  <c:v>2332.0</c:v>
                </c:pt>
                <c:pt idx="2332">
                  <c:v>2333.0</c:v>
                </c:pt>
                <c:pt idx="2333">
                  <c:v>2334.0</c:v>
                </c:pt>
                <c:pt idx="2334">
                  <c:v>2335.0</c:v>
                </c:pt>
                <c:pt idx="2335">
                  <c:v>2336.0</c:v>
                </c:pt>
                <c:pt idx="2336">
                  <c:v>2337.0</c:v>
                </c:pt>
                <c:pt idx="2337">
                  <c:v>2338.0</c:v>
                </c:pt>
                <c:pt idx="2338">
                  <c:v>2339.0</c:v>
                </c:pt>
                <c:pt idx="2339">
                  <c:v>2340.0</c:v>
                </c:pt>
                <c:pt idx="2340">
                  <c:v>2341.0</c:v>
                </c:pt>
                <c:pt idx="2341">
                  <c:v>2342.0</c:v>
                </c:pt>
                <c:pt idx="2342">
                  <c:v>2343.0</c:v>
                </c:pt>
                <c:pt idx="2343">
                  <c:v>2344.0</c:v>
                </c:pt>
                <c:pt idx="2344">
                  <c:v>2345.0</c:v>
                </c:pt>
                <c:pt idx="2345">
                  <c:v>2346.0</c:v>
                </c:pt>
                <c:pt idx="2346">
                  <c:v>2347.0</c:v>
                </c:pt>
                <c:pt idx="2347">
                  <c:v>2348.0</c:v>
                </c:pt>
                <c:pt idx="2348">
                  <c:v>2349.0</c:v>
                </c:pt>
                <c:pt idx="2349">
                  <c:v>2350.0</c:v>
                </c:pt>
                <c:pt idx="2350">
                  <c:v>2351.0</c:v>
                </c:pt>
                <c:pt idx="2351">
                  <c:v>2352.0</c:v>
                </c:pt>
                <c:pt idx="2352">
                  <c:v>2353.0</c:v>
                </c:pt>
                <c:pt idx="2353">
                  <c:v>2354.0</c:v>
                </c:pt>
                <c:pt idx="2354">
                  <c:v>2355.0</c:v>
                </c:pt>
                <c:pt idx="2355">
                  <c:v>2356.0</c:v>
                </c:pt>
                <c:pt idx="2356">
                  <c:v>2357.0</c:v>
                </c:pt>
                <c:pt idx="2357">
                  <c:v>2358.0</c:v>
                </c:pt>
                <c:pt idx="2358">
                  <c:v>2359.0</c:v>
                </c:pt>
                <c:pt idx="2359">
                  <c:v>2360.0</c:v>
                </c:pt>
                <c:pt idx="2360">
                  <c:v>2361.0</c:v>
                </c:pt>
                <c:pt idx="2361">
                  <c:v>2362.0</c:v>
                </c:pt>
                <c:pt idx="2362">
                  <c:v>2363.0</c:v>
                </c:pt>
                <c:pt idx="2363">
                  <c:v>2364.0</c:v>
                </c:pt>
                <c:pt idx="2364">
                  <c:v>2365.0</c:v>
                </c:pt>
                <c:pt idx="2365">
                  <c:v>2366.0</c:v>
                </c:pt>
                <c:pt idx="2366">
                  <c:v>2367.0</c:v>
                </c:pt>
                <c:pt idx="2367">
                  <c:v>2368.0</c:v>
                </c:pt>
                <c:pt idx="2368">
                  <c:v>2369.0</c:v>
                </c:pt>
                <c:pt idx="2369">
                  <c:v>2370.0</c:v>
                </c:pt>
                <c:pt idx="2370">
                  <c:v>2371.0</c:v>
                </c:pt>
                <c:pt idx="2371">
                  <c:v>2372.0</c:v>
                </c:pt>
                <c:pt idx="2372">
                  <c:v>2373.0</c:v>
                </c:pt>
                <c:pt idx="2373">
                  <c:v>2374.0</c:v>
                </c:pt>
                <c:pt idx="2374">
                  <c:v>2375.0</c:v>
                </c:pt>
                <c:pt idx="2375">
                  <c:v>2376.0</c:v>
                </c:pt>
                <c:pt idx="2376">
                  <c:v>2377.0</c:v>
                </c:pt>
                <c:pt idx="2377">
                  <c:v>2378.0</c:v>
                </c:pt>
                <c:pt idx="2378">
                  <c:v>2379.0</c:v>
                </c:pt>
                <c:pt idx="2379">
                  <c:v>2380.0</c:v>
                </c:pt>
                <c:pt idx="2380">
                  <c:v>2381.0</c:v>
                </c:pt>
                <c:pt idx="2381">
                  <c:v>2382.0</c:v>
                </c:pt>
                <c:pt idx="2382">
                  <c:v>2383.0</c:v>
                </c:pt>
                <c:pt idx="2383">
                  <c:v>2384.0</c:v>
                </c:pt>
                <c:pt idx="2384">
                  <c:v>2385.0</c:v>
                </c:pt>
                <c:pt idx="2385">
                  <c:v>2386.0</c:v>
                </c:pt>
                <c:pt idx="2386">
                  <c:v>2387.0</c:v>
                </c:pt>
                <c:pt idx="2387">
                  <c:v>2388.0</c:v>
                </c:pt>
                <c:pt idx="2388">
                  <c:v>2389.0</c:v>
                </c:pt>
                <c:pt idx="2389">
                  <c:v>2390.0</c:v>
                </c:pt>
                <c:pt idx="2390">
                  <c:v>2391.0</c:v>
                </c:pt>
                <c:pt idx="2391">
                  <c:v>2392.0</c:v>
                </c:pt>
                <c:pt idx="2392">
                  <c:v>2393.0</c:v>
                </c:pt>
                <c:pt idx="2393">
                  <c:v>2394.0</c:v>
                </c:pt>
                <c:pt idx="2394">
                  <c:v>2395.0</c:v>
                </c:pt>
                <c:pt idx="2395">
                  <c:v>2396.0</c:v>
                </c:pt>
                <c:pt idx="2396">
                  <c:v>2397.0</c:v>
                </c:pt>
                <c:pt idx="2397">
                  <c:v>2398.0</c:v>
                </c:pt>
                <c:pt idx="2398">
                  <c:v>2399.0</c:v>
                </c:pt>
                <c:pt idx="2399">
                  <c:v>2400.0</c:v>
                </c:pt>
                <c:pt idx="2400">
                  <c:v>2401.0</c:v>
                </c:pt>
                <c:pt idx="2401">
                  <c:v>2402.0</c:v>
                </c:pt>
                <c:pt idx="2402">
                  <c:v>2403.0</c:v>
                </c:pt>
                <c:pt idx="2403">
                  <c:v>2404.0</c:v>
                </c:pt>
                <c:pt idx="2404">
                  <c:v>2405.0</c:v>
                </c:pt>
                <c:pt idx="2405">
                  <c:v>2406.0</c:v>
                </c:pt>
                <c:pt idx="2406">
                  <c:v>2407.0</c:v>
                </c:pt>
                <c:pt idx="2407">
                  <c:v>2408.0</c:v>
                </c:pt>
                <c:pt idx="2408">
                  <c:v>2409.0</c:v>
                </c:pt>
                <c:pt idx="2409">
                  <c:v>2410.0</c:v>
                </c:pt>
                <c:pt idx="2410">
                  <c:v>2411.0</c:v>
                </c:pt>
                <c:pt idx="2411">
                  <c:v>2412.0</c:v>
                </c:pt>
                <c:pt idx="2412">
                  <c:v>2413.0</c:v>
                </c:pt>
                <c:pt idx="2413">
                  <c:v>2414.0</c:v>
                </c:pt>
                <c:pt idx="2414">
                  <c:v>2415.0</c:v>
                </c:pt>
                <c:pt idx="2415">
                  <c:v>2416.0</c:v>
                </c:pt>
                <c:pt idx="2416">
                  <c:v>2417.0</c:v>
                </c:pt>
                <c:pt idx="2417">
                  <c:v>2418.0</c:v>
                </c:pt>
                <c:pt idx="2418">
                  <c:v>2419.0</c:v>
                </c:pt>
                <c:pt idx="2419">
                  <c:v>2420.0</c:v>
                </c:pt>
                <c:pt idx="2420">
                  <c:v>2421.0</c:v>
                </c:pt>
                <c:pt idx="2421">
                  <c:v>2422.0</c:v>
                </c:pt>
                <c:pt idx="2422">
                  <c:v>2423.0</c:v>
                </c:pt>
                <c:pt idx="2423">
                  <c:v>2424.0</c:v>
                </c:pt>
                <c:pt idx="2424">
                  <c:v>2425.0</c:v>
                </c:pt>
                <c:pt idx="2425">
                  <c:v>2426.0</c:v>
                </c:pt>
                <c:pt idx="2426">
                  <c:v>2427.0</c:v>
                </c:pt>
                <c:pt idx="2427">
                  <c:v>2428.0</c:v>
                </c:pt>
                <c:pt idx="2428">
                  <c:v>2429.0</c:v>
                </c:pt>
                <c:pt idx="2429">
                  <c:v>2430.0</c:v>
                </c:pt>
                <c:pt idx="2430">
                  <c:v>2431.0</c:v>
                </c:pt>
                <c:pt idx="2431">
                  <c:v>2432.0</c:v>
                </c:pt>
                <c:pt idx="2432">
                  <c:v>2433.0</c:v>
                </c:pt>
                <c:pt idx="2433">
                  <c:v>2434.0</c:v>
                </c:pt>
                <c:pt idx="2434">
                  <c:v>2435.0</c:v>
                </c:pt>
                <c:pt idx="2435">
                  <c:v>2436.0</c:v>
                </c:pt>
                <c:pt idx="2436">
                  <c:v>2437.0</c:v>
                </c:pt>
                <c:pt idx="2437">
                  <c:v>2438.0</c:v>
                </c:pt>
                <c:pt idx="2438">
                  <c:v>2439.0</c:v>
                </c:pt>
                <c:pt idx="2439">
                  <c:v>2440.0</c:v>
                </c:pt>
                <c:pt idx="2440">
                  <c:v>2441.0</c:v>
                </c:pt>
                <c:pt idx="2441">
                  <c:v>2442.0</c:v>
                </c:pt>
                <c:pt idx="2442">
                  <c:v>2443.0</c:v>
                </c:pt>
                <c:pt idx="2443">
                  <c:v>2444.0</c:v>
                </c:pt>
                <c:pt idx="2444">
                  <c:v>2445.0</c:v>
                </c:pt>
                <c:pt idx="2445">
                  <c:v>2446.0</c:v>
                </c:pt>
                <c:pt idx="2446">
                  <c:v>2447.0</c:v>
                </c:pt>
                <c:pt idx="2447">
                  <c:v>2448.0</c:v>
                </c:pt>
                <c:pt idx="2448">
                  <c:v>2449.0</c:v>
                </c:pt>
                <c:pt idx="2449">
                  <c:v>2450.0</c:v>
                </c:pt>
                <c:pt idx="2450">
                  <c:v>2451.0</c:v>
                </c:pt>
                <c:pt idx="2451">
                  <c:v>2452.0</c:v>
                </c:pt>
                <c:pt idx="2452">
                  <c:v>2453.0</c:v>
                </c:pt>
                <c:pt idx="2453">
                  <c:v>2454.0</c:v>
                </c:pt>
                <c:pt idx="2454">
                  <c:v>2455.0</c:v>
                </c:pt>
                <c:pt idx="2455">
                  <c:v>2456.0</c:v>
                </c:pt>
                <c:pt idx="2456">
                  <c:v>2457.0</c:v>
                </c:pt>
                <c:pt idx="2457">
                  <c:v>2458.0</c:v>
                </c:pt>
                <c:pt idx="2458">
                  <c:v>2459.0</c:v>
                </c:pt>
                <c:pt idx="2459">
                  <c:v>2460.0</c:v>
                </c:pt>
                <c:pt idx="2460">
                  <c:v>2461.0</c:v>
                </c:pt>
                <c:pt idx="2461">
                  <c:v>2462.0</c:v>
                </c:pt>
                <c:pt idx="2462">
                  <c:v>2463.0</c:v>
                </c:pt>
                <c:pt idx="2463">
                  <c:v>2464.0</c:v>
                </c:pt>
                <c:pt idx="2464">
                  <c:v>2465.0</c:v>
                </c:pt>
                <c:pt idx="2465">
                  <c:v>2466.0</c:v>
                </c:pt>
                <c:pt idx="2466">
                  <c:v>2467.0</c:v>
                </c:pt>
                <c:pt idx="2467">
                  <c:v>2468.0</c:v>
                </c:pt>
                <c:pt idx="2468">
                  <c:v>2469.0</c:v>
                </c:pt>
                <c:pt idx="2469">
                  <c:v>2470.0</c:v>
                </c:pt>
                <c:pt idx="2470">
                  <c:v>2471.0</c:v>
                </c:pt>
                <c:pt idx="2471">
                  <c:v>2472.0</c:v>
                </c:pt>
                <c:pt idx="2472">
                  <c:v>2473.0</c:v>
                </c:pt>
                <c:pt idx="2473">
                  <c:v>2474.0</c:v>
                </c:pt>
                <c:pt idx="2474">
                  <c:v>2475.0</c:v>
                </c:pt>
                <c:pt idx="2475">
                  <c:v>2476.0</c:v>
                </c:pt>
                <c:pt idx="2476">
                  <c:v>2477.0</c:v>
                </c:pt>
                <c:pt idx="2477">
                  <c:v>2478.0</c:v>
                </c:pt>
                <c:pt idx="2478">
                  <c:v>2479.0</c:v>
                </c:pt>
                <c:pt idx="2479">
                  <c:v>2480.0</c:v>
                </c:pt>
                <c:pt idx="2480">
                  <c:v>2481.0</c:v>
                </c:pt>
                <c:pt idx="2481">
                  <c:v>2482.0</c:v>
                </c:pt>
                <c:pt idx="2482">
                  <c:v>2483.0</c:v>
                </c:pt>
                <c:pt idx="2483">
                  <c:v>2484.0</c:v>
                </c:pt>
                <c:pt idx="2484">
                  <c:v>2485.0</c:v>
                </c:pt>
                <c:pt idx="2485">
                  <c:v>2486.0</c:v>
                </c:pt>
                <c:pt idx="2486">
                  <c:v>2487.0</c:v>
                </c:pt>
                <c:pt idx="2487">
                  <c:v>2488.0</c:v>
                </c:pt>
                <c:pt idx="2488">
                  <c:v>2489.0</c:v>
                </c:pt>
                <c:pt idx="2489">
                  <c:v>2490.0</c:v>
                </c:pt>
                <c:pt idx="2490">
                  <c:v>2491.0</c:v>
                </c:pt>
                <c:pt idx="2491">
                  <c:v>2492.0</c:v>
                </c:pt>
                <c:pt idx="2492">
                  <c:v>2493.0</c:v>
                </c:pt>
                <c:pt idx="2493">
                  <c:v>2494.0</c:v>
                </c:pt>
                <c:pt idx="2494">
                  <c:v>2495.0</c:v>
                </c:pt>
                <c:pt idx="2495">
                  <c:v>2496.0</c:v>
                </c:pt>
                <c:pt idx="2496">
                  <c:v>2497.0</c:v>
                </c:pt>
                <c:pt idx="2497">
                  <c:v>2498.0</c:v>
                </c:pt>
                <c:pt idx="2498">
                  <c:v>2499.0</c:v>
                </c:pt>
                <c:pt idx="2499">
                  <c:v>2500.0</c:v>
                </c:pt>
                <c:pt idx="2500">
                  <c:v>2501.0</c:v>
                </c:pt>
                <c:pt idx="2501">
                  <c:v>2502.0</c:v>
                </c:pt>
                <c:pt idx="2502">
                  <c:v>2503.0</c:v>
                </c:pt>
                <c:pt idx="2503">
                  <c:v>2504.0</c:v>
                </c:pt>
                <c:pt idx="2504">
                  <c:v>2505.0</c:v>
                </c:pt>
                <c:pt idx="2505">
                  <c:v>2506.0</c:v>
                </c:pt>
                <c:pt idx="2506">
                  <c:v>2507.0</c:v>
                </c:pt>
                <c:pt idx="2507">
                  <c:v>2508.0</c:v>
                </c:pt>
                <c:pt idx="2508">
                  <c:v>2509.0</c:v>
                </c:pt>
                <c:pt idx="2509">
                  <c:v>2510.0</c:v>
                </c:pt>
                <c:pt idx="2510">
                  <c:v>2511.0</c:v>
                </c:pt>
                <c:pt idx="2511">
                  <c:v>2512.0</c:v>
                </c:pt>
                <c:pt idx="2512">
                  <c:v>2513.0</c:v>
                </c:pt>
                <c:pt idx="2513">
                  <c:v>2514.0</c:v>
                </c:pt>
                <c:pt idx="2514">
                  <c:v>2515.0</c:v>
                </c:pt>
                <c:pt idx="2515">
                  <c:v>2516.0</c:v>
                </c:pt>
                <c:pt idx="2516">
                  <c:v>2517.0</c:v>
                </c:pt>
                <c:pt idx="2517">
                  <c:v>2518.0</c:v>
                </c:pt>
                <c:pt idx="2518">
                  <c:v>2519.0</c:v>
                </c:pt>
                <c:pt idx="2519">
                  <c:v>2520.0</c:v>
                </c:pt>
                <c:pt idx="2520">
                  <c:v>2521.0</c:v>
                </c:pt>
                <c:pt idx="2521">
                  <c:v>2522.0</c:v>
                </c:pt>
                <c:pt idx="2522">
                  <c:v>2523.0</c:v>
                </c:pt>
                <c:pt idx="2523">
                  <c:v>2524.0</c:v>
                </c:pt>
                <c:pt idx="2524">
                  <c:v>2525.0</c:v>
                </c:pt>
                <c:pt idx="2525">
                  <c:v>2526.0</c:v>
                </c:pt>
                <c:pt idx="2526">
                  <c:v>2527.0</c:v>
                </c:pt>
                <c:pt idx="2527">
                  <c:v>2528.0</c:v>
                </c:pt>
                <c:pt idx="2528">
                  <c:v>2529.0</c:v>
                </c:pt>
                <c:pt idx="2529">
                  <c:v>2530.0</c:v>
                </c:pt>
                <c:pt idx="2530">
                  <c:v>2531.0</c:v>
                </c:pt>
                <c:pt idx="2531">
                  <c:v>2532.0</c:v>
                </c:pt>
                <c:pt idx="2532">
                  <c:v>2533.0</c:v>
                </c:pt>
                <c:pt idx="2533">
                  <c:v>2534.0</c:v>
                </c:pt>
                <c:pt idx="2534">
                  <c:v>2535.0</c:v>
                </c:pt>
                <c:pt idx="2535">
                  <c:v>2536.0</c:v>
                </c:pt>
                <c:pt idx="2536">
                  <c:v>2537.0</c:v>
                </c:pt>
                <c:pt idx="2537">
                  <c:v>2538.0</c:v>
                </c:pt>
                <c:pt idx="2538">
                  <c:v>2539.0</c:v>
                </c:pt>
                <c:pt idx="2539">
                  <c:v>2540.0</c:v>
                </c:pt>
                <c:pt idx="2540">
                  <c:v>2541.0</c:v>
                </c:pt>
                <c:pt idx="2541">
                  <c:v>2542.0</c:v>
                </c:pt>
                <c:pt idx="2542">
                  <c:v>2543.0</c:v>
                </c:pt>
                <c:pt idx="2543">
                  <c:v>2544.0</c:v>
                </c:pt>
                <c:pt idx="2544">
                  <c:v>2545.0</c:v>
                </c:pt>
                <c:pt idx="2545">
                  <c:v>2546.0</c:v>
                </c:pt>
                <c:pt idx="2546">
                  <c:v>2547.0</c:v>
                </c:pt>
                <c:pt idx="2547">
                  <c:v>2548.0</c:v>
                </c:pt>
                <c:pt idx="2548">
                  <c:v>2549.0</c:v>
                </c:pt>
                <c:pt idx="2549">
                  <c:v>2550.0</c:v>
                </c:pt>
                <c:pt idx="2550">
                  <c:v>2551.0</c:v>
                </c:pt>
                <c:pt idx="2551">
                  <c:v>2552.0</c:v>
                </c:pt>
                <c:pt idx="2552">
                  <c:v>2553.0</c:v>
                </c:pt>
                <c:pt idx="2553">
                  <c:v>2554.0</c:v>
                </c:pt>
                <c:pt idx="2554">
                  <c:v>2555.0</c:v>
                </c:pt>
                <c:pt idx="2555">
                  <c:v>2556.0</c:v>
                </c:pt>
                <c:pt idx="2556">
                  <c:v>2557.0</c:v>
                </c:pt>
                <c:pt idx="2557">
                  <c:v>2558.0</c:v>
                </c:pt>
                <c:pt idx="2558">
                  <c:v>2559.0</c:v>
                </c:pt>
                <c:pt idx="2559">
                  <c:v>2560.0</c:v>
                </c:pt>
                <c:pt idx="2560">
                  <c:v>2561.0</c:v>
                </c:pt>
                <c:pt idx="2561">
                  <c:v>2562.0</c:v>
                </c:pt>
                <c:pt idx="2562">
                  <c:v>2563.0</c:v>
                </c:pt>
                <c:pt idx="2563">
                  <c:v>2564.0</c:v>
                </c:pt>
                <c:pt idx="2564">
                  <c:v>2565.0</c:v>
                </c:pt>
                <c:pt idx="2565">
                  <c:v>2566.0</c:v>
                </c:pt>
                <c:pt idx="2566">
                  <c:v>2567.0</c:v>
                </c:pt>
                <c:pt idx="2567">
                  <c:v>2568.0</c:v>
                </c:pt>
                <c:pt idx="2568">
                  <c:v>2569.0</c:v>
                </c:pt>
                <c:pt idx="2569">
                  <c:v>2570.0</c:v>
                </c:pt>
                <c:pt idx="2570">
                  <c:v>2571.0</c:v>
                </c:pt>
                <c:pt idx="2571">
                  <c:v>2572.0</c:v>
                </c:pt>
                <c:pt idx="2572">
                  <c:v>2573.0</c:v>
                </c:pt>
                <c:pt idx="2573">
                  <c:v>2574.0</c:v>
                </c:pt>
                <c:pt idx="2574">
                  <c:v>2575.0</c:v>
                </c:pt>
                <c:pt idx="2575">
                  <c:v>2576.0</c:v>
                </c:pt>
                <c:pt idx="2576">
                  <c:v>2577.0</c:v>
                </c:pt>
                <c:pt idx="2577">
                  <c:v>2578.0</c:v>
                </c:pt>
                <c:pt idx="2578">
                  <c:v>2579.0</c:v>
                </c:pt>
                <c:pt idx="2579">
                  <c:v>2580.0</c:v>
                </c:pt>
                <c:pt idx="2580">
                  <c:v>2581.0</c:v>
                </c:pt>
                <c:pt idx="2581">
                  <c:v>2582.0</c:v>
                </c:pt>
                <c:pt idx="2582">
                  <c:v>2583.0</c:v>
                </c:pt>
                <c:pt idx="2583">
                  <c:v>2584.0</c:v>
                </c:pt>
                <c:pt idx="2584">
                  <c:v>2585.0</c:v>
                </c:pt>
                <c:pt idx="2585">
                  <c:v>2586.0</c:v>
                </c:pt>
                <c:pt idx="2586">
                  <c:v>2587.0</c:v>
                </c:pt>
                <c:pt idx="2587">
                  <c:v>2588.0</c:v>
                </c:pt>
                <c:pt idx="2588">
                  <c:v>2589.0</c:v>
                </c:pt>
                <c:pt idx="2589">
                  <c:v>2590.0</c:v>
                </c:pt>
                <c:pt idx="2590">
                  <c:v>2591.0</c:v>
                </c:pt>
                <c:pt idx="2591">
                  <c:v>2592.0</c:v>
                </c:pt>
                <c:pt idx="2592">
                  <c:v>2593.0</c:v>
                </c:pt>
                <c:pt idx="2593">
                  <c:v>2594.0</c:v>
                </c:pt>
                <c:pt idx="2594">
                  <c:v>2595.0</c:v>
                </c:pt>
                <c:pt idx="2595">
                  <c:v>2596.0</c:v>
                </c:pt>
                <c:pt idx="2596">
                  <c:v>2597.0</c:v>
                </c:pt>
                <c:pt idx="2597">
                  <c:v>2598.0</c:v>
                </c:pt>
                <c:pt idx="2598">
                  <c:v>2599.0</c:v>
                </c:pt>
                <c:pt idx="2599">
                  <c:v>2600.0</c:v>
                </c:pt>
                <c:pt idx="2600">
                  <c:v>2601.0</c:v>
                </c:pt>
                <c:pt idx="2601">
                  <c:v>2602.0</c:v>
                </c:pt>
                <c:pt idx="2602">
                  <c:v>2603.0</c:v>
                </c:pt>
                <c:pt idx="2603">
                  <c:v>2604.0</c:v>
                </c:pt>
                <c:pt idx="2604">
                  <c:v>2605.0</c:v>
                </c:pt>
                <c:pt idx="2605">
                  <c:v>2606.0</c:v>
                </c:pt>
                <c:pt idx="2606">
                  <c:v>2607.0</c:v>
                </c:pt>
                <c:pt idx="2607">
                  <c:v>2608.0</c:v>
                </c:pt>
                <c:pt idx="2608">
                  <c:v>2609.0</c:v>
                </c:pt>
                <c:pt idx="2609">
                  <c:v>2610.0</c:v>
                </c:pt>
                <c:pt idx="2610">
                  <c:v>2611.0</c:v>
                </c:pt>
                <c:pt idx="2611">
                  <c:v>2612.0</c:v>
                </c:pt>
                <c:pt idx="2612">
                  <c:v>2613.0</c:v>
                </c:pt>
                <c:pt idx="2613">
                  <c:v>2614.0</c:v>
                </c:pt>
                <c:pt idx="2614">
                  <c:v>2615.0</c:v>
                </c:pt>
                <c:pt idx="2615">
                  <c:v>2616.0</c:v>
                </c:pt>
                <c:pt idx="2616">
                  <c:v>2617.0</c:v>
                </c:pt>
                <c:pt idx="2617">
                  <c:v>2618.0</c:v>
                </c:pt>
                <c:pt idx="2618">
                  <c:v>2619.0</c:v>
                </c:pt>
                <c:pt idx="2619">
                  <c:v>2620.0</c:v>
                </c:pt>
                <c:pt idx="2620">
                  <c:v>2621.0</c:v>
                </c:pt>
                <c:pt idx="2621">
                  <c:v>2622.0</c:v>
                </c:pt>
                <c:pt idx="2622">
                  <c:v>2623.0</c:v>
                </c:pt>
                <c:pt idx="2623">
                  <c:v>2624.0</c:v>
                </c:pt>
                <c:pt idx="2624">
                  <c:v>2625.0</c:v>
                </c:pt>
                <c:pt idx="2625">
                  <c:v>2626.0</c:v>
                </c:pt>
                <c:pt idx="2626">
                  <c:v>2627.0</c:v>
                </c:pt>
                <c:pt idx="2627">
                  <c:v>2628.0</c:v>
                </c:pt>
                <c:pt idx="2628">
                  <c:v>2629.0</c:v>
                </c:pt>
                <c:pt idx="2629">
                  <c:v>2630.0</c:v>
                </c:pt>
                <c:pt idx="2630">
                  <c:v>2631.0</c:v>
                </c:pt>
                <c:pt idx="2631">
                  <c:v>2632.0</c:v>
                </c:pt>
                <c:pt idx="2632">
                  <c:v>2633.0</c:v>
                </c:pt>
                <c:pt idx="2633">
                  <c:v>2634.0</c:v>
                </c:pt>
                <c:pt idx="2634">
                  <c:v>2635.0</c:v>
                </c:pt>
                <c:pt idx="2635">
                  <c:v>2636.0</c:v>
                </c:pt>
                <c:pt idx="2636">
                  <c:v>2637.0</c:v>
                </c:pt>
                <c:pt idx="2637">
                  <c:v>2638.0</c:v>
                </c:pt>
                <c:pt idx="2638">
                  <c:v>2639.0</c:v>
                </c:pt>
                <c:pt idx="2639">
                  <c:v>2640.0</c:v>
                </c:pt>
                <c:pt idx="2640">
                  <c:v>2641.0</c:v>
                </c:pt>
                <c:pt idx="2641">
                  <c:v>2642.0</c:v>
                </c:pt>
                <c:pt idx="2642">
                  <c:v>2643.0</c:v>
                </c:pt>
                <c:pt idx="2643">
                  <c:v>2644.0</c:v>
                </c:pt>
                <c:pt idx="2644">
                  <c:v>2645.0</c:v>
                </c:pt>
                <c:pt idx="2645">
                  <c:v>2646.0</c:v>
                </c:pt>
                <c:pt idx="2646">
                  <c:v>2647.0</c:v>
                </c:pt>
                <c:pt idx="2647">
                  <c:v>2648.0</c:v>
                </c:pt>
                <c:pt idx="2648">
                  <c:v>2649.0</c:v>
                </c:pt>
                <c:pt idx="2649">
                  <c:v>2650.0</c:v>
                </c:pt>
                <c:pt idx="2650">
                  <c:v>2651.0</c:v>
                </c:pt>
                <c:pt idx="2651">
                  <c:v>2652.0</c:v>
                </c:pt>
                <c:pt idx="2652">
                  <c:v>2653.0</c:v>
                </c:pt>
                <c:pt idx="2653">
                  <c:v>2654.0</c:v>
                </c:pt>
                <c:pt idx="2654">
                  <c:v>2655.0</c:v>
                </c:pt>
                <c:pt idx="2655">
                  <c:v>2656.0</c:v>
                </c:pt>
                <c:pt idx="2656">
                  <c:v>2657.0</c:v>
                </c:pt>
                <c:pt idx="2657">
                  <c:v>2658.0</c:v>
                </c:pt>
                <c:pt idx="2658">
                  <c:v>2659.0</c:v>
                </c:pt>
                <c:pt idx="2659">
                  <c:v>2660.0</c:v>
                </c:pt>
                <c:pt idx="2660">
                  <c:v>2661.0</c:v>
                </c:pt>
                <c:pt idx="2661">
                  <c:v>2662.0</c:v>
                </c:pt>
                <c:pt idx="2662">
                  <c:v>2663.0</c:v>
                </c:pt>
                <c:pt idx="2663">
                  <c:v>2664.0</c:v>
                </c:pt>
                <c:pt idx="2664">
                  <c:v>2665.0</c:v>
                </c:pt>
                <c:pt idx="2665">
                  <c:v>2666.0</c:v>
                </c:pt>
                <c:pt idx="2666">
                  <c:v>2667.0</c:v>
                </c:pt>
                <c:pt idx="2667">
                  <c:v>2668.0</c:v>
                </c:pt>
                <c:pt idx="2668">
                  <c:v>2669.0</c:v>
                </c:pt>
                <c:pt idx="2669">
                  <c:v>2670.0</c:v>
                </c:pt>
                <c:pt idx="2670">
                  <c:v>2671.0</c:v>
                </c:pt>
                <c:pt idx="2671">
                  <c:v>2672.0</c:v>
                </c:pt>
                <c:pt idx="2672">
                  <c:v>2673.0</c:v>
                </c:pt>
                <c:pt idx="2673">
                  <c:v>2674.0</c:v>
                </c:pt>
                <c:pt idx="2674">
                  <c:v>2675.0</c:v>
                </c:pt>
                <c:pt idx="2675">
                  <c:v>2676.0</c:v>
                </c:pt>
                <c:pt idx="2676">
                  <c:v>2677.0</c:v>
                </c:pt>
                <c:pt idx="2677">
                  <c:v>2678.0</c:v>
                </c:pt>
                <c:pt idx="2678">
                  <c:v>2679.0</c:v>
                </c:pt>
                <c:pt idx="2679">
                  <c:v>2680.0</c:v>
                </c:pt>
                <c:pt idx="2680">
                  <c:v>2681.0</c:v>
                </c:pt>
                <c:pt idx="2681">
                  <c:v>2682.0</c:v>
                </c:pt>
                <c:pt idx="2682">
                  <c:v>2683.0</c:v>
                </c:pt>
                <c:pt idx="2683">
                  <c:v>2684.0</c:v>
                </c:pt>
                <c:pt idx="2684">
                  <c:v>2685.0</c:v>
                </c:pt>
                <c:pt idx="2685">
                  <c:v>2686.0</c:v>
                </c:pt>
                <c:pt idx="2686">
                  <c:v>2687.0</c:v>
                </c:pt>
                <c:pt idx="2687">
                  <c:v>2688.0</c:v>
                </c:pt>
                <c:pt idx="2688">
                  <c:v>2689.0</c:v>
                </c:pt>
                <c:pt idx="2689">
                  <c:v>2690.0</c:v>
                </c:pt>
                <c:pt idx="2690">
                  <c:v>2691.0</c:v>
                </c:pt>
                <c:pt idx="2691">
                  <c:v>2692.0</c:v>
                </c:pt>
                <c:pt idx="2692">
                  <c:v>2693.0</c:v>
                </c:pt>
                <c:pt idx="2693">
                  <c:v>2694.0</c:v>
                </c:pt>
                <c:pt idx="2694">
                  <c:v>2695.0</c:v>
                </c:pt>
                <c:pt idx="2695">
                  <c:v>2696.0</c:v>
                </c:pt>
                <c:pt idx="2696">
                  <c:v>2697.0</c:v>
                </c:pt>
                <c:pt idx="2697">
                  <c:v>2698.0</c:v>
                </c:pt>
                <c:pt idx="2698">
                  <c:v>2699.0</c:v>
                </c:pt>
                <c:pt idx="2699">
                  <c:v>2700.0</c:v>
                </c:pt>
                <c:pt idx="2700">
                  <c:v>2701.0</c:v>
                </c:pt>
                <c:pt idx="2701">
                  <c:v>2702.0</c:v>
                </c:pt>
                <c:pt idx="2702">
                  <c:v>2703.0</c:v>
                </c:pt>
                <c:pt idx="2703">
                  <c:v>2704.0</c:v>
                </c:pt>
                <c:pt idx="2704">
                  <c:v>2705.0</c:v>
                </c:pt>
                <c:pt idx="2705">
                  <c:v>2706.0</c:v>
                </c:pt>
                <c:pt idx="2706">
                  <c:v>2707.0</c:v>
                </c:pt>
                <c:pt idx="2707">
                  <c:v>2708.0</c:v>
                </c:pt>
                <c:pt idx="2708">
                  <c:v>2709.0</c:v>
                </c:pt>
                <c:pt idx="2709">
                  <c:v>2710.0</c:v>
                </c:pt>
                <c:pt idx="2710">
                  <c:v>2711.0</c:v>
                </c:pt>
                <c:pt idx="2711">
                  <c:v>2712.0</c:v>
                </c:pt>
                <c:pt idx="2712">
                  <c:v>2713.0</c:v>
                </c:pt>
                <c:pt idx="2713">
                  <c:v>2714.0</c:v>
                </c:pt>
                <c:pt idx="2714">
                  <c:v>2715.0</c:v>
                </c:pt>
                <c:pt idx="2715">
                  <c:v>2716.0</c:v>
                </c:pt>
                <c:pt idx="2716">
                  <c:v>2717.0</c:v>
                </c:pt>
                <c:pt idx="2717">
                  <c:v>2718.0</c:v>
                </c:pt>
                <c:pt idx="2718">
                  <c:v>2719.0</c:v>
                </c:pt>
                <c:pt idx="2719">
                  <c:v>2720.0</c:v>
                </c:pt>
                <c:pt idx="2720">
                  <c:v>2721.0</c:v>
                </c:pt>
                <c:pt idx="2721">
                  <c:v>2722.0</c:v>
                </c:pt>
                <c:pt idx="2722">
                  <c:v>2723.0</c:v>
                </c:pt>
                <c:pt idx="2723">
                  <c:v>2724.0</c:v>
                </c:pt>
                <c:pt idx="2724">
                  <c:v>2725.0</c:v>
                </c:pt>
                <c:pt idx="2725">
                  <c:v>2726.0</c:v>
                </c:pt>
                <c:pt idx="2726">
                  <c:v>2727.0</c:v>
                </c:pt>
                <c:pt idx="2727">
                  <c:v>2728.0</c:v>
                </c:pt>
                <c:pt idx="2728">
                  <c:v>2729.0</c:v>
                </c:pt>
                <c:pt idx="2729">
                  <c:v>2730.0</c:v>
                </c:pt>
                <c:pt idx="2730">
                  <c:v>2731.0</c:v>
                </c:pt>
                <c:pt idx="2731">
                  <c:v>2732.0</c:v>
                </c:pt>
                <c:pt idx="2732">
                  <c:v>2733.0</c:v>
                </c:pt>
                <c:pt idx="2733">
                  <c:v>2734.0</c:v>
                </c:pt>
                <c:pt idx="2734">
                  <c:v>2735.0</c:v>
                </c:pt>
                <c:pt idx="2735">
                  <c:v>2736.0</c:v>
                </c:pt>
                <c:pt idx="2736">
                  <c:v>2737.0</c:v>
                </c:pt>
                <c:pt idx="2737">
                  <c:v>2738.0</c:v>
                </c:pt>
                <c:pt idx="2738">
                  <c:v>2739.0</c:v>
                </c:pt>
                <c:pt idx="2739">
                  <c:v>2740.0</c:v>
                </c:pt>
                <c:pt idx="2740">
                  <c:v>2741.0</c:v>
                </c:pt>
                <c:pt idx="2741">
                  <c:v>2742.0</c:v>
                </c:pt>
                <c:pt idx="2742">
                  <c:v>2743.0</c:v>
                </c:pt>
                <c:pt idx="2743">
                  <c:v>2744.0</c:v>
                </c:pt>
                <c:pt idx="2744">
                  <c:v>2745.0</c:v>
                </c:pt>
                <c:pt idx="2745">
                  <c:v>2746.0</c:v>
                </c:pt>
                <c:pt idx="2746">
                  <c:v>2747.0</c:v>
                </c:pt>
                <c:pt idx="2747">
                  <c:v>2748.0</c:v>
                </c:pt>
                <c:pt idx="2748">
                  <c:v>2749.0</c:v>
                </c:pt>
                <c:pt idx="2749">
                  <c:v>2750.0</c:v>
                </c:pt>
                <c:pt idx="2750">
                  <c:v>2751.0</c:v>
                </c:pt>
                <c:pt idx="2751">
                  <c:v>2752.0</c:v>
                </c:pt>
                <c:pt idx="2752">
                  <c:v>2753.0</c:v>
                </c:pt>
                <c:pt idx="2753">
                  <c:v>2754.0</c:v>
                </c:pt>
                <c:pt idx="2754">
                  <c:v>2755.0</c:v>
                </c:pt>
                <c:pt idx="2755">
                  <c:v>2756.0</c:v>
                </c:pt>
                <c:pt idx="2756">
                  <c:v>2757.0</c:v>
                </c:pt>
                <c:pt idx="2757">
                  <c:v>2758.0</c:v>
                </c:pt>
                <c:pt idx="2758">
                  <c:v>2759.0</c:v>
                </c:pt>
                <c:pt idx="2759">
                  <c:v>2760.0</c:v>
                </c:pt>
                <c:pt idx="2760">
                  <c:v>2761.0</c:v>
                </c:pt>
                <c:pt idx="2761">
                  <c:v>2762.0</c:v>
                </c:pt>
                <c:pt idx="2762">
                  <c:v>2763.0</c:v>
                </c:pt>
                <c:pt idx="2763">
                  <c:v>2764.0</c:v>
                </c:pt>
                <c:pt idx="2764">
                  <c:v>2765.0</c:v>
                </c:pt>
                <c:pt idx="2765">
                  <c:v>2766.0</c:v>
                </c:pt>
                <c:pt idx="2766">
                  <c:v>2767.0</c:v>
                </c:pt>
                <c:pt idx="2767">
                  <c:v>2768.0</c:v>
                </c:pt>
                <c:pt idx="2768">
                  <c:v>2769.0</c:v>
                </c:pt>
                <c:pt idx="2769">
                  <c:v>2770.0</c:v>
                </c:pt>
                <c:pt idx="2770">
                  <c:v>2771.0</c:v>
                </c:pt>
                <c:pt idx="2771">
                  <c:v>2772.0</c:v>
                </c:pt>
                <c:pt idx="2772">
                  <c:v>2773.0</c:v>
                </c:pt>
                <c:pt idx="2773">
                  <c:v>2774.0</c:v>
                </c:pt>
                <c:pt idx="2774">
                  <c:v>2775.0</c:v>
                </c:pt>
                <c:pt idx="2775">
                  <c:v>2776.0</c:v>
                </c:pt>
                <c:pt idx="2776">
                  <c:v>2777.0</c:v>
                </c:pt>
                <c:pt idx="2777">
                  <c:v>2778.0</c:v>
                </c:pt>
                <c:pt idx="2778">
                  <c:v>2779.0</c:v>
                </c:pt>
                <c:pt idx="2779">
                  <c:v>2780.0</c:v>
                </c:pt>
                <c:pt idx="2780">
                  <c:v>2781.0</c:v>
                </c:pt>
                <c:pt idx="2781">
                  <c:v>2782.0</c:v>
                </c:pt>
                <c:pt idx="2782">
                  <c:v>2783.0</c:v>
                </c:pt>
                <c:pt idx="2783">
                  <c:v>2784.0</c:v>
                </c:pt>
                <c:pt idx="2784">
                  <c:v>2785.0</c:v>
                </c:pt>
                <c:pt idx="2785">
                  <c:v>2786.0</c:v>
                </c:pt>
                <c:pt idx="2786">
                  <c:v>2787.0</c:v>
                </c:pt>
                <c:pt idx="2787">
                  <c:v>2788.0</c:v>
                </c:pt>
                <c:pt idx="2788">
                  <c:v>2789.0</c:v>
                </c:pt>
                <c:pt idx="2789">
                  <c:v>2790.0</c:v>
                </c:pt>
                <c:pt idx="2790">
                  <c:v>2791.0</c:v>
                </c:pt>
                <c:pt idx="2791">
                  <c:v>2792.0</c:v>
                </c:pt>
                <c:pt idx="2792">
                  <c:v>2793.0</c:v>
                </c:pt>
                <c:pt idx="2793">
                  <c:v>2794.0</c:v>
                </c:pt>
                <c:pt idx="2794">
                  <c:v>2795.0</c:v>
                </c:pt>
                <c:pt idx="2795">
                  <c:v>2796.0</c:v>
                </c:pt>
                <c:pt idx="2796">
                  <c:v>2797.0</c:v>
                </c:pt>
                <c:pt idx="2797">
                  <c:v>2798.0</c:v>
                </c:pt>
                <c:pt idx="2798">
                  <c:v>2799.0</c:v>
                </c:pt>
                <c:pt idx="2799">
                  <c:v>2800.0</c:v>
                </c:pt>
                <c:pt idx="2800">
                  <c:v>2801.0</c:v>
                </c:pt>
                <c:pt idx="2801">
                  <c:v>2802.0</c:v>
                </c:pt>
                <c:pt idx="2802">
                  <c:v>2803.0</c:v>
                </c:pt>
                <c:pt idx="2803">
                  <c:v>2804.0</c:v>
                </c:pt>
                <c:pt idx="2804">
                  <c:v>2805.0</c:v>
                </c:pt>
                <c:pt idx="2805">
                  <c:v>2806.0</c:v>
                </c:pt>
                <c:pt idx="2806">
                  <c:v>2807.0</c:v>
                </c:pt>
                <c:pt idx="2807">
                  <c:v>2808.0</c:v>
                </c:pt>
                <c:pt idx="2808">
                  <c:v>2809.0</c:v>
                </c:pt>
                <c:pt idx="2809">
                  <c:v>2810.0</c:v>
                </c:pt>
                <c:pt idx="2810">
                  <c:v>2811.0</c:v>
                </c:pt>
                <c:pt idx="2811">
                  <c:v>2812.0</c:v>
                </c:pt>
                <c:pt idx="2812">
                  <c:v>2813.0</c:v>
                </c:pt>
                <c:pt idx="2813">
                  <c:v>2814.0</c:v>
                </c:pt>
                <c:pt idx="2814">
                  <c:v>2815.0</c:v>
                </c:pt>
                <c:pt idx="2815">
                  <c:v>2816.0</c:v>
                </c:pt>
                <c:pt idx="2816">
                  <c:v>2817.0</c:v>
                </c:pt>
                <c:pt idx="2817">
                  <c:v>2818.0</c:v>
                </c:pt>
                <c:pt idx="2818">
                  <c:v>2819.0</c:v>
                </c:pt>
                <c:pt idx="2819">
                  <c:v>2820.0</c:v>
                </c:pt>
                <c:pt idx="2820">
                  <c:v>2821.0</c:v>
                </c:pt>
                <c:pt idx="2821">
                  <c:v>2822.0</c:v>
                </c:pt>
                <c:pt idx="2822">
                  <c:v>2823.0</c:v>
                </c:pt>
                <c:pt idx="2823">
                  <c:v>2824.0</c:v>
                </c:pt>
                <c:pt idx="2824">
                  <c:v>2825.0</c:v>
                </c:pt>
                <c:pt idx="2825">
                  <c:v>2826.0</c:v>
                </c:pt>
                <c:pt idx="2826">
                  <c:v>2827.0</c:v>
                </c:pt>
                <c:pt idx="2827">
                  <c:v>2828.0</c:v>
                </c:pt>
                <c:pt idx="2828">
                  <c:v>2829.0</c:v>
                </c:pt>
                <c:pt idx="2829">
                  <c:v>2830.0</c:v>
                </c:pt>
                <c:pt idx="2830">
                  <c:v>2831.0</c:v>
                </c:pt>
                <c:pt idx="2831">
                  <c:v>2832.0</c:v>
                </c:pt>
                <c:pt idx="2832">
                  <c:v>2833.0</c:v>
                </c:pt>
                <c:pt idx="2833">
                  <c:v>2834.0</c:v>
                </c:pt>
                <c:pt idx="2834">
                  <c:v>2835.0</c:v>
                </c:pt>
                <c:pt idx="2835">
                  <c:v>2836.0</c:v>
                </c:pt>
                <c:pt idx="2836">
                  <c:v>2837.0</c:v>
                </c:pt>
                <c:pt idx="2837">
                  <c:v>2838.0</c:v>
                </c:pt>
                <c:pt idx="2838">
                  <c:v>2839.0</c:v>
                </c:pt>
                <c:pt idx="2839">
                  <c:v>2840.0</c:v>
                </c:pt>
                <c:pt idx="2840">
                  <c:v>2841.0</c:v>
                </c:pt>
                <c:pt idx="2841">
                  <c:v>2842.0</c:v>
                </c:pt>
                <c:pt idx="2842">
                  <c:v>2843.0</c:v>
                </c:pt>
                <c:pt idx="2843">
                  <c:v>2844.0</c:v>
                </c:pt>
                <c:pt idx="2844">
                  <c:v>2845.0</c:v>
                </c:pt>
                <c:pt idx="2845">
                  <c:v>2846.0</c:v>
                </c:pt>
                <c:pt idx="2846">
                  <c:v>2847.0</c:v>
                </c:pt>
                <c:pt idx="2847">
                  <c:v>2848.0</c:v>
                </c:pt>
                <c:pt idx="2848">
                  <c:v>2849.0</c:v>
                </c:pt>
                <c:pt idx="2849">
                  <c:v>2850.0</c:v>
                </c:pt>
                <c:pt idx="2850">
                  <c:v>2851.0</c:v>
                </c:pt>
                <c:pt idx="2851">
                  <c:v>2852.0</c:v>
                </c:pt>
                <c:pt idx="2852">
                  <c:v>2853.0</c:v>
                </c:pt>
                <c:pt idx="2853">
                  <c:v>2854.0</c:v>
                </c:pt>
                <c:pt idx="2854">
                  <c:v>2855.0</c:v>
                </c:pt>
                <c:pt idx="2855">
                  <c:v>2856.0</c:v>
                </c:pt>
                <c:pt idx="2856">
                  <c:v>2857.0</c:v>
                </c:pt>
                <c:pt idx="2857">
                  <c:v>2858.0</c:v>
                </c:pt>
                <c:pt idx="2858">
                  <c:v>2859.0</c:v>
                </c:pt>
                <c:pt idx="2859">
                  <c:v>2860.0</c:v>
                </c:pt>
                <c:pt idx="2860">
                  <c:v>2861.0</c:v>
                </c:pt>
                <c:pt idx="2861">
                  <c:v>2862.0</c:v>
                </c:pt>
                <c:pt idx="2862">
                  <c:v>2863.0</c:v>
                </c:pt>
                <c:pt idx="2863">
                  <c:v>2864.0</c:v>
                </c:pt>
                <c:pt idx="2864">
                  <c:v>2865.0</c:v>
                </c:pt>
                <c:pt idx="2865">
                  <c:v>2866.0</c:v>
                </c:pt>
                <c:pt idx="2866">
                  <c:v>2867.0</c:v>
                </c:pt>
                <c:pt idx="2867">
                  <c:v>2868.0</c:v>
                </c:pt>
                <c:pt idx="2868">
                  <c:v>2869.0</c:v>
                </c:pt>
                <c:pt idx="2869">
                  <c:v>2870.0</c:v>
                </c:pt>
                <c:pt idx="2870">
                  <c:v>2871.0</c:v>
                </c:pt>
                <c:pt idx="2871">
                  <c:v>2872.0</c:v>
                </c:pt>
                <c:pt idx="2872">
                  <c:v>2873.0</c:v>
                </c:pt>
                <c:pt idx="2873">
                  <c:v>2874.0</c:v>
                </c:pt>
                <c:pt idx="2874">
                  <c:v>2875.0</c:v>
                </c:pt>
                <c:pt idx="2875">
                  <c:v>2876.0</c:v>
                </c:pt>
                <c:pt idx="2876">
                  <c:v>2877.0</c:v>
                </c:pt>
                <c:pt idx="2877">
                  <c:v>2878.0</c:v>
                </c:pt>
                <c:pt idx="2878">
                  <c:v>2879.0</c:v>
                </c:pt>
                <c:pt idx="2879">
                  <c:v>2880.0</c:v>
                </c:pt>
                <c:pt idx="2880">
                  <c:v>2881.0</c:v>
                </c:pt>
                <c:pt idx="2881">
                  <c:v>2882.0</c:v>
                </c:pt>
                <c:pt idx="2882">
                  <c:v>2883.0</c:v>
                </c:pt>
                <c:pt idx="2883">
                  <c:v>2884.0</c:v>
                </c:pt>
                <c:pt idx="2884">
                  <c:v>2885.0</c:v>
                </c:pt>
                <c:pt idx="2885">
                  <c:v>2886.0</c:v>
                </c:pt>
                <c:pt idx="2886">
                  <c:v>2887.0</c:v>
                </c:pt>
                <c:pt idx="2887">
                  <c:v>2888.0</c:v>
                </c:pt>
                <c:pt idx="2888">
                  <c:v>2889.0</c:v>
                </c:pt>
                <c:pt idx="2889">
                  <c:v>2890.0</c:v>
                </c:pt>
                <c:pt idx="2890">
                  <c:v>2891.0</c:v>
                </c:pt>
                <c:pt idx="2891">
                  <c:v>2892.0</c:v>
                </c:pt>
                <c:pt idx="2892">
                  <c:v>2893.0</c:v>
                </c:pt>
                <c:pt idx="2893">
                  <c:v>2894.0</c:v>
                </c:pt>
                <c:pt idx="2894">
                  <c:v>2895.0</c:v>
                </c:pt>
                <c:pt idx="2895">
                  <c:v>2896.0</c:v>
                </c:pt>
                <c:pt idx="2896">
                  <c:v>2897.0</c:v>
                </c:pt>
                <c:pt idx="2897">
                  <c:v>2898.0</c:v>
                </c:pt>
                <c:pt idx="2898">
                  <c:v>2899.0</c:v>
                </c:pt>
                <c:pt idx="2899">
                  <c:v>2900.0</c:v>
                </c:pt>
                <c:pt idx="2900">
                  <c:v>2901.0</c:v>
                </c:pt>
                <c:pt idx="2901">
                  <c:v>2902.0</c:v>
                </c:pt>
                <c:pt idx="2902">
                  <c:v>2903.0</c:v>
                </c:pt>
                <c:pt idx="2903">
                  <c:v>2904.0</c:v>
                </c:pt>
                <c:pt idx="2904">
                  <c:v>2905.0</c:v>
                </c:pt>
                <c:pt idx="2905">
                  <c:v>2906.0</c:v>
                </c:pt>
                <c:pt idx="2906">
                  <c:v>2907.0</c:v>
                </c:pt>
                <c:pt idx="2907">
                  <c:v>2908.0</c:v>
                </c:pt>
                <c:pt idx="2908">
                  <c:v>2909.0</c:v>
                </c:pt>
                <c:pt idx="2909">
                  <c:v>2910.0</c:v>
                </c:pt>
                <c:pt idx="2910">
                  <c:v>2911.0</c:v>
                </c:pt>
                <c:pt idx="2911">
                  <c:v>2912.0</c:v>
                </c:pt>
                <c:pt idx="2912">
                  <c:v>2913.0</c:v>
                </c:pt>
                <c:pt idx="2913">
                  <c:v>2914.0</c:v>
                </c:pt>
                <c:pt idx="2914">
                  <c:v>2915.0</c:v>
                </c:pt>
                <c:pt idx="2915">
                  <c:v>2916.0</c:v>
                </c:pt>
                <c:pt idx="2916">
                  <c:v>2917.0</c:v>
                </c:pt>
                <c:pt idx="2917">
                  <c:v>2918.0</c:v>
                </c:pt>
                <c:pt idx="2918">
                  <c:v>2919.0</c:v>
                </c:pt>
                <c:pt idx="2919">
                  <c:v>2920.0</c:v>
                </c:pt>
                <c:pt idx="2920">
                  <c:v>2921.0</c:v>
                </c:pt>
                <c:pt idx="2921">
                  <c:v>2922.0</c:v>
                </c:pt>
                <c:pt idx="2922">
                  <c:v>2923.0</c:v>
                </c:pt>
                <c:pt idx="2923">
                  <c:v>2924.0</c:v>
                </c:pt>
                <c:pt idx="2924">
                  <c:v>2925.0</c:v>
                </c:pt>
                <c:pt idx="2925">
                  <c:v>2926.0</c:v>
                </c:pt>
                <c:pt idx="2926">
                  <c:v>2927.0</c:v>
                </c:pt>
                <c:pt idx="2927">
                  <c:v>2928.0</c:v>
                </c:pt>
                <c:pt idx="2928">
                  <c:v>2929.0</c:v>
                </c:pt>
                <c:pt idx="2929">
                  <c:v>2930.0</c:v>
                </c:pt>
                <c:pt idx="2930">
                  <c:v>2931.0</c:v>
                </c:pt>
                <c:pt idx="2931">
                  <c:v>2932.0</c:v>
                </c:pt>
                <c:pt idx="2932">
                  <c:v>2933.0</c:v>
                </c:pt>
                <c:pt idx="2933">
                  <c:v>2934.0</c:v>
                </c:pt>
                <c:pt idx="2934">
                  <c:v>2935.0</c:v>
                </c:pt>
                <c:pt idx="2935">
                  <c:v>2936.0</c:v>
                </c:pt>
                <c:pt idx="2936">
                  <c:v>2937.0</c:v>
                </c:pt>
                <c:pt idx="2937">
                  <c:v>2938.0</c:v>
                </c:pt>
                <c:pt idx="2938">
                  <c:v>2939.0</c:v>
                </c:pt>
                <c:pt idx="2939">
                  <c:v>2940.0</c:v>
                </c:pt>
                <c:pt idx="2940">
                  <c:v>2941.0</c:v>
                </c:pt>
                <c:pt idx="2941">
                  <c:v>2942.0</c:v>
                </c:pt>
                <c:pt idx="2942">
                  <c:v>2943.0</c:v>
                </c:pt>
                <c:pt idx="2943">
                  <c:v>2944.0</c:v>
                </c:pt>
                <c:pt idx="2944">
                  <c:v>2945.0</c:v>
                </c:pt>
                <c:pt idx="2945">
                  <c:v>2946.0</c:v>
                </c:pt>
                <c:pt idx="2946">
                  <c:v>2947.0</c:v>
                </c:pt>
                <c:pt idx="2947">
                  <c:v>2948.0</c:v>
                </c:pt>
                <c:pt idx="2948">
                  <c:v>2949.0</c:v>
                </c:pt>
                <c:pt idx="2949">
                  <c:v>2950.0</c:v>
                </c:pt>
                <c:pt idx="2950">
                  <c:v>2951.0</c:v>
                </c:pt>
                <c:pt idx="2951">
                  <c:v>2952.0</c:v>
                </c:pt>
                <c:pt idx="2952">
                  <c:v>2953.0</c:v>
                </c:pt>
                <c:pt idx="2953">
                  <c:v>2954.0</c:v>
                </c:pt>
                <c:pt idx="2954">
                  <c:v>2955.0</c:v>
                </c:pt>
                <c:pt idx="2955">
                  <c:v>2956.0</c:v>
                </c:pt>
                <c:pt idx="2956">
                  <c:v>2957.0</c:v>
                </c:pt>
                <c:pt idx="2957">
                  <c:v>2958.0</c:v>
                </c:pt>
                <c:pt idx="2958">
                  <c:v>2959.0</c:v>
                </c:pt>
                <c:pt idx="2959">
                  <c:v>2960.0</c:v>
                </c:pt>
                <c:pt idx="2960">
                  <c:v>2961.0</c:v>
                </c:pt>
                <c:pt idx="2961">
                  <c:v>2962.0</c:v>
                </c:pt>
                <c:pt idx="2962">
                  <c:v>2963.0</c:v>
                </c:pt>
                <c:pt idx="2963">
                  <c:v>2964.0</c:v>
                </c:pt>
                <c:pt idx="2964">
                  <c:v>2965.0</c:v>
                </c:pt>
                <c:pt idx="2965">
                  <c:v>2966.0</c:v>
                </c:pt>
                <c:pt idx="2966">
                  <c:v>2967.0</c:v>
                </c:pt>
                <c:pt idx="2967">
                  <c:v>2968.0</c:v>
                </c:pt>
                <c:pt idx="2968">
                  <c:v>2969.0</c:v>
                </c:pt>
                <c:pt idx="2969">
                  <c:v>2970.0</c:v>
                </c:pt>
                <c:pt idx="2970">
                  <c:v>2971.0</c:v>
                </c:pt>
                <c:pt idx="2971">
                  <c:v>2972.0</c:v>
                </c:pt>
                <c:pt idx="2972">
                  <c:v>2973.0</c:v>
                </c:pt>
                <c:pt idx="2973">
                  <c:v>2974.0</c:v>
                </c:pt>
                <c:pt idx="2974">
                  <c:v>2975.0</c:v>
                </c:pt>
                <c:pt idx="2975">
                  <c:v>2976.0</c:v>
                </c:pt>
                <c:pt idx="2976">
                  <c:v>2977.0</c:v>
                </c:pt>
                <c:pt idx="2977">
                  <c:v>2978.0</c:v>
                </c:pt>
                <c:pt idx="2978">
                  <c:v>2979.0</c:v>
                </c:pt>
                <c:pt idx="2979">
                  <c:v>2980.0</c:v>
                </c:pt>
                <c:pt idx="2980">
                  <c:v>2981.0</c:v>
                </c:pt>
                <c:pt idx="2981">
                  <c:v>2982.0</c:v>
                </c:pt>
                <c:pt idx="2982">
                  <c:v>2983.0</c:v>
                </c:pt>
                <c:pt idx="2983">
                  <c:v>2984.0</c:v>
                </c:pt>
                <c:pt idx="2984">
                  <c:v>2985.0</c:v>
                </c:pt>
                <c:pt idx="2985">
                  <c:v>2986.0</c:v>
                </c:pt>
                <c:pt idx="2986">
                  <c:v>2987.0</c:v>
                </c:pt>
                <c:pt idx="2987">
                  <c:v>2988.0</c:v>
                </c:pt>
                <c:pt idx="2988">
                  <c:v>2989.0</c:v>
                </c:pt>
                <c:pt idx="2989">
                  <c:v>2990.0</c:v>
                </c:pt>
                <c:pt idx="2990">
                  <c:v>2991.0</c:v>
                </c:pt>
                <c:pt idx="2991">
                  <c:v>2992.0</c:v>
                </c:pt>
                <c:pt idx="2992">
                  <c:v>2993.0</c:v>
                </c:pt>
                <c:pt idx="2993">
                  <c:v>2994.0</c:v>
                </c:pt>
                <c:pt idx="2994">
                  <c:v>2995.0</c:v>
                </c:pt>
                <c:pt idx="2995">
                  <c:v>2996.0</c:v>
                </c:pt>
                <c:pt idx="2996">
                  <c:v>2997.0</c:v>
                </c:pt>
                <c:pt idx="2997">
                  <c:v>2998.0</c:v>
                </c:pt>
                <c:pt idx="2998">
                  <c:v>2999.0</c:v>
                </c:pt>
                <c:pt idx="2999">
                  <c:v>3000.0</c:v>
                </c:pt>
                <c:pt idx="3000">
                  <c:v>3001.0</c:v>
                </c:pt>
                <c:pt idx="3001">
                  <c:v>3002.0</c:v>
                </c:pt>
                <c:pt idx="3002">
                  <c:v>3003.0</c:v>
                </c:pt>
                <c:pt idx="3003">
                  <c:v>3004.0</c:v>
                </c:pt>
                <c:pt idx="3004">
                  <c:v>3005.0</c:v>
                </c:pt>
                <c:pt idx="3005">
                  <c:v>3006.0</c:v>
                </c:pt>
                <c:pt idx="3006">
                  <c:v>3007.0</c:v>
                </c:pt>
                <c:pt idx="3007">
                  <c:v>3008.0</c:v>
                </c:pt>
                <c:pt idx="3008">
                  <c:v>3009.0</c:v>
                </c:pt>
                <c:pt idx="3009">
                  <c:v>3010.0</c:v>
                </c:pt>
                <c:pt idx="3010">
                  <c:v>3011.0</c:v>
                </c:pt>
                <c:pt idx="3011">
                  <c:v>3012.0</c:v>
                </c:pt>
                <c:pt idx="3012">
                  <c:v>3013.0</c:v>
                </c:pt>
                <c:pt idx="3013">
                  <c:v>3014.0</c:v>
                </c:pt>
                <c:pt idx="3014">
                  <c:v>3015.0</c:v>
                </c:pt>
                <c:pt idx="3015">
                  <c:v>3016.0</c:v>
                </c:pt>
                <c:pt idx="3016">
                  <c:v>3017.0</c:v>
                </c:pt>
                <c:pt idx="3017">
                  <c:v>3018.0</c:v>
                </c:pt>
                <c:pt idx="3018">
                  <c:v>3019.0</c:v>
                </c:pt>
                <c:pt idx="3019">
                  <c:v>3020.0</c:v>
                </c:pt>
                <c:pt idx="3020">
                  <c:v>3021.0</c:v>
                </c:pt>
                <c:pt idx="3021">
                  <c:v>3022.0</c:v>
                </c:pt>
                <c:pt idx="3022">
                  <c:v>3023.0</c:v>
                </c:pt>
                <c:pt idx="3023">
                  <c:v>3024.0</c:v>
                </c:pt>
                <c:pt idx="3024">
                  <c:v>3025.0</c:v>
                </c:pt>
                <c:pt idx="3025">
                  <c:v>3026.0</c:v>
                </c:pt>
                <c:pt idx="3026">
                  <c:v>3027.0</c:v>
                </c:pt>
                <c:pt idx="3027">
                  <c:v>3028.0</c:v>
                </c:pt>
                <c:pt idx="3028">
                  <c:v>3029.0</c:v>
                </c:pt>
                <c:pt idx="3029">
                  <c:v>3030.0</c:v>
                </c:pt>
                <c:pt idx="3030">
                  <c:v>3031.0</c:v>
                </c:pt>
                <c:pt idx="3031">
                  <c:v>3032.0</c:v>
                </c:pt>
                <c:pt idx="3032">
                  <c:v>3033.0</c:v>
                </c:pt>
                <c:pt idx="3033">
                  <c:v>3034.0</c:v>
                </c:pt>
                <c:pt idx="3034">
                  <c:v>3035.0</c:v>
                </c:pt>
                <c:pt idx="3035">
                  <c:v>3036.0</c:v>
                </c:pt>
                <c:pt idx="3036">
                  <c:v>3037.0</c:v>
                </c:pt>
                <c:pt idx="3037">
                  <c:v>3038.0</c:v>
                </c:pt>
                <c:pt idx="3038">
                  <c:v>3039.0</c:v>
                </c:pt>
                <c:pt idx="3039">
                  <c:v>3040.0</c:v>
                </c:pt>
                <c:pt idx="3040">
                  <c:v>3041.0</c:v>
                </c:pt>
                <c:pt idx="3041">
                  <c:v>3042.0</c:v>
                </c:pt>
                <c:pt idx="3042">
                  <c:v>3043.0</c:v>
                </c:pt>
                <c:pt idx="3043">
                  <c:v>3044.0</c:v>
                </c:pt>
                <c:pt idx="3044">
                  <c:v>3045.0</c:v>
                </c:pt>
                <c:pt idx="3045">
                  <c:v>3046.0</c:v>
                </c:pt>
                <c:pt idx="3046">
                  <c:v>3047.0</c:v>
                </c:pt>
                <c:pt idx="3047">
                  <c:v>3048.0</c:v>
                </c:pt>
                <c:pt idx="3048">
                  <c:v>3049.0</c:v>
                </c:pt>
                <c:pt idx="3049">
                  <c:v>3050.0</c:v>
                </c:pt>
                <c:pt idx="3050">
                  <c:v>3051.0</c:v>
                </c:pt>
                <c:pt idx="3051">
                  <c:v>3052.0</c:v>
                </c:pt>
                <c:pt idx="3052">
                  <c:v>3053.0</c:v>
                </c:pt>
                <c:pt idx="3053">
                  <c:v>3054.0</c:v>
                </c:pt>
                <c:pt idx="3054">
                  <c:v>3055.0</c:v>
                </c:pt>
                <c:pt idx="3055">
                  <c:v>3056.0</c:v>
                </c:pt>
                <c:pt idx="3056">
                  <c:v>3057.0</c:v>
                </c:pt>
                <c:pt idx="3057">
                  <c:v>3058.0</c:v>
                </c:pt>
                <c:pt idx="3058">
                  <c:v>3059.0</c:v>
                </c:pt>
                <c:pt idx="3059">
                  <c:v>3060.0</c:v>
                </c:pt>
                <c:pt idx="3060">
                  <c:v>3061.0</c:v>
                </c:pt>
                <c:pt idx="3061">
                  <c:v>3062.0</c:v>
                </c:pt>
                <c:pt idx="3062">
                  <c:v>3063.0</c:v>
                </c:pt>
                <c:pt idx="3063">
                  <c:v>3064.0</c:v>
                </c:pt>
                <c:pt idx="3064">
                  <c:v>3065.0</c:v>
                </c:pt>
                <c:pt idx="3065">
                  <c:v>3066.0</c:v>
                </c:pt>
                <c:pt idx="3066">
                  <c:v>3067.0</c:v>
                </c:pt>
                <c:pt idx="3067">
                  <c:v>3068.0</c:v>
                </c:pt>
                <c:pt idx="3068">
                  <c:v>3069.0</c:v>
                </c:pt>
                <c:pt idx="3069">
                  <c:v>3070.0</c:v>
                </c:pt>
                <c:pt idx="3070">
                  <c:v>3071.0</c:v>
                </c:pt>
                <c:pt idx="3071">
                  <c:v>3072.0</c:v>
                </c:pt>
                <c:pt idx="3072">
                  <c:v>3073.0</c:v>
                </c:pt>
                <c:pt idx="3073">
                  <c:v>3074.0</c:v>
                </c:pt>
                <c:pt idx="3074">
                  <c:v>3075.0</c:v>
                </c:pt>
                <c:pt idx="3075">
                  <c:v>3076.0</c:v>
                </c:pt>
                <c:pt idx="3076">
                  <c:v>3077.0</c:v>
                </c:pt>
                <c:pt idx="3077">
                  <c:v>3078.0</c:v>
                </c:pt>
                <c:pt idx="3078">
                  <c:v>3079.0</c:v>
                </c:pt>
                <c:pt idx="3079">
                  <c:v>3080.0</c:v>
                </c:pt>
                <c:pt idx="3080">
                  <c:v>3081.0</c:v>
                </c:pt>
                <c:pt idx="3081">
                  <c:v>3082.0</c:v>
                </c:pt>
                <c:pt idx="3082">
                  <c:v>3083.0</c:v>
                </c:pt>
                <c:pt idx="3083">
                  <c:v>3084.0</c:v>
                </c:pt>
                <c:pt idx="3084">
                  <c:v>3085.0</c:v>
                </c:pt>
                <c:pt idx="3085">
                  <c:v>3086.0</c:v>
                </c:pt>
                <c:pt idx="3086">
                  <c:v>3087.0</c:v>
                </c:pt>
                <c:pt idx="3087">
                  <c:v>3088.0</c:v>
                </c:pt>
                <c:pt idx="3088">
                  <c:v>3089.0</c:v>
                </c:pt>
                <c:pt idx="3089">
                  <c:v>3090.0</c:v>
                </c:pt>
                <c:pt idx="3090">
                  <c:v>3091.0</c:v>
                </c:pt>
                <c:pt idx="3091">
                  <c:v>3092.0</c:v>
                </c:pt>
                <c:pt idx="3092">
                  <c:v>3093.0</c:v>
                </c:pt>
                <c:pt idx="3093">
                  <c:v>3094.0</c:v>
                </c:pt>
                <c:pt idx="3094">
                  <c:v>3095.0</c:v>
                </c:pt>
                <c:pt idx="3095">
                  <c:v>3096.0</c:v>
                </c:pt>
                <c:pt idx="3096">
                  <c:v>3097.0</c:v>
                </c:pt>
                <c:pt idx="3097">
                  <c:v>3098.0</c:v>
                </c:pt>
                <c:pt idx="3098">
                  <c:v>3099.0</c:v>
                </c:pt>
                <c:pt idx="3099">
                  <c:v>3100.0</c:v>
                </c:pt>
                <c:pt idx="3100">
                  <c:v>3101.0</c:v>
                </c:pt>
                <c:pt idx="3101">
                  <c:v>3102.0</c:v>
                </c:pt>
                <c:pt idx="3102">
                  <c:v>3103.0</c:v>
                </c:pt>
                <c:pt idx="3103">
                  <c:v>3104.0</c:v>
                </c:pt>
                <c:pt idx="3104">
                  <c:v>3105.0</c:v>
                </c:pt>
                <c:pt idx="3105">
                  <c:v>3106.0</c:v>
                </c:pt>
                <c:pt idx="3106">
                  <c:v>3107.0</c:v>
                </c:pt>
                <c:pt idx="3107">
                  <c:v>3108.0</c:v>
                </c:pt>
                <c:pt idx="3108">
                  <c:v>3109.0</c:v>
                </c:pt>
                <c:pt idx="3109">
                  <c:v>3110.0</c:v>
                </c:pt>
                <c:pt idx="3110">
                  <c:v>3111.0</c:v>
                </c:pt>
                <c:pt idx="3111">
                  <c:v>3112.0</c:v>
                </c:pt>
                <c:pt idx="3112">
                  <c:v>3113.0</c:v>
                </c:pt>
                <c:pt idx="3113">
                  <c:v>3114.0</c:v>
                </c:pt>
                <c:pt idx="3114">
                  <c:v>3115.0</c:v>
                </c:pt>
                <c:pt idx="3115">
                  <c:v>3116.0</c:v>
                </c:pt>
                <c:pt idx="3116">
                  <c:v>3117.0</c:v>
                </c:pt>
                <c:pt idx="3117">
                  <c:v>3118.0</c:v>
                </c:pt>
                <c:pt idx="3118">
                  <c:v>3119.0</c:v>
                </c:pt>
                <c:pt idx="3119">
                  <c:v>3120.0</c:v>
                </c:pt>
                <c:pt idx="3120">
                  <c:v>3121.0</c:v>
                </c:pt>
                <c:pt idx="3121">
                  <c:v>3122.0</c:v>
                </c:pt>
                <c:pt idx="3122">
                  <c:v>3123.0</c:v>
                </c:pt>
                <c:pt idx="3123">
                  <c:v>3124.0</c:v>
                </c:pt>
                <c:pt idx="3124">
                  <c:v>3125.0</c:v>
                </c:pt>
                <c:pt idx="3125">
                  <c:v>3126.0</c:v>
                </c:pt>
                <c:pt idx="3126">
                  <c:v>3127.0</c:v>
                </c:pt>
                <c:pt idx="3127">
                  <c:v>3128.0</c:v>
                </c:pt>
                <c:pt idx="3128">
                  <c:v>3129.0</c:v>
                </c:pt>
                <c:pt idx="3129">
                  <c:v>3130.0</c:v>
                </c:pt>
                <c:pt idx="3130">
                  <c:v>3131.0</c:v>
                </c:pt>
                <c:pt idx="3131">
                  <c:v>3132.0</c:v>
                </c:pt>
                <c:pt idx="3132">
                  <c:v>3133.0</c:v>
                </c:pt>
                <c:pt idx="3133">
                  <c:v>3134.0</c:v>
                </c:pt>
                <c:pt idx="3134">
                  <c:v>3135.0</c:v>
                </c:pt>
                <c:pt idx="3135">
                  <c:v>3136.0</c:v>
                </c:pt>
                <c:pt idx="3136">
                  <c:v>3137.0</c:v>
                </c:pt>
                <c:pt idx="3137">
                  <c:v>3138.0</c:v>
                </c:pt>
                <c:pt idx="3138">
                  <c:v>3139.0</c:v>
                </c:pt>
                <c:pt idx="3139">
                  <c:v>3140.0</c:v>
                </c:pt>
                <c:pt idx="3140">
                  <c:v>3141.0</c:v>
                </c:pt>
                <c:pt idx="3141">
                  <c:v>3142.0</c:v>
                </c:pt>
                <c:pt idx="3142">
                  <c:v>3143.0</c:v>
                </c:pt>
                <c:pt idx="3143">
                  <c:v>3144.0</c:v>
                </c:pt>
                <c:pt idx="3144">
                  <c:v>3145.0</c:v>
                </c:pt>
                <c:pt idx="3145">
                  <c:v>3146.0</c:v>
                </c:pt>
                <c:pt idx="3146">
                  <c:v>3147.0</c:v>
                </c:pt>
                <c:pt idx="3147">
                  <c:v>3148.0</c:v>
                </c:pt>
                <c:pt idx="3148">
                  <c:v>3149.0</c:v>
                </c:pt>
                <c:pt idx="3149">
                  <c:v>3150.0</c:v>
                </c:pt>
                <c:pt idx="3150">
                  <c:v>3151.0</c:v>
                </c:pt>
                <c:pt idx="3151">
                  <c:v>3152.0</c:v>
                </c:pt>
                <c:pt idx="3152">
                  <c:v>3153.0</c:v>
                </c:pt>
                <c:pt idx="3153">
                  <c:v>3154.0</c:v>
                </c:pt>
                <c:pt idx="3154">
                  <c:v>3155.0</c:v>
                </c:pt>
                <c:pt idx="3155">
                  <c:v>3156.0</c:v>
                </c:pt>
                <c:pt idx="3156">
                  <c:v>3157.0</c:v>
                </c:pt>
                <c:pt idx="3157">
                  <c:v>3158.0</c:v>
                </c:pt>
                <c:pt idx="3158">
                  <c:v>3159.0</c:v>
                </c:pt>
                <c:pt idx="3159">
                  <c:v>3160.0</c:v>
                </c:pt>
                <c:pt idx="3160">
                  <c:v>3161.0</c:v>
                </c:pt>
                <c:pt idx="3161">
                  <c:v>3162.0</c:v>
                </c:pt>
                <c:pt idx="3162">
                  <c:v>3163.0</c:v>
                </c:pt>
                <c:pt idx="3163">
                  <c:v>3164.0</c:v>
                </c:pt>
                <c:pt idx="3164">
                  <c:v>3165.0</c:v>
                </c:pt>
                <c:pt idx="3165">
                  <c:v>3166.0</c:v>
                </c:pt>
                <c:pt idx="3166">
                  <c:v>3167.0</c:v>
                </c:pt>
                <c:pt idx="3167">
                  <c:v>3168.0</c:v>
                </c:pt>
                <c:pt idx="3168">
                  <c:v>3169.0</c:v>
                </c:pt>
                <c:pt idx="3169">
                  <c:v>3170.0</c:v>
                </c:pt>
                <c:pt idx="3170">
                  <c:v>3171.0</c:v>
                </c:pt>
                <c:pt idx="3171">
                  <c:v>3172.0</c:v>
                </c:pt>
                <c:pt idx="3172">
                  <c:v>3173.0</c:v>
                </c:pt>
                <c:pt idx="3173">
                  <c:v>3174.0</c:v>
                </c:pt>
                <c:pt idx="3174">
                  <c:v>3175.0</c:v>
                </c:pt>
                <c:pt idx="3175">
                  <c:v>3176.0</c:v>
                </c:pt>
                <c:pt idx="3176">
                  <c:v>3177.0</c:v>
                </c:pt>
                <c:pt idx="3177">
                  <c:v>3178.0</c:v>
                </c:pt>
                <c:pt idx="3178">
                  <c:v>3179.0</c:v>
                </c:pt>
                <c:pt idx="3179">
                  <c:v>3180.0</c:v>
                </c:pt>
                <c:pt idx="3180">
                  <c:v>3181.0</c:v>
                </c:pt>
                <c:pt idx="3181">
                  <c:v>3182.0</c:v>
                </c:pt>
                <c:pt idx="3182">
                  <c:v>3183.0</c:v>
                </c:pt>
                <c:pt idx="3183">
                  <c:v>3184.0</c:v>
                </c:pt>
                <c:pt idx="3184">
                  <c:v>3185.0</c:v>
                </c:pt>
                <c:pt idx="3185">
                  <c:v>3186.0</c:v>
                </c:pt>
                <c:pt idx="3186">
                  <c:v>3187.0</c:v>
                </c:pt>
                <c:pt idx="3187">
                  <c:v>3188.0</c:v>
                </c:pt>
                <c:pt idx="3188">
                  <c:v>3189.0</c:v>
                </c:pt>
                <c:pt idx="3189">
                  <c:v>3190.0</c:v>
                </c:pt>
                <c:pt idx="3190">
                  <c:v>3191.0</c:v>
                </c:pt>
                <c:pt idx="3191">
                  <c:v>3192.0</c:v>
                </c:pt>
                <c:pt idx="3192">
                  <c:v>3193.0</c:v>
                </c:pt>
                <c:pt idx="3193">
                  <c:v>3194.0</c:v>
                </c:pt>
                <c:pt idx="3194">
                  <c:v>3195.0</c:v>
                </c:pt>
                <c:pt idx="3195">
                  <c:v>3196.0</c:v>
                </c:pt>
                <c:pt idx="3196">
                  <c:v>3197.0</c:v>
                </c:pt>
                <c:pt idx="3197">
                  <c:v>3198.0</c:v>
                </c:pt>
                <c:pt idx="3198">
                  <c:v>3199.0</c:v>
                </c:pt>
                <c:pt idx="3199">
                  <c:v>3200.0</c:v>
                </c:pt>
                <c:pt idx="3200">
                  <c:v>3201.0</c:v>
                </c:pt>
                <c:pt idx="3201">
                  <c:v>3202.0</c:v>
                </c:pt>
                <c:pt idx="3202">
                  <c:v>3203.0</c:v>
                </c:pt>
                <c:pt idx="3203">
                  <c:v>3204.0</c:v>
                </c:pt>
                <c:pt idx="3204">
                  <c:v>3205.0</c:v>
                </c:pt>
                <c:pt idx="3205">
                  <c:v>3206.0</c:v>
                </c:pt>
                <c:pt idx="3206">
                  <c:v>3207.0</c:v>
                </c:pt>
                <c:pt idx="3207">
                  <c:v>3208.0</c:v>
                </c:pt>
                <c:pt idx="3208">
                  <c:v>3209.0</c:v>
                </c:pt>
                <c:pt idx="3209">
                  <c:v>3210.0</c:v>
                </c:pt>
                <c:pt idx="3210">
                  <c:v>3211.0</c:v>
                </c:pt>
                <c:pt idx="3211">
                  <c:v>3212.0</c:v>
                </c:pt>
                <c:pt idx="3212">
                  <c:v>3213.0</c:v>
                </c:pt>
                <c:pt idx="3213">
                  <c:v>3214.0</c:v>
                </c:pt>
                <c:pt idx="3214">
                  <c:v>3215.0</c:v>
                </c:pt>
                <c:pt idx="3215">
                  <c:v>3216.0</c:v>
                </c:pt>
                <c:pt idx="3216">
                  <c:v>3217.0</c:v>
                </c:pt>
                <c:pt idx="3217">
                  <c:v>3218.0</c:v>
                </c:pt>
                <c:pt idx="3218">
                  <c:v>3219.0</c:v>
                </c:pt>
                <c:pt idx="3219">
                  <c:v>3220.0</c:v>
                </c:pt>
                <c:pt idx="3220">
                  <c:v>3221.0</c:v>
                </c:pt>
                <c:pt idx="3221">
                  <c:v>3222.0</c:v>
                </c:pt>
                <c:pt idx="3222">
                  <c:v>3223.0</c:v>
                </c:pt>
                <c:pt idx="3223">
                  <c:v>3224.0</c:v>
                </c:pt>
                <c:pt idx="3224">
                  <c:v>3225.0</c:v>
                </c:pt>
                <c:pt idx="3225">
                  <c:v>3226.0</c:v>
                </c:pt>
                <c:pt idx="3226">
                  <c:v>3227.0</c:v>
                </c:pt>
                <c:pt idx="3227">
                  <c:v>3228.0</c:v>
                </c:pt>
                <c:pt idx="3228">
                  <c:v>3229.0</c:v>
                </c:pt>
                <c:pt idx="3229">
                  <c:v>3230.0</c:v>
                </c:pt>
                <c:pt idx="3230">
                  <c:v>3231.0</c:v>
                </c:pt>
                <c:pt idx="3231">
                  <c:v>3232.0</c:v>
                </c:pt>
                <c:pt idx="3232">
                  <c:v>3233.0</c:v>
                </c:pt>
                <c:pt idx="3233">
                  <c:v>3234.0</c:v>
                </c:pt>
                <c:pt idx="3234">
                  <c:v>3235.0</c:v>
                </c:pt>
                <c:pt idx="3235">
                  <c:v>3236.0</c:v>
                </c:pt>
                <c:pt idx="3236">
                  <c:v>3237.0</c:v>
                </c:pt>
                <c:pt idx="3237">
                  <c:v>3238.0</c:v>
                </c:pt>
                <c:pt idx="3238">
                  <c:v>3239.0</c:v>
                </c:pt>
                <c:pt idx="3239">
                  <c:v>3240.0</c:v>
                </c:pt>
                <c:pt idx="3240">
                  <c:v>3241.0</c:v>
                </c:pt>
                <c:pt idx="3241">
                  <c:v>3242.0</c:v>
                </c:pt>
                <c:pt idx="3242">
                  <c:v>3243.0</c:v>
                </c:pt>
                <c:pt idx="3243">
                  <c:v>3244.0</c:v>
                </c:pt>
                <c:pt idx="3244">
                  <c:v>3245.0</c:v>
                </c:pt>
                <c:pt idx="3245">
                  <c:v>3246.0</c:v>
                </c:pt>
                <c:pt idx="3246">
                  <c:v>3247.0</c:v>
                </c:pt>
                <c:pt idx="3247">
                  <c:v>3248.0</c:v>
                </c:pt>
                <c:pt idx="3248">
                  <c:v>3249.0</c:v>
                </c:pt>
                <c:pt idx="3249">
                  <c:v>3250.0</c:v>
                </c:pt>
                <c:pt idx="3250">
                  <c:v>3251.0</c:v>
                </c:pt>
                <c:pt idx="3251">
                  <c:v>3252.0</c:v>
                </c:pt>
                <c:pt idx="3252">
                  <c:v>3253.0</c:v>
                </c:pt>
                <c:pt idx="3253">
                  <c:v>3254.0</c:v>
                </c:pt>
                <c:pt idx="3254">
                  <c:v>3255.0</c:v>
                </c:pt>
                <c:pt idx="3255">
                  <c:v>3256.0</c:v>
                </c:pt>
                <c:pt idx="3256">
                  <c:v>3257.0</c:v>
                </c:pt>
                <c:pt idx="3257">
                  <c:v>3258.0</c:v>
                </c:pt>
                <c:pt idx="3258">
                  <c:v>3259.0</c:v>
                </c:pt>
                <c:pt idx="3259">
                  <c:v>3260.0</c:v>
                </c:pt>
                <c:pt idx="3260">
                  <c:v>3261.0</c:v>
                </c:pt>
                <c:pt idx="3261">
                  <c:v>3262.0</c:v>
                </c:pt>
                <c:pt idx="3262">
                  <c:v>3263.0</c:v>
                </c:pt>
                <c:pt idx="3263">
                  <c:v>3264.0</c:v>
                </c:pt>
                <c:pt idx="3264">
                  <c:v>3265.0</c:v>
                </c:pt>
                <c:pt idx="3265">
                  <c:v>3266.0</c:v>
                </c:pt>
                <c:pt idx="3266">
                  <c:v>3267.0</c:v>
                </c:pt>
                <c:pt idx="3267">
                  <c:v>3268.0</c:v>
                </c:pt>
                <c:pt idx="3268">
                  <c:v>3269.0</c:v>
                </c:pt>
                <c:pt idx="3269">
                  <c:v>3270.0</c:v>
                </c:pt>
                <c:pt idx="3270">
                  <c:v>3271.0</c:v>
                </c:pt>
                <c:pt idx="3271">
                  <c:v>3272.0</c:v>
                </c:pt>
                <c:pt idx="3272">
                  <c:v>3273.0</c:v>
                </c:pt>
                <c:pt idx="3273">
                  <c:v>3274.0</c:v>
                </c:pt>
                <c:pt idx="3274">
                  <c:v>3275.0</c:v>
                </c:pt>
                <c:pt idx="3275">
                  <c:v>3276.0</c:v>
                </c:pt>
                <c:pt idx="3276">
                  <c:v>3277.0</c:v>
                </c:pt>
                <c:pt idx="3277">
                  <c:v>3278.0</c:v>
                </c:pt>
                <c:pt idx="3278">
                  <c:v>3279.0</c:v>
                </c:pt>
                <c:pt idx="3279">
                  <c:v>3280.0</c:v>
                </c:pt>
                <c:pt idx="3280">
                  <c:v>3281.0</c:v>
                </c:pt>
                <c:pt idx="3281">
                  <c:v>3282.0</c:v>
                </c:pt>
                <c:pt idx="3282">
                  <c:v>3283.0</c:v>
                </c:pt>
                <c:pt idx="3283">
                  <c:v>3284.0</c:v>
                </c:pt>
                <c:pt idx="3284">
                  <c:v>3285.0</c:v>
                </c:pt>
                <c:pt idx="3285">
                  <c:v>3286.0</c:v>
                </c:pt>
                <c:pt idx="3286">
                  <c:v>3287.0</c:v>
                </c:pt>
                <c:pt idx="3287">
                  <c:v>3288.0</c:v>
                </c:pt>
                <c:pt idx="3288">
                  <c:v>3289.0</c:v>
                </c:pt>
                <c:pt idx="3289">
                  <c:v>3290.0</c:v>
                </c:pt>
                <c:pt idx="3290">
                  <c:v>3291.0</c:v>
                </c:pt>
                <c:pt idx="3291">
                  <c:v>3292.0</c:v>
                </c:pt>
                <c:pt idx="3292">
                  <c:v>3293.0</c:v>
                </c:pt>
                <c:pt idx="3293">
                  <c:v>3294.0</c:v>
                </c:pt>
                <c:pt idx="3294">
                  <c:v>3295.0</c:v>
                </c:pt>
                <c:pt idx="3295">
                  <c:v>3296.0</c:v>
                </c:pt>
                <c:pt idx="3296">
                  <c:v>3297.0</c:v>
                </c:pt>
                <c:pt idx="3297">
                  <c:v>3298.0</c:v>
                </c:pt>
                <c:pt idx="3298">
                  <c:v>3299.0</c:v>
                </c:pt>
                <c:pt idx="3299">
                  <c:v>3300.0</c:v>
                </c:pt>
                <c:pt idx="3300">
                  <c:v>3301.0</c:v>
                </c:pt>
                <c:pt idx="3301">
                  <c:v>3302.0</c:v>
                </c:pt>
                <c:pt idx="3302">
                  <c:v>3303.0</c:v>
                </c:pt>
                <c:pt idx="3303">
                  <c:v>3304.0</c:v>
                </c:pt>
                <c:pt idx="3304">
                  <c:v>3305.0</c:v>
                </c:pt>
                <c:pt idx="3305">
                  <c:v>3306.0</c:v>
                </c:pt>
                <c:pt idx="3306">
                  <c:v>3307.0</c:v>
                </c:pt>
                <c:pt idx="3307">
                  <c:v>3308.0</c:v>
                </c:pt>
                <c:pt idx="3308">
                  <c:v>3309.0</c:v>
                </c:pt>
                <c:pt idx="3309">
                  <c:v>3310.0</c:v>
                </c:pt>
                <c:pt idx="3310">
                  <c:v>3311.0</c:v>
                </c:pt>
                <c:pt idx="3311">
                  <c:v>3312.0</c:v>
                </c:pt>
                <c:pt idx="3312">
                  <c:v>3313.0</c:v>
                </c:pt>
                <c:pt idx="3313">
                  <c:v>3314.0</c:v>
                </c:pt>
                <c:pt idx="3314">
                  <c:v>3315.0</c:v>
                </c:pt>
                <c:pt idx="3315">
                  <c:v>3316.0</c:v>
                </c:pt>
                <c:pt idx="3316">
                  <c:v>3317.0</c:v>
                </c:pt>
                <c:pt idx="3317">
                  <c:v>3318.0</c:v>
                </c:pt>
                <c:pt idx="3318">
                  <c:v>3319.0</c:v>
                </c:pt>
                <c:pt idx="3319">
                  <c:v>3320.0</c:v>
                </c:pt>
                <c:pt idx="3320">
                  <c:v>3321.0</c:v>
                </c:pt>
                <c:pt idx="3321">
                  <c:v>3322.0</c:v>
                </c:pt>
                <c:pt idx="3322">
                  <c:v>3323.0</c:v>
                </c:pt>
                <c:pt idx="3323">
                  <c:v>3324.0</c:v>
                </c:pt>
                <c:pt idx="3324">
                  <c:v>3325.0</c:v>
                </c:pt>
                <c:pt idx="3325">
                  <c:v>3326.0</c:v>
                </c:pt>
                <c:pt idx="3326">
                  <c:v>3327.0</c:v>
                </c:pt>
                <c:pt idx="3327">
                  <c:v>3328.0</c:v>
                </c:pt>
                <c:pt idx="3328">
                  <c:v>3329.0</c:v>
                </c:pt>
                <c:pt idx="3329">
                  <c:v>3330.0</c:v>
                </c:pt>
                <c:pt idx="3330">
                  <c:v>3331.0</c:v>
                </c:pt>
                <c:pt idx="3331">
                  <c:v>3332.0</c:v>
                </c:pt>
                <c:pt idx="3332">
                  <c:v>3333.0</c:v>
                </c:pt>
                <c:pt idx="3333">
                  <c:v>3334.0</c:v>
                </c:pt>
                <c:pt idx="3334">
                  <c:v>3335.0</c:v>
                </c:pt>
                <c:pt idx="3335">
                  <c:v>3336.0</c:v>
                </c:pt>
                <c:pt idx="3336">
                  <c:v>3337.0</c:v>
                </c:pt>
                <c:pt idx="3337">
                  <c:v>3338.0</c:v>
                </c:pt>
                <c:pt idx="3338">
                  <c:v>3339.0</c:v>
                </c:pt>
                <c:pt idx="3339">
                  <c:v>3340.0</c:v>
                </c:pt>
                <c:pt idx="3340">
                  <c:v>3341.0</c:v>
                </c:pt>
                <c:pt idx="3341">
                  <c:v>3342.0</c:v>
                </c:pt>
                <c:pt idx="3342">
                  <c:v>3343.0</c:v>
                </c:pt>
                <c:pt idx="3343">
                  <c:v>3344.0</c:v>
                </c:pt>
                <c:pt idx="3344">
                  <c:v>3345.0</c:v>
                </c:pt>
                <c:pt idx="3345">
                  <c:v>3346.0</c:v>
                </c:pt>
                <c:pt idx="3346">
                  <c:v>3347.0</c:v>
                </c:pt>
                <c:pt idx="3347">
                  <c:v>3348.0</c:v>
                </c:pt>
                <c:pt idx="3348">
                  <c:v>3349.0</c:v>
                </c:pt>
                <c:pt idx="3349">
                  <c:v>3350.0</c:v>
                </c:pt>
                <c:pt idx="3350">
                  <c:v>3351.0</c:v>
                </c:pt>
                <c:pt idx="3351">
                  <c:v>3352.0</c:v>
                </c:pt>
                <c:pt idx="3352">
                  <c:v>3353.0</c:v>
                </c:pt>
                <c:pt idx="3353">
                  <c:v>3354.0</c:v>
                </c:pt>
                <c:pt idx="3354">
                  <c:v>3355.0</c:v>
                </c:pt>
                <c:pt idx="3355">
                  <c:v>3356.0</c:v>
                </c:pt>
                <c:pt idx="3356">
                  <c:v>3357.0</c:v>
                </c:pt>
                <c:pt idx="3357">
                  <c:v>3358.0</c:v>
                </c:pt>
                <c:pt idx="3358">
                  <c:v>3359.0</c:v>
                </c:pt>
                <c:pt idx="3359">
                  <c:v>3360.0</c:v>
                </c:pt>
                <c:pt idx="3360">
                  <c:v>3361.0</c:v>
                </c:pt>
                <c:pt idx="3361">
                  <c:v>3362.0</c:v>
                </c:pt>
                <c:pt idx="3362">
                  <c:v>3363.0</c:v>
                </c:pt>
                <c:pt idx="3363">
                  <c:v>3364.0</c:v>
                </c:pt>
                <c:pt idx="3364">
                  <c:v>3365.0</c:v>
                </c:pt>
                <c:pt idx="3365">
                  <c:v>3366.0</c:v>
                </c:pt>
                <c:pt idx="3366">
                  <c:v>3367.0</c:v>
                </c:pt>
                <c:pt idx="3367">
                  <c:v>3368.0</c:v>
                </c:pt>
                <c:pt idx="3368">
                  <c:v>3369.0</c:v>
                </c:pt>
                <c:pt idx="3369">
                  <c:v>3370.0</c:v>
                </c:pt>
                <c:pt idx="3370">
                  <c:v>3371.0</c:v>
                </c:pt>
                <c:pt idx="3371">
                  <c:v>3372.0</c:v>
                </c:pt>
                <c:pt idx="3372">
                  <c:v>3373.0</c:v>
                </c:pt>
                <c:pt idx="3373">
                  <c:v>3374.0</c:v>
                </c:pt>
                <c:pt idx="3374">
                  <c:v>3375.0</c:v>
                </c:pt>
                <c:pt idx="3375">
                  <c:v>3376.0</c:v>
                </c:pt>
                <c:pt idx="3376">
                  <c:v>3377.0</c:v>
                </c:pt>
                <c:pt idx="3377">
                  <c:v>3378.0</c:v>
                </c:pt>
                <c:pt idx="3378">
                  <c:v>3379.0</c:v>
                </c:pt>
                <c:pt idx="3379">
                  <c:v>3380.0</c:v>
                </c:pt>
                <c:pt idx="3380">
                  <c:v>3381.0</c:v>
                </c:pt>
                <c:pt idx="3381">
                  <c:v>3382.0</c:v>
                </c:pt>
                <c:pt idx="3382">
                  <c:v>3383.0</c:v>
                </c:pt>
                <c:pt idx="3383">
                  <c:v>3384.0</c:v>
                </c:pt>
                <c:pt idx="3384">
                  <c:v>3385.0</c:v>
                </c:pt>
                <c:pt idx="3385">
                  <c:v>3386.0</c:v>
                </c:pt>
                <c:pt idx="3386">
                  <c:v>3387.0</c:v>
                </c:pt>
                <c:pt idx="3387">
                  <c:v>3388.0</c:v>
                </c:pt>
                <c:pt idx="3388">
                  <c:v>3389.0</c:v>
                </c:pt>
                <c:pt idx="3389">
                  <c:v>3390.0</c:v>
                </c:pt>
                <c:pt idx="3390">
                  <c:v>3391.0</c:v>
                </c:pt>
                <c:pt idx="3391">
                  <c:v>3392.0</c:v>
                </c:pt>
                <c:pt idx="3392">
                  <c:v>3393.0</c:v>
                </c:pt>
                <c:pt idx="3393">
                  <c:v>3394.0</c:v>
                </c:pt>
                <c:pt idx="3394">
                  <c:v>3395.0</c:v>
                </c:pt>
                <c:pt idx="3395">
                  <c:v>3396.0</c:v>
                </c:pt>
                <c:pt idx="3396">
                  <c:v>3397.0</c:v>
                </c:pt>
                <c:pt idx="3397">
                  <c:v>3398.0</c:v>
                </c:pt>
                <c:pt idx="3398">
                  <c:v>3399.0</c:v>
                </c:pt>
                <c:pt idx="3399">
                  <c:v>3400.0</c:v>
                </c:pt>
                <c:pt idx="3400">
                  <c:v>3401.0</c:v>
                </c:pt>
                <c:pt idx="3401">
                  <c:v>3402.0</c:v>
                </c:pt>
                <c:pt idx="3402">
                  <c:v>3403.0</c:v>
                </c:pt>
                <c:pt idx="3403">
                  <c:v>3404.0</c:v>
                </c:pt>
                <c:pt idx="3404">
                  <c:v>3405.0</c:v>
                </c:pt>
                <c:pt idx="3405">
                  <c:v>3406.0</c:v>
                </c:pt>
                <c:pt idx="3406">
                  <c:v>3407.0</c:v>
                </c:pt>
                <c:pt idx="3407">
                  <c:v>3408.0</c:v>
                </c:pt>
                <c:pt idx="3408">
                  <c:v>3409.0</c:v>
                </c:pt>
                <c:pt idx="3409">
                  <c:v>3410.0</c:v>
                </c:pt>
                <c:pt idx="3410">
                  <c:v>3411.0</c:v>
                </c:pt>
                <c:pt idx="3411">
                  <c:v>3412.0</c:v>
                </c:pt>
                <c:pt idx="3412">
                  <c:v>3413.0</c:v>
                </c:pt>
                <c:pt idx="3413">
                  <c:v>3414.0</c:v>
                </c:pt>
                <c:pt idx="3414">
                  <c:v>3415.0</c:v>
                </c:pt>
                <c:pt idx="3415">
                  <c:v>3416.0</c:v>
                </c:pt>
                <c:pt idx="3416">
                  <c:v>3417.0</c:v>
                </c:pt>
                <c:pt idx="3417">
                  <c:v>3418.0</c:v>
                </c:pt>
                <c:pt idx="3418">
                  <c:v>3419.0</c:v>
                </c:pt>
                <c:pt idx="3419">
                  <c:v>3420.0</c:v>
                </c:pt>
                <c:pt idx="3420">
                  <c:v>3421.0</c:v>
                </c:pt>
                <c:pt idx="3421">
                  <c:v>3422.0</c:v>
                </c:pt>
                <c:pt idx="3422">
                  <c:v>3423.0</c:v>
                </c:pt>
                <c:pt idx="3423">
                  <c:v>3424.0</c:v>
                </c:pt>
                <c:pt idx="3424">
                  <c:v>3425.0</c:v>
                </c:pt>
                <c:pt idx="3425">
                  <c:v>3426.0</c:v>
                </c:pt>
                <c:pt idx="3426">
                  <c:v>3427.0</c:v>
                </c:pt>
                <c:pt idx="3427">
                  <c:v>3428.0</c:v>
                </c:pt>
                <c:pt idx="3428">
                  <c:v>3429.0</c:v>
                </c:pt>
                <c:pt idx="3429">
                  <c:v>3430.0</c:v>
                </c:pt>
                <c:pt idx="3430">
                  <c:v>3431.0</c:v>
                </c:pt>
                <c:pt idx="3431">
                  <c:v>3432.0</c:v>
                </c:pt>
                <c:pt idx="3432">
                  <c:v>3433.0</c:v>
                </c:pt>
                <c:pt idx="3433">
                  <c:v>3434.0</c:v>
                </c:pt>
                <c:pt idx="3434">
                  <c:v>3435.0</c:v>
                </c:pt>
                <c:pt idx="3435">
                  <c:v>3436.0</c:v>
                </c:pt>
                <c:pt idx="3436">
                  <c:v>3437.0</c:v>
                </c:pt>
                <c:pt idx="3437">
                  <c:v>3438.0</c:v>
                </c:pt>
                <c:pt idx="3438">
                  <c:v>3439.0</c:v>
                </c:pt>
                <c:pt idx="3439">
                  <c:v>3440.0</c:v>
                </c:pt>
                <c:pt idx="3440">
                  <c:v>3441.0</c:v>
                </c:pt>
                <c:pt idx="3441">
                  <c:v>3442.0</c:v>
                </c:pt>
                <c:pt idx="3442">
                  <c:v>3443.0</c:v>
                </c:pt>
                <c:pt idx="3443">
                  <c:v>3444.0</c:v>
                </c:pt>
                <c:pt idx="3444">
                  <c:v>3445.0</c:v>
                </c:pt>
                <c:pt idx="3445">
                  <c:v>3446.0</c:v>
                </c:pt>
                <c:pt idx="3446">
                  <c:v>3447.0</c:v>
                </c:pt>
                <c:pt idx="3447">
                  <c:v>3448.0</c:v>
                </c:pt>
                <c:pt idx="3448">
                  <c:v>3449.0</c:v>
                </c:pt>
                <c:pt idx="3449">
                  <c:v>3450.0</c:v>
                </c:pt>
                <c:pt idx="3450">
                  <c:v>3451.0</c:v>
                </c:pt>
                <c:pt idx="3451">
                  <c:v>3452.0</c:v>
                </c:pt>
                <c:pt idx="3452">
                  <c:v>3453.0</c:v>
                </c:pt>
                <c:pt idx="3453">
                  <c:v>3454.0</c:v>
                </c:pt>
                <c:pt idx="3454">
                  <c:v>3455.0</c:v>
                </c:pt>
                <c:pt idx="3455">
                  <c:v>3456.0</c:v>
                </c:pt>
                <c:pt idx="3456">
                  <c:v>3457.0</c:v>
                </c:pt>
                <c:pt idx="3457">
                  <c:v>3458.0</c:v>
                </c:pt>
                <c:pt idx="3458">
                  <c:v>3459.0</c:v>
                </c:pt>
                <c:pt idx="3459">
                  <c:v>3460.0</c:v>
                </c:pt>
                <c:pt idx="3460">
                  <c:v>3461.0</c:v>
                </c:pt>
                <c:pt idx="3461">
                  <c:v>3462.0</c:v>
                </c:pt>
                <c:pt idx="3462">
                  <c:v>3463.0</c:v>
                </c:pt>
                <c:pt idx="3463">
                  <c:v>3464.0</c:v>
                </c:pt>
                <c:pt idx="3464">
                  <c:v>3465.0</c:v>
                </c:pt>
                <c:pt idx="3465">
                  <c:v>3466.0</c:v>
                </c:pt>
                <c:pt idx="3466">
                  <c:v>3467.0</c:v>
                </c:pt>
                <c:pt idx="3467">
                  <c:v>3468.0</c:v>
                </c:pt>
                <c:pt idx="3468">
                  <c:v>3469.0</c:v>
                </c:pt>
                <c:pt idx="3469">
                  <c:v>3470.0</c:v>
                </c:pt>
                <c:pt idx="3470">
                  <c:v>3471.0</c:v>
                </c:pt>
                <c:pt idx="3471">
                  <c:v>3472.0</c:v>
                </c:pt>
                <c:pt idx="3472">
                  <c:v>3473.0</c:v>
                </c:pt>
                <c:pt idx="3473">
                  <c:v>3474.0</c:v>
                </c:pt>
                <c:pt idx="3474">
                  <c:v>3475.0</c:v>
                </c:pt>
                <c:pt idx="3475">
                  <c:v>3476.0</c:v>
                </c:pt>
                <c:pt idx="3476">
                  <c:v>3477.0</c:v>
                </c:pt>
                <c:pt idx="3477">
                  <c:v>3478.0</c:v>
                </c:pt>
                <c:pt idx="3478">
                  <c:v>3479.0</c:v>
                </c:pt>
                <c:pt idx="3479">
                  <c:v>3480.0</c:v>
                </c:pt>
                <c:pt idx="3480">
                  <c:v>3481.0</c:v>
                </c:pt>
                <c:pt idx="3481">
                  <c:v>3482.0</c:v>
                </c:pt>
                <c:pt idx="3482">
                  <c:v>3483.0</c:v>
                </c:pt>
                <c:pt idx="3483">
                  <c:v>3484.0</c:v>
                </c:pt>
                <c:pt idx="3484">
                  <c:v>3485.0</c:v>
                </c:pt>
                <c:pt idx="3485">
                  <c:v>3486.0</c:v>
                </c:pt>
                <c:pt idx="3486">
                  <c:v>3487.0</c:v>
                </c:pt>
                <c:pt idx="3487">
                  <c:v>3488.0</c:v>
                </c:pt>
                <c:pt idx="3488">
                  <c:v>3489.0</c:v>
                </c:pt>
                <c:pt idx="3489">
                  <c:v>3490.0</c:v>
                </c:pt>
                <c:pt idx="3490">
                  <c:v>3491.0</c:v>
                </c:pt>
                <c:pt idx="3491">
                  <c:v>3492.0</c:v>
                </c:pt>
                <c:pt idx="3492">
                  <c:v>3493.0</c:v>
                </c:pt>
                <c:pt idx="3493">
                  <c:v>3494.0</c:v>
                </c:pt>
                <c:pt idx="3494">
                  <c:v>3495.0</c:v>
                </c:pt>
                <c:pt idx="3495">
                  <c:v>3496.0</c:v>
                </c:pt>
                <c:pt idx="3496">
                  <c:v>3497.0</c:v>
                </c:pt>
                <c:pt idx="3497">
                  <c:v>3498.0</c:v>
                </c:pt>
                <c:pt idx="3498">
                  <c:v>3499.0</c:v>
                </c:pt>
                <c:pt idx="3499">
                  <c:v>3500.0</c:v>
                </c:pt>
                <c:pt idx="3500">
                  <c:v>3501.0</c:v>
                </c:pt>
                <c:pt idx="3501">
                  <c:v>3502.0</c:v>
                </c:pt>
                <c:pt idx="3502">
                  <c:v>3503.0</c:v>
                </c:pt>
                <c:pt idx="3503">
                  <c:v>3504.0</c:v>
                </c:pt>
                <c:pt idx="3504">
                  <c:v>3505.0</c:v>
                </c:pt>
                <c:pt idx="3505">
                  <c:v>3506.0</c:v>
                </c:pt>
                <c:pt idx="3506">
                  <c:v>3507.0</c:v>
                </c:pt>
                <c:pt idx="3507">
                  <c:v>3508.0</c:v>
                </c:pt>
                <c:pt idx="3508">
                  <c:v>3509.0</c:v>
                </c:pt>
                <c:pt idx="3509">
                  <c:v>3510.0</c:v>
                </c:pt>
                <c:pt idx="3510">
                  <c:v>3511.0</c:v>
                </c:pt>
                <c:pt idx="3511">
                  <c:v>3512.0</c:v>
                </c:pt>
                <c:pt idx="3512">
                  <c:v>3513.0</c:v>
                </c:pt>
                <c:pt idx="3513">
                  <c:v>3514.0</c:v>
                </c:pt>
                <c:pt idx="3514">
                  <c:v>3515.0</c:v>
                </c:pt>
                <c:pt idx="3515">
                  <c:v>3516.0</c:v>
                </c:pt>
                <c:pt idx="3516">
                  <c:v>3517.0</c:v>
                </c:pt>
                <c:pt idx="3517">
                  <c:v>3518.0</c:v>
                </c:pt>
                <c:pt idx="3518">
                  <c:v>3519.0</c:v>
                </c:pt>
                <c:pt idx="3519">
                  <c:v>3520.0</c:v>
                </c:pt>
                <c:pt idx="3520">
                  <c:v>3521.0</c:v>
                </c:pt>
                <c:pt idx="3521">
                  <c:v>3522.0</c:v>
                </c:pt>
                <c:pt idx="3522">
                  <c:v>3523.0</c:v>
                </c:pt>
                <c:pt idx="3523">
                  <c:v>3524.0</c:v>
                </c:pt>
                <c:pt idx="3524">
                  <c:v>3525.0</c:v>
                </c:pt>
                <c:pt idx="3525">
                  <c:v>3526.0</c:v>
                </c:pt>
                <c:pt idx="3526">
                  <c:v>3527.0</c:v>
                </c:pt>
                <c:pt idx="3527">
                  <c:v>3528.0</c:v>
                </c:pt>
                <c:pt idx="3528">
                  <c:v>3529.0</c:v>
                </c:pt>
                <c:pt idx="3529">
                  <c:v>3530.0</c:v>
                </c:pt>
                <c:pt idx="3530">
                  <c:v>3531.0</c:v>
                </c:pt>
                <c:pt idx="3531">
                  <c:v>3532.0</c:v>
                </c:pt>
                <c:pt idx="3532">
                  <c:v>3533.0</c:v>
                </c:pt>
                <c:pt idx="3533">
                  <c:v>3534.0</c:v>
                </c:pt>
                <c:pt idx="3534">
                  <c:v>3535.0</c:v>
                </c:pt>
                <c:pt idx="3535">
                  <c:v>3536.0</c:v>
                </c:pt>
                <c:pt idx="3536">
                  <c:v>3537.0</c:v>
                </c:pt>
                <c:pt idx="3537">
                  <c:v>3538.0</c:v>
                </c:pt>
                <c:pt idx="3538">
                  <c:v>3539.0</c:v>
                </c:pt>
                <c:pt idx="3539">
                  <c:v>3540.0</c:v>
                </c:pt>
                <c:pt idx="3540">
                  <c:v>3541.0</c:v>
                </c:pt>
                <c:pt idx="3541">
                  <c:v>3542.0</c:v>
                </c:pt>
                <c:pt idx="3542">
                  <c:v>3543.0</c:v>
                </c:pt>
                <c:pt idx="3543">
                  <c:v>3544.0</c:v>
                </c:pt>
                <c:pt idx="3544">
                  <c:v>3545.0</c:v>
                </c:pt>
                <c:pt idx="3545">
                  <c:v>3546.0</c:v>
                </c:pt>
                <c:pt idx="3546">
                  <c:v>3547.0</c:v>
                </c:pt>
                <c:pt idx="3547">
                  <c:v>3548.0</c:v>
                </c:pt>
                <c:pt idx="3548">
                  <c:v>3549.0</c:v>
                </c:pt>
                <c:pt idx="3549">
                  <c:v>3550.0</c:v>
                </c:pt>
                <c:pt idx="3550">
                  <c:v>3551.0</c:v>
                </c:pt>
                <c:pt idx="3551">
                  <c:v>3552.0</c:v>
                </c:pt>
                <c:pt idx="3552">
                  <c:v>3553.0</c:v>
                </c:pt>
                <c:pt idx="3553">
                  <c:v>3554.0</c:v>
                </c:pt>
                <c:pt idx="3554">
                  <c:v>3555.0</c:v>
                </c:pt>
                <c:pt idx="3555">
                  <c:v>3556.0</c:v>
                </c:pt>
                <c:pt idx="3556">
                  <c:v>3557.0</c:v>
                </c:pt>
                <c:pt idx="3557">
                  <c:v>3558.0</c:v>
                </c:pt>
                <c:pt idx="3558">
                  <c:v>3559.0</c:v>
                </c:pt>
                <c:pt idx="3559">
                  <c:v>3560.0</c:v>
                </c:pt>
                <c:pt idx="3560">
                  <c:v>3561.0</c:v>
                </c:pt>
                <c:pt idx="3561">
                  <c:v>3562.0</c:v>
                </c:pt>
                <c:pt idx="3562">
                  <c:v>3563.0</c:v>
                </c:pt>
                <c:pt idx="3563">
                  <c:v>3564.0</c:v>
                </c:pt>
                <c:pt idx="3564">
                  <c:v>3565.0</c:v>
                </c:pt>
                <c:pt idx="3565">
                  <c:v>3566.0</c:v>
                </c:pt>
                <c:pt idx="3566">
                  <c:v>3567.0</c:v>
                </c:pt>
                <c:pt idx="3567">
                  <c:v>3568.0</c:v>
                </c:pt>
                <c:pt idx="3568">
                  <c:v>3569.0</c:v>
                </c:pt>
                <c:pt idx="3569">
                  <c:v>3570.0</c:v>
                </c:pt>
                <c:pt idx="3570">
                  <c:v>3571.0</c:v>
                </c:pt>
                <c:pt idx="3571">
                  <c:v>3572.0</c:v>
                </c:pt>
                <c:pt idx="3572">
                  <c:v>3573.0</c:v>
                </c:pt>
                <c:pt idx="3573">
                  <c:v>3574.0</c:v>
                </c:pt>
                <c:pt idx="3574">
                  <c:v>3575.0</c:v>
                </c:pt>
                <c:pt idx="3575">
                  <c:v>3576.0</c:v>
                </c:pt>
                <c:pt idx="3576">
                  <c:v>3577.0</c:v>
                </c:pt>
                <c:pt idx="3577">
                  <c:v>3578.0</c:v>
                </c:pt>
                <c:pt idx="3578">
                  <c:v>3579.0</c:v>
                </c:pt>
                <c:pt idx="3579">
                  <c:v>3580.0</c:v>
                </c:pt>
                <c:pt idx="3580">
                  <c:v>3581.0</c:v>
                </c:pt>
                <c:pt idx="3581">
                  <c:v>3582.0</c:v>
                </c:pt>
                <c:pt idx="3582">
                  <c:v>3583.0</c:v>
                </c:pt>
                <c:pt idx="3583">
                  <c:v>3584.0</c:v>
                </c:pt>
                <c:pt idx="3584">
                  <c:v>3585.0</c:v>
                </c:pt>
                <c:pt idx="3585">
                  <c:v>3586.0</c:v>
                </c:pt>
                <c:pt idx="3586">
                  <c:v>3587.0</c:v>
                </c:pt>
                <c:pt idx="3587">
                  <c:v>3588.0</c:v>
                </c:pt>
                <c:pt idx="3588">
                  <c:v>3589.0</c:v>
                </c:pt>
                <c:pt idx="3589">
                  <c:v>3590.0</c:v>
                </c:pt>
                <c:pt idx="3590">
                  <c:v>3591.0</c:v>
                </c:pt>
                <c:pt idx="3591">
                  <c:v>3592.0</c:v>
                </c:pt>
                <c:pt idx="3592">
                  <c:v>3593.0</c:v>
                </c:pt>
                <c:pt idx="3593">
                  <c:v>3594.0</c:v>
                </c:pt>
                <c:pt idx="3594">
                  <c:v>3595.0</c:v>
                </c:pt>
                <c:pt idx="3595">
                  <c:v>3596.0</c:v>
                </c:pt>
                <c:pt idx="3596">
                  <c:v>3597.0</c:v>
                </c:pt>
                <c:pt idx="3597">
                  <c:v>3598.0</c:v>
                </c:pt>
                <c:pt idx="3598">
                  <c:v>3599.0</c:v>
                </c:pt>
                <c:pt idx="3599">
                  <c:v>3600.0</c:v>
                </c:pt>
                <c:pt idx="3600">
                  <c:v>3601.0</c:v>
                </c:pt>
                <c:pt idx="3601">
                  <c:v>3602.0</c:v>
                </c:pt>
                <c:pt idx="3602">
                  <c:v>3603.0</c:v>
                </c:pt>
                <c:pt idx="3603">
                  <c:v>3604.0</c:v>
                </c:pt>
                <c:pt idx="3604">
                  <c:v>3605.0</c:v>
                </c:pt>
                <c:pt idx="3605">
                  <c:v>3606.0</c:v>
                </c:pt>
                <c:pt idx="3606">
                  <c:v>3607.0</c:v>
                </c:pt>
                <c:pt idx="3607">
                  <c:v>3608.0</c:v>
                </c:pt>
                <c:pt idx="3608">
                  <c:v>3609.0</c:v>
                </c:pt>
                <c:pt idx="3609">
                  <c:v>3610.0</c:v>
                </c:pt>
                <c:pt idx="3610">
                  <c:v>3611.0</c:v>
                </c:pt>
                <c:pt idx="3611">
                  <c:v>3612.0</c:v>
                </c:pt>
                <c:pt idx="3612">
                  <c:v>3613.0</c:v>
                </c:pt>
                <c:pt idx="3613">
                  <c:v>3614.0</c:v>
                </c:pt>
                <c:pt idx="3614">
                  <c:v>3615.0</c:v>
                </c:pt>
                <c:pt idx="3615">
                  <c:v>3616.0</c:v>
                </c:pt>
                <c:pt idx="3616">
                  <c:v>3617.0</c:v>
                </c:pt>
                <c:pt idx="3617">
                  <c:v>3618.0</c:v>
                </c:pt>
                <c:pt idx="3618">
                  <c:v>3619.0</c:v>
                </c:pt>
                <c:pt idx="3619">
                  <c:v>3620.0</c:v>
                </c:pt>
                <c:pt idx="3620">
                  <c:v>3621.0</c:v>
                </c:pt>
                <c:pt idx="3621">
                  <c:v>3622.0</c:v>
                </c:pt>
                <c:pt idx="3622">
                  <c:v>3623.0</c:v>
                </c:pt>
                <c:pt idx="3623">
                  <c:v>3624.0</c:v>
                </c:pt>
                <c:pt idx="3624">
                  <c:v>3625.0</c:v>
                </c:pt>
                <c:pt idx="3625">
                  <c:v>3626.0</c:v>
                </c:pt>
                <c:pt idx="3626">
                  <c:v>3627.0</c:v>
                </c:pt>
                <c:pt idx="3627">
                  <c:v>3628.0</c:v>
                </c:pt>
                <c:pt idx="3628">
                  <c:v>3629.0</c:v>
                </c:pt>
                <c:pt idx="3629">
                  <c:v>3630.0</c:v>
                </c:pt>
                <c:pt idx="3630">
                  <c:v>3631.0</c:v>
                </c:pt>
                <c:pt idx="3631">
                  <c:v>3632.0</c:v>
                </c:pt>
                <c:pt idx="3632">
                  <c:v>3633.0</c:v>
                </c:pt>
                <c:pt idx="3633">
                  <c:v>3634.0</c:v>
                </c:pt>
                <c:pt idx="3634">
                  <c:v>3635.0</c:v>
                </c:pt>
                <c:pt idx="3635">
                  <c:v>3636.0</c:v>
                </c:pt>
                <c:pt idx="3636">
                  <c:v>3637.0</c:v>
                </c:pt>
                <c:pt idx="3637">
                  <c:v>3638.0</c:v>
                </c:pt>
                <c:pt idx="3638">
                  <c:v>3639.0</c:v>
                </c:pt>
                <c:pt idx="3639">
                  <c:v>3640.0</c:v>
                </c:pt>
                <c:pt idx="3640">
                  <c:v>3641.0</c:v>
                </c:pt>
                <c:pt idx="3641">
                  <c:v>3642.0</c:v>
                </c:pt>
                <c:pt idx="3642">
                  <c:v>3643.0</c:v>
                </c:pt>
                <c:pt idx="3643">
                  <c:v>3644.0</c:v>
                </c:pt>
                <c:pt idx="3644">
                  <c:v>3645.0</c:v>
                </c:pt>
                <c:pt idx="3645">
                  <c:v>3646.0</c:v>
                </c:pt>
                <c:pt idx="3646">
                  <c:v>3647.0</c:v>
                </c:pt>
                <c:pt idx="3647">
                  <c:v>3648.0</c:v>
                </c:pt>
                <c:pt idx="3648">
                  <c:v>3649.0</c:v>
                </c:pt>
                <c:pt idx="3649">
                  <c:v>3650.0</c:v>
                </c:pt>
                <c:pt idx="3650">
                  <c:v>3651.0</c:v>
                </c:pt>
                <c:pt idx="3651">
                  <c:v>3652.0</c:v>
                </c:pt>
                <c:pt idx="3652">
                  <c:v>3653.0</c:v>
                </c:pt>
                <c:pt idx="3653">
                  <c:v>3654.0</c:v>
                </c:pt>
                <c:pt idx="3654">
                  <c:v>3655.0</c:v>
                </c:pt>
                <c:pt idx="3655">
                  <c:v>3656.0</c:v>
                </c:pt>
                <c:pt idx="3656">
                  <c:v>3657.0</c:v>
                </c:pt>
                <c:pt idx="3657">
                  <c:v>3658.0</c:v>
                </c:pt>
                <c:pt idx="3658">
                  <c:v>3659.0</c:v>
                </c:pt>
                <c:pt idx="3659">
                  <c:v>3660.0</c:v>
                </c:pt>
                <c:pt idx="3660">
                  <c:v>3661.0</c:v>
                </c:pt>
                <c:pt idx="3661">
                  <c:v>3662.0</c:v>
                </c:pt>
                <c:pt idx="3662">
                  <c:v>3663.0</c:v>
                </c:pt>
                <c:pt idx="3663">
                  <c:v>3664.0</c:v>
                </c:pt>
                <c:pt idx="3664">
                  <c:v>3665.0</c:v>
                </c:pt>
                <c:pt idx="3665">
                  <c:v>3666.0</c:v>
                </c:pt>
                <c:pt idx="3666">
                  <c:v>3667.0</c:v>
                </c:pt>
                <c:pt idx="3667">
                  <c:v>3668.0</c:v>
                </c:pt>
                <c:pt idx="3668">
                  <c:v>3669.0</c:v>
                </c:pt>
                <c:pt idx="3669">
                  <c:v>3670.0</c:v>
                </c:pt>
                <c:pt idx="3670">
                  <c:v>3671.0</c:v>
                </c:pt>
                <c:pt idx="3671">
                  <c:v>3672.0</c:v>
                </c:pt>
                <c:pt idx="3672">
                  <c:v>3673.0</c:v>
                </c:pt>
                <c:pt idx="3673">
                  <c:v>3674.0</c:v>
                </c:pt>
                <c:pt idx="3674">
                  <c:v>3675.0</c:v>
                </c:pt>
                <c:pt idx="3675">
                  <c:v>3676.0</c:v>
                </c:pt>
                <c:pt idx="3676">
                  <c:v>3677.0</c:v>
                </c:pt>
                <c:pt idx="3677">
                  <c:v>3678.0</c:v>
                </c:pt>
                <c:pt idx="3678">
                  <c:v>3679.0</c:v>
                </c:pt>
                <c:pt idx="3679">
                  <c:v>3680.0</c:v>
                </c:pt>
                <c:pt idx="3680">
                  <c:v>3681.0</c:v>
                </c:pt>
                <c:pt idx="3681">
                  <c:v>3682.0</c:v>
                </c:pt>
                <c:pt idx="3682">
                  <c:v>3683.0</c:v>
                </c:pt>
                <c:pt idx="3683">
                  <c:v>3684.0</c:v>
                </c:pt>
                <c:pt idx="3684">
                  <c:v>3685.0</c:v>
                </c:pt>
                <c:pt idx="3685">
                  <c:v>3686.0</c:v>
                </c:pt>
                <c:pt idx="3686">
                  <c:v>3687.0</c:v>
                </c:pt>
                <c:pt idx="3687">
                  <c:v>3688.0</c:v>
                </c:pt>
                <c:pt idx="3688">
                  <c:v>3689.0</c:v>
                </c:pt>
                <c:pt idx="3689">
                  <c:v>3690.0</c:v>
                </c:pt>
                <c:pt idx="3690">
                  <c:v>3691.0</c:v>
                </c:pt>
                <c:pt idx="3691">
                  <c:v>3692.0</c:v>
                </c:pt>
                <c:pt idx="3692">
                  <c:v>3693.0</c:v>
                </c:pt>
                <c:pt idx="3693">
                  <c:v>3694.0</c:v>
                </c:pt>
                <c:pt idx="3694">
                  <c:v>3695.0</c:v>
                </c:pt>
                <c:pt idx="3695">
                  <c:v>3696.0</c:v>
                </c:pt>
                <c:pt idx="3696">
                  <c:v>3697.0</c:v>
                </c:pt>
                <c:pt idx="3697">
                  <c:v>3698.0</c:v>
                </c:pt>
                <c:pt idx="3698">
                  <c:v>3699.0</c:v>
                </c:pt>
                <c:pt idx="3699">
                  <c:v>3700.0</c:v>
                </c:pt>
                <c:pt idx="3700">
                  <c:v>3701.0</c:v>
                </c:pt>
                <c:pt idx="3701">
                  <c:v>3702.0</c:v>
                </c:pt>
                <c:pt idx="3702">
                  <c:v>3703.0</c:v>
                </c:pt>
                <c:pt idx="3703">
                  <c:v>3704.0</c:v>
                </c:pt>
                <c:pt idx="3704">
                  <c:v>3705.0</c:v>
                </c:pt>
                <c:pt idx="3705">
                  <c:v>3706.0</c:v>
                </c:pt>
                <c:pt idx="3706">
                  <c:v>3707.0</c:v>
                </c:pt>
                <c:pt idx="3707">
                  <c:v>3708.0</c:v>
                </c:pt>
                <c:pt idx="3708">
                  <c:v>3709.0</c:v>
                </c:pt>
                <c:pt idx="3709">
                  <c:v>3710.0</c:v>
                </c:pt>
                <c:pt idx="3710">
                  <c:v>3711.0</c:v>
                </c:pt>
                <c:pt idx="3711">
                  <c:v>3712.0</c:v>
                </c:pt>
                <c:pt idx="3712">
                  <c:v>3713.0</c:v>
                </c:pt>
                <c:pt idx="3713">
                  <c:v>3714.0</c:v>
                </c:pt>
                <c:pt idx="3714">
                  <c:v>3715.0</c:v>
                </c:pt>
                <c:pt idx="3715">
                  <c:v>3716.0</c:v>
                </c:pt>
                <c:pt idx="3716">
                  <c:v>3717.0</c:v>
                </c:pt>
                <c:pt idx="3717">
                  <c:v>3718.0</c:v>
                </c:pt>
                <c:pt idx="3718">
                  <c:v>3719.0</c:v>
                </c:pt>
                <c:pt idx="3719">
                  <c:v>3720.0</c:v>
                </c:pt>
                <c:pt idx="3720">
                  <c:v>3721.0</c:v>
                </c:pt>
                <c:pt idx="3721">
                  <c:v>3722.0</c:v>
                </c:pt>
                <c:pt idx="3722">
                  <c:v>3723.0</c:v>
                </c:pt>
                <c:pt idx="3723">
                  <c:v>3724.0</c:v>
                </c:pt>
                <c:pt idx="3724">
                  <c:v>3725.0</c:v>
                </c:pt>
                <c:pt idx="3725">
                  <c:v>3726.0</c:v>
                </c:pt>
                <c:pt idx="3726">
                  <c:v>3727.0</c:v>
                </c:pt>
                <c:pt idx="3727">
                  <c:v>3728.0</c:v>
                </c:pt>
                <c:pt idx="3728">
                  <c:v>3729.0</c:v>
                </c:pt>
                <c:pt idx="3729">
                  <c:v>3730.0</c:v>
                </c:pt>
                <c:pt idx="3730">
                  <c:v>3731.0</c:v>
                </c:pt>
                <c:pt idx="3731">
                  <c:v>3732.0</c:v>
                </c:pt>
                <c:pt idx="3732">
                  <c:v>3733.0</c:v>
                </c:pt>
                <c:pt idx="3733">
                  <c:v>3734.0</c:v>
                </c:pt>
                <c:pt idx="3734">
                  <c:v>3735.0</c:v>
                </c:pt>
                <c:pt idx="3735">
                  <c:v>3736.0</c:v>
                </c:pt>
                <c:pt idx="3736">
                  <c:v>3737.0</c:v>
                </c:pt>
                <c:pt idx="3737">
                  <c:v>3738.0</c:v>
                </c:pt>
                <c:pt idx="3738">
                  <c:v>3739.0</c:v>
                </c:pt>
                <c:pt idx="3739">
                  <c:v>3740.0</c:v>
                </c:pt>
                <c:pt idx="3740">
                  <c:v>3741.0</c:v>
                </c:pt>
                <c:pt idx="3741">
                  <c:v>3742.0</c:v>
                </c:pt>
                <c:pt idx="3742">
                  <c:v>3743.0</c:v>
                </c:pt>
                <c:pt idx="3743">
                  <c:v>3744.0</c:v>
                </c:pt>
                <c:pt idx="3744">
                  <c:v>3745.0</c:v>
                </c:pt>
                <c:pt idx="3745">
                  <c:v>3746.0</c:v>
                </c:pt>
                <c:pt idx="3746">
                  <c:v>3747.0</c:v>
                </c:pt>
                <c:pt idx="3747">
                  <c:v>3748.0</c:v>
                </c:pt>
                <c:pt idx="3748">
                  <c:v>3749.0</c:v>
                </c:pt>
                <c:pt idx="3749">
                  <c:v>3750.0</c:v>
                </c:pt>
                <c:pt idx="3750">
                  <c:v>3751.0</c:v>
                </c:pt>
                <c:pt idx="3751">
                  <c:v>3752.0</c:v>
                </c:pt>
                <c:pt idx="3752">
                  <c:v>3753.0</c:v>
                </c:pt>
                <c:pt idx="3753">
                  <c:v>3754.0</c:v>
                </c:pt>
                <c:pt idx="3754">
                  <c:v>3755.0</c:v>
                </c:pt>
                <c:pt idx="3755">
                  <c:v>3756.0</c:v>
                </c:pt>
                <c:pt idx="3756">
                  <c:v>3757.0</c:v>
                </c:pt>
                <c:pt idx="3757">
                  <c:v>3758.0</c:v>
                </c:pt>
                <c:pt idx="3758">
                  <c:v>3759.0</c:v>
                </c:pt>
                <c:pt idx="3759">
                  <c:v>3760.0</c:v>
                </c:pt>
                <c:pt idx="3760">
                  <c:v>3761.0</c:v>
                </c:pt>
                <c:pt idx="3761">
                  <c:v>3762.0</c:v>
                </c:pt>
                <c:pt idx="3762">
                  <c:v>3763.0</c:v>
                </c:pt>
                <c:pt idx="3763">
                  <c:v>3764.0</c:v>
                </c:pt>
                <c:pt idx="3764">
                  <c:v>3765.0</c:v>
                </c:pt>
                <c:pt idx="3765">
                  <c:v>3766.0</c:v>
                </c:pt>
                <c:pt idx="3766">
                  <c:v>3767.0</c:v>
                </c:pt>
                <c:pt idx="3767">
                  <c:v>3768.0</c:v>
                </c:pt>
                <c:pt idx="3768">
                  <c:v>3769.0</c:v>
                </c:pt>
                <c:pt idx="3769">
                  <c:v>3770.0</c:v>
                </c:pt>
                <c:pt idx="3770">
                  <c:v>3771.0</c:v>
                </c:pt>
                <c:pt idx="3771">
                  <c:v>3772.0</c:v>
                </c:pt>
                <c:pt idx="3772">
                  <c:v>3773.0</c:v>
                </c:pt>
                <c:pt idx="3773">
                  <c:v>3774.0</c:v>
                </c:pt>
                <c:pt idx="3774">
                  <c:v>3775.0</c:v>
                </c:pt>
                <c:pt idx="3775">
                  <c:v>3776.0</c:v>
                </c:pt>
                <c:pt idx="3776">
                  <c:v>3777.0</c:v>
                </c:pt>
                <c:pt idx="3777">
                  <c:v>3778.0</c:v>
                </c:pt>
                <c:pt idx="3778">
                  <c:v>3779.0</c:v>
                </c:pt>
                <c:pt idx="3779">
                  <c:v>3780.0</c:v>
                </c:pt>
                <c:pt idx="3780">
                  <c:v>3781.0</c:v>
                </c:pt>
                <c:pt idx="3781">
                  <c:v>3782.0</c:v>
                </c:pt>
                <c:pt idx="3782">
                  <c:v>3783.0</c:v>
                </c:pt>
                <c:pt idx="3783">
                  <c:v>3784.0</c:v>
                </c:pt>
                <c:pt idx="3784">
                  <c:v>3785.0</c:v>
                </c:pt>
                <c:pt idx="3785">
                  <c:v>3786.0</c:v>
                </c:pt>
                <c:pt idx="3786">
                  <c:v>3787.0</c:v>
                </c:pt>
                <c:pt idx="3787">
                  <c:v>3788.0</c:v>
                </c:pt>
                <c:pt idx="3788">
                  <c:v>3789.0</c:v>
                </c:pt>
                <c:pt idx="3789">
                  <c:v>3790.0</c:v>
                </c:pt>
                <c:pt idx="3790">
                  <c:v>3791.0</c:v>
                </c:pt>
                <c:pt idx="3791">
                  <c:v>3792.0</c:v>
                </c:pt>
                <c:pt idx="3792">
                  <c:v>3793.0</c:v>
                </c:pt>
                <c:pt idx="3793">
                  <c:v>3794.0</c:v>
                </c:pt>
                <c:pt idx="3794">
                  <c:v>3795.0</c:v>
                </c:pt>
                <c:pt idx="3795">
                  <c:v>3796.0</c:v>
                </c:pt>
                <c:pt idx="3796">
                  <c:v>3797.0</c:v>
                </c:pt>
                <c:pt idx="3797">
                  <c:v>3798.0</c:v>
                </c:pt>
                <c:pt idx="3798">
                  <c:v>3799.0</c:v>
                </c:pt>
                <c:pt idx="3799">
                  <c:v>3800.0</c:v>
                </c:pt>
                <c:pt idx="3800">
                  <c:v>3801.0</c:v>
                </c:pt>
                <c:pt idx="3801">
                  <c:v>3802.0</c:v>
                </c:pt>
                <c:pt idx="3802">
                  <c:v>3803.0</c:v>
                </c:pt>
                <c:pt idx="3803">
                  <c:v>3804.0</c:v>
                </c:pt>
                <c:pt idx="3804">
                  <c:v>3805.0</c:v>
                </c:pt>
                <c:pt idx="3805">
                  <c:v>3806.0</c:v>
                </c:pt>
                <c:pt idx="3806">
                  <c:v>3807.0</c:v>
                </c:pt>
                <c:pt idx="3807">
                  <c:v>3808.0</c:v>
                </c:pt>
                <c:pt idx="3808">
                  <c:v>3809.0</c:v>
                </c:pt>
                <c:pt idx="3809">
                  <c:v>3810.0</c:v>
                </c:pt>
                <c:pt idx="3810">
                  <c:v>3811.0</c:v>
                </c:pt>
                <c:pt idx="3811">
                  <c:v>3812.0</c:v>
                </c:pt>
                <c:pt idx="3812">
                  <c:v>3813.0</c:v>
                </c:pt>
                <c:pt idx="3813">
                  <c:v>3814.0</c:v>
                </c:pt>
                <c:pt idx="3814">
                  <c:v>3815.0</c:v>
                </c:pt>
                <c:pt idx="3815">
                  <c:v>3816.0</c:v>
                </c:pt>
                <c:pt idx="3816">
                  <c:v>3817.0</c:v>
                </c:pt>
                <c:pt idx="3817">
                  <c:v>3818.0</c:v>
                </c:pt>
                <c:pt idx="3818">
                  <c:v>3819.0</c:v>
                </c:pt>
                <c:pt idx="3819">
                  <c:v>3820.0</c:v>
                </c:pt>
                <c:pt idx="3820">
                  <c:v>3821.0</c:v>
                </c:pt>
                <c:pt idx="3821">
                  <c:v>3822.0</c:v>
                </c:pt>
                <c:pt idx="3822">
                  <c:v>3823.0</c:v>
                </c:pt>
                <c:pt idx="3823">
                  <c:v>3824.0</c:v>
                </c:pt>
                <c:pt idx="3824">
                  <c:v>3825.0</c:v>
                </c:pt>
                <c:pt idx="3825">
                  <c:v>3826.0</c:v>
                </c:pt>
                <c:pt idx="3826">
                  <c:v>3827.0</c:v>
                </c:pt>
                <c:pt idx="3827">
                  <c:v>3828.0</c:v>
                </c:pt>
                <c:pt idx="3828">
                  <c:v>3829.0</c:v>
                </c:pt>
                <c:pt idx="3829">
                  <c:v>3830.0</c:v>
                </c:pt>
                <c:pt idx="3830">
                  <c:v>3831.0</c:v>
                </c:pt>
                <c:pt idx="3831">
                  <c:v>3832.0</c:v>
                </c:pt>
                <c:pt idx="3832">
                  <c:v>3833.0</c:v>
                </c:pt>
                <c:pt idx="3833">
                  <c:v>3834.0</c:v>
                </c:pt>
                <c:pt idx="3834">
                  <c:v>3835.0</c:v>
                </c:pt>
                <c:pt idx="3835">
                  <c:v>3836.0</c:v>
                </c:pt>
                <c:pt idx="3836">
                  <c:v>3837.0</c:v>
                </c:pt>
                <c:pt idx="3837">
                  <c:v>3838.0</c:v>
                </c:pt>
                <c:pt idx="3838">
                  <c:v>3839.0</c:v>
                </c:pt>
                <c:pt idx="3839">
                  <c:v>3840.0</c:v>
                </c:pt>
                <c:pt idx="3840">
                  <c:v>3841.0</c:v>
                </c:pt>
                <c:pt idx="3841">
                  <c:v>3842.0</c:v>
                </c:pt>
                <c:pt idx="3842">
                  <c:v>3843.0</c:v>
                </c:pt>
                <c:pt idx="3843">
                  <c:v>3844.0</c:v>
                </c:pt>
                <c:pt idx="3844">
                  <c:v>3845.0</c:v>
                </c:pt>
                <c:pt idx="3845">
                  <c:v>3846.0</c:v>
                </c:pt>
                <c:pt idx="3846">
                  <c:v>3847.0</c:v>
                </c:pt>
                <c:pt idx="3847">
                  <c:v>3848.0</c:v>
                </c:pt>
                <c:pt idx="3848">
                  <c:v>3849.0</c:v>
                </c:pt>
                <c:pt idx="3849">
                  <c:v>3850.0</c:v>
                </c:pt>
                <c:pt idx="3850">
                  <c:v>3851.0</c:v>
                </c:pt>
                <c:pt idx="3851">
                  <c:v>3852.0</c:v>
                </c:pt>
                <c:pt idx="3852">
                  <c:v>3853.0</c:v>
                </c:pt>
                <c:pt idx="3853">
                  <c:v>3854.0</c:v>
                </c:pt>
                <c:pt idx="3854">
                  <c:v>3855.0</c:v>
                </c:pt>
                <c:pt idx="3855">
                  <c:v>3856.0</c:v>
                </c:pt>
                <c:pt idx="3856">
                  <c:v>3857.0</c:v>
                </c:pt>
                <c:pt idx="3857">
                  <c:v>3858.0</c:v>
                </c:pt>
                <c:pt idx="3858">
                  <c:v>3859.0</c:v>
                </c:pt>
                <c:pt idx="3859">
                  <c:v>3860.0</c:v>
                </c:pt>
                <c:pt idx="3860">
                  <c:v>3861.0</c:v>
                </c:pt>
                <c:pt idx="3861">
                  <c:v>3862.0</c:v>
                </c:pt>
                <c:pt idx="3862">
                  <c:v>3863.0</c:v>
                </c:pt>
                <c:pt idx="3863">
                  <c:v>3864.0</c:v>
                </c:pt>
                <c:pt idx="3864">
                  <c:v>3865.0</c:v>
                </c:pt>
                <c:pt idx="3865">
                  <c:v>3866.0</c:v>
                </c:pt>
                <c:pt idx="3866">
                  <c:v>3867.0</c:v>
                </c:pt>
                <c:pt idx="3867">
                  <c:v>3868.0</c:v>
                </c:pt>
                <c:pt idx="3868">
                  <c:v>3869.0</c:v>
                </c:pt>
                <c:pt idx="3869">
                  <c:v>3870.0</c:v>
                </c:pt>
                <c:pt idx="3870">
                  <c:v>3871.0</c:v>
                </c:pt>
                <c:pt idx="3871">
                  <c:v>3872.0</c:v>
                </c:pt>
                <c:pt idx="3872">
                  <c:v>3873.0</c:v>
                </c:pt>
                <c:pt idx="3873">
                  <c:v>3874.0</c:v>
                </c:pt>
                <c:pt idx="3874">
                  <c:v>3875.0</c:v>
                </c:pt>
                <c:pt idx="3875">
                  <c:v>3876.0</c:v>
                </c:pt>
                <c:pt idx="3876">
                  <c:v>3877.0</c:v>
                </c:pt>
                <c:pt idx="3877">
                  <c:v>3878.0</c:v>
                </c:pt>
                <c:pt idx="3878">
                  <c:v>3879.0</c:v>
                </c:pt>
                <c:pt idx="3879">
                  <c:v>3880.0</c:v>
                </c:pt>
                <c:pt idx="3880">
                  <c:v>3881.0</c:v>
                </c:pt>
                <c:pt idx="3881">
                  <c:v>3882.0</c:v>
                </c:pt>
                <c:pt idx="3882">
                  <c:v>3883.0</c:v>
                </c:pt>
                <c:pt idx="3883">
                  <c:v>3884.0</c:v>
                </c:pt>
                <c:pt idx="3884">
                  <c:v>3885.0</c:v>
                </c:pt>
                <c:pt idx="3885">
                  <c:v>3886.0</c:v>
                </c:pt>
                <c:pt idx="3886">
                  <c:v>3887.0</c:v>
                </c:pt>
                <c:pt idx="3887">
                  <c:v>3888.0</c:v>
                </c:pt>
                <c:pt idx="3888">
                  <c:v>3889.0</c:v>
                </c:pt>
                <c:pt idx="3889">
                  <c:v>3890.0</c:v>
                </c:pt>
                <c:pt idx="3890">
                  <c:v>3891.0</c:v>
                </c:pt>
                <c:pt idx="3891">
                  <c:v>3892.0</c:v>
                </c:pt>
                <c:pt idx="3892">
                  <c:v>3893.0</c:v>
                </c:pt>
                <c:pt idx="3893">
                  <c:v>3894.0</c:v>
                </c:pt>
                <c:pt idx="3894">
                  <c:v>3895.0</c:v>
                </c:pt>
                <c:pt idx="3895">
                  <c:v>3896.0</c:v>
                </c:pt>
                <c:pt idx="3896">
                  <c:v>3897.0</c:v>
                </c:pt>
                <c:pt idx="3897">
                  <c:v>3898.0</c:v>
                </c:pt>
                <c:pt idx="3898">
                  <c:v>3899.0</c:v>
                </c:pt>
                <c:pt idx="3899">
                  <c:v>3900.0</c:v>
                </c:pt>
                <c:pt idx="3900">
                  <c:v>3901.0</c:v>
                </c:pt>
                <c:pt idx="3901">
                  <c:v>3902.0</c:v>
                </c:pt>
                <c:pt idx="3902">
                  <c:v>3903.0</c:v>
                </c:pt>
                <c:pt idx="3903">
                  <c:v>3904.0</c:v>
                </c:pt>
                <c:pt idx="3904">
                  <c:v>3905.0</c:v>
                </c:pt>
                <c:pt idx="3905">
                  <c:v>3906.0</c:v>
                </c:pt>
                <c:pt idx="3906">
                  <c:v>3907.0</c:v>
                </c:pt>
                <c:pt idx="3907">
                  <c:v>3908.0</c:v>
                </c:pt>
                <c:pt idx="3908">
                  <c:v>3909.0</c:v>
                </c:pt>
                <c:pt idx="3909">
                  <c:v>3910.0</c:v>
                </c:pt>
                <c:pt idx="3910">
                  <c:v>3911.0</c:v>
                </c:pt>
                <c:pt idx="3911">
                  <c:v>3912.0</c:v>
                </c:pt>
                <c:pt idx="3912">
                  <c:v>3913.0</c:v>
                </c:pt>
                <c:pt idx="3913">
                  <c:v>3914.0</c:v>
                </c:pt>
                <c:pt idx="3914">
                  <c:v>3915.0</c:v>
                </c:pt>
                <c:pt idx="3915">
                  <c:v>3916.0</c:v>
                </c:pt>
                <c:pt idx="3916">
                  <c:v>3917.0</c:v>
                </c:pt>
                <c:pt idx="3917">
                  <c:v>3918.0</c:v>
                </c:pt>
                <c:pt idx="3918">
                  <c:v>3919.0</c:v>
                </c:pt>
                <c:pt idx="3919">
                  <c:v>3920.0</c:v>
                </c:pt>
                <c:pt idx="3920">
                  <c:v>3921.0</c:v>
                </c:pt>
                <c:pt idx="3921">
                  <c:v>3922.0</c:v>
                </c:pt>
                <c:pt idx="3922">
                  <c:v>3923.0</c:v>
                </c:pt>
                <c:pt idx="3923">
                  <c:v>3924.0</c:v>
                </c:pt>
                <c:pt idx="3924">
                  <c:v>3925.0</c:v>
                </c:pt>
                <c:pt idx="3925">
                  <c:v>3926.0</c:v>
                </c:pt>
                <c:pt idx="3926">
                  <c:v>3927.0</c:v>
                </c:pt>
                <c:pt idx="3927">
                  <c:v>3928.0</c:v>
                </c:pt>
                <c:pt idx="3928">
                  <c:v>3929.0</c:v>
                </c:pt>
                <c:pt idx="3929">
                  <c:v>3930.0</c:v>
                </c:pt>
                <c:pt idx="3930">
                  <c:v>3931.0</c:v>
                </c:pt>
                <c:pt idx="3931">
                  <c:v>3932.0</c:v>
                </c:pt>
                <c:pt idx="3932">
                  <c:v>3933.0</c:v>
                </c:pt>
                <c:pt idx="3933">
                  <c:v>3934.0</c:v>
                </c:pt>
                <c:pt idx="3934">
                  <c:v>3935.0</c:v>
                </c:pt>
                <c:pt idx="3935">
                  <c:v>3936.0</c:v>
                </c:pt>
                <c:pt idx="3936">
                  <c:v>3937.0</c:v>
                </c:pt>
                <c:pt idx="3937">
                  <c:v>3938.0</c:v>
                </c:pt>
                <c:pt idx="3938">
                  <c:v>3939.0</c:v>
                </c:pt>
                <c:pt idx="3939">
                  <c:v>3940.0</c:v>
                </c:pt>
                <c:pt idx="3940">
                  <c:v>3941.0</c:v>
                </c:pt>
                <c:pt idx="3941">
                  <c:v>3942.0</c:v>
                </c:pt>
                <c:pt idx="3942">
                  <c:v>3943.0</c:v>
                </c:pt>
                <c:pt idx="3943">
                  <c:v>3944.0</c:v>
                </c:pt>
                <c:pt idx="3944">
                  <c:v>3945.0</c:v>
                </c:pt>
                <c:pt idx="3945">
                  <c:v>3946.0</c:v>
                </c:pt>
                <c:pt idx="3946">
                  <c:v>3947.0</c:v>
                </c:pt>
                <c:pt idx="3947">
                  <c:v>3948.0</c:v>
                </c:pt>
                <c:pt idx="3948">
                  <c:v>3949.0</c:v>
                </c:pt>
                <c:pt idx="3949">
                  <c:v>3950.0</c:v>
                </c:pt>
                <c:pt idx="3950">
                  <c:v>3951.0</c:v>
                </c:pt>
                <c:pt idx="3951">
                  <c:v>3952.0</c:v>
                </c:pt>
                <c:pt idx="3952">
                  <c:v>3953.0</c:v>
                </c:pt>
                <c:pt idx="3953">
                  <c:v>3954.0</c:v>
                </c:pt>
                <c:pt idx="3954">
                  <c:v>3955.0</c:v>
                </c:pt>
                <c:pt idx="3955">
                  <c:v>3956.0</c:v>
                </c:pt>
                <c:pt idx="3956">
                  <c:v>3957.0</c:v>
                </c:pt>
                <c:pt idx="3957">
                  <c:v>3958.0</c:v>
                </c:pt>
                <c:pt idx="3958">
                  <c:v>3959.0</c:v>
                </c:pt>
                <c:pt idx="3959">
                  <c:v>3960.0</c:v>
                </c:pt>
                <c:pt idx="3960">
                  <c:v>3961.0</c:v>
                </c:pt>
                <c:pt idx="3961">
                  <c:v>3962.0</c:v>
                </c:pt>
                <c:pt idx="3962">
                  <c:v>3963.0</c:v>
                </c:pt>
                <c:pt idx="3963">
                  <c:v>3964.0</c:v>
                </c:pt>
                <c:pt idx="3964">
                  <c:v>3965.0</c:v>
                </c:pt>
                <c:pt idx="3965">
                  <c:v>3966.0</c:v>
                </c:pt>
                <c:pt idx="3966">
                  <c:v>3967.0</c:v>
                </c:pt>
                <c:pt idx="3967">
                  <c:v>3968.0</c:v>
                </c:pt>
                <c:pt idx="3968">
                  <c:v>3969.0</c:v>
                </c:pt>
                <c:pt idx="3969">
                  <c:v>3970.0</c:v>
                </c:pt>
                <c:pt idx="3970">
                  <c:v>3971.0</c:v>
                </c:pt>
                <c:pt idx="3971">
                  <c:v>3972.0</c:v>
                </c:pt>
                <c:pt idx="3972">
                  <c:v>3973.0</c:v>
                </c:pt>
                <c:pt idx="3973">
                  <c:v>3974.0</c:v>
                </c:pt>
                <c:pt idx="3974">
                  <c:v>3975.0</c:v>
                </c:pt>
                <c:pt idx="3975">
                  <c:v>3976.0</c:v>
                </c:pt>
                <c:pt idx="3976">
                  <c:v>3977.0</c:v>
                </c:pt>
                <c:pt idx="3977">
                  <c:v>3978.0</c:v>
                </c:pt>
                <c:pt idx="3978">
                  <c:v>3979.0</c:v>
                </c:pt>
                <c:pt idx="3979">
                  <c:v>3980.0</c:v>
                </c:pt>
                <c:pt idx="3980">
                  <c:v>3981.0</c:v>
                </c:pt>
                <c:pt idx="3981">
                  <c:v>3982.0</c:v>
                </c:pt>
                <c:pt idx="3982">
                  <c:v>3983.0</c:v>
                </c:pt>
                <c:pt idx="3983">
                  <c:v>3984.0</c:v>
                </c:pt>
                <c:pt idx="3984">
                  <c:v>3985.0</c:v>
                </c:pt>
                <c:pt idx="3985">
                  <c:v>3986.0</c:v>
                </c:pt>
                <c:pt idx="3986">
                  <c:v>3987.0</c:v>
                </c:pt>
                <c:pt idx="3987">
                  <c:v>3988.0</c:v>
                </c:pt>
                <c:pt idx="3988">
                  <c:v>3989.0</c:v>
                </c:pt>
                <c:pt idx="3989">
                  <c:v>3990.0</c:v>
                </c:pt>
                <c:pt idx="3990">
                  <c:v>3991.0</c:v>
                </c:pt>
                <c:pt idx="3991">
                  <c:v>3992.0</c:v>
                </c:pt>
                <c:pt idx="3992">
                  <c:v>3993.0</c:v>
                </c:pt>
                <c:pt idx="3993">
                  <c:v>3994.0</c:v>
                </c:pt>
                <c:pt idx="3994">
                  <c:v>3995.0</c:v>
                </c:pt>
                <c:pt idx="3995">
                  <c:v>3996.0</c:v>
                </c:pt>
                <c:pt idx="3996">
                  <c:v>3997.0</c:v>
                </c:pt>
                <c:pt idx="3997">
                  <c:v>3998.0</c:v>
                </c:pt>
                <c:pt idx="3998">
                  <c:v>3999.0</c:v>
                </c:pt>
                <c:pt idx="3999">
                  <c:v>4000.0</c:v>
                </c:pt>
                <c:pt idx="4000">
                  <c:v>4001.0</c:v>
                </c:pt>
                <c:pt idx="4001">
                  <c:v>4002.0</c:v>
                </c:pt>
                <c:pt idx="4002">
                  <c:v>4003.0</c:v>
                </c:pt>
                <c:pt idx="4003">
                  <c:v>4004.0</c:v>
                </c:pt>
                <c:pt idx="4004">
                  <c:v>4005.0</c:v>
                </c:pt>
                <c:pt idx="4005">
                  <c:v>4006.0</c:v>
                </c:pt>
                <c:pt idx="4006">
                  <c:v>4007.0</c:v>
                </c:pt>
                <c:pt idx="4007">
                  <c:v>4008.0</c:v>
                </c:pt>
                <c:pt idx="4008">
                  <c:v>4009.0</c:v>
                </c:pt>
                <c:pt idx="4009">
                  <c:v>4010.0</c:v>
                </c:pt>
                <c:pt idx="4010">
                  <c:v>4011.0</c:v>
                </c:pt>
                <c:pt idx="4011">
                  <c:v>4012.0</c:v>
                </c:pt>
                <c:pt idx="4012">
                  <c:v>4013.0</c:v>
                </c:pt>
                <c:pt idx="4013">
                  <c:v>4014.0</c:v>
                </c:pt>
                <c:pt idx="4014">
                  <c:v>4015.0</c:v>
                </c:pt>
                <c:pt idx="4015">
                  <c:v>4016.0</c:v>
                </c:pt>
                <c:pt idx="4016">
                  <c:v>4017.0</c:v>
                </c:pt>
                <c:pt idx="4017">
                  <c:v>4018.0</c:v>
                </c:pt>
                <c:pt idx="4018">
                  <c:v>4019.0</c:v>
                </c:pt>
                <c:pt idx="4019">
                  <c:v>4020.0</c:v>
                </c:pt>
                <c:pt idx="4020">
                  <c:v>4021.0</c:v>
                </c:pt>
                <c:pt idx="4021">
                  <c:v>4022.0</c:v>
                </c:pt>
                <c:pt idx="4022">
                  <c:v>4023.0</c:v>
                </c:pt>
                <c:pt idx="4023">
                  <c:v>4024.0</c:v>
                </c:pt>
                <c:pt idx="4024">
                  <c:v>4025.0</c:v>
                </c:pt>
                <c:pt idx="4025">
                  <c:v>4026.0</c:v>
                </c:pt>
                <c:pt idx="4026">
                  <c:v>4027.0</c:v>
                </c:pt>
                <c:pt idx="4027">
                  <c:v>4028.0</c:v>
                </c:pt>
                <c:pt idx="4028">
                  <c:v>4029.0</c:v>
                </c:pt>
                <c:pt idx="4029">
                  <c:v>4030.0</c:v>
                </c:pt>
                <c:pt idx="4030">
                  <c:v>4031.0</c:v>
                </c:pt>
                <c:pt idx="4031">
                  <c:v>4032.0</c:v>
                </c:pt>
                <c:pt idx="4032">
                  <c:v>4033.0</c:v>
                </c:pt>
                <c:pt idx="4033">
                  <c:v>4034.0</c:v>
                </c:pt>
                <c:pt idx="4034">
                  <c:v>4035.0</c:v>
                </c:pt>
                <c:pt idx="4035">
                  <c:v>4036.0</c:v>
                </c:pt>
                <c:pt idx="4036">
                  <c:v>4037.0</c:v>
                </c:pt>
                <c:pt idx="4037">
                  <c:v>4038.0</c:v>
                </c:pt>
                <c:pt idx="4038">
                  <c:v>4039.0</c:v>
                </c:pt>
                <c:pt idx="4039">
                  <c:v>4040.0</c:v>
                </c:pt>
                <c:pt idx="4040">
                  <c:v>4041.0</c:v>
                </c:pt>
                <c:pt idx="4041">
                  <c:v>4042.0</c:v>
                </c:pt>
                <c:pt idx="4042">
                  <c:v>4043.0</c:v>
                </c:pt>
                <c:pt idx="4043">
                  <c:v>4044.0</c:v>
                </c:pt>
                <c:pt idx="4044">
                  <c:v>4045.0</c:v>
                </c:pt>
                <c:pt idx="4045">
                  <c:v>4046.0</c:v>
                </c:pt>
                <c:pt idx="4046">
                  <c:v>4047.0</c:v>
                </c:pt>
                <c:pt idx="4047">
                  <c:v>4048.0</c:v>
                </c:pt>
                <c:pt idx="4048">
                  <c:v>4049.0</c:v>
                </c:pt>
                <c:pt idx="4049">
                  <c:v>4050.0</c:v>
                </c:pt>
                <c:pt idx="4050">
                  <c:v>4051.0</c:v>
                </c:pt>
                <c:pt idx="4051">
                  <c:v>4052.0</c:v>
                </c:pt>
                <c:pt idx="4052">
                  <c:v>4053.0</c:v>
                </c:pt>
                <c:pt idx="4053">
                  <c:v>4054.0</c:v>
                </c:pt>
                <c:pt idx="4054">
                  <c:v>4055.0</c:v>
                </c:pt>
                <c:pt idx="4055">
                  <c:v>4056.0</c:v>
                </c:pt>
                <c:pt idx="4056">
                  <c:v>4057.0</c:v>
                </c:pt>
                <c:pt idx="4057">
                  <c:v>4058.0</c:v>
                </c:pt>
                <c:pt idx="4058">
                  <c:v>4059.0</c:v>
                </c:pt>
                <c:pt idx="4059">
                  <c:v>4060.0</c:v>
                </c:pt>
                <c:pt idx="4060">
                  <c:v>4061.0</c:v>
                </c:pt>
                <c:pt idx="4061">
                  <c:v>4062.0</c:v>
                </c:pt>
                <c:pt idx="4062">
                  <c:v>4063.0</c:v>
                </c:pt>
                <c:pt idx="4063">
                  <c:v>4064.0</c:v>
                </c:pt>
                <c:pt idx="4064">
                  <c:v>4065.0</c:v>
                </c:pt>
                <c:pt idx="4065">
                  <c:v>4066.0</c:v>
                </c:pt>
                <c:pt idx="4066">
                  <c:v>4067.0</c:v>
                </c:pt>
                <c:pt idx="4067">
                  <c:v>4068.0</c:v>
                </c:pt>
                <c:pt idx="4068">
                  <c:v>4069.0</c:v>
                </c:pt>
                <c:pt idx="4069">
                  <c:v>4070.0</c:v>
                </c:pt>
                <c:pt idx="4070">
                  <c:v>4071.0</c:v>
                </c:pt>
                <c:pt idx="4071">
                  <c:v>4072.0</c:v>
                </c:pt>
                <c:pt idx="4072">
                  <c:v>4073.0</c:v>
                </c:pt>
                <c:pt idx="4073">
                  <c:v>4074.0</c:v>
                </c:pt>
                <c:pt idx="4074">
                  <c:v>4075.0</c:v>
                </c:pt>
                <c:pt idx="4075">
                  <c:v>4076.0</c:v>
                </c:pt>
                <c:pt idx="4076">
                  <c:v>4077.0</c:v>
                </c:pt>
                <c:pt idx="4077">
                  <c:v>4078.0</c:v>
                </c:pt>
                <c:pt idx="4078">
                  <c:v>4079.0</c:v>
                </c:pt>
                <c:pt idx="4079">
                  <c:v>4080.0</c:v>
                </c:pt>
                <c:pt idx="4080">
                  <c:v>4081.0</c:v>
                </c:pt>
                <c:pt idx="4081">
                  <c:v>4082.0</c:v>
                </c:pt>
                <c:pt idx="4082">
                  <c:v>4083.0</c:v>
                </c:pt>
                <c:pt idx="4083">
                  <c:v>4084.0</c:v>
                </c:pt>
                <c:pt idx="4084">
                  <c:v>4085.0</c:v>
                </c:pt>
                <c:pt idx="4085">
                  <c:v>4086.0</c:v>
                </c:pt>
                <c:pt idx="4086">
                  <c:v>4087.0</c:v>
                </c:pt>
                <c:pt idx="4087">
                  <c:v>4088.0</c:v>
                </c:pt>
                <c:pt idx="4088">
                  <c:v>4089.0</c:v>
                </c:pt>
                <c:pt idx="4089">
                  <c:v>4090.0</c:v>
                </c:pt>
                <c:pt idx="4090">
                  <c:v>4091.0</c:v>
                </c:pt>
                <c:pt idx="4091">
                  <c:v>4092.0</c:v>
                </c:pt>
                <c:pt idx="4092">
                  <c:v>4093.0</c:v>
                </c:pt>
                <c:pt idx="4093">
                  <c:v>4094.0</c:v>
                </c:pt>
                <c:pt idx="4094">
                  <c:v>4095.0</c:v>
                </c:pt>
                <c:pt idx="4095">
                  <c:v>4096.0</c:v>
                </c:pt>
                <c:pt idx="4096">
                  <c:v>4097.0</c:v>
                </c:pt>
                <c:pt idx="4097">
                  <c:v>4098.0</c:v>
                </c:pt>
                <c:pt idx="4098">
                  <c:v>4099.0</c:v>
                </c:pt>
                <c:pt idx="4099">
                  <c:v>4100.0</c:v>
                </c:pt>
                <c:pt idx="4100">
                  <c:v>4101.0</c:v>
                </c:pt>
                <c:pt idx="4101">
                  <c:v>4102.0</c:v>
                </c:pt>
                <c:pt idx="4102">
                  <c:v>4103.0</c:v>
                </c:pt>
                <c:pt idx="4103">
                  <c:v>4104.0</c:v>
                </c:pt>
                <c:pt idx="4104">
                  <c:v>4105.0</c:v>
                </c:pt>
                <c:pt idx="4105">
                  <c:v>4106.0</c:v>
                </c:pt>
                <c:pt idx="4106">
                  <c:v>4107.0</c:v>
                </c:pt>
                <c:pt idx="4107">
                  <c:v>4108.0</c:v>
                </c:pt>
                <c:pt idx="4108">
                  <c:v>4109.0</c:v>
                </c:pt>
                <c:pt idx="4109">
                  <c:v>4110.0</c:v>
                </c:pt>
                <c:pt idx="4110">
                  <c:v>4111.0</c:v>
                </c:pt>
                <c:pt idx="4111">
                  <c:v>4112.0</c:v>
                </c:pt>
                <c:pt idx="4112">
                  <c:v>4113.0</c:v>
                </c:pt>
                <c:pt idx="4113">
                  <c:v>4114.0</c:v>
                </c:pt>
                <c:pt idx="4114">
                  <c:v>4115.0</c:v>
                </c:pt>
                <c:pt idx="4115">
                  <c:v>4116.0</c:v>
                </c:pt>
                <c:pt idx="4116">
                  <c:v>4117.0</c:v>
                </c:pt>
                <c:pt idx="4117">
                  <c:v>4118.0</c:v>
                </c:pt>
                <c:pt idx="4118">
                  <c:v>4119.0</c:v>
                </c:pt>
                <c:pt idx="4119">
                  <c:v>4120.0</c:v>
                </c:pt>
                <c:pt idx="4120">
                  <c:v>4121.0</c:v>
                </c:pt>
                <c:pt idx="4121">
                  <c:v>4122.0</c:v>
                </c:pt>
                <c:pt idx="4122">
                  <c:v>4123.0</c:v>
                </c:pt>
                <c:pt idx="4123">
                  <c:v>4124.0</c:v>
                </c:pt>
                <c:pt idx="4124">
                  <c:v>4125.0</c:v>
                </c:pt>
                <c:pt idx="4125">
                  <c:v>4126.0</c:v>
                </c:pt>
                <c:pt idx="4126">
                  <c:v>4127.0</c:v>
                </c:pt>
                <c:pt idx="4127">
                  <c:v>4128.0</c:v>
                </c:pt>
                <c:pt idx="4128">
                  <c:v>4129.0</c:v>
                </c:pt>
                <c:pt idx="4129">
                  <c:v>4130.0</c:v>
                </c:pt>
                <c:pt idx="4130">
                  <c:v>4131.0</c:v>
                </c:pt>
                <c:pt idx="4131">
                  <c:v>4132.0</c:v>
                </c:pt>
                <c:pt idx="4132">
                  <c:v>4133.0</c:v>
                </c:pt>
                <c:pt idx="4133">
                  <c:v>4134.0</c:v>
                </c:pt>
                <c:pt idx="4134">
                  <c:v>4135.0</c:v>
                </c:pt>
                <c:pt idx="4135">
                  <c:v>4136.0</c:v>
                </c:pt>
                <c:pt idx="4136">
                  <c:v>4137.0</c:v>
                </c:pt>
                <c:pt idx="4137">
                  <c:v>4138.0</c:v>
                </c:pt>
                <c:pt idx="4138">
                  <c:v>4139.0</c:v>
                </c:pt>
                <c:pt idx="4139">
                  <c:v>4140.0</c:v>
                </c:pt>
                <c:pt idx="4140">
                  <c:v>4141.0</c:v>
                </c:pt>
                <c:pt idx="4141">
                  <c:v>4142.0</c:v>
                </c:pt>
                <c:pt idx="4142">
                  <c:v>4143.0</c:v>
                </c:pt>
                <c:pt idx="4143">
                  <c:v>4144.0</c:v>
                </c:pt>
                <c:pt idx="4144">
                  <c:v>4145.0</c:v>
                </c:pt>
                <c:pt idx="4145">
                  <c:v>4146.0</c:v>
                </c:pt>
                <c:pt idx="4146">
                  <c:v>4147.0</c:v>
                </c:pt>
                <c:pt idx="4147">
                  <c:v>4148.0</c:v>
                </c:pt>
                <c:pt idx="4148">
                  <c:v>4149.0</c:v>
                </c:pt>
                <c:pt idx="4149">
                  <c:v>4150.0</c:v>
                </c:pt>
                <c:pt idx="4150">
                  <c:v>4151.0</c:v>
                </c:pt>
                <c:pt idx="4151">
                  <c:v>4152.0</c:v>
                </c:pt>
                <c:pt idx="4152">
                  <c:v>4153.0</c:v>
                </c:pt>
                <c:pt idx="4153">
                  <c:v>4154.0</c:v>
                </c:pt>
                <c:pt idx="4154">
                  <c:v>4155.0</c:v>
                </c:pt>
                <c:pt idx="4155">
                  <c:v>4156.0</c:v>
                </c:pt>
                <c:pt idx="4156">
                  <c:v>4157.0</c:v>
                </c:pt>
                <c:pt idx="4157">
                  <c:v>4158.0</c:v>
                </c:pt>
                <c:pt idx="4158">
                  <c:v>4159.0</c:v>
                </c:pt>
                <c:pt idx="4159">
                  <c:v>4160.0</c:v>
                </c:pt>
                <c:pt idx="4160">
                  <c:v>4161.0</c:v>
                </c:pt>
                <c:pt idx="4161">
                  <c:v>4162.0</c:v>
                </c:pt>
                <c:pt idx="4162">
                  <c:v>4163.0</c:v>
                </c:pt>
                <c:pt idx="4163">
                  <c:v>4164.0</c:v>
                </c:pt>
                <c:pt idx="4164">
                  <c:v>4165.0</c:v>
                </c:pt>
                <c:pt idx="4165">
                  <c:v>4166.0</c:v>
                </c:pt>
                <c:pt idx="4166">
                  <c:v>4167.0</c:v>
                </c:pt>
                <c:pt idx="4167">
                  <c:v>4168.0</c:v>
                </c:pt>
                <c:pt idx="4168">
                  <c:v>4169.0</c:v>
                </c:pt>
                <c:pt idx="4169">
                  <c:v>4170.0</c:v>
                </c:pt>
                <c:pt idx="4170">
                  <c:v>4171.0</c:v>
                </c:pt>
                <c:pt idx="4171">
                  <c:v>4172.0</c:v>
                </c:pt>
                <c:pt idx="4172">
                  <c:v>4173.0</c:v>
                </c:pt>
                <c:pt idx="4173">
                  <c:v>4174.0</c:v>
                </c:pt>
                <c:pt idx="4174">
                  <c:v>4175.0</c:v>
                </c:pt>
                <c:pt idx="4175">
                  <c:v>4176.0</c:v>
                </c:pt>
                <c:pt idx="4176">
                  <c:v>4177.0</c:v>
                </c:pt>
                <c:pt idx="4177">
                  <c:v>4178.0</c:v>
                </c:pt>
                <c:pt idx="4178">
                  <c:v>4179.0</c:v>
                </c:pt>
                <c:pt idx="4179">
                  <c:v>4180.0</c:v>
                </c:pt>
                <c:pt idx="4180">
                  <c:v>4181.0</c:v>
                </c:pt>
                <c:pt idx="4181">
                  <c:v>4182.0</c:v>
                </c:pt>
                <c:pt idx="4182">
                  <c:v>4183.0</c:v>
                </c:pt>
                <c:pt idx="4183">
                  <c:v>4184.0</c:v>
                </c:pt>
                <c:pt idx="4184">
                  <c:v>4185.0</c:v>
                </c:pt>
                <c:pt idx="4185">
                  <c:v>4186.0</c:v>
                </c:pt>
                <c:pt idx="4186">
                  <c:v>4187.0</c:v>
                </c:pt>
                <c:pt idx="4187">
                  <c:v>4188.0</c:v>
                </c:pt>
                <c:pt idx="4188">
                  <c:v>4189.0</c:v>
                </c:pt>
                <c:pt idx="4189">
                  <c:v>4190.0</c:v>
                </c:pt>
                <c:pt idx="4190">
                  <c:v>4191.0</c:v>
                </c:pt>
                <c:pt idx="4191">
                  <c:v>4192.0</c:v>
                </c:pt>
                <c:pt idx="4192">
                  <c:v>4193.0</c:v>
                </c:pt>
                <c:pt idx="4193">
                  <c:v>4194.0</c:v>
                </c:pt>
                <c:pt idx="4194">
                  <c:v>4195.0</c:v>
                </c:pt>
                <c:pt idx="4195">
                  <c:v>4196.0</c:v>
                </c:pt>
                <c:pt idx="4196">
                  <c:v>4197.0</c:v>
                </c:pt>
                <c:pt idx="4197">
                  <c:v>4198.0</c:v>
                </c:pt>
                <c:pt idx="4198">
                  <c:v>4199.0</c:v>
                </c:pt>
                <c:pt idx="4199">
                  <c:v>4200.0</c:v>
                </c:pt>
                <c:pt idx="4200">
                  <c:v>4201.0</c:v>
                </c:pt>
                <c:pt idx="4201">
                  <c:v>4202.0</c:v>
                </c:pt>
                <c:pt idx="4202">
                  <c:v>4203.0</c:v>
                </c:pt>
                <c:pt idx="4203">
                  <c:v>4204.0</c:v>
                </c:pt>
                <c:pt idx="4204">
                  <c:v>4205.0</c:v>
                </c:pt>
                <c:pt idx="4205">
                  <c:v>4206.0</c:v>
                </c:pt>
                <c:pt idx="4206">
                  <c:v>4207.0</c:v>
                </c:pt>
                <c:pt idx="4207">
                  <c:v>4208.0</c:v>
                </c:pt>
                <c:pt idx="4208">
                  <c:v>4209.0</c:v>
                </c:pt>
                <c:pt idx="4209">
                  <c:v>4210.0</c:v>
                </c:pt>
                <c:pt idx="4210">
                  <c:v>4211.0</c:v>
                </c:pt>
                <c:pt idx="4211">
                  <c:v>4212.0</c:v>
                </c:pt>
                <c:pt idx="4212">
                  <c:v>4213.0</c:v>
                </c:pt>
                <c:pt idx="4213">
                  <c:v>4214.0</c:v>
                </c:pt>
                <c:pt idx="4214">
                  <c:v>4215.0</c:v>
                </c:pt>
                <c:pt idx="4215">
                  <c:v>4216.0</c:v>
                </c:pt>
                <c:pt idx="4216">
                  <c:v>4217.0</c:v>
                </c:pt>
                <c:pt idx="4217">
                  <c:v>4218.0</c:v>
                </c:pt>
                <c:pt idx="4218">
                  <c:v>4219.0</c:v>
                </c:pt>
                <c:pt idx="4219">
                  <c:v>4220.0</c:v>
                </c:pt>
                <c:pt idx="4220">
                  <c:v>4221.0</c:v>
                </c:pt>
                <c:pt idx="4221">
                  <c:v>4222.0</c:v>
                </c:pt>
                <c:pt idx="4222">
                  <c:v>4223.0</c:v>
                </c:pt>
                <c:pt idx="4223">
                  <c:v>4224.0</c:v>
                </c:pt>
                <c:pt idx="4224">
                  <c:v>4225.0</c:v>
                </c:pt>
                <c:pt idx="4225">
                  <c:v>4226.0</c:v>
                </c:pt>
                <c:pt idx="4226">
                  <c:v>4227.0</c:v>
                </c:pt>
                <c:pt idx="4227">
                  <c:v>4228.0</c:v>
                </c:pt>
                <c:pt idx="4228">
                  <c:v>4229.0</c:v>
                </c:pt>
                <c:pt idx="4229">
                  <c:v>4230.0</c:v>
                </c:pt>
                <c:pt idx="4230">
                  <c:v>4231.0</c:v>
                </c:pt>
                <c:pt idx="4231">
                  <c:v>4232.0</c:v>
                </c:pt>
                <c:pt idx="4232">
                  <c:v>4233.0</c:v>
                </c:pt>
                <c:pt idx="4233">
                  <c:v>4234.0</c:v>
                </c:pt>
                <c:pt idx="4234">
                  <c:v>4235.0</c:v>
                </c:pt>
                <c:pt idx="4235">
                  <c:v>4236.0</c:v>
                </c:pt>
                <c:pt idx="4236">
                  <c:v>4237.0</c:v>
                </c:pt>
                <c:pt idx="4237">
                  <c:v>4238.0</c:v>
                </c:pt>
                <c:pt idx="4238">
                  <c:v>4239.0</c:v>
                </c:pt>
                <c:pt idx="4239">
                  <c:v>4240.0</c:v>
                </c:pt>
                <c:pt idx="4240">
                  <c:v>4241.0</c:v>
                </c:pt>
                <c:pt idx="4241">
                  <c:v>4242.0</c:v>
                </c:pt>
                <c:pt idx="4242">
                  <c:v>4243.0</c:v>
                </c:pt>
                <c:pt idx="4243">
                  <c:v>4244.0</c:v>
                </c:pt>
                <c:pt idx="4244">
                  <c:v>4245.0</c:v>
                </c:pt>
                <c:pt idx="4245">
                  <c:v>4246.0</c:v>
                </c:pt>
                <c:pt idx="4246">
                  <c:v>4247.0</c:v>
                </c:pt>
                <c:pt idx="4247">
                  <c:v>4248.0</c:v>
                </c:pt>
                <c:pt idx="4248">
                  <c:v>4249.0</c:v>
                </c:pt>
                <c:pt idx="4249">
                  <c:v>4250.0</c:v>
                </c:pt>
                <c:pt idx="4250">
                  <c:v>4251.0</c:v>
                </c:pt>
                <c:pt idx="4251">
                  <c:v>4252.0</c:v>
                </c:pt>
                <c:pt idx="4252">
                  <c:v>4253.0</c:v>
                </c:pt>
                <c:pt idx="4253">
                  <c:v>4254.0</c:v>
                </c:pt>
                <c:pt idx="4254">
                  <c:v>4255.0</c:v>
                </c:pt>
                <c:pt idx="4255">
                  <c:v>4256.0</c:v>
                </c:pt>
                <c:pt idx="4256">
                  <c:v>4257.0</c:v>
                </c:pt>
                <c:pt idx="4257">
                  <c:v>4258.0</c:v>
                </c:pt>
                <c:pt idx="4258">
                  <c:v>4259.0</c:v>
                </c:pt>
                <c:pt idx="4259">
                  <c:v>4260.0</c:v>
                </c:pt>
                <c:pt idx="4260">
                  <c:v>4261.0</c:v>
                </c:pt>
                <c:pt idx="4261">
                  <c:v>4262.0</c:v>
                </c:pt>
                <c:pt idx="4262">
                  <c:v>4263.0</c:v>
                </c:pt>
                <c:pt idx="4263">
                  <c:v>4264.0</c:v>
                </c:pt>
                <c:pt idx="4264">
                  <c:v>4265.0</c:v>
                </c:pt>
                <c:pt idx="4265">
                  <c:v>4266.0</c:v>
                </c:pt>
                <c:pt idx="4266">
                  <c:v>4267.0</c:v>
                </c:pt>
                <c:pt idx="4267">
                  <c:v>4268.0</c:v>
                </c:pt>
                <c:pt idx="4268">
                  <c:v>4269.0</c:v>
                </c:pt>
                <c:pt idx="4269">
                  <c:v>4270.0</c:v>
                </c:pt>
                <c:pt idx="4270">
                  <c:v>4271.0</c:v>
                </c:pt>
                <c:pt idx="4271">
                  <c:v>4272.0</c:v>
                </c:pt>
                <c:pt idx="4272">
                  <c:v>4273.0</c:v>
                </c:pt>
                <c:pt idx="4273">
                  <c:v>4274.0</c:v>
                </c:pt>
                <c:pt idx="4274">
                  <c:v>4275.0</c:v>
                </c:pt>
                <c:pt idx="4275">
                  <c:v>4276.0</c:v>
                </c:pt>
                <c:pt idx="4276">
                  <c:v>4277.0</c:v>
                </c:pt>
                <c:pt idx="4277">
                  <c:v>4278.0</c:v>
                </c:pt>
                <c:pt idx="4278">
                  <c:v>4279.0</c:v>
                </c:pt>
                <c:pt idx="4279">
                  <c:v>4280.0</c:v>
                </c:pt>
                <c:pt idx="4280">
                  <c:v>4281.0</c:v>
                </c:pt>
                <c:pt idx="4281">
                  <c:v>4282.0</c:v>
                </c:pt>
                <c:pt idx="4282">
                  <c:v>4283.0</c:v>
                </c:pt>
                <c:pt idx="4283">
                  <c:v>4284.0</c:v>
                </c:pt>
                <c:pt idx="4284">
                  <c:v>4285.0</c:v>
                </c:pt>
                <c:pt idx="4285">
                  <c:v>4286.0</c:v>
                </c:pt>
                <c:pt idx="4286">
                  <c:v>4287.0</c:v>
                </c:pt>
                <c:pt idx="4287">
                  <c:v>4288.0</c:v>
                </c:pt>
                <c:pt idx="4288">
                  <c:v>4289.0</c:v>
                </c:pt>
                <c:pt idx="4289">
                  <c:v>4290.0</c:v>
                </c:pt>
                <c:pt idx="4290">
                  <c:v>4291.0</c:v>
                </c:pt>
                <c:pt idx="4291">
                  <c:v>4292.0</c:v>
                </c:pt>
                <c:pt idx="4292">
                  <c:v>4293.0</c:v>
                </c:pt>
                <c:pt idx="4293">
                  <c:v>4294.0</c:v>
                </c:pt>
                <c:pt idx="4294">
                  <c:v>4295.0</c:v>
                </c:pt>
                <c:pt idx="4295">
                  <c:v>4296.0</c:v>
                </c:pt>
                <c:pt idx="4296">
                  <c:v>4297.0</c:v>
                </c:pt>
                <c:pt idx="4297">
                  <c:v>4298.0</c:v>
                </c:pt>
                <c:pt idx="4298">
                  <c:v>4299.0</c:v>
                </c:pt>
                <c:pt idx="4299">
                  <c:v>4300.0</c:v>
                </c:pt>
                <c:pt idx="4300">
                  <c:v>4301.0</c:v>
                </c:pt>
                <c:pt idx="4301">
                  <c:v>4302.0</c:v>
                </c:pt>
                <c:pt idx="4302">
                  <c:v>4303.0</c:v>
                </c:pt>
                <c:pt idx="4303">
                  <c:v>4304.0</c:v>
                </c:pt>
                <c:pt idx="4304">
                  <c:v>4305.0</c:v>
                </c:pt>
                <c:pt idx="4305">
                  <c:v>4306.0</c:v>
                </c:pt>
                <c:pt idx="4306">
                  <c:v>4307.0</c:v>
                </c:pt>
                <c:pt idx="4307">
                  <c:v>4308.0</c:v>
                </c:pt>
                <c:pt idx="4308">
                  <c:v>4309.0</c:v>
                </c:pt>
                <c:pt idx="4309">
                  <c:v>4310.0</c:v>
                </c:pt>
                <c:pt idx="4310">
                  <c:v>4311.0</c:v>
                </c:pt>
                <c:pt idx="4311">
                  <c:v>4312.0</c:v>
                </c:pt>
                <c:pt idx="4312">
                  <c:v>4313.0</c:v>
                </c:pt>
                <c:pt idx="4313">
                  <c:v>4314.0</c:v>
                </c:pt>
                <c:pt idx="4314">
                  <c:v>4315.0</c:v>
                </c:pt>
                <c:pt idx="4315">
                  <c:v>4316.0</c:v>
                </c:pt>
                <c:pt idx="4316">
                  <c:v>4317.0</c:v>
                </c:pt>
                <c:pt idx="4317">
                  <c:v>4318.0</c:v>
                </c:pt>
                <c:pt idx="4318">
                  <c:v>4319.0</c:v>
                </c:pt>
                <c:pt idx="4319">
                  <c:v>4320.0</c:v>
                </c:pt>
                <c:pt idx="4320">
                  <c:v>4321.0</c:v>
                </c:pt>
                <c:pt idx="4321">
                  <c:v>4322.0</c:v>
                </c:pt>
                <c:pt idx="4322">
                  <c:v>4323.0</c:v>
                </c:pt>
                <c:pt idx="4323">
                  <c:v>4324.0</c:v>
                </c:pt>
                <c:pt idx="4324">
                  <c:v>4325.0</c:v>
                </c:pt>
                <c:pt idx="4325">
                  <c:v>4326.0</c:v>
                </c:pt>
                <c:pt idx="4326">
                  <c:v>4327.0</c:v>
                </c:pt>
                <c:pt idx="4327">
                  <c:v>4328.0</c:v>
                </c:pt>
                <c:pt idx="4328">
                  <c:v>4329.0</c:v>
                </c:pt>
                <c:pt idx="4329">
                  <c:v>4330.0</c:v>
                </c:pt>
                <c:pt idx="4330">
                  <c:v>4331.0</c:v>
                </c:pt>
                <c:pt idx="4331">
                  <c:v>4332.0</c:v>
                </c:pt>
                <c:pt idx="4332">
                  <c:v>4333.0</c:v>
                </c:pt>
                <c:pt idx="4333">
                  <c:v>4334.0</c:v>
                </c:pt>
                <c:pt idx="4334">
                  <c:v>4335.0</c:v>
                </c:pt>
                <c:pt idx="4335">
                  <c:v>4336.0</c:v>
                </c:pt>
                <c:pt idx="4336">
                  <c:v>4337.0</c:v>
                </c:pt>
                <c:pt idx="4337">
                  <c:v>4338.0</c:v>
                </c:pt>
                <c:pt idx="4338">
                  <c:v>4339.0</c:v>
                </c:pt>
                <c:pt idx="4339">
                  <c:v>4340.0</c:v>
                </c:pt>
                <c:pt idx="4340">
                  <c:v>4341.0</c:v>
                </c:pt>
                <c:pt idx="4341">
                  <c:v>4342.0</c:v>
                </c:pt>
                <c:pt idx="4342">
                  <c:v>4343.0</c:v>
                </c:pt>
                <c:pt idx="4343">
                  <c:v>4344.0</c:v>
                </c:pt>
                <c:pt idx="4344">
                  <c:v>4345.0</c:v>
                </c:pt>
                <c:pt idx="4345">
                  <c:v>4346.0</c:v>
                </c:pt>
                <c:pt idx="4346">
                  <c:v>4347.0</c:v>
                </c:pt>
                <c:pt idx="4347">
                  <c:v>4348.0</c:v>
                </c:pt>
                <c:pt idx="4348">
                  <c:v>4349.0</c:v>
                </c:pt>
                <c:pt idx="4349">
                  <c:v>4350.0</c:v>
                </c:pt>
                <c:pt idx="4350">
                  <c:v>4351.0</c:v>
                </c:pt>
                <c:pt idx="4351">
                  <c:v>4352.0</c:v>
                </c:pt>
                <c:pt idx="4352">
                  <c:v>4353.0</c:v>
                </c:pt>
                <c:pt idx="4353">
                  <c:v>4354.0</c:v>
                </c:pt>
                <c:pt idx="4354">
                  <c:v>4355.0</c:v>
                </c:pt>
                <c:pt idx="4355">
                  <c:v>4356.0</c:v>
                </c:pt>
                <c:pt idx="4356">
                  <c:v>4357.0</c:v>
                </c:pt>
                <c:pt idx="4357">
                  <c:v>4358.0</c:v>
                </c:pt>
                <c:pt idx="4358">
                  <c:v>4359.0</c:v>
                </c:pt>
                <c:pt idx="4359">
                  <c:v>4360.0</c:v>
                </c:pt>
                <c:pt idx="4360">
                  <c:v>4361.0</c:v>
                </c:pt>
                <c:pt idx="4361">
                  <c:v>4362.0</c:v>
                </c:pt>
                <c:pt idx="4362">
                  <c:v>4363.0</c:v>
                </c:pt>
                <c:pt idx="4363">
                  <c:v>4364.0</c:v>
                </c:pt>
                <c:pt idx="4364">
                  <c:v>4365.0</c:v>
                </c:pt>
                <c:pt idx="4365">
                  <c:v>4366.0</c:v>
                </c:pt>
                <c:pt idx="4366">
                  <c:v>4367.0</c:v>
                </c:pt>
                <c:pt idx="4367">
                  <c:v>4368.0</c:v>
                </c:pt>
                <c:pt idx="4368">
                  <c:v>4369.0</c:v>
                </c:pt>
                <c:pt idx="4369">
                  <c:v>4370.0</c:v>
                </c:pt>
                <c:pt idx="4370">
                  <c:v>4371.0</c:v>
                </c:pt>
                <c:pt idx="4371">
                  <c:v>4372.0</c:v>
                </c:pt>
                <c:pt idx="4372">
                  <c:v>4373.0</c:v>
                </c:pt>
                <c:pt idx="4373">
                  <c:v>4374.0</c:v>
                </c:pt>
                <c:pt idx="4374">
                  <c:v>4375.0</c:v>
                </c:pt>
                <c:pt idx="4375">
                  <c:v>4376.0</c:v>
                </c:pt>
                <c:pt idx="4376">
                  <c:v>4377.0</c:v>
                </c:pt>
                <c:pt idx="4377">
                  <c:v>4378.0</c:v>
                </c:pt>
                <c:pt idx="4378">
                  <c:v>4379.0</c:v>
                </c:pt>
                <c:pt idx="4379">
                  <c:v>4380.0</c:v>
                </c:pt>
                <c:pt idx="4380">
                  <c:v>4381.0</c:v>
                </c:pt>
                <c:pt idx="4381">
                  <c:v>4382.0</c:v>
                </c:pt>
                <c:pt idx="4382">
                  <c:v>4383.0</c:v>
                </c:pt>
                <c:pt idx="4383">
                  <c:v>4384.0</c:v>
                </c:pt>
                <c:pt idx="4384">
                  <c:v>4385.0</c:v>
                </c:pt>
                <c:pt idx="4385">
                  <c:v>4386.0</c:v>
                </c:pt>
                <c:pt idx="4386">
                  <c:v>4387.0</c:v>
                </c:pt>
                <c:pt idx="4387">
                  <c:v>4388.0</c:v>
                </c:pt>
                <c:pt idx="4388">
                  <c:v>4389.0</c:v>
                </c:pt>
                <c:pt idx="4389">
                  <c:v>4390.0</c:v>
                </c:pt>
                <c:pt idx="4390">
                  <c:v>4391.0</c:v>
                </c:pt>
                <c:pt idx="4391">
                  <c:v>4392.0</c:v>
                </c:pt>
                <c:pt idx="4392">
                  <c:v>4393.0</c:v>
                </c:pt>
                <c:pt idx="4393">
                  <c:v>4394.0</c:v>
                </c:pt>
                <c:pt idx="4394">
                  <c:v>4395.0</c:v>
                </c:pt>
                <c:pt idx="4395">
                  <c:v>4396.0</c:v>
                </c:pt>
                <c:pt idx="4396">
                  <c:v>4397.0</c:v>
                </c:pt>
                <c:pt idx="4397">
                  <c:v>4398.0</c:v>
                </c:pt>
                <c:pt idx="4398">
                  <c:v>4399.0</c:v>
                </c:pt>
                <c:pt idx="4399">
                  <c:v>4400.0</c:v>
                </c:pt>
                <c:pt idx="4400">
                  <c:v>4401.0</c:v>
                </c:pt>
                <c:pt idx="4401">
                  <c:v>4402.0</c:v>
                </c:pt>
                <c:pt idx="4402">
                  <c:v>4403.0</c:v>
                </c:pt>
                <c:pt idx="4403">
                  <c:v>4404.0</c:v>
                </c:pt>
                <c:pt idx="4404">
                  <c:v>4405.0</c:v>
                </c:pt>
                <c:pt idx="4405">
                  <c:v>4406.0</c:v>
                </c:pt>
                <c:pt idx="4406">
                  <c:v>4407.0</c:v>
                </c:pt>
                <c:pt idx="4407">
                  <c:v>4408.0</c:v>
                </c:pt>
                <c:pt idx="4408">
                  <c:v>4409.0</c:v>
                </c:pt>
                <c:pt idx="4409">
                  <c:v>4410.0</c:v>
                </c:pt>
                <c:pt idx="4410">
                  <c:v>4411.0</c:v>
                </c:pt>
                <c:pt idx="4411">
                  <c:v>4412.0</c:v>
                </c:pt>
                <c:pt idx="4412">
                  <c:v>4413.0</c:v>
                </c:pt>
                <c:pt idx="4413">
                  <c:v>4414.0</c:v>
                </c:pt>
                <c:pt idx="4414">
                  <c:v>4415.0</c:v>
                </c:pt>
                <c:pt idx="4415">
                  <c:v>4416.0</c:v>
                </c:pt>
                <c:pt idx="4416">
                  <c:v>4417.0</c:v>
                </c:pt>
                <c:pt idx="4417">
                  <c:v>4418.0</c:v>
                </c:pt>
                <c:pt idx="4418">
                  <c:v>4419.0</c:v>
                </c:pt>
                <c:pt idx="4419">
                  <c:v>4420.0</c:v>
                </c:pt>
                <c:pt idx="4420">
                  <c:v>4421.0</c:v>
                </c:pt>
                <c:pt idx="4421">
                  <c:v>4422.0</c:v>
                </c:pt>
                <c:pt idx="4422">
                  <c:v>4423.0</c:v>
                </c:pt>
                <c:pt idx="4423">
                  <c:v>4424.0</c:v>
                </c:pt>
                <c:pt idx="4424">
                  <c:v>4425.0</c:v>
                </c:pt>
                <c:pt idx="4425">
                  <c:v>4426.0</c:v>
                </c:pt>
                <c:pt idx="4426">
                  <c:v>4427.0</c:v>
                </c:pt>
                <c:pt idx="4427">
                  <c:v>4428.0</c:v>
                </c:pt>
                <c:pt idx="4428">
                  <c:v>4429.0</c:v>
                </c:pt>
                <c:pt idx="4429">
                  <c:v>4430.0</c:v>
                </c:pt>
                <c:pt idx="4430">
                  <c:v>4431.0</c:v>
                </c:pt>
                <c:pt idx="4431">
                  <c:v>4432.0</c:v>
                </c:pt>
                <c:pt idx="4432">
                  <c:v>4433.0</c:v>
                </c:pt>
                <c:pt idx="4433">
                  <c:v>4434.0</c:v>
                </c:pt>
                <c:pt idx="4434">
                  <c:v>4435.0</c:v>
                </c:pt>
                <c:pt idx="4435">
                  <c:v>4436.0</c:v>
                </c:pt>
                <c:pt idx="4436">
                  <c:v>4437.0</c:v>
                </c:pt>
                <c:pt idx="4437">
                  <c:v>4438.0</c:v>
                </c:pt>
                <c:pt idx="4438">
                  <c:v>4439.0</c:v>
                </c:pt>
                <c:pt idx="4439">
                  <c:v>4440.0</c:v>
                </c:pt>
                <c:pt idx="4440">
                  <c:v>4441.0</c:v>
                </c:pt>
                <c:pt idx="4441">
                  <c:v>4442.0</c:v>
                </c:pt>
                <c:pt idx="4442">
                  <c:v>4443.0</c:v>
                </c:pt>
                <c:pt idx="4443">
                  <c:v>4444.0</c:v>
                </c:pt>
                <c:pt idx="4444">
                  <c:v>4445.0</c:v>
                </c:pt>
                <c:pt idx="4445">
                  <c:v>4446.0</c:v>
                </c:pt>
                <c:pt idx="4446">
                  <c:v>4447.0</c:v>
                </c:pt>
                <c:pt idx="4447">
                  <c:v>4448.0</c:v>
                </c:pt>
                <c:pt idx="4448">
                  <c:v>4449.0</c:v>
                </c:pt>
                <c:pt idx="4449">
                  <c:v>4450.0</c:v>
                </c:pt>
                <c:pt idx="4450">
                  <c:v>4451.0</c:v>
                </c:pt>
                <c:pt idx="4451">
                  <c:v>4452.0</c:v>
                </c:pt>
                <c:pt idx="4452">
                  <c:v>4453.0</c:v>
                </c:pt>
                <c:pt idx="4453">
                  <c:v>4454.0</c:v>
                </c:pt>
                <c:pt idx="4454">
                  <c:v>4455.0</c:v>
                </c:pt>
                <c:pt idx="4455">
                  <c:v>4456.0</c:v>
                </c:pt>
                <c:pt idx="4456">
                  <c:v>4457.0</c:v>
                </c:pt>
                <c:pt idx="4457">
                  <c:v>4458.0</c:v>
                </c:pt>
                <c:pt idx="4458">
                  <c:v>4459.0</c:v>
                </c:pt>
                <c:pt idx="4459">
                  <c:v>4460.0</c:v>
                </c:pt>
                <c:pt idx="4460">
                  <c:v>4461.0</c:v>
                </c:pt>
                <c:pt idx="4461">
                  <c:v>4462.0</c:v>
                </c:pt>
                <c:pt idx="4462">
                  <c:v>4463.0</c:v>
                </c:pt>
                <c:pt idx="4463">
                  <c:v>4464.0</c:v>
                </c:pt>
                <c:pt idx="4464">
                  <c:v>4465.0</c:v>
                </c:pt>
                <c:pt idx="4465">
                  <c:v>4466.0</c:v>
                </c:pt>
                <c:pt idx="4466">
                  <c:v>4467.0</c:v>
                </c:pt>
                <c:pt idx="4467">
                  <c:v>4468.0</c:v>
                </c:pt>
                <c:pt idx="4468">
                  <c:v>4469.0</c:v>
                </c:pt>
                <c:pt idx="4469">
                  <c:v>4470.0</c:v>
                </c:pt>
                <c:pt idx="4470">
                  <c:v>4471.0</c:v>
                </c:pt>
                <c:pt idx="4471">
                  <c:v>4472.0</c:v>
                </c:pt>
                <c:pt idx="4472">
                  <c:v>4473.0</c:v>
                </c:pt>
                <c:pt idx="4473">
                  <c:v>4474.0</c:v>
                </c:pt>
                <c:pt idx="4474">
                  <c:v>4475.0</c:v>
                </c:pt>
                <c:pt idx="4475">
                  <c:v>4476.0</c:v>
                </c:pt>
                <c:pt idx="4476">
                  <c:v>4477.0</c:v>
                </c:pt>
                <c:pt idx="4477">
                  <c:v>4478.0</c:v>
                </c:pt>
                <c:pt idx="4478">
                  <c:v>4479.0</c:v>
                </c:pt>
                <c:pt idx="4479">
                  <c:v>4480.0</c:v>
                </c:pt>
                <c:pt idx="4480">
                  <c:v>4481.0</c:v>
                </c:pt>
                <c:pt idx="4481">
                  <c:v>4482.0</c:v>
                </c:pt>
                <c:pt idx="4482">
                  <c:v>4483.0</c:v>
                </c:pt>
                <c:pt idx="4483">
                  <c:v>4484.0</c:v>
                </c:pt>
                <c:pt idx="4484">
                  <c:v>4485.0</c:v>
                </c:pt>
                <c:pt idx="4485">
                  <c:v>4486.0</c:v>
                </c:pt>
                <c:pt idx="4486">
                  <c:v>4487.0</c:v>
                </c:pt>
                <c:pt idx="4487">
                  <c:v>4488.0</c:v>
                </c:pt>
                <c:pt idx="4488">
                  <c:v>4489.0</c:v>
                </c:pt>
                <c:pt idx="4489">
                  <c:v>4490.0</c:v>
                </c:pt>
                <c:pt idx="4490">
                  <c:v>4491.0</c:v>
                </c:pt>
                <c:pt idx="4491">
                  <c:v>4492.0</c:v>
                </c:pt>
                <c:pt idx="4492">
                  <c:v>4493.0</c:v>
                </c:pt>
                <c:pt idx="4493">
                  <c:v>4494.0</c:v>
                </c:pt>
                <c:pt idx="4494">
                  <c:v>4495.0</c:v>
                </c:pt>
                <c:pt idx="4495">
                  <c:v>4496.0</c:v>
                </c:pt>
                <c:pt idx="4496">
                  <c:v>4497.0</c:v>
                </c:pt>
                <c:pt idx="4497">
                  <c:v>4498.0</c:v>
                </c:pt>
                <c:pt idx="4498">
                  <c:v>4499.0</c:v>
                </c:pt>
                <c:pt idx="4499">
                  <c:v>4500.0</c:v>
                </c:pt>
                <c:pt idx="4500">
                  <c:v>4501.0</c:v>
                </c:pt>
                <c:pt idx="4501">
                  <c:v>4502.0</c:v>
                </c:pt>
                <c:pt idx="4502">
                  <c:v>4503.0</c:v>
                </c:pt>
                <c:pt idx="4503">
                  <c:v>4504.0</c:v>
                </c:pt>
                <c:pt idx="4504">
                  <c:v>4505.0</c:v>
                </c:pt>
                <c:pt idx="4505">
                  <c:v>4506.0</c:v>
                </c:pt>
                <c:pt idx="4506">
                  <c:v>4507.0</c:v>
                </c:pt>
                <c:pt idx="4507">
                  <c:v>4508.0</c:v>
                </c:pt>
                <c:pt idx="4508">
                  <c:v>4509.0</c:v>
                </c:pt>
                <c:pt idx="4509">
                  <c:v>4510.0</c:v>
                </c:pt>
                <c:pt idx="4510">
                  <c:v>4511.0</c:v>
                </c:pt>
                <c:pt idx="4511">
                  <c:v>4512.0</c:v>
                </c:pt>
                <c:pt idx="4512">
                  <c:v>4513.0</c:v>
                </c:pt>
                <c:pt idx="4513">
                  <c:v>4514.0</c:v>
                </c:pt>
                <c:pt idx="4514">
                  <c:v>4515.0</c:v>
                </c:pt>
                <c:pt idx="4515">
                  <c:v>4516.0</c:v>
                </c:pt>
                <c:pt idx="4516">
                  <c:v>4517.0</c:v>
                </c:pt>
                <c:pt idx="4517">
                  <c:v>4518.0</c:v>
                </c:pt>
                <c:pt idx="4518">
                  <c:v>4519.0</c:v>
                </c:pt>
                <c:pt idx="4519">
                  <c:v>4520.0</c:v>
                </c:pt>
                <c:pt idx="4520">
                  <c:v>4521.0</c:v>
                </c:pt>
                <c:pt idx="4521">
                  <c:v>4522.0</c:v>
                </c:pt>
                <c:pt idx="4522">
                  <c:v>4523.0</c:v>
                </c:pt>
                <c:pt idx="4523">
                  <c:v>4524.0</c:v>
                </c:pt>
                <c:pt idx="4524">
                  <c:v>4525.0</c:v>
                </c:pt>
                <c:pt idx="4525">
                  <c:v>4526.0</c:v>
                </c:pt>
                <c:pt idx="4526">
                  <c:v>4527.0</c:v>
                </c:pt>
                <c:pt idx="4527">
                  <c:v>4528.0</c:v>
                </c:pt>
                <c:pt idx="4528">
                  <c:v>4529.0</c:v>
                </c:pt>
                <c:pt idx="4529">
                  <c:v>4530.0</c:v>
                </c:pt>
                <c:pt idx="4530">
                  <c:v>4531.0</c:v>
                </c:pt>
                <c:pt idx="4531">
                  <c:v>4532.0</c:v>
                </c:pt>
                <c:pt idx="4532">
                  <c:v>4533.0</c:v>
                </c:pt>
                <c:pt idx="4533">
                  <c:v>4534.0</c:v>
                </c:pt>
                <c:pt idx="4534">
                  <c:v>4535.0</c:v>
                </c:pt>
                <c:pt idx="4535">
                  <c:v>4536.0</c:v>
                </c:pt>
                <c:pt idx="4536">
                  <c:v>4537.0</c:v>
                </c:pt>
                <c:pt idx="4537">
                  <c:v>4538.0</c:v>
                </c:pt>
                <c:pt idx="4538">
                  <c:v>4539.0</c:v>
                </c:pt>
                <c:pt idx="4539">
                  <c:v>4540.0</c:v>
                </c:pt>
                <c:pt idx="4540">
                  <c:v>4541.0</c:v>
                </c:pt>
                <c:pt idx="4541">
                  <c:v>4542.0</c:v>
                </c:pt>
                <c:pt idx="4542">
                  <c:v>4543.0</c:v>
                </c:pt>
                <c:pt idx="4543">
                  <c:v>4544.0</c:v>
                </c:pt>
                <c:pt idx="4544">
                  <c:v>4545.0</c:v>
                </c:pt>
                <c:pt idx="4545">
                  <c:v>4546.0</c:v>
                </c:pt>
                <c:pt idx="4546">
                  <c:v>4547.0</c:v>
                </c:pt>
                <c:pt idx="4547">
                  <c:v>4548.0</c:v>
                </c:pt>
                <c:pt idx="4548">
                  <c:v>4549.0</c:v>
                </c:pt>
                <c:pt idx="4549">
                  <c:v>4550.0</c:v>
                </c:pt>
                <c:pt idx="4550">
                  <c:v>4551.0</c:v>
                </c:pt>
                <c:pt idx="4551">
                  <c:v>4552.0</c:v>
                </c:pt>
                <c:pt idx="4552">
                  <c:v>4553.0</c:v>
                </c:pt>
                <c:pt idx="4553">
                  <c:v>4554.0</c:v>
                </c:pt>
                <c:pt idx="4554">
                  <c:v>4555.0</c:v>
                </c:pt>
                <c:pt idx="4555">
                  <c:v>4556.0</c:v>
                </c:pt>
                <c:pt idx="4556">
                  <c:v>4557.0</c:v>
                </c:pt>
                <c:pt idx="4557">
                  <c:v>4558.0</c:v>
                </c:pt>
                <c:pt idx="4558">
                  <c:v>4559.0</c:v>
                </c:pt>
                <c:pt idx="4559">
                  <c:v>4560.0</c:v>
                </c:pt>
                <c:pt idx="4560">
                  <c:v>4561.0</c:v>
                </c:pt>
                <c:pt idx="4561">
                  <c:v>4562.0</c:v>
                </c:pt>
                <c:pt idx="4562">
                  <c:v>4563.0</c:v>
                </c:pt>
                <c:pt idx="4563">
                  <c:v>4564.0</c:v>
                </c:pt>
                <c:pt idx="4564">
                  <c:v>4565.0</c:v>
                </c:pt>
                <c:pt idx="4565">
                  <c:v>4566.0</c:v>
                </c:pt>
                <c:pt idx="4566">
                  <c:v>4567.0</c:v>
                </c:pt>
                <c:pt idx="4567">
                  <c:v>4568.0</c:v>
                </c:pt>
                <c:pt idx="4568">
                  <c:v>4569.0</c:v>
                </c:pt>
                <c:pt idx="4569">
                  <c:v>4570.0</c:v>
                </c:pt>
                <c:pt idx="4570">
                  <c:v>4571.0</c:v>
                </c:pt>
                <c:pt idx="4571">
                  <c:v>4572.0</c:v>
                </c:pt>
                <c:pt idx="4572">
                  <c:v>4573.0</c:v>
                </c:pt>
                <c:pt idx="4573">
                  <c:v>4574.0</c:v>
                </c:pt>
                <c:pt idx="4574">
                  <c:v>4575.0</c:v>
                </c:pt>
                <c:pt idx="4575">
                  <c:v>4576.0</c:v>
                </c:pt>
                <c:pt idx="4576">
                  <c:v>4577.0</c:v>
                </c:pt>
                <c:pt idx="4577">
                  <c:v>4578.0</c:v>
                </c:pt>
                <c:pt idx="4578">
                  <c:v>4579.0</c:v>
                </c:pt>
                <c:pt idx="4579">
                  <c:v>4580.0</c:v>
                </c:pt>
                <c:pt idx="4580">
                  <c:v>4581.0</c:v>
                </c:pt>
                <c:pt idx="4581">
                  <c:v>4582.0</c:v>
                </c:pt>
                <c:pt idx="4582">
                  <c:v>4583.0</c:v>
                </c:pt>
                <c:pt idx="4583">
                  <c:v>4584.0</c:v>
                </c:pt>
                <c:pt idx="4584">
                  <c:v>4585.0</c:v>
                </c:pt>
              </c:numCache>
            </c:numRef>
          </c:xVal>
          <c:yVal>
            <c:numRef>
              <c:f>Sheet1!$B$2:$B$4586</c:f>
              <c:numCache>
                <c:formatCode>General</c:formatCode>
                <c:ptCount val="4585"/>
                <c:pt idx="0">
                  <c:v>1.1</c:v>
                </c:pt>
                <c:pt idx="1">
                  <c:v>1.1</c:v>
                </c:pt>
                <c:pt idx="2">
                  <c:v>1.1</c:v>
                </c:pt>
                <c:pt idx="3">
                  <c:v>1.1</c:v>
                </c:pt>
                <c:pt idx="4">
                  <c:v>1.1</c:v>
                </c:pt>
                <c:pt idx="5">
                  <c:v>1.1</c:v>
                </c:pt>
                <c:pt idx="6">
                  <c:v>1.1</c:v>
                </c:pt>
                <c:pt idx="7">
                  <c:v>1.1</c:v>
                </c:pt>
                <c:pt idx="8">
                  <c:v>1.1</c:v>
                </c:pt>
                <c:pt idx="9">
                  <c:v>1.1</c:v>
                </c:pt>
                <c:pt idx="10">
                  <c:v>1.0999999</c:v>
                </c:pt>
                <c:pt idx="11">
                  <c:v>1.0999999</c:v>
                </c:pt>
                <c:pt idx="12">
                  <c:v>1.0999999</c:v>
                </c:pt>
                <c:pt idx="13">
                  <c:v>1.0999999</c:v>
                </c:pt>
                <c:pt idx="14">
                  <c:v>1.0999999</c:v>
                </c:pt>
                <c:pt idx="15">
                  <c:v>1.0999998</c:v>
                </c:pt>
                <c:pt idx="16">
                  <c:v>1.0999998</c:v>
                </c:pt>
                <c:pt idx="17">
                  <c:v>1.0999998</c:v>
                </c:pt>
                <c:pt idx="18">
                  <c:v>1.0999997</c:v>
                </c:pt>
                <c:pt idx="19">
                  <c:v>1.0999997</c:v>
                </c:pt>
                <c:pt idx="20">
                  <c:v>1.0999997</c:v>
                </c:pt>
                <c:pt idx="21">
                  <c:v>1.0999996</c:v>
                </c:pt>
                <c:pt idx="22">
                  <c:v>1.0999995</c:v>
                </c:pt>
                <c:pt idx="23">
                  <c:v>1.0999995</c:v>
                </c:pt>
                <c:pt idx="24">
                  <c:v>1.0999994</c:v>
                </c:pt>
                <c:pt idx="25">
                  <c:v>1.0999993</c:v>
                </c:pt>
                <c:pt idx="26">
                  <c:v>1.0999992</c:v>
                </c:pt>
                <c:pt idx="27">
                  <c:v>1.0999992</c:v>
                </c:pt>
                <c:pt idx="28">
                  <c:v>1.0999991</c:v>
                </c:pt>
                <c:pt idx="29">
                  <c:v>1.0999989</c:v>
                </c:pt>
                <c:pt idx="30">
                  <c:v>1.0999988</c:v>
                </c:pt>
                <c:pt idx="31">
                  <c:v>1.0999987</c:v>
                </c:pt>
                <c:pt idx="32">
                  <c:v>1.0999986</c:v>
                </c:pt>
                <c:pt idx="33">
                  <c:v>1.0999984</c:v>
                </c:pt>
                <c:pt idx="34">
                  <c:v>1.0999983</c:v>
                </c:pt>
                <c:pt idx="35">
                  <c:v>1.0999981</c:v>
                </c:pt>
                <c:pt idx="36">
                  <c:v>1.0999979</c:v>
                </c:pt>
                <c:pt idx="37">
                  <c:v>1.0999977</c:v>
                </c:pt>
                <c:pt idx="38">
                  <c:v>1.0999975</c:v>
                </c:pt>
                <c:pt idx="39">
                  <c:v>1.0999973</c:v>
                </c:pt>
                <c:pt idx="40">
                  <c:v>1.0999971</c:v>
                </c:pt>
                <c:pt idx="41">
                  <c:v>1.0999968</c:v>
                </c:pt>
                <c:pt idx="42">
                  <c:v>1.0999966</c:v>
                </c:pt>
                <c:pt idx="43">
                  <c:v>1.0999963</c:v>
                </c:pt>
                <c:pt idx="44">
                  <c:v>1.099996</c:v>
                </c:pt>
                <c:pt idx="45">
                  <c:v>1.0999957</c:v>
                </c:pt>
                <c:pt idx="46">
                  <c:v>1.0999954</c:v>
                </c:pt>
                <c:pt idx="47">
                  <c:v>1.099995</c:v>
                </c:pt>
                <c:pt idx="48">
                  <c:v>1.0999947</c:v>
                </c:pt>
                <c:pt idx="49">
                  <c:v>1.0999943</c:v>
                </c:pt>
                <c:pt idx="50">
                  <c:v>1.099994</c:v>
                </c:pt>
                <c:pt idx="51">
                  <c:v>1.0999936</c:v>
                </c:pt>
                <c:pt idx="52">
                  <c:v>1.0999932</c:v>
                </c:pt>
                <c:pt idx="53">
                  <c:v>1.0999929</c:v>
                </c:pt>
                <c:pt idx="54">
                  <c:v>1.0999925</c:v>
                </c:pt>
                <c:pt idx="55">
                  <c:v>1.0999921</c:v>
                </c:pt>
                <c:pt idx="56">
                  <c:v>1.0999916</c:v>
                </c:pt>
                <c:pt idx="57">
                  <c:v>1.0999912</c:v>
                </c:pt>
                <c:pt idx="58">
                  <c:v>1.0999907</c:v>
                </c:pt>
                <c:pt idx="59">
                  <c:v>1.0999903</c:v>
                </c:pt>
                <c:pt idx="60">
                  <c:v>1.0999898</c:v>
                </c:pt>
                <c:pt idx="61">
                  <c:v>1.0999893</c:v>
                </c:pt>
                <c:pt idx="62">
                  <c:v>1.0999887</c:v>
                </c:pt>
                <c:pt idx="63">
                  <c:v>1.0999882</c:v>
                </c:pt>
                <c:pt idx="64">
                  <c:v>1.0999876</c:v>
                </c:pt>
                <c:pt idx="65">
                  <c:v>1.099987</c:v>
                </c:pt>
                <c:pt idx="66">
                  <c:v>1.0999864</c:v>
                </c:pt>
                <c:pt idx="67">
                  <c:v>1.0999858</c:v>
                </c:pt>
                <c:pt idx="68">
                  <c:v>1.0999851</c:v>
                </c:pt>
                <c:pt idx="69">
                  <c:v>1.0999844</c:v>
                </c:pt>
                <c:pt idx="70">
                  <c:v>1.0999837</c:v>
                </c:pt>
                <c:pt idx="71">
                  <c:v>1.099983</c:v>
                </c:pt>
                <c:pt idx="72">
                  <c:v>1.0999823</c:v>
                </c:pt>
                <c:pt idx="73">
                  <c:v>1.0999815</c:v>
                </c:pt>
                <c:pt idx="74">
                  <c:v>1.0999807</c:v>
                </c:pt>
                <c:pt idx="75">
                  <c:v>1.0999798</c:v>
                </c:pt>
                <c:pt idx="76">
                  <c:v>1.099979</c:v>
                </c:pt>
                <c:pt idx="77">
                  <c:v>1.1062349</c:v>
                </c:pt>
                <c:pt idx="78">
                  <c:v>1.1426912</c:v>
                </c:pt>
                <c:pt idx="79">
                  <c:v>1.1720531</c:v>
                </c:pt>
                <c:pt idx="80">
                  <c:v>1.2005637</c:v>
                </c:pt>
                <c:pt idx="81">
                  <c:v>1.2283124</c:v>
                </c:pt>
                <c:pt idx="82">
                  <c:v>1.2553631</c:v>
                </c:pt>
                <c:pt idx="83">
                  <c:v>1.2817524</c:v>
                </c:pt>
                <c:pt idx="84">
                  <c:v>1.3074992</c:v>
                </c:pt>
                <c:pt idx="85">
                  <c:v>1.3325996</c:v>
                </c:pt>
                <c:pt idx="86">
                  <c:v>1.357024</c:v>
                </c:pt>
                <c:pt idx="87">
                  <c:v>1.3807383</c:v>
                </c:pt>
                <c:pt idx="88">
                  <c:v>1.4037043</c:v>
                </c:pt>
                <c:pt idx="89">
                  <c:v>1.4258803</c:v>
                </c:pt>
                <c:pt idx="90">
                  <c:v>1.4472228</c:v>
                </c:pt>
                <c:pt idx="91">
                  <c:v>1.4676804</c:v>
                </c:pt>
                <c:pt idx="92">
                  <c:v>1.4871895</c:v>
                </c:pt>
                <c:pt idx="93">
                  <c:v>1.5056866</c:v>
                </c:pt>
                <c:pt idx="94">
                  <c:v>1.5231086</c:v>
                </c:pt>
                <c:pt idx="95">
                  <c:v>1.5393931</c:v>
                </c:pt>
                <c:pt idx="96">
                  <c:v>1.5544796</c:v>
                </c:pt>
                <c:pt idx="97">
                  <c:v>1.5683088</c:v>
                </c:pt>
                <c:pt idx="98">
                  <c:v>1.5808232</c:v>
                </c:pt>
                <c:pt idx="99">
                  <c:v>1.5919669</c:v>
                </c:pt>
                <c:pt idx="100">
                  <c:v>1.6016853</c:v>
                </c:pt>
                <c:pt idx="101">
                  <c:v>1.6099337</c:v>
                </c:pt>
                <c:pt idx="102">
                  <c:v>1.6166633</c:v>
                </c:pt>
                <c:pt idx="103">
                  <c:v>1.6218204</c:v>
                </c:pt>
                <c:pt idx="104">
                  <c:v>1.6436736</c:v>
                </c:pt>
                <c:pt idx="105">
                  <c:v>1.6725721</c:v>
                </c:pt>
                <c:pt idx="106">
                  <c:v>1.6999596</c:v>
                </c:pt>
                <c:pt idx="107">
                  <c:v>1.7258019</c:v>
                </c:pt>
                <c:pt idx="108">
                  <c:v>1.750035</c:v>
                </c:pt>
                <c:pt idx="109">
                  <c:v>1.7725808</c:v>
                </c:pt>
                <c:pt idx="110">
                  <c:v>1.7933052</c:v>
                </c:pt>
                <c:pt idx="111">
                  <c:v>1.8120122</c:v>
                </c:pt>
                <c:pt idx="112">
                  <c:v>1.8284186</c:v>
                </c:pt>
                <c:pt idx="113">
                  <c:v>1.8420937</c:v>
                </c:pt>
                <c:pt idx="114">
                  <c:v>1.8523405</c:v>
                </c:pt>
                <c:pt idx="115">
                  <c:v>1.8579647</c:v>
                </c:pt>
                <c:pt idx="116">
                  <c:v>1.8567147</c:v>
                </c:pt>
                <c:pt idx="117">
                  <c:v>1.8436235</c:v>
                </c:pt>
                <c:pt idx="118">
                  <c:v>1.8224958</c:v>
                </c:pt>
                <c:pt idx="119">
                  <c:v>1.8378124</c:v>
                </c:pt>
                <c:pt idx="120">
                  <c:v>1.8542488</c:v>
                </c:pt>
                <c:pt idx="121">
                  <c:v>1.8702772</c:v>
                </c:pt>
                <c:pt idx="122">
                  <c:v>1.8858936</c:v>
                </c:pt>
                <c:pt idx="123">
                  <c:v>1.9010937</c:v>
                </c:pt>
                <c:pt idx="124">
                  <c:v>1.9158736</c:v>
                </c:pt>
                <c:pt idx="125">
                  <c:v>1.9302305</c:v>
                </c:pt>
                <c:pt idx="126">
                  <c:v>1.9441674</c:v>
                </c:pt>
                <c:pt idx="127">
                  <c:v>1.9576834</c:v>
                </c:pt>
                <c:pt idx="128">
                  <c:v>1.9707778</c:v>
                </c:pt>
                <c:pt idx="129">
                  <c:v>1.9834518</c:v>
                </c:pt>
                <c:pt idx="130">
                  <c:v>1.9957056</c:v>
                </c:pt>
                <c:pt idx="131">
                  <c:v>2.0098625</c:v>
                </c:pt>
                <c:pt idx="132">
                  <c:v>2.0320021</c:v>
                </c:pt>
                <c:pt idx="133">
                  <c:v>2.0434345</c:v>
                </c:pt>
                <c:pt idx="134">
                  <c:v>2.0545455</c:v>
                </c:pt>
                <c:pt idx="135">
                  <c:v>2.0653364</c:v>
                </c:pt>
                <c:pt idx="136">
                  <c:v>2.0793661</c:v>
                </c:pt>
                <c:pt idx="137">
                  <c:v>2.0971479</c:v>
                </c:pt>
                <c:pt idx="138">
                  <c:v>2.1135087</c:v>
                </c:pt>
                <c:pt idx="139">
                  <c:v>2.1283564</c:v>
                </c:pt>
                <c:pt idx="140">
                  <c:v>2.1415756</c:v>
                </c:pt>
                <c:pt idx="141">
                  <c:v>2.1530709</c:v>
                </c:pt>
                <c:pt idx="142">
                  <c:v>2.162759</c:v>
                </c:pt>
                <c:pt idx="143">
                  <c:v>2.1788288</c:v>
                </c:pt>
                <c:pt idx="144">
                  <c:v>2.1954083</c:v>
                </c:pt>
                <c:pt idx="145">
                  <c:v>2.210459</c:v>
                </c:pt>
                <c:pt idx="146">
                  <c:v>2.2300686</c:v>
                </c:pt>
                <c:pt idx="147">
                  <c:v>2.2468628</c:v>
                </c:pt>
                <c:pt idx="148">
                  <c:v>2.2625915</c:v>
                </c:pt>
                <c:pt idx="149">
                  <c:v>2.277299</c:v>
                </c:pt>
                <c:pt idx="150">
                  <c:v>2.2910298</c:v>
                </c:pt>
                <c:pt idx="151">
                  <c:v>2.313308</c:v>
                </c:pt>
                <c:pt idx="152">
                  <c:v>2.3341905</c:v>
                </c:pt>
                <c:pt idx="153">
                  <c:v>2.3533445</c:v>
                </c:pt>
                <c:pt idx="154">
                  <c:v>2.3704322</c:v>
                </c:pt>
                <c:pt idx="155">
                  <c:v>2.3851407</c:v>
                </c:pt>
                <c:pt idx="156">
                  <c:v>2.3971818</c:v>
                </c:pt>
                <c:pt idx="157">
                  <c:v>2.4063134</c:v>
                </c:pt>
                <c:pt idx="158">
                  <c:v>2.4234994</c:v>
                </c:pt>
                <c:pt idx="159">
                  <c:v>2.448982</c:v>
                </c:pt>
                <c:pt idx="160">
                  <c:v>2.4728258</c:v>
                </c:pt>
                <c:pt idx="161">
                  <c:v>2.4936719</c:v>
                </c:pt>
                <c:pt idx="162">
                  <c:v>2.5104154</c:v>
                </c:pt>
                <c:pt idx="163">
                  <c:v>2.5223781</c:v>
                </c:pt>
                <c:pt idx="164">
                  <c:v>2.5292562</c:v>
                </c:pt>
                <c:pt idx="165">
                  <c:v>2.5310523</c:v>
                </c:pt>
                <c:pt idx="166">
                  <c:v>2.5280201</c:v>
                </c:pt>
                <c:pt idx="167">
                  <c:v>2.5205681</c:v>
                </c:pt>
                <c:pt idx="168">
                  <c:v>2.5091672</c:v>
                </c:pt>
                <c:pt idx="169">
                  <c:v>2.5111808</c:v>
                </c:pt>
                <c:pt idx="170">
                  <c:v>2.5278043</c:v>
                </c:pt>
                <c:pt idx="171">
                  <c:v>2.54189</c:v>
                </c:pt>
                <c:pt idx="172">
                  <c:v>2.5527003</c:v>
                </c:pt>
                <c:pt idx="173">
                  <c:v>2.5598866</c:v>
                </c:pt>
                <c:pt idx="174">
                  <c:v>2.5632631</c:v>
                </c:pt>
                <c:pt idx="175">
                  <c:v>2.5675402</c:v>
                </c:pt>
                <c:pt idx="176">
                  <c:v>2.5795728</c:v>
                </c:pt>
                <c:pt idx="177">
                  <c:v>2.5871111</c:v>
                </c:pt>
                <c:pt idx="178">
                  <c:v>2.6020396</c:v>
                </c:pt>
                <c:pt idx="179">
                  <c:v>2.6180997</c:v>
                </c:pt>
                <c:pt idx="180">
                  <c:v>2.6299148</c:v>
                </c:pt>
                <c:pt idx="181">
                  <c:v>2.6369291</c:v>
                </c:pt>
                <c:pt idx="182">
                  <c:v>2.6385074</c:v>
                </c:pt>
                <c:pt idx="183">
                  <c:v>2.6345607</c:v>
                </c:pt>
                <c:pt idx="184">
                  <c:v>2.6252254</c:v>
                </c:pt>
                <c:pt idx="185">
                  <c:v>2.6108931</c:v>
                </c:pt>
                <c:pt idx="186">
                  <c:v>2.6092677</c:v>
                </c:pt>
                <c:pt idx="187">
                  <c:v>2.6156122</c:v>
                </c:pt>
                <c:pt idx="188">
                  <c:v>2.6217934</c:v>
                </c:pt>
                <c:pt idx="189">
                  <c:v>2.6289861</c:v>
                </c:pt>
                <c:pt idx="190">
                  <c:v>2.6332012</c:v>
                </c:pt>
                <c:pt idx="191">
                  <c:v>2.6338506</c:v>
                </c:pt>
                <c:pt idx="192">
                  <c:v>2.6310418</c:v>
                </c:pt>
                <c:pt idx="193">
                  <c:v>2.6249852</c:v>
                </c:pt>
                <c:pt idx="194">
                  <c:v>2.6159525</c:v>
                </c:pt>
                <c:pt idx="195">
                  <c:v>2.6043896</c:v>
                </c:pt>
                <c:pt idx="196">
                  <c:v>2.5905438</c:v>
                </c:pt>
                <c:pt idx="197">
                  <c:v>2.5745567</c:v>
                </c:pt>
                <c:pt idx="198">
                  <c:v>2.5566473</c:v>
                </c:pt>
                <c:pt idx="199">
                  <c:v>2.5370885</c:v>
                </c:pt>
                <c:pt idx="200">
                  <c:v>2.5161325</c:v>
                </c:pt>
                <c:pt idx="201">
                  <c:v>2.4991527</c:v>
                </c:pt>
                <c:pt idx="202">
                  <c:v>2.4845971</c:v>
                </c:pt>
                <c:pt idx="203">
                  <c:v>2.4737455</c:v>
                </c:pt>
                <c:pt idx="204">
                  <c:v>2.4729495</c:v>
                </c:pt>
                <c:pt idx="205">
                  <c:v>2.471641</c:v>
                </c:pt>
                <c:pt idx="206">
                  <c:v>2.4700582</c:v>
                </c:pt>
                <c:pt idx="207">
                  <c:v>2.473711</c:v>
                </c:pt>
                <c:pt idx="208">
                  <c:v>2.4817476</c:v>
                </c:pt>
                <c:pt idx="209">
                  <c:v>2.4901676</c:v>
                </c:pt>
                <c:pt idx="210">
                  <c:v>2.4987442</c:v>
                </c:pt>
                <c:pt idx="211">
                  <c:v>2.5075347</c:v>
                </c:pt>
                <c:pt idx="212">
                  <c:v>2.5165478</c:v>
                </c:pt>
                <c:pt idx="213">
                  <c:v>2.5257774</c:v>
                </c:pt>
                <c:pt idx="214">
                  <c:v>2.5352312</c:v>
                </c:pt>
                <c:pt idx="215">
                  <c:v>2.5449142</c:v>
                </c:pt>
                <c:pt idx="216">
                  <c:v>2.5539699</c:v>
                </c:pt>
                <c:pt idx="217">
                  <c:v>2.5642903</c:v>
                </c:pt>
                <c:pt idx="218">
                  <c:v>2.5745991</c:v>
                </c:pt>
                <c:pt idx="219">
                  <c:v>2.5849823</c:v>
                </c:pt>
                <c:pt idx="220">
                  <c:v>2.6191942</c:v>
                </c:pt>
                <c:pt idx="221">
                  <c:v>2.6285977</c:v>
                </c:pt>
                <c:pt idx="222">
                  <c:v>2.6376426</c:v>
                </c:pt>
                <c:pt idx="223">
                  <c:v>2.6464549</c:v>
                </c:pt>
                <c:pt idx="224">
                  <c:v>2.6552781</c:v>
                </c:pt>
                <c:pt idx="225">
                  <c:v>2.6645193</c:v>
                </c:pt>
                <c:pt idx="226">
                  <c:v>2.6740773</c:v>
                </c:pt>
                <c:pt idx="227">
                  <c:v>2.6840446</c:v>
                </c:pt>
                <c:pt idx="228">
                  <c:v>2.694471</c:v>
                </c:pt>
                <c:pt idx="229">
                  <c:v>2.7053819</c:v>
                </c:pt>
                <c:pt idx="230">
                  <c:v>2.7167921</c:v>
                </c:pt>
                <c:pt idx="231">
                  <c:v>2.7287194</c:v>
                </c:pt>
                <c:pt idx="232">
                  <c:v>2.7411805</c:v>
                </c:pt>
                <c:pt idx="233">
                  <c:v>2.7594808</c:v>
                </c:pt>
                <c:pt idx="234">
                  <c:v>2.7798392</c:v>
                </c:pt>
                <c:pt idx="235">
                  <c:v>2.815895</c:v>
                </c:pt>
                <c:pt idx="236">
                  <c:v>2.8312207</c:v>
                </c:pt>
                <c:pt idx="237">
                  <c:v>2.8480107</c:v>
                </c:pt>
                <c:pt idx="238">
                  <c:v>2.8661432</c:v>
                </c:pt>
                <c:pt idx="239">
                  <c:v>2.8857919</c:v>
                </c:pt>
                <c:pt idx="240">
                  <c:v>2.9076641</c:v>
                </c:pt>
                <c:pt idx="241">
                  <c:v>2.9454577</c:v>
                </c:pt>
                <c:pt idx="242">
                  <c:v>2.9929263</c:v>
                </c:pt>
                <c:pt idx="243">
                  <c:v>3.0362497</c:v>
                </c:pt>
                <c:pt idx="244">
                  <c:v>3.0791186</c:v>
                </c:pt>
                <c:pt idx="245">
                  <c:v>3.1211275</c:v>
                </c:pt>
                <c:pt idx="246">
                  <c:v>3.1616758</c:v>
                </c:pt>
                <c:pt idx="247">
                  <c:v>3.2002218</c:v>
                </c:pt>
                <c:pt idx="248">
                  <c:v>3.2362879</c:v>
                </c:pt>
                <c:pt idx="249">
                  <c:v>3.2693601</c:v>
                </c:pt>
                <c:pt idx="250">
                  <c:v>3.2992438</c:v>
                </c:pt>
                <c:pt idx="251">
                  <c:v>3.3257829</c:v>
                </c:pt>
                <c:pt idx="252">
                  <c:v>3.3488833</c:v>
                </c:pt>
                <c:pt idx="253">
                  <c:v>3.3684836</c:v>
                </c:pt>
                <c:pt idx="254">
                  <c:v>3.3845519</c:v>
                </c:pt>
                <c:pt idx="255">
                  <c:v>3.3970949</c:v>
                </c:pt>
                <c:pt idx="256">
                  <c:v>3.4061472</c:v>
                </c:pt>
                <c:pt idx="257">
                  <c:v>3.4117703</c:v>
                </c:pt>
                <c:pt idx="258">
                  <c:v>3.4140477</c:v>
                </c:pt>
                <c:pt idx="259">
                  <c:v>3.4130809</c:v>
                </c:pt>
                <c:pt idx="260">
                  <c:v>3.4089861</c:v>
                </c:pt>
                <c:pt idx="261">
                  <c:v>3.4018914</c:v>
                </c:pt>
                <c:pt idx="262">
                  <c:v>3.3919306</c:v>
                </c:pt>
                <c:pt idx="263">
                  <c:v>3.3792434</c:v>
                </c:pt>
                <c:pt idx="264">
                  <c:v>3.3639774</c:v>
                </c:pt>
                <c:pt idx="265">
                  <c:v>3.3462834</c:v>
                </c:pt>
                <c:pt idx="266">
                  <c:v>3.3263086</c:v>
                </c:pt>
                <c:pt idx="267">
                  <c:v>3.304196</c:v>
                </c:pt>
                <c:pt idx="268">
                  <c:v>3.2800781</c:v>
                </c:pt>
                <c:pt idx="269">
                  <c:v>3.2540746</c:v>
                </c:pt>
                <c:pt idx="270">
                  <c:v>3.2262927</c:v>
                </c:pt>
                <c:pt idx="271">
                  <c:v>3.1968283</c:v>
                </c:pt>
                <c:pt idx="272">
                  <c:v>3.1657501</c:v>
                </c:pt>
                <c:pt idx="273">
                  <c:v>3.1330999</c:v>
                </c:pt>
                <c:pt idx="274">
                  <c:v>3.0989251</c:v>
                </c:pt>
                <c:pt idx="275">
                  <c:v>3.0633109</c:v>
                </c:pt>
                <c:pt idx="276">
                  <c:v>3.0263721</c:v>
                </c:pt>
                <c:pt idx="277">
                  <c:v>2.988234</c:v>
                </c:pt>
                <c:pt idx="278">
                  <c:v>2.9490334</c:v>
                </c:pt>
                <c:pt idx="279">
                  <c:v>2.9088895</c:v>
                </c:pt>
                <c:pt idx="280">
                  <c:v>2.86794</c:v>
                </c:pt>
                <c:pt idx="281">
                  <c:v>2.8263132</c:v>
                </c:pt>
                <c:pt idx="282">
                  <c:v>2.7841048</c:v>
                </c:pt>
                <c:pt idx="283">
                  <c:v>2.7413947</c:v>
                </c:pt>
                <c:pt idx="284">
                  <c:v>2.7288399</c:v>
                </c:pt>
                <c:pt idx="285">
                  <c:v>2.7289027</c:v>
                </c:pt>
                <c:pt idx="286">
                  <c:v>2.7270408</c:v>
                </c:pt>
                <c:pt idx="287">
                  <c:v>2.7232462</c:v>
                </c:pt>
                <c:pt idx="288">
                  <c:v>2.7236371</c:v>
                </c:pt>
                <c:pt idx="289">
                  <c:v>2.7333792</c:v>
                </c:pt>
                <c:pt idx="290">
                  <c:v>2.7415653</c:v>
                </c:pt>
                <c:pt idx="291">
                  <c:v>2.7481933</c:v>
                </c:pt>
                <c:pt idx="292">
                  <c:v>2.7532624</c:v>
                </c:pt>
                <c:pt idx="293">
                  <c:v>2.7567802</c:v>
                </c:pt>
                <c:pt idx="294">
                  <c:v>2.7587269</c:v>
                </c:pt>
                <c:pt idx="295">
                  <c:v>2.7591524</c:v>
                </c:pt>
                <c:pt idx="296">
                  <c:v>2.758074</c:v>
                </c:pt>
                <c:pt idx="297">
                  <c:v>2.7555146</c:v>
                </c:pt>
                <c:pt idx="298">
                  <c:v>2.7515022</c:v>
                </c:pt>
                <c:pt idx="299">
                  <c:v>2.7460703</c:v>
                </c:pt>
                <c:pt idx="300">
                  <c:v>2.7392575</c:v>
                </c:pt>
                <c:pt idx="301">
                  <c:v>2.7311054</c:v>
                </c:pt>
                <c:pt idx="302">
                  <c:v>2.7216576</c:v>
                </c:pt>
                <c:pt idx="303">
                  <c:v>2.710969</c:v>
                </c:pt>
                <c:pt idx="304">
                  <c:v>2.699094</c:v>
                </c:pt>
                <c:pt idx="305">
                  <c:v>2.6861153</c:v>
                </c:pt>
                <c:pt idx="306">
                  <c:v>2.6720924</c:v>
                </c:pt>
                <c:pt idx="307">
                  <c:v>2.6570853</c:v>
                </c:pt>
                <c:pt idx="308">
                  <c:v>2.6411548</c:v>
                </c:pt>
                <c:pt idx="309">
                  <c:v>2.6243632</c:v>
                </c:pt>
                <c:pt idx="310">
                  <c:v>2.6067757</c:v>
                </c:pt>
                <c:pt idx="311">
                  <c:v>2.5884595</c:v>
                </c:pt>
                <c:pt idx="312">
                  <c:v>2.5694779</c:v>
                </c:pt>
                <c:pt idx="313">
                  <c:v>2.5498969</c:v>
                </c:pt>
                <c:pt idx="314">
                  <c:v>2.5297685</c:v>
                </c:pt>
                <c:pt idx="315">
                  <c:v>2.5091431</c:v>
                </c:pt>
                <c:pt idx="316">
                  <c:v>2.4880691</c:v>
                </c:pt>
                <c:pt idx="317">
                  <c:v>2.4665979</c:v>
                </c:pt>
                <c:pt idx="318">
                  <c:v>2.4514849</c:v>
                </c:pt>
                <c:pt idx="319">
                  <c:v>2.4556468</c:v>
                </c:pt>
                <c:pt idx="320">
                  <c:v>2.4585573</c:v>
                </c:pt>
                <c:pt idx="321">
                  <c:v>2.4602396</c:v>
                </c:pt>
                <c:pt idx="322">
                  <c:v>2.4607173</c:v>
                </c:pt>
                <c:pt idx="323">
                  <c:v>2.4600156</c:v>
                </c:pt>
                <c:pt idx="324">
                  <c:v>2.4581599</c:v>
                </c:pt>
                <c:pt idx="325">
                  <c:v>2.4551781</c:v>
                </c:pt>
                <c:pt idx="326">
                  <c:v>2.4511008</c:v>
                </c:pt>
                <c:pt idx="327">
                  <c:v>2.4459606</c:v>
                </c:pt>
                <c:pt idx="328">
                  <c:v>2.4397938</c:v>
                </c:pt>
                <c:pt idx="329">
                  <c:v>2.4326369</c:v>
                </c:pt>
                <c:pt idx="330">
                  <c:v>2.4245262</c:v>
                </c:pt>
                <c:pt idx="331">
                  <c:v>2.415497</c:v>
                </c:pt>
                <c:pt idx="332">
                  <c:v>2.4055843</c:v>
                </c:pt>
                <c:pt idx="333">
                  <c:v>2.3948142</c:v>
                </c:pt>
                <c:pt idx="334">
                  <c:v>2.3832204</c:v>
                </c:pt>
                <c:pt idx="335">
                  <c:v>2.3708395</c:v>
                </c:pt>
                <c:pt idx="336">
                  <c:v>2.357708</c:v>
                </c:pt>
                <c:pt idx="337">
                  <c:v>2.3638776</c:v>
                </c:pt>
                <c:pt idx="338">
                  <c:v>2.3833091</c:v>
                </c:pt>
                <c:pt idx="339">
                  <c:v>2.4023485</c:v>
                </c:pt>
                <c:pt idx="340">
                  <c:v>2.4197426</c:v>
                </c:pt>
                <c:pt idx="341">
                  <c:v>2.4296902</c:v>
                </c:pt>
                <c:pt idx="342">
                  <c:v>2.4262449</c:v>
                </c:pt>
                <c:pt idx="343">
                  <c:v>2.4250277</c:v>
                </c:pt>
                <c:pt idx="344">
                  <c:v>2.422417</c:v>
                </c:pt>
                <c:pt idx="345">
                  <c:v>2.4165296</c:v>
                </c:pt>
                <c:pt idx="346">
                  <c:v>2.4066627</c:v>
                </c:pt>
                <c:pt idx="347">
                  <c:v>2.3928158</c:v>
                </c:pt>
                <c:pt idx="348">
                  <c:v>2.375343</c:v>
                </c:pt>
                <c:pt idx="349">
                  <c:v>2.3547384</c:v>
                </c:pt>
                <c:pt idx="350">
                  <c:v>2.3315177</c:v>
                </c:pt>
                <c:pt idx="351">
                  <c:v>2.3061624</c:v>
                </c:pt>
                <c:pt idx="352">
                  <c:v>2.2790966</c:v>
                </c:pt>
                <c:pt idx="353">
                  <c:v>2.2506826</c:v>
                </c:pt>
                <c:pt idx="354">
                  <c:v>2.221224</c:v>
                </c:pt>
                <c:pt idx="355">
                  <c:v>2.1909718</c:v>
                </c:pt>
                <c:pt idx="356">
                  <c:v>2.1601338</c:v>
                </c:pt>
                <c:pt idx="357">
                  <c:v>2.1428617</c:v>
                </c:pt>
                <c:pt idx="358">
                  <c:v>2.1386115</c:v>
                </c:pt>
                <c:pt idx="359">
                  <c:v>2.1340328</c:v>
                </c:pt>
                <c:pt idx="360">
                  <c:v>2.1291231</c:v>
                </c:pt>
                <c:pt idx="361">
                  <c:v>2.1238836</c:v>
                </c:pt>
                <c:pt idx="362">
                  <c:v>2.1183148</c:v>
                </c:pt>
                <c:pt idx="363">
                  <c:v>2.1124177</c:v>
                </c:pt>
                <c:pt idx="364">
                  <c:v>2.1061943</c:v>
                </c:pt>
                <c:pt idx="365">
                  <c:v>2.099647</c:v>
                </c:pt>
                <c:pt idx="366">
                  <c:v>2.092779</c:v>
                </c:pt>
                <c:pt idx="367">
                  <c:v>2.0855807</c:v>
                </c:pt>
                <c:pt idx="368">
                  <c:v>2.0780511</c:v>
                </c:pt>
                <c:pt idx="369">
                  <c:v>2.0701954</c:v>
                </c:pt>
                <c:pt idx="370">
                  <c:v>2.0620221</c:v>
                </c:pt>
                <c:pt idx="371">
                  <c:v>2.0535434</c:v>
                </c:pt>
                <c:pt idx="372">
                  <c:v>2.0447697</c:v>
                </c:pt>
                <c:pt idx="373">
                  <c:v>2.0357103</c:v>
                </c:pt>
                <c:pt idx="374">
                  <c:v>2.0263751</c:v>
                </c:pt>
                <c:pt idx="375">
                  <c:v>2.0270986</c:v>
                </c:pt>
                <c:pt idx="376">
                  <c:v>2.0305645</c:v>
                </c:pt>
                <c:pt idx="377">
                  <c:v>2.0340182</c:v>
                </c:pt>
                <c:pt idx="378">
                  <c:v>2.0374603</c:v>
                </c:pt>
                <c:pt idx="379">
                  <c:v>2.0408918</c:v>
                </c:pt>
                <c:pt idx="380">
                  <c:v>2.0443134</c:v>
                </c:pt>
                <c:pt idx="381">
                  <c:v>2.047726</c:v>
                </c:pt>
                <c:pt idx="382">
                  <c:v>2.0511307</c:v>
                </c:pt>
                <c:pt idx="383">
                  <c:v>2.0545287</c:v>
                </c:pt>
                <c:pt idx="384">
                  <c:v>2.0579207</c:v>
                </c:pt>
                <c:pt idx="385">
                  <c:v>2.0613079</c:v>
                </c:pt>
                <c:pt idx="386">
                  <c:v>2.0646908</c:v>
                </c:pt>
                <c:pt idx="387">
                  <c:v>2.0680692</c:v>
                </c:pt>
                <c:pt idx="388">
                  <c:v>2.0714558</c:v>
                </c:pt>
                <c:pt idx="389">
                  <c:v>2.0748504</c:v>
                </c:pt>
                <c:pt idx="390">
                  <c:v>2.078252</c:v>
                </c:pt>
                <c:pt idx="391">
                  <c:v>2.0816635</c:v>
                </c:pt>
                <c:pt idx="392">
                  <c:v>2.0850688</c:v>
                </c:pt>
                <c:pt idx="393">
                  <c:v>2.0884553</c:v>
                </c:pt>
                <c:pt idx="394">
                  <c:v>2.0918214</c:v>
                </c:pt>
                <c:pt idx="395">
                  <c:v>2.0951637</c:v>
                </c:pt>
                <c:pt idx="396">
                  <c:v>2.098475</c:v>
                </c:pt>
                <c:pt idx="397">
                  <c:v>2.1017407</c:v>
                </c:pt>
                <c:pt idx="398">
                  <c:v>2.1049478</c:v>
                </c:pt>
                <c:pt idx="399">
                  <c:v>2.1081001</c:v>
                </c:pt>
                <c:pt idx="400">
                  <c:v>2.1112006</c:v>
                </c:pt>
                <c:pt idx="401">
                  <c:v>2.114252</c:v>
                </c:pt>
                <c:pt idx="402">
                  <c:v>2.1172567</c:v>
                </c:pt>
                <c:pt idx="403">
                  <c:v>2.1202168</c:v>
                </c:pt>
                <c:pt idx="404">
                  <c:v>2.1231336</c:v>
                </c:pt>
                <c:pt idx="405">
                  <c:v>2.1260077</c:v>
                </c:pt>
                <c:pt idx="406">
                  <c:v>2.1288358</c:v>
                </c:pt>
                <c:pt idx="407">
                  <c:v>2.1316278</c:v>
                </c:pt>
                <c:pt idx="408">
                  <c:v>2.1343876</c:v>
                </c:pt>
                <c:pt idx="409">
                  <c:v>2.1371184</c:v>
                </c:pt>
                <c:pt idx="410">
                  <c:v>2.1398223</c:v>
                </c:pt>
                <c:pt idx="411">
                  <c:v>2.1425013</c:v>
                </c:pt>
                <c:pt idx="412">
                  <c:v>2.1451569</c:v>
                </c:pt>
                <c:pt idx="413">
                  <c:v>2.1477906</c:v>
                </c:pt>
                <c:pt idx="414">
                  <c:v>2.1504035</c:v>
                </c:pt>
                <c:pt idx="415">
                  <c:v>2.1529963</c:v>
                </c:pt>
                <c:pt idx="416">
                  <c:v>2.1555707</c:v>
                </c:pt>
                <c:pt idx="417">
                  <c:v>2.1581276</c:v>
                </c:pt>
                <c:pt idx="418">
                  <c:v>2.1606679</c:v>
                </c:pt>
                <c:pt idx="419">
                  <c:v>2.1631925</c:v>
                </c:pt>
                <c:pt idx="420">
                  <c:v>2.1657024</c:v>
                </c:pt>
                <c:pt idx="421">
                  <c:v>2.1681982</c:v>
                </c:pt>
                <c:pt idx="422">
                  <c:v>2.1706804</c:v>
                </c:pt>
                <c:pt idx="423">
                  <c:v>2.173149</c:v>
                </c:pt>
                <c:pt idx="424">
                  <c:v>2.1756059</c:v>
                </c:pt>
                <c:pt idx="425">
                  <c:v>2.1780516</c:v>
                </c:pt>
                <c:pt idx="426">
                  <c:v>2.1804874</c:v>
                </c:pt>
                <c:pt idx="427">
                  <c:v>2.1829146</c:v>
                </c:pt>
                <c:pt idx="428">
                  <c:v>2.1853269</c:v>
                </c:pt>
                <c:pt idx="429">
                  <c:v>2.1877251</c:v>
                </c:pt>
                <c:pt idx="430">
                  <c:v>2.1901099</c:v>
                </c:pt>
                <c:pt idx="431">
                  <c:v>2.1924818</c:v>
                </c:pt>
                <c:pt idx="432">
                  <c:v>2.1948544</c:v>
                </c:pt>
                <c:pt idx="433">
                  <c:v>2.1972187</c:v>
                </c:pt>
                <c:pt idx="434">
                  <c:v>2.1995708</c:v>
                </c:pt>
                <c:pt idx="435">
                  <c:v>2.2019115</c:v>
                </c:pt>
                <c:pt idx="436">
                  <c:v>2.2042413</c:v>
                </c:pt>
                <c:pt idx="437">
                  <c:v>2.2065607</c:v>
                </c:pt>
                <c:pt idx="438">
                  <c:v>2.2088701</c:v>
                </c:pt>
                <c:pt idx="439">
                  <c:v>2.21117</c:v>
                </c:pt>
                <c:pt idx="440">
                  <c:v>2.2134601</c:v>
                </c:pt>
                <c:pt idx="441">
                  <c:v>2.2157408</c:v>
                </c:pt>
                <c:pt idx="442">
                  <c:v>2.2180105</c:v>
                </c:pt>
                <c:pt idx="443">
                  <c:v>2.2202703</c:v>
                </c:pt>
                <c:pt idx="444">
                  <c:v>2.2225254</c:v>
                </c:pt>
                <c:pt idx="445">
                  <c:v>2.2247748</c:v>
                </c:pt>
                <c:pt idx="446">
                  <c:v>2.2270176</c:v>
                </c:pt>
                <c:pt idx="447">
                  <c:v>2.2292531</c:v>
                </c:pt>
                <c:pt idx="448">
                  <c:v>2.231481</c:v>
                </c:pt>
                <c:pt idx="449">
                  <c:v>2.2337012</c:v>
                </c:pt>
                <c:pt idx="450">
                  <c:v>2.23591</c:v>
                </c:pt>
                <c:pt idx="451">
                  <c:v>2.2381118</c:v>
                </c:pt>
                <c:pt idx="452">
                  <c:v>2.2403069</c:v>
                </c:pt>
                <c:pt idx="453">
                  <c:v>2.2424955</c:v>
                </c:pt>
                <c:pt idx="454">
                  <c:v>2.2446778</c:v>
                </c:pt>
                <c:pt idx="455">
                  <c:v>2.2468517</c:v>
                </c:pt>
                <c:pt idx="456">
                  <c:v>2.2490202</c:v>
                </c:pt>
                <c:pt idx="457">
                  <c:v>2.2511827</c:v>
                </c:pt>
                <c:pt idx="458">
                  <c:v>2.2533396</c:v>
                </c:pt>
                <c:pt idx="459">
                  <c:v>2.2554909</c:v>
                </c:pt>
                <c:pt idx="460">
                  <c:v>2.2576366</c:v>
                </c:pt>
                <c:pt idx="461">
                  <c:v>2.2597764</c:v>
                </c:pt>
                <c:pt idx="462">
                  <c:v>2.2619107</c:v>
                </c:pt>
                <c:pt idx="463">
                  <c:v>2.2640404</c:v>
                </c:pt>
                <c:pt idx="464">
                  <c:v>2.2661646</c:v>
                </c:pt>
                <c:pt idx="465">
                  <c:v>2.2682838</c:v>
                </c:pt>
                <c:pt idx="466">
                  <c:v>2.2703982</c:v>
                </c:pt>
                <c:pt idx="467">
                  <c:v>2.2725047</c:v>
                </c:pt>
                <c:pt idx="468">
                  <c:v>2.2773559</c:v>
                </c:pt>
                <c:pt idx="469">
                  <c:v>2.2893065</c:v>
                </c:pt>
                <c:pt idx="470">
                  <c:v>2.3008888</c:v>
                </c:pt>
                <c:pt idx="471">
                  <c:v>2.3121588</c:v>
                </c:pt>
                <c:pt idx="472">
                  <c:v>2.3234047</c:v>
                </c:pt>
                <c:pt idx="473">
                  <c:v>2.3348358</c:v>
                </c:pt>
                <c:pt idx="474">
                  <c:v>2.3464805</c:v>
                </c:pt>
                <c:pt idx="475">
                  <c:v>2.3583874</c:v>
                </c:pt>
                <c:pt idx="476">
                  <c:v>2.3705775</c:v>
                </c:pt>
                <c:pt idx="477">
                  <c:v>2.3831424</c:v>
                </c:pt>
                <c:pt idx="478">
                  <c:v>2.3961763</c:v>
                </c:pt>
                <c:pt idx="479">
                  <c:v>2.4097439</c:v>
                </c:pt>
                <c:pt idx="480">
                  <c:v>2.4238082</c:v>
                </c:pt>
                <c:pt idx="481">
                  <c:v>2.4375703</c:v>
                </c:pt>
                <c:pt idx="482">
                  <c:v>2.4513746</c:v>
                </c:pt>
                <c:pt idx="483">
                  <c:v>2.4652554</c:v>
                </c:pt>
                <c:pt idx="484">
                  <c:v>2.4791816</c:v>
                </c:pt>
                <c:pt idx="485">
                  <c:v>2.4931083</c:v>
                </c:pt>
                <c:pt idx="486">
                  <c:v>2.5066011</c:v>
                </c:pt>
                <c:pt idx="487">
                  <c:v>2.5198075</c:v>
                </c:pt>
                <c:pt idx="488">
                  <c:v>2.5331769</c:v>
                </c:pt>
                <c:pt idx="489">
                  <c:v>2.5466245</c:v>
                </c:pt>
                <c:pt idx="490">
                  <c:v>2.5600885</c:v>
                </c:pt>
                <c:pt idx="491">
                  <c:v>2.5735224</c:v>
                </c:pt>
                <c:pt idx="492">
                  <c:v>2.5868927</c:v>
                </c:pt>
                <c:pt idx="493">
                  <c:v>2.6001777</c:v>
                </c:pt>
                <c:pt idx="494">
                  <c:v>2.6133651</c:v>
                </c:pt>
                <c:pt idx="495">
                  <c:v>2.6264458</c:v>
                </c:pt>
                <c:pt idx="496">
                  <c:v>2.6394155</c:v>
                </c:pt>
                <c:pt idx="497">
                  <c:v>2.6522619</c:v>
                </c:pt>
                <c:pt idx="498">
                  <c:v>2.6650081</c:v>
                </c:pt>
                <c:pt idx="499">
                  <c:v>2.6776479</c:v>
                </c:pt>
                <c:pt idx="500">
                  <c:v>2.6901861</c:v>
                </c:pt>
                <c:pt idx="501">
                  <c:v>2.702628</c:v>
                </c:pt>
                <c:pt idx="502">
                  <c:v>2.7149596</c:v>
                </c:pt>
                <c:pt idx="503">
                  <c:v>2.7271759</c:v>
                </c:pt>
                <c:pt idx="504">
                  <c:v>2.7392766</c:v>
                </c:pt>
                <c:pt idx="505">
                  <c:v>2.7512555</c:v>
                </c:pt>
                <c:pt idx="506">
                  <c:v>2.7631587</c:v>
                </c:pt>
                <c:pt idx="507">
                  <c:v>2.7749786</c:v>
                </c:pt>
                <c:pt idx="508">
                  <c:v>2.7867157</c:v>
                </c:pt>
                <c:pt idx="509">
                  <c:v>2.7982004</c:v>
                </c:pt>
                <c:pt idx="510">
                  <c:v>2.8094618</c:v>
                </c:pt>
                <c:pt idx="511">
                  <c:v>2.8204983</c:v>
                </c:pt>
                <c:pt idx="512">
                  <c:v>2.8313082</c:v>
                </c:pt>
                <c:pt idx="513">
                  <c:v>2.8419888</c:v>
                </c:pt>
                <c:pt idx="514">
                  <c:v>2.8524795</c:v>
                </c:pt>
                <c:pt idx="515">
                  <c:v>2.86277</c:v>
                </c:pt>
                <c:pt idx="516">
                  <c:v>2.8728577</c:v>
                </c:pt>
                <c:pt idx="517">
                  <c:v>2.8827395</c:v>
                </c:pt>
                <c:pt idx="518">
                  <c:v>2.8924101</c:v>
                </c:pt>
                <c:pt idx="519">
                  <c:v>2.9018656</c:v>
                </c:pt>
                <c:pt idx="520">
                  <c:v>2.9111062</c:v>
                </c:pt>
                <c:pt idx="521">
                  <c:v>2.9201279</c:v>
                </c:pt>
                <c:pt idx="522">
                  <c:v>2.9289502</c:v>
                </c:pt>
                <c:pt idx="523">
                  <c:v>2.937596</c:v>
                </c:pt>
                <c:pt idx="524">
                  <c:v>2.946037</c:v>
                </c:pt>
                <c:pt idx="525">
                  <c:v>2.9542715</c:v>
                </c:pt>
                <c:pt idx="526">
                  <c:v>2.9623025</c:v>
                </c:pt>
                <c:pt idx="527">
                  <c:v>2.9701277</c:v>
                </c:pt>
                <c:pt idx="528">
                  <c:v>2.9777494</c:v>
                </c:pt>
                <c:pt idx="529">
                  <c:v>2.9851654</c:v>
                </c:pt>
                <c:pt idx="530">
                  <c:v>2.9923799</c:v>
                </c:pt>
                <c:pt idx="531">
                  <c:v>2.9994743</c:v>
                </c:pt>
                <c:pt idx="532">
                  <c:v>3.0063778</c:v>
                </c:pt>
                <c:pt idx="533">
                  <c:v>3.0130975</c:v>
                </c:pt>
                <c:pt idx="534">
                  <c:v>3.0196392</c:v>
                </c:pt>
                <c:pt idx="535">
                  <c:v>3.0260099</c:v>
                </c:pt>
                <c:pt idx="536">
                  <c:v>3.0322364</c:v>
                </c:pt>
                <c:pt idx="537">
                  <c:v>3.0383864</c:v>
                </c:pt>
                <c:pt idx="538">
                  <c:v>3.0443958</c:v>
                </c:pt>
                <c:pt idx="539">
                  <c:v>3.0502743</c:v>
                </c:pt>
                <c:pt idx="540">
                  <c:v>3.0560214</c:v>
                </c:pt>
                <c:pt idx="541">
                  <c:v>3.0585332</c:v>
                </c:pt>
                <c:pt idx="542">
                  <c:v>3.0611551</c:v>
                </c:pt>
                <c:pt idx="543">
                  <c:v>3.0646709</c:v>
                </c:pt>
                <c:pt idx="544">
                  <c:v>3.0688405</c:v>
                </c:pt>
                <c:pt idx="545">
                  <c:v>3.0734632</c:v>
                </c:pt>
                <c:pt idx="546">
                  <c:v>3.0783871</c:v>
                </c:pt>
                <c:pt idx="547">
                  <c:v>3.0835441</c:v>
                </c:pt>
                <c:pt idx="548">
                  <c:v>3.0859419</c:v>
                </c:pt>
                <c:pt idx="549">
                  <c:v>3.088043</c:v>
                </c:pt>
                <c:pt idx="550">
                  <c:v>3.0904256</c:v>
                </c:pt>
                <c:pt idx="551">
                  <c:v>3.0930005</c:v>
                </c:pt>
                <c:pt idx="552">
                  <c:v>3.0955968</c:v>
                </c:pt>
                <c:pt idx="553">
                  <c:v>3.0982353</c:v>
                </c:pt>
                <c:pt idx="554">
                  <c:v>3.1011632</c:v>
                </c:pt>
                <c:pt idx="555">
                  <c:v>3.1048883</c:v>
                </c:pt>
                <c:pt idx="556">
                  <c:v>3.1093731</c:v>
                </c:pt>
                <c:pt idx="557">
                  <c:v>3.114456</c:v>
                </c:pt>
                <c:pt idx="558">
                  <c:v>3.1199747</c:v>
                </c:pt>
                <c:pt idx="559">
                  <c:v>3.1236359</c:v>
                </c:pt>
                <c:pt idx="560">
                  <c:v>3.1274434</c:v>
                </c:pt>
                <c:pt idx="561">
                  <c:v>3.1315072</c:v>
                </c:pt>
                <c:pt idx="562">
                  <c:v>3.1358642</c:v>
                </c:pt>
                <c:pt idx="563">
                  <c:v>3.140448</c:v>
                </c:pt>
                <c:pt idx="564">
                  <c:v>3.1452067</c:v>
                </c:pt>
                <c:pt idx="565">
                  <c:v>3.1499409</c:v>
                </c:pt>
                <c:pt idx="566">
                  <c:v>3.1547424</c:v>
                </c:pt>
                <c:pt idx="567">
                  <c:v>3.1595464</c:v>
                </c:pt>
                <c:pt idx="568">
                  <c:v>3.1644608</c:v>
                </c:pt>
                <c:pt idx="569">
                  <c:v>3.1697955</c:v>
                </c:pt>
                <c:pt idx="570">
                  <c:v>3.1755</c:v>
                </c:pt>
                <c:pt idx="571">
                  <c:v>3.1812815</c:v>
                </c:pt>
                <c:pt idx="572">
                  <c:v>3.1876079</c:v>
                </c:pt>
                <c:pt idx="573">
                  <c:v>3.1943479</c:v>
                </c:pt>
                <c:pt idx="574">
                  <c:v>3.2014662</c:v>
                </c:pt>
                <c:pt idx="575">
                  <c:v>3.2090176</c:v>
                </c:pt>
                <c:pt idx="576">
                  <c:v>3.2168762</c:v>
                </c:pt>
                <c:pt idx="577">
                  <c:v>3.2253398</c:v>
                </c:pt>
                <c:pt idx="578">
                  <c:v>3.2337534</c:v>
                </c:pt>
                <c:pt idx="579">
                  <c:v>3.241676</c:v>
                </c:pt>
                <c:pt idx="580">
                  <c:v>3.2493881</c:v>
                </c:pt>
                <c:pt idx="581">
                  <c:v>3.257011</c:v>
                </c:pt>
                <c:pt idx="582">
                  <c:v>3.2653044</c:v>
                </c:pt>
                <c:pt idx="583">
                  <c:v>3.2743369</c:v>
                </c:pt>
                <c:pt idx="584">
                  <c:v>3.2839462</c:v>
                </c:pt>
                <c:pt idx="585">
                  <c:v>3.2922153</c:v>
                </c:pt>
                <c:pt idx="586">
                  <c:v>3.3016953</c:v>
                </c:pt>
                <c:pt idx="587">
                  <c:v>3.3116525</c:v>
                </c:pt>
                <c:pt idx="588">
                  <c:v>3.3220032</c:v>
                </c:pt>
                <c:pt idx="589">
                  <c:v>3.3326713</c:v>
                </c:pt>
                <c:pt idx="590">
                  <c:v>3.3435482</c:v>
                </c:pt>
                <c:pt idx="591">
                  <c:v>3.354598</c:v>
                </c:pt>
                <c:pt idx="592">
                  <c:v>3.3657777</c:v>
                </c:pt>
                <c:pt idx="593">
                  <c:v>3.3770539</c:v>
                </c:pt>
                <c:pt idx="594">
                  <c:v>3.3884028</c:v>
                </c:pt>
                <c:pt idx="595">
                  <c:v>3.3998067</c:v>
                </c:pt>
                <c:pt idx="596">
                  <c:v>3.4113062</c:v>
                </c:pt>
                <c:pt idx="597">
                  <c:v>3.4228967</c:v>
                </c:pt>
                <c:pt idx="598">
                  <c:v>3.4345395</c:v>
                </c:pt>
                <c:pt idx="599">
                  <c:v>3.4462006</c:v>
                </c:pt>
                <c:pt idx="600">
                  <c:v>3.4578576</c:v>
                </c:pt>
                <c:pt idx="601">
                  <c:v>3.4694606</c:v>
                </c:pt>
                <c:pt idx="602">
                  <c:v>3.479856</c:v>
                </c:pt>
                <c:pt idx="603">
                  <c:v>3.4894146</c:v>
                </c:pt>
                <c:pt idx="604">
                  <c:v>3.4985068</c:v>
                </c:pt>
                <c:pt idx="605">
                  <c:v>3.5079942</c:v>
                </c:pt>
                <c:pt idx="606">
                  <c:v>3.5178776</c:v>
                </c:pt>
                <c:pt idx="607">
                  <c:v>3.5283022</c:v>
                </c:pt>
                <c:pt idx="608">
                  <c:v>3.5389914</c:v>
                </c:pt>
                <c:pt idx="609">
                  <c:v>3.5501823</c:v>
                </c:pt>
                <c:pt idx="610">
                  <c:v>3.5615116</c:v>
                </c:pt>
                <c:pt idx="611">
                  <c:v>3.5729664</c:v>
                </c:pt>
                <c:pt idx="612">
                  <c:v>3.5843639</c:v>
                </c:pt>
                <c:pt idx="613">
                  <c:v>3.5955595</c:v>
                </c:pt>
                <c:pt idx="614">
                  <c:v>3.6065082</c:v>
                </c:pt>
                <c:pt idx="615">
                  <c:v>3.6172181</c:v>
                </c:pt>
                <c:pt idx="616">
                  <c:v>3.6282112</c:v>
                </c:pt>
                <c:pt idx="617">
                  <c:v>3.6395774</c:v>
                </c:pt>
                <c:pt idx="618">
                  <c:v>3.6515081</c:v>
                </c:pt>
                <c:pt idx="619">
                  <c:v>3.663539</c:v>
                </c:pt>
                <c:pt idx="620">
                  <c:v>3.6755224</c:v>
                </c:pt>
                <c:pt idx="621">
                  <c:v>3.6873855</c:v>
                </c:pt>
                <c:pt idx="622">
                  <c:v>3.7008665</c:v>
                </c:pt>
                <c:pt idx="623">
                  <c:v>3.7134007</c:v>
                </c:pt>
                <c:pt idx="624">
                  <c:v>3.7254405</c:v>
                </c:pt>
                <c:pt idx="625">
                  <c:v>3.736149</c:v>
                </c:pt>
                <c:pt idx="626">
                  <c:v>3.7456963</c:v>
                </c:pt>
                <c:pt idx="627">
                  <c:v>3.7545751</c:v>
                </c:pt>
                <c:pt idx="628">
                  <c:v>3.7630986</c:v>
                </c:pt>
                <c:pt idx="629">
                  <c:v>3.7715831</c:v>
                </c:pt>
                <c:pt idx="630">
                  <c:v>3.779966</c:v>
                </c:pt>
                <c:pt idx="631">
                  <c:v>3.7882405</c:v>
                </c:pt>
                <c:pt idx="632">
                  <c:v>3.7963419</c:v>
                </c:pt>
                <c:pt idx="633">
                  <c:v>3.8041214</c:v>
                </c:pt>
                <c:pt idx="634">
                  <c:v>3.8114999</c:v>
                </c:pt>
                <c:pt idx="635">
                  <c:v>3.8291316</c:v>
                </c:pt>
                <c:pt idx="636">
                  <c:v>3.8503837</c:v>
                </c:pt>
                <c:pt idx="637">
                  <c:v>3.8703969</c:v>
                </c:pt>
                <c:pt idx="638">
                  <c:v>3.88915</c:v>
                </c:pt>
                <c:pt idx="639">
                  <c:v>3.9066438</c:v>
                </c:pt>
                <c:pt idx="640">
                  <c:v>3.9228949</c:v>
                </c:pt>
                <c:pt idx="641">
                  <c:v>3.9379309</c:v>
                </c:pt>
                <c:pt idx="642">
                  <c:v>3.9517882</c:v>
                </c:pt>
                <c:pt idx="643">
                  <c:v>3.9645091</c:v>
                </c:pt>
                <c:pt idx="644">
                  <c:v>3.976139</c:v>
                </c:pt>
                <c:pt idx="645">
                  <c:v>3.9867235</c:v>
                </c:pt>
                <c:pt idx="646">
                  <c:v>3.9963025</c:v>
                </c:pt>
                <c:pt idx="647">
                  <c:v>4.0049197</c:v>
                </c:pt>
                <c:pt idx="648">
                  <c:v>4.0126144</c:v>
                </c:pt>
                <c:pt idx="649">
                  <c:v>4.0194135</c:v>
                </c:pt>
                <c:pt idx="650">
                  <c:v>4.0253477</c:v>
                </c:pt>
                <c:pt idx="651">
                  <c:v>4.0304115</c:v>
                </c:pt>
                <c:pt idx="652">
                  <c:v>4.0345557</c:v>
                </c:pt>
                <c:pt idx="653">
                  <c:v>4.0377516</c:v>
                </c:pt>
                <c:pt idx="654">
                  <c:v>4.0399849</c:v>
                </c:pt>
                <c:pt idx="655">
                  <c:v>4.0412557</c:v>
                </c:pt>
                <c:pt idx="656">
                  <c:v>4.0415778</c:v>
                </c:pt>
                <c:pt idx="657">
                  <c:v>4.0409467</c:v>
                </c:pt>
                <c:pt idx="658">
                  <c:v>4.0393729</c:v>
                </c:pt>
                <c:pt idx="659">
                  <c:v>4.0368679</c:v>
                </c:pt>
                <c:pt idx="660">
                  <c:v>4.0334401</c:v>
                </c:pt>
                <c:pt idx="661">
                  <c:v>4.0290975</c:v>
                </c:pt>
                <c:pt idx="662">
                  <c:v>4.0238467</c:v>
                </c:pt>
                <c:pt idx="663">
                  <c:v>4.0176926</c:v>
                </c:pt>
                <c:pt idx="664">
                  <c:v>4.0106448</c:v>
                </c:pt>
                <c:pt idx="665">
                  <c:v>4.002715</c:v>
                </c:pt>
                <c:pt idx="666">
                  <c:v>3.9939187</c:v>
                </c:pt>
                <c:pt idx="667">
                  <c:v>3.9842744</c:v>
                </c:pt>
                <c:pt idx="668">
                  <c:v>3.9738042</c:v>
                </c:pt>
                <c:pt idx="669">
                  <c:v>3.9625372</c:v>
                </c:pt>
                <c:pt idx="670">
                  <c:v>3.9505056</c:v>
                </c:pt>
                <c:pt idx="671">
                  <c:v>3.9377388</c:v>
                </c:pt>
                <c:pt idx="672">
                  <c:v>3.9242679</c:v>
                </c:pt>
                <c:pt idx="673">
                  <c:v>3.9101243</c:v>
                </c:pt>
                <c:pt idx="674">
                  <c:v>3.8953483</c:v>
                </c:pt>
                <c:pt idx="675">
                  <c:v>3.8799699</c:v>
                </c:pt>
                <c:pt idx="676">
                  <c:v>3.8640176</c:v>
                </c:pt>
                <c:pt idx="677">
                  <c:v>3.8475187</c:v>
                </c:pt>
                <c:pt idx="678">
                  <c:v>3.8304995</c:v>
                </c:pt>
                <c:pt idx="679">
                  <c:v>3.812986</c:v>
                </c:pt>
                <c:pt idx="680">
                  <c:v>3.7950038</c:v>
                </c:pt>
                <c:pt idx="681">
                  <c:v>3.7765806</c:v>
                </c:pt>
                <c:pt idx="682">
                  <c:v>3.7577432</c:v>
                </c:pt>
                <c:pt idx="683">
                  <c:v>3.7385179</c:v>
                </c:pt>
                <c:pt idx="684">
                  <c:v>3.7189303</c:v>
                </c:pt>
                <c:pt idx="685">
                  <c:v>3.6990039</c:v>
                </c:pt>
                <c:pt idx="686">
                  <c:v>3.6787636</c:v>
                </c:pt>
                <c:pt idx="687">
                  <c:v>3.6582343</c:v>
                </c:pt>
                <c:pt idx="688">
                  <c:v>3.6374392</c:v>
                </c:pt>
                <c:pt idx="689">
                  <c:v>3.6164005</c:v>
                </c:pt>
                <c:pt idx="690">
                  <c:v>3.5951357</c:v>
                </c:pt>
                <c:pt idx="691">
                  <c:v>3.5736628</c:v>
                </c:pt>
                <c:pt idx="692">
                  <c:v>3.5520009</c:v>
                </c:pt>
                <c:pt idx="693">
                  <c:v>3.5301647</c:v>
                </c:pt>
                <c:pt idx="694">
                  <c:v>3.5081671</c:v>
                </c:pt>
                <c:pt idx="695">
                  <c:v>3.4860211</c:v>
                </c:pt>
                <c:pt idx="696">
                  <c:v>3.463729</c:v>
                </c:pt>
                <c:pt idx="697">
                  <c:v>3.4412976</c:v>
                </c:pt>
                <c:pt idx="698">
                  <c:v>3.4187379</c:v>
                </c:pt>
                <c:pt idx="699">
                  <c:v>3.3960649</c:v>
                </c:pt>
                <c:pt idx="700">
                  <c:v>3.3733007</c:v>
                </c:pt>
                <c:pt idx="701">
                  <c:v>3.3504886</c:v>
                </c:pt>
                <c:pt idx="702">
                  <c:v>3.3407002</c:v>
                </c:pt>
                <c:pt idx="703">
                  <c:v>3.3343508</c:v>
                </c:pt>
                <c:pt idx="704">
                  <c:v>3.3278913</c:v>
                </c:pt>
                <c:pt idx="705">
                  <c:v>3.3213238</c:v>
                </c:pt>
                <c:pt idx="706">
                  <c:v>3.3146496</c:v>
                </c:pt>
                <c:pt idx="707">
                  <c:v>3.3078695</c:v>
                </c:pt>
                <c:pt idx="708">
                  <c:v>3.3009836</c:v>
                </c:pt>
                <c:pt idx="709">
                  <c:v>3.2939927</c:v>
                </c:pt>
                <c:pt idx="710">
                  <c:v>3.2869015</c:v>
                </c:pt>
                <c:pt idx="711">
                  <c:v>3.2797189</c:v>
                </c:pt>
                <c:pt idx="712">
                  <c:v>3.2724528</c:v>
                </c:pt>
                <c:pt idx="713">
                  <c:v>3.2650942</c:v>
                </c:pt>
                <c:pt idx="714">
                  <c:v>3.2576279</c:v>
                </c:pt>
                <c:pt idx="715">
                  <c:v>3.2500574</c:v>
                </c:pt>
                <c:pt idx="716">
                  <c:v>3.2423861</c:v>
                </c:pt>
                <c:pt idx="717">
                  <c:v>3.2346179</c:v>
                </c:pt>
                <c:pt idx="718">
                  <c:v>3.2267572</c:v>
                </c:pt>
                <c:pt idx="719">
                  <c:v>3.2188087</c:v>
                </c:pt>
                <c:pt idx="720">
                  <c:v>3.2107781</c:v>
                </c:pt>
                <c:pt idx="721">
                  <c:v>3.2026696</c:v>
                </c:pt>
                <c:pt idx="722">
                  <c:v>3.1944865</c:v>
                </c:pt>
                <c:pt idx="723">
                  <c:v>3.1862313</c:v>
                </c:pt>
                <c:pt idx="724">
                  <c:v>3.177907</c:v>
                </c:pt>
                <c:pt idx="725">
                  <c:v>3.1695164</c:v>
                </c:pt>
                <c:pt idx="726">
                  <c:v>3.1610627</c:v>
                </c:pt>
                <c:pt idx="727">
                  <c:v>3.1525405</c:v>
                </c:pt>
                <c:pt idx="728">
                  <c:v>3.1439559</c:v>
                </c:pt>
                <c:pt idx="729">
                  <c:v>3.1353139</c:v>
                </c:pt>
                <c:pt idx="730">
                  <c:v>3.1266184</c:v>
                </c:pt>
                <c:pt idx="731">
                  <c:v>3.1178542</c:v>
                </c:pt>
                <c:pt idx="732">
                  <c:v>3.1090219</c:v>
                </c:pt>
                <c:pt idx="733">
                  <c:v>3.1001229</c:v>
                </c:pt>
                <c:pt idx="734">
                  <c:v>3.0911571</c:v>
                </c:pt>
                <c:pt idx="735">
                  <c:v>3.0821289</c:v>
                </c:pt>
                <c:pt idx="736">
                  <c:v>3.0730243</c:v>
                </c:pt>
                <c:pt idx="737">
                  <c:v>3.0638253</c:v>
                </c:pt>
                <c:pt idx="738">
                  <c:v>3.0545362</c:v>
                </c:pt>
                <c:pt idx="739">
                  <c:v>3.0451611</c:v>
                </c:pt>
                <c:pt idx="740">
                  <c:v>3.0356627</c:v>
                </c:pt>
                <c:pt idx="741">
                  <c:v>3.0260315</c:v>
                </c:pt>
                <c:pt idx="742">
                  <c:v>3.0162644</c:v>
                </c:pt>
                <c:pt idx="743">
                  <c:v>3.0063665</c:v>
                </c:pt>
                <c:pt idx="744">
                  <c:v>2.9963431</c:v>
                </c:pt>
                <c:pt idx="745">
                  <c:v>2.9861994</c:v>
                </c:pt>
                <c:pt idx="746">
                  <c:v>2.9759406</c:v>
                </c:pt>
                <c:pt idx="747">
                  <c:v>2.970414</c:v>
                </c:pt>
                <c:pt idx="748">
                  <c:v>2.9650805</c:v>
                </c:pt>
                <c:pt idx="749">
                  <c:v>2.9595912</c:v>
                </c:pt>
                <c:pt idx="750">
                  <c:v>2.9539495</c:v>
                </c:pt>
                <c:pt idx="751">
                  <c:v>2.9481567</c:v>
                </c:pt>
                <c:pt idx="752">
                  <c:v>2.9422155</c:v>
                </c:pt>
                <c:pt idx="753">
                  <c:v>2.9361268</c:v>
                </c:pt>
                <c:pt idx="754">
                  <c:v>2.9298926</c:v>
                </c:pt>
                <c:pt idx="755">
                  <c:v>2.9235086</c:v>
                </c:pt>
                <c:pt idx="756">
                  <c:v>2.9169769</c:v>
                </c:pt>
                <c:pt idx="757">
                  <c:v>2.9102646</c:v>
                </c:pt>
                <c:pt idx="758">
                  <c:v>2.9033715</c:v>
                </c:pt>
                <c:pt idx="759">
                  <c:v>2.8963019</c:v>
                </c:pt>
                <c:pt idx="760">
                  <c:v>2.8890604</c:v>
                </c:pt>
                <c:pt idx="761">
                  <c:v>2.8816513</c:v>
                </c:pt>
                <c:pt idx="762">
                  <c:v>2.8740786</c:v>
                </c:pt>
                <c:pt idx="763">
                  <c:v>2.8663459</c:v>
                </c:pt>
                <c:pt idx="764">
                  <c:v>2.8584555</c:v>
                </c:pt>
                <c:pt idx="765">
                  <c:v>2.8503975</c:v>
                </c:pt>
                <c:pt idx="766">
                  <c:v>2.842176</c:v>
                </c:pt>
                <c:pt idx="767">
                  <c:v>2.8337937</c:v>
                </c:pt>
                <c:pt idx="768">
                  <c:v>2.8252508</c:v>
                </c:pt>
                <c:pt idx="769">
                  <c:v>2.8165417</c:v>
                </c:pt>
                <c:pt idx="770">
                  <c:v>2.8076839</c:v>
                </c:pt>
                <c:pt idx="771">
                  <c:v>2.7986823</c:v>
                </c:pt>
                <c:pt idx="772">
                  <c:v>2.7895386</c:v>
                </c:pt>
                <c:pt idx="773">
                  <c:v>2.7802572</c:v>
                </c:pt>
                <c:pt idx="774">
                  <c:v>2.7708405</c:v>
                </c:pt>
                <c:pt idx="775">
                  <c:v>2.7612916</c:v>
                </c:pt>
                <c:pt idx="776">
                  <c:v>2.7516151</c:v>
                </c:pt>
                <c:pt idx="777">
                  <c:v>2.7418152</c:v>
                </c:pt>
                <c:pt idx="778">
                  <c:v>2.7318963</c:v>
                </c:pt>
                <c:pt idx="779">
                  <c:v>2.7218632</c:v>
                </c:pt>
                <c:pt idx="780">
                  <c:v>2.7117195</c:v>
                </c:pt>
                <c:pt idx="781">
                  <c:v>2.7014689</c:v>
                </c:pt>
                <c:pt idx="782">
                  <c:v>2.6955665</c:v>
                </c:pt>
                <c:pt idx="783">
                  <c:v>2.6922519</c:v>
                </c:pt>
                <c:pt idx="784">
                  <c:v>2.6887164</c:v>
                </c:pt>
                <c:pt idx="785">
                  <c:v>2.6849609</c:v>
                </c:pt>
                <c:pt idx="786">
                  <c:v>2.6809872</c:v>
                </c:pt>
                <c:pt idx="787">
                  <c:v>2.676797</c:v>
                </c:pt>
                <c:pt idx="788">
                  <c:v>2.672392</c:v>
                </c:pt>
                <c:pt idx="789">
                  <c:v>2.6677728</c:v>
                </c:pt>
                <c:pt idx="790">
                  <c:v>2.6629402</c:v>
                </c:pt>
                <c:pt idx="791">
                  <c:v>2.6578954</c:v>
                </c:pt>
                <c:pt idx="792">
                  <c:v>2.6526401</c:v>
                </c:pt>
                <c:pt idx="793">
                  <c:v>2.6471749</c:v>
                </c:pt>
                <c:pt idx="794">
                  <c:v>2.6414979</c:v>
                </c:pt>
                <c:pt idx="795">
                  <c:v>2.635618</c:v>
                </c:pt>
                <c:pt idx="796">
                  <c:v>2.629539</c:v>
                </c:pt>
                <c:pt idx="797">
                  <c:v>2.6232641</c:v>
                </c:pt>
                <c:pt idx="798">
                  <c:v>2.6182531</c:v>
                </c:pt>
                <c:pt idx="799">
                  <c:v>2.6149997</c:v>
                </c:pt>
                <c:pt idx="800">
                  <c:v>2.6115344</c:v>
                </c:pt>
                <c:pt idx="801">
                  <c:v>2.6078586</c:v>
                </c:pt>
                <c:pt idx="802">
                  <c:v>2.6039737</c:v>
                </c:pt>
                <c:pt idx="803">
                  <c:v>2.5998811</c:v>
                </c:pt>
                <c:pt idx="804">
                  <c:v>2.595583</c:v>
                </c:pt>
                <c:pt idx="805">
                  <c:v>2.5910816</c:v>
                </c:pt>
                <c:pt idx="806">
                  <c:v>2.5863796</c:v>
                </c:pt>
                <c:pt idx="807">
                  <c:v>2.5814739</c:v>
                </c:pt>
                <c:pt idx="808">
                  <c:v>2.5763698</c:v>
                </c:pt>
                <c:pt idx="809">
                  <c:v>2.5710739</c:v>
                </c:pt>
                <c:pt idx="810">
                  <c:v>2.5655889</c:v>
                </c:pt>
                <c:pt idx="811">
                  <c:v>2.5599181</c:v>
                </c:pt>
                <c:pt idx="812">
                  <c:v>2.5540647</c:v>
                </c:pt>
                <c:pt idx="813">
                  <c:v>2.5480245</c:v>
                </c:pt>
                <c:pt idx="814">
                  <c:v>2.5418043</c:v>
                </c:pt>
                <c:pt idx="815">
                  <c:v>2.5354116</c:v>
                </c:pt>
                <c:pt idx="816">
                  <c:v>2.5288535</c:v>
                </c:pt>
                <c:pt idx="817">
                  <c:v>2.5221343</c:v>
                </c:pt>
                <c:pt idx="818">
                  <c:v>2.515259</c:v>
                </c:pt>
                <c:pt idx="819">
                  <c:v>2.5082327</c:v>
                </c:pt>
                <c:pt idx="820">
                  <c:v>2.5010586</c:v>
                </c:pt>
                <c:pt idx="821">
                  <c:v>2.493744</c:v>
                </c:pt>
                <c:pt idx="822">
                  <c:v>2.4862941</c:v>
                </c:pt>
                <c:pt idx="823">
                  <c:v>2.4787139</c:v>
                </c:pt>
                <c:pt idx="824">
                  <c:v>2.4709951</c:v>
                </c:pt>
                <c:pt idx="825">
                  <c:v>2.4631084</c:v>
                </c:pt>
                <c:pt idx="826">
                  <c:v>2.455108</c:v>
                </c:pt>
                <c:pt idx="827">
                  <c:v>2.4470012</c:v>
                </c:pt>
                <c:pt idx="828">
                  <c:v>2.4388008</c:v>
                </c:pt>
                <c:pt idx="829">
                  <c:v>2.4305116</c:v>
                </c:pt>
                <c:pt idx="830">
                  <c:v>2.4221386</c:v>
                </c:pt>
                <c:pt idx="831">
                  <c:v>2.413686</c:v>
                </c:pt>
                <c:pt idx="832">
                  <c:v>2.4051569</c:v>
                </c:pt>
                <c:pt idx="833">
                  <c:v>2.3965533</c:v>
                </c:pt>
                <c:pt idx="834">
                  <c:v>2.3878777</c:v>
                </c:pt>
                <c:pt idx="835">
                  <c:v>2.3791343</c:v>
                </c:pt>
                <c:pt idx="836">
                  <c:v>2.3703272</c:v>
                </c:pt>
                <c:pt idx="837">
                  <c:v>2.3614612</c:v>
                </c:pt>
                <c:pt idx="838">
                  <c:v>2.3525422</c:v>
                </c:pt>
                <c:pt idx="839">
                  <c:v>2.3435737</c:v>
                </c:pt>
                <c:pt idx="840">
                  <c:v>2.3345593</c:v>
                </c:pt>
                <c:pt idx="841">
                  <c:v>2.3254892</c:v>
                </c:pt>
                <c:pt idx="842">
                  <c:v>2.3163698</c:v>
                </c:pt>
                <c:pt idx="843">
                  <c:v>2.3072157</c:v>
                </c:pt>
                <c:pt idx="844">
                  <c:v>2.2980305</c:v>
                </c:pt>
                <c:pt idx="845">
                  <c:v>2.2888188</c:v>
                </c:pt>
                <c:pt idx="846">
                  <c:v>2.279584</c:v>
                </c:pt>
                <c:pt idx="847">
                  <c:v>2.2703296</c:v>
                </c:pt>
                <c:pt idx="848">
                  <c:v>2.261059</c:v>
                </c:pt>
                <c:pt idx="849">
                  <c:v>2.2600854</c:v>
                </c:pt>
                <c:pt idx="850">
                  <c:v>2.2604411</c:v>
                </c:pt>
                <c:pt idx="851">
                  <c:v>2.26053</c:v>
                </c:pt>
                <c:pt idx="852">
                  <c:v>2.2603535</c:v>
                </c:pt>
                <c:pt idx="853">
                  <c:v>2.2599011</c:v>
                </c:pt>
                <c:pt idx="854">
                  <c:v>2.2591879</c:v>
                </c:pt>
                <c:pt idx="855">
                  <c:v>2.2582166</c:v>
                </c:pt>
                <c:pt idx="856">
                  <c:v>2.256991</c:v>
                </c:pt>
                <c:pt idx="857">
                  <c:v>2.2555265</c:v>
                </c:pt>
                <c:pt idx="858">
                  <c:v>2.2538273</c:v>
                </c:pt>
                <c:pt idx="859">
                  <c:v>2.2518982</c:v>
                </c:pt>
                <c:pt idx="860">
                  <c:v>2.2497441</c:v>
                </c:pt>
                <c:pt idx="861">
                  <c:v>2.2473704</c:v>
                </c:pt>
                <c:pt idx="862">
                  <c:v>2.2461025</c:v>
                </c:pt>
                <c:pt idx="863">
                  <c:v>2.2488827</c:v>
                </c:pt>
                <c:pt idx="864">
                  <c:v>2.2513944</c:v>
                </c:pt>
                <c:pt idx="865">
                  <c:v>2.2536397</c:v>
                </c:pt>
                <c:pt idx="866">
                  <c:v>2.2556211</c:v>
                </c:pt>
                <c:pt idx="867">
                  <c:v>2.2573413</c:v>
                </c:pt>
                <c:pt idx="868">
                  <c:v>2.2588032</c:v>
                </c:pt>
                <c:pt idx="869">
                  <c:v>2.2600097</c:v>
                </c:pt>
                <c:pt idx="870">
                  <c:v>2.2609643</c:v>
                </c:pt>
                <c:pt idx="871">
                  <c:v>2.2616702</c:v>
                </c:pt>
                <c:pt idx="872">
                  <c:v>2.2621294</c:v>
                </c:pt>
                <c:pt idx="873">
                  <c:v>2.2623436</c:v>
                </c:pt>
                <c:pt idx="874">
                  <c:v>2.2623151</c:v>
                </c:pt>
                <c:pt idx="875">
                  <c:v>2.2620479</c:v>
                </c:pt>
                <c:pt idx="876">
                  <c:v>2.2615461</c:v>
                </c:pt>
                <c:pt idx="877">
                  <c:v>2.260814</c:v>
                </c:pt>
                <c:pt idx="878">
                  <c:v>2.2598561</c:v>
                </c:pt>
                <c:pt idx="879">
                  <c:v>2.2586741</c:v>
                </c:pt>
                <c:pt idx="880">
                  <c:v>2.2572721</c:v>
                </c:pt>
                <c:pt idx="881">
                  <c:v>2.2556541</c:v>
                </c:pt>
                <c:pt idx="882">
                  <c:v>2.2538261</c:v>
                </c:pt>
                <c:pt idx="883">
                  <c:v>2.2517933</c:v>
                </c:pt>
                <c:pt idx="884">
                  <c:v>2.2495605</c:v>
                </c:pt>
                <c:pt idx="885">
                  <c:v>2.2471324</c:v>
                </c:pt>
                <c:pt idx="886">
                  <c:v>2.2445134</c:v>
                </c:pt>
                <c:pt idx="887">
                  <c:v>2.2417041</c:v>
                </c:pt>
                <c:pt idx="888">
                  <c:v>2.2387063</c:v>
                </c:pt>
                <c:pt idx="889">
                  <c:v>2.2355305</c:v>
                </c:pt>
                <c:pt idx="890">
                  <c:v>2.2321809</c:v>
                </c:pt>
                <c:pt idx="891">
                  <c:v>2.2286619</c:v>
                </c:pt>
                <c:pt idx="892">
                  <c:v>2.2249777</c:v>
                </c:pt>
                <c:pt idx="893">
                  <c:v>2.2211326</c:v>
                </c:pt>
                <c:pt idx="894">
                  <c:v>2.2171307</c:v>
                </c:pt>
                <c:pt idx="895">
                  <c:v>2.2129762</c:v>
                </c:pt>
                <c:pt idx="896">
                  <c:v>2.208673</c:v>
                </c:pt>
                <c:pt idx="897">
                  <c:v>2.2042251</c:v>
                </c:pt>
                <c:pt idx="898">
                  <c:v>2.1996353</c:v>
                </c:pt>
                <c:pt idx="899">
                  <c:v>2.1948969</c:v>
                </c:pt>
                <c:pt idx="900">
                  <c:v>2.1900138</c:v>
                </c:pt>
                <c:pt idx="901">
                  <c:v>2.1849901</c:v>
                </c:pt>
                <c:pt idx="902">
                  <c:v>2.1798299</c:v>
                </c:pt>
                <c:pt idx="903">
                  <c:v>2.1745376</c:v>
                </c:pt>
                <c:pt idx="904">
                  <c:v>2.1691175</c:v>
                </c:pt>
                <c:pt idx="905">
                  <c:v>2.1635734</c:v>
                </c:pt>
                <c:pt idx="906">
                  <c:v>2.1579089</c:v>
                </c:pt>
                <c:pt idx="907">
                  <c:v>2.1521283</c:v>
                </c:pt>
                <c:pt idx="908">
                  <c:v>2.1462354</c:v>
                </c:pt>
                <c:pt idx="909">
                  <c:v>2.1402344</c:v>
                </c:pt>
                <c:pt idx="910">
                  <c:v>2.1341292</c:v>
                </c:pt>
                <c:pt idx="911">
                  <c:v>2.1279237</c:v>
                </c:pt>
                <c:pt idx="912">
                  <c:v>2.1216219</c:v>
                </c:pt>
                <c:pt idx="913">
                  <c:v>2.1152279</c:v>
                </c:pt>
                <c:pt idx="914">
                  <c:v>2.1087446</c:v>
                </c:pt>
                <c:pt idx="915">
                  <c:v>2.1021762</c:v>
                </c:pt>
                <c:pt idx="916">
                  <c:v>2.0955265</c:v>
                </c:pt>
                <c:pt idx="917">
                  <c:v>2.088799</c:v>
                </c:pt>
                <c:pt idx="918">
                  <c:v>2.0819975</c:v>
                </c:pt>
                <c:pt idx="919">
                  <c:v>2.0751255</c:v>
                </c:pt>
                <c:pt idx="920">
                  <c:v>2.0681865</c:v>
                </c:pt>
                <c:pt idx="921">
                  <c:v>2.0611841</c:v>
                </c:pt>
                <c:pt idx="922">
                  <c:v>2.0576645</c:v>
                </c:pt>
                <c:pt idx="923">
                  <c:v>2.0571132</c:v>
                </c:pt>
                <c:pt idx="924">
                  <c:v>2.0565507</c:v>
                </c:pt>
                <c:pt idx="925">
                  <c:v>2.0559772</c:v>
                </c:pt>
                <c:pt idx="926">
                  <c:v>2.0553927</c:v>
                </c:pt>
                <c:pt idx="927">
                  <c:v>2.0547973</c:v>
                </c:pt>
                <c:pt idx="928">
                  <c:v>2.054191</c:v>
                </c:pt>
                <c:pt idx="929">
                  <c:v>2.053574</c:v>
                </c:pt>
                <c:pt idx="930">
                  <c:v>2.0529463</c:v>
                </c:pt>
                <c:pt idx="931">
                  <c:v>2.0523079</c:v>
                </c:pt>
                <c:pt idx="932">
                  <c:v>2.051659</c:v>
                </c:pt>
                <c:pt idx="933">
                  <c:v>2.0509997</c:v>
                </c:pt>
                <c:pt idx="934">
                  <c:v>2.0503299</c:v>
                </c:pt>
                <c:pt idx="935">
                  <c:v>2.0496607</c:v>
                </c:pt>
                <c:pt idx="936">
                  <c:v>2.0490943</c:v>
                </c:pt>
                <c:pt idx="937">
                  <c:v>2.048518</c:v>
                </c:pt>
                <c:pt idx="938">
                  <c:v>2.0479319</c:v>
                </c:pt>
                <c:pt idx="939">
                  <c:v>2.0473361</c:v>
                </c:pt>
                <c:pt idx="940">
                  <c:v>2.0467308</c:v>
                </c:pt>
                <c:pt idx="941">
                  <c:v>2.0461159</c:v>
                </c:pt>
                <c:pt idx="942">
                  <c:v>2.0454917</c:v>
                </c:pt>
                <c:pt idx="943">
                  <c:v>2.0448581</c:v>
                </c:pt>
                <c:pt idx="944">
                  <c:v>2.0442154</c:v>
                </c:pt>
                <c:pt idx="945">
                  <c:v>2.0435635</c:v>
                </c:pt>
                <c:pt idx="946">
                  <c:v>2.0429027</c:v>
                </c:pt>
                <c:pt idx="947">
                  <c:v>2.042233</c:v>
                </c:pt>
                <c:pt idx="948">
                  <c:v>2.0415546</c:v>
                </c:pt>
                <c:pt idx="949">
                  <c:v>2.0408675</c:v>
                </c:pt>
                <c:pt idx="950">
                  <c:v>2.0401718</c:v>
                </c:pt>
                <c:pt idx="951">
                  <c:v>2.0394677</c:v>
                </c:pt>
                <c:pt idx="952">
                  <c:v>2.0387553</c:v>
                </c:pt>
                <c:pt idx="953">
                  <c:v>2.0380346</c:v>
                </c:pt>
                <c:pt idx="954">
                  <c:v>2.0373057</c:v>
                </c:pt>
                <c:pt idx="955">
                  <c:v>2.0365688</c:v>
                </c:pt>
                <c:pt idx="956">
                  <c:v>2.035824</c:v>
                </c:pt>
                <c:pt idx="957">
                  <c:v>2.0350714</c:v>
                </c:pt>
                <c:pt idx="958">
                  <c:v>2.034311</c:v>
                </c:pt>
                <c:pt idx="959">
                  <c:v>2.033543</c:v>
                </c:pt>
                <c:pt idx="960">
                  <c:v>2.0327675</c:v>
                </c:pt>
                <c:pt idx="961">
                  <c:v>2.0319845</c:v>
                </c:pt>
                <c:pt idx="962">
                  <c:v>2.0311942</c:v>
                </c:pt>
                <c:pt idx="963">
                  <c:v>2.0303967</c:v>
                </c:pt>
                <c:pt idx="964">
                  <c:v>2.0295921</c:v>
                </c:pt>
                <c:pt idx="965">
                  <c:v>2.0287804</c:v>
                </c:pt>
                <c:pt idx="966">
                  <c:v>2.0279619</c:v>
                </c:pt>
                <c:pt idx="967">
                  <c:v>2.0271366</c:v>
                </c:pt>
                <c:pt idx="968">
                  <c:v>2.0263046</c:v>
                </c:pt>
                <c:pt idx="969">
                  <c:v>2.0254661</c:v>
                </c:pt>
                <c:pt idx="970">
                  <c:v>2.0246211</c:v>
                </c:pt>
                <c:pt idx="971">
                  <c:v>2.0237699</c:v>
                </c:pt>
                <c:pt idx="972">
                  <c:v>2.0229126</c:v>
                </c:pt>
                <c:pt idx="973">
                  <c:v>2.0220492</c:v>
                </c:pt>
                <c:pt idx="974">
                  <c:v>2.0211798</c:v>
                </c:pt>
                <c:pt idx="975">
                  <c:v>2.0203047</c:v>
                </c:pt>
                <c:pt idx="976">
                  <c:v>2.0194239</c:v>
                </c:pt>
                <c:pt idx="977">
                  <c:v>2.0185375</c:v>
                </c:pt>
                <c:pt idx="978">
                  <c:v>2.0176457</c:v>
                </c:pt>
                <c:pt idx="979">
                  <c:v>2.0167487</c:v>
                </c:pt>
                <c:pt idx="980">
                  <c:v>2.0158464</c:v>
                </c:pt>
                <c:pt idx="981">
                  <c:v>2.0149392</c:v>
                </c:pt>
                <c:pt idx="982">
                  <c:v>2.014027</c:v>
                </c:pt>
                <c:pt idx="983">
                  <c:v>2.0131099</c:v>
                </c:pt>
                <c:pt idx="984">
                  <c:v>2.0131572</c:v>
                </c:pt>
                <c:pt idx="985">
                  <c:v>2.0132498</c:v>
                </c:pt>
                <c:pt idx="986">
                  <c:v>2.0133302</c:v>
                </c:pt>
                <c:pt idx="987">
                  <c:v>2.0133985</c:v>
                </c:pt>
                <c:pt idx="988">
                  <c:v>2.0134549</c:v>
                </c:pt>
                <c:pt idx="989">
                  <c:v>2.0134993</c:v>
                </c:pt>
                <c:pt idx="990">
                  <c:v>2.0135319</c:v>
                </c:pt>
                <c:pt idx="991">
                  <c:v>2.0135528</c:v>
                </c:pt>
                <c:pt idx="992">
                  <c:v>2.0135621</c:v>
                </c:pt>
                <c:pt idx="993">
                  <c:v>2.0135598</c:v>
                </c:pt>
                <c:pt idx="994">
                  <c:v>2.0135461</c:v>
                </c:pt>
                <c:pt idx="995">
                  <c:v>2.013521</c:v>
                </c:pt>
                <c:pt idx="996">
                  <c:v>2.0138348</c:v>
                </c:pt>
                <c:pt idx="997">
                  <c:v>2.014207</c:v>
                </c:pt>
                <c:pt idx="998">
                  <c:v>2.0145649</c:v>
                </c:pt>
                <c:pt idx="999">
                  <c:v>2.0149085</c:v>
                </c:pt>
                <c:pt idx="1000">
                  <c:v>2.0152379</c:v>
                </c:pt>
                <c:pt idx="1001">
                  <c:v>2.0155531</c:v>
                </c:pt>
                <c:pt idx="1002">
                  <c:v>2.0158542</c:v>
                </c:pt>
                <c:pt idx="1003">
                  <c:v>2.0161413</c:v>
                </c:pt>
                <c:pt idx="1004">
                  <c:v>2.0164144</c:v>
                </c:pt>
                <c:pt idx="1005">
                  <c:v>2.0166736</c:v>
                </c:pt>
                <c:pt idx="1006">
                  <c:v>2.016919</c:v>
                </c:pt>
                <c:pt idx="1007">
                  <c:v>2.0171506</c:v>
                </c:pt>
                <c:pt idx="1008">
                  <c:v>2.0173685</c:v>
                </c:pt>
                <c:pt idx="1009">
                  <c:v>2.0175728</c:v>
                </c:pt>
                <c:pt idx="1010">
                  <c:v>2.0177636</c:v>
                </c:pt>
                <c:pt idx="1011">
                  <c:v>2.0179409</c:v>
                </c:pt>
                <c:pt idx="1012">
                  <c:v>2.0181049</c:v>
                </c:pt>
                <c:pt idx="1013">
                  <c:v>2.0182556</c:v>
                </c:pt>
                <c:pt idx="1014">
                  <c:v>2.0183931</c:v>
                </c:pt>
                <c:pt idx="1015">
                  <c:v>2.0185175</c:v>
                </c:pt>
                <c:pt idx="1016">
                  <c:v>2.0186288</c:v>
                </c:pt>
                <c:pt idx="1017">
                  <c:v>2.0187272</c:v>
                </c:pt>
                <c:pt idx="1018">
                  <c:v>2.0188128</c:v>
                </c:pt>
                <c:pt idx="1019">
                  <c:v>2.0188857</c:v>
                </c:pt>
                <c:pt idx="1020">
                  <c:v>2.0189458</c:v>
                </c:pt>
                <c:pt idx="1021">
                  <c:v>2.0189934</c:v>
                </c:pt>
                <c:pt idx="1022">
                  <c:v>2.0190286</c:v>
                </c:pt>
                <c:pt idx="1023">
                  <c:v>2.0190514</c:v>
                </c:pt>
                <c:pt idx="1024">
                  <c:v>2.0190619</c:v>
                </c:pt>
                <c:pt idx="1025">
                  <c:v>2.0190603</c:v>
                </c:pt>
                <c:pt idx="1026">
                  <c:v>2.0190466</c:v>
                </c:pt>
                <c:pt idx="1027">
                  <c:v>2.019021</c:v>
                </c:pt>
                <c:pt idx="1028">
                  <c:v>2.0189835</c:v>
                </c:pt>
                <c:pt idx="1029">
                  <c:v>2.0189343</c:v>
                </c:pt>
                <c:pt idx="1030">
                  <c:v>2.0188734</c:v>
                </c:pt>
                <c:pt idx="1031">
                  <c:v>2.018801</c:v>
                </c:pt>
                <c:pt idx="1032">
                  <c:v>2.0187172</c:v>
                </c:pt>
                <c:pt idx="1033">
                  <c:v>2.0186221</c:v>
                </c:pt>
                <c:pt idx="1034">
                  <c:v>2.0185158</c:v>
                </c:pt>
                <c:pt idx="1035">
                  <c:v>2.0183984</c:v>
                </c:pt>
                <c:pt idx="1036">
                  <c:v>2.0182701</c:v>
                </c:pt>
                <c:pt idx="1037">
                  <c:v>2.0181308</c:v>
                </c:pt>
                <c:pt idx="1038">
                  <c:v>2.0179809</c:v>
                </c:pt>
                <c:pt idx="1039">
                  <c:v>2.0178203</c:v>
                </c:pt>
                <c:pt idx="1040">
                  <c:v>2.0176492</c:v>
                </c:pt>
                <c:pt idx="1041">
                  <c:v>2.0174677</c:v>
                </c:pt>
                <c:pt idx="1042">
                  <c:v>2.0172759</c:v>
                </c:pt>
                <c:pt idx="1043">
                  <c:v>2.017074</c:v>
                </c:pt>
                <c:pt idx="1044">
                  <c:v>2.016862</c:v>
                </c:pt>
                <c:pt idx="1045">
                  <c:v>2.0166401</c:v>
                </c:pt>
                <c:pt idx="1046">
                  <c:v>2.0164085</c:v>
                </c:pt>
                <c:pt idx="1047">
                  <c:v>2.0161672</c:v>
                </c:pt>
                <c:pt idx="1048">
                  <c:v>2.0159163</c:v>
                </c:pt>
                <c:pt idx="1049">
                  <c:v>2.015656</c:v>
                </c:pt>
                <c:pt idx="1050">
                  <c:v>2.0153864</c:v>
                </c:pt>
                <c:pt idx="1051">
                  <c:v>2.0151077</c:v>
                </c:pt>
                <c:pt idx="1052">
                  <c:v>2.0148199</c:v>
                </c:pt>
                <c:pt idx="1053">
                  <c:v>2.0145232</c:v>
                </c:pt>
                <c:pt idx="1054">
                  <c:v>2.0142177</c:v>
                </c:pt>
                <c:pt idx="1055">
                  <c:v>2.0139035</c:v>
                </c:pt>
                <c:pt idx="1056">
                  <c:v>2.0135808</c:v>
                </c:pt>
                <c:pt idx="1057">
                  <c:v>2.0132496</c:v>
                </c:pt>
                <c:pt idx="1058">
                  <c:v>2.0129102</c:v>
                </c:pt>
                <c:pt idx="1059">
                  <c:v>2.0125626</c:v>
                </c:pt>
                <c:pt idx="1060">
                  <c:v>2.0122069</c:v>
                </c:pt>
                <c:pt idx="1061">
                  <c:v>2.0118433</c:v>
                </c:pt>
                <c:pt idx="1062">
                  <c:v>2.011472</c:v>
                </c:pt>
                <c:pt idx="1063">
                  <c:v>2.0110929</c:v>
                </c:pt>
                <c:pt idx="1064">
                  <c:v>2.0107064</c:v>
                </c:pt>
                <c:pt idx="1065">
                  <c:v>2.0103125</c:v>
                </c:pt>
                <c:pt idx="1066">
                  <c:v>2.0099113</c:v>
                </c:pt>
                <c:pt idx="1067">
                  <c:v>2.0095029</c:v>
                </c:pt>
                <c:pt idx="1068">
                  <c:v>2.0090876</c:v>
                </c:pt>
                <c:pt idx="1069">
                  <c:v>2.0086654</c:v>
                </c:pt>
                <c:pt idx="1070">
                  <c:v>2.0082364</c:v>
                </c:pt>
                <c:pt idx="1071">
                  <c:v>2.0078009</c:v>
                </c:pt>
                <c:pt idx="1072">
                  <c:v>2.0073588</c:v>
                </c:pt>
                <c:pt idx="1073">
                  <c:v>2.0069104</c:v>
                </c:pt>
                <c:pt idx="1074">
                  <c:v>2.0064923</c:v>
                </c:pt>
                <c:pt idx="1075">
                  <c:v>2.0064434</c:v>
                </c:pt>
                <c:pt idx="1076">
                  <c:v>2.0063859</c:v>
                </c:pt>
                <c:pt idx="1077">
                  <c:v>2.0063202</c:v>
                </c:pt>
                <c:pt idx="1078">
                  <c:v>2.0062461</c:v>
                </c:pt>
                <c:pt idx="1079">
                  <c:v>2.0061639</c:v>
                </c:pt>
                <c:pt idx="1080">
                  <c:v>2.0060737</c:v>
                </c:pt>
                <c:pt idx="1081">
                  <c:v>2.0059755</c:v>
                </c:pt>
                <c:pt idx="1082">
                  <c:v>2.0058695</c:v>
                </c:pt>
                <c:pt idx="1083">
                  <c:v>2.0057559</c:v>
                </c:pt>
                <c:pt idx="1084">
                  <c:v>2.0056346</c:v>
                </c:pt>
                <c:pt idx="1085">
                  <c:v>2.0055058</c:v>
                </c:pt>
                <c:pt idx="1086">
                  <c:v>2.0053697</c:v>
                </c:pt>
                <c:pt idx="1087">
                  <c:v>2.0052264</c:v>
                </c:pt>
                <c:pt idx="1088">
                  <c:v>2.005076</c:v>
                </c:pt>
                <c:pt idx="1089">
                  <c:v>2.0049186</c:v>
                </c:pt>
                <c:pt idx="1090">
                  <c:v>2.0047543</c:v>
                </c:pt>
                <c:pt idx="1091">
                  <c:v>2.0045832</c:v>
                </c:pt>
                <c:pt idx="1092">
                  <c:v>2.0044055</c:v>
                </c:pt>
                <c:pt idx="1093">
                  <c:v>2.0042212</c:v>
                </c:pt>
                <c:pt idx="1094">
                  <c:v>2.0040305</c:v>
                </c:pt>
                <c:pt idx="1095">
                  <c:v>2.0038335</c:v>
                </c:pt>
                <c:pt idx="1096">
                  <c:v>2.0036303</c:v>
                </c:pt>
                <c:pt idx="1097">
                  <c:v>2.0034211</c:v>
                </c:pt>
                <c:pt idx="1098">
                  <c:v>2.0032059</c:v>
                </c:pt>
                <c:pt idx="1099">
                  <c:v>2.0029897</c:v>
                </c:pt>
                <c:pt idx="1100">
                  <c:v>2.0029255</c:v>
                </c:pt>
                <c:pt idx="1101">
                  <c:v>2.0028536</c:v>
                </c:pt>
                <c:pt idx="1102">
                  <c:v>2.0027741</c:v>
                </c:pt>
                <c:pt idx="1103">
                  <c:v>2.0026871</c:v>
                </c:pt>
                <c:pt idx="1104">
                  <c:v>2.0025928</c:v>
                </c:pt>
                <c:pt idx="1105">
                  <c:v>2.0024913</c:v>
                </c:pt>
                <c:pt idx="1106">
                  <c:v>2.0023826</c:v>
                </c:pt>
                <c:pt idx="1107">
                  <c:v>2.0022669</c:v>
                </c:pt>
                <c:pt idx="1108">
                  <c:v>2.0021442</c:v>
                </c:pt>
                <c:pt idx="1109">
                  <c:v>2.0020146</c:v>
                </c:pt>
                <c:pt idx="1110">
                  <c:v>2.0018783</c:v>
                </c:pt>
                <c:pt idx="1111">
                  <c:v>2.0017354</c:v>
                </c:pt>
                <c:pt idx="1112">
                  <c:v>2.0015859</c:v>
                </c:pt>
                <c:pt idx="1113">
                  <c:v>2.0014301</c:v>
                </c:pt>
                <c:pt idx="1114">
                  <c:v>2.0012679</c:v>
                </c:pt>
                <c:pt idx="1115">
                  <c:v>2.0010994</c:v>
                </c:pt>
                <c:pt idx="1116">
                  <c:v>2.0009249</c:v>
                </c:pt>
                <c:pt idx="1117">
                  <c:v>2.0007444</c:v>
                </c:pt>
                <c:pt idx="1118">
                  <c:v>2.000558</c:v>
                </c:pt>
                <c:pt idx="1119">
                  <c:v>2.0003658</c:v>
                </c:pt>
                <c:pt idx="1120">
                  <c:v>2.0001679</c:v>
                </c:pt>
                <c:pt idx="1121">
                  <c:v>1.9999642</c:v>
                </c:pt>
                <c:pt idx="1122">
                  <c:v>1.9997548</c:v>
                </c:pt>
                <c:pt idx="1123">
                  <c:v>1.9995398</c:v>
                </c:pt>
                <c:pt idx="1124">
                  <c:v>1.9993193</c:v>
                </c:pt>
                <c:pt idx="1125">
                  <c:v>1.9990934</c:v>
                </c:pt>
                <c:pt idx="1126">
                  <c:v>1.9988622</c:v>
                </c:pt>
                <c:pt idx="1127">
                  <c:v>1.998626</c:v>
                </c:pt>
                <c:pt idx="1128">
                  <c:v>1.9983846</c:v>
                </c:pt>
                <c:pt idx="1129">
                  <c:v>1.9981384</c:v>
                </c:pt>
                <c:pt idx="1130">
                  <c:v>1.9978873</c:v>
                </c:pt>
                <c:pt idx="1131">
                  <c:v>1.9976316</c:v>
                </c:pt>
                <c:pt idx="1132">
                  <c:v>1.9973713</c:v>
                </c:pt>
                <c:pt idx="1133">
                  <c:v>1.9971065</c:v>
                </c:pt>
                <c:pt idx="1134">
                  <c:v>1.9968373</c:v>
                </c:pt>
                <c:pt idx="1135">
                  <c:v>1.996564</c:v>
                </c:pt>
                <c:pt idx="1136">
                  <c:v>1.9962865</c:v>
                </c:pt>
                <c:pt idx="1137">
                  <c:v>1.996005</c:v>
                </c:pt>
                <c:pt idx="1138">
                  <c:v>1.9957196</c:v>
                </c:pt>
                <c:pt idx="1139">
                  <c:v>1.9954304</c:v>
                </c:pt>
                <c:pt idx="1140">
                  <c:v>1.9951375</c:v>
                </c:pt>
                <c:pt idx="1141">
                  <c:v>1.9948411</c:v>
                </c:pt>
                <c:pt idx="1142">
                  <c:v>1.9945412</c:v>
                </c:pt>
                <c:pt idx="1143">
                  <c:v>1.994238</c:v>
                </c:pt>
                <c:pt idx="1144">
                  <c:v>1.9939316</c:v>
                </c:pt>
                <c:pt idx="1145">
                  <c:v>1.993622</c:v>
                </c:pt>
                <c:pt idx="1146">
                  <c:v>1.9933094</c:v>
                </c:pt>
                <c:pt idx="1147">
                  <c:v>1.9929939</c:v>
                </c:pt>
                <c:pt idx="1148">
                  <c:v>1.9926756</c:v>
                </c:pt>
                <c:pt idx="1149">
                  <c:v>1.9923546</c:v>
                </c:pt>
                <c:pt idx="1150">
                  <c:v>1.992031</c:v>
                </c:pt>
                <c:pt idx="1151">
                  <c:v>1.991705</c:v>
                </c:pt>
                <c:pt idx="1152">
                  <c:v>1.9913765</c:v>
                </c:pt>
                <c:pt idx="1153">
                  <c:v>1.9910458</c:v>
                </c:pt>
                <c:pt idx="1154">
                  <c:v>1.9907129</c:v>
                </c:pt>
                <c:pt idx="1155">
                  <c:v>1.990378</c:v>
                </c:pt>
                <c:pt idx="1156">
                  <c:v>1.9900411</c:v>
                </c:pt>
                <c:pt idx="1157">
                  <c:v>1.9897023</c:v>
                </c:pt>
                <c:pt idx="1158">
                  <c:v>1.9893618</c:v>
                </c:pt>
                <c:pt idx="1159">
                  <c:v>1.9890196</c:v>
                </c:pt>
                <c:pt idx="1160">
                  <c:v>1.9886759</c:v>
                </c:pt>
                <c:pt idx="1161">
                  <c:v>1.9883306</c:v>
                </c:pt>
                <c:pt idx="1162">
                  <c:v>1.987984</c:v>
                </c:pt>
                <c:pt idx="1163">
                  <c:v>1.987636</c:v>
                </c:pt>
                <c:pt idx="1164">
                  <c:v>1.9872869</c:v>
                </c:pt>
                <c:pt idx="1165">
                  <c:v>1.9869366</c:v>
                </c:pt>
                <c:pt idx="1166">
                  <c:v>1.9865854</c:v>
                </c:pt>
                <c:pt idx="1167">
                  <c:v>1.9862332</c:v>
                </c:pt>
                <c:pt idx="1168">
                  <c:v>1.9858802</c:v>
                </c:pt>
                <c:pt idx="1169">
                  <c:v>1.9855264</c:v>
                </c:pt>
                <c:pt idx="1170">
                  <c:v>1.9851719</c:v>
                </c:pt>
                <c:pt idx="1171">
                  <c:v>1.9848169</c:v>
                </c:pt>
                <c:pt idx="1172">
                  <c:v>1.9844613</c:v>
                </c:pt>
                <c:pt idx="1173">
                  <c:v>1.9841054</c:v>
                </c:pt>
                <c:pt idx="1174">
                  <c:v>1.9837491</c:v>
                </c:pt>
                <c:pt idx="1175">
                  <c:v>1.9833925</c:v>
                </c:pt>
                <c:pt idx="1176">
                  <c:v>1.9830357</c:v>
                </c:pt>
                <c:pt idx="1177">
                  <c:v>1.9826788</c:v>
                </c:pt>
                <c:pt idx="1178">
                  <c:v>1.9823219</c:v>
                </c:pt>
                <c:pt idx="1179">
                  <c:v>1.981965</c:v>
                </c:pt>
                <c:pt idx="1180">
                  <c:v>1.9816082</c:v>
                </c:pt>
                <c:pt idx="1181">
                  <c:v>1.9812516</c:v>
                </c:pt>
                <c:pt idx="1182">
                  <c:v>1.9811025</c:v>
                </c:pt>
                <c:pt idx="1183">
                  <c:v>1.9810274</c:v>
                </c:pt>
                <c:pt idx="1184">
                  <c:v>1.980951</c:v>
                </c:pt>
                <c:pt idx="1185">
                  <c:v>1.9808735</c:v>
                </c:pt>
                <c:pt idx="1186">
                  <c:v>1.9807948</c:v>
                </c:pt>
                <c:pt idx="1187">
                  <c:v>1.9807151</c:v>
                </c:pt>
                <c:pt idx="1188">
                  <c:v>1.9806344</c:v>
                </c:pt>
                <c:pt idx="1189">
                  <c:v>1.9805528</c:v>
                </c:pt>
                <c:pt idx="1190">
                  <c:v>1.9804704</c:v>
                </c:pt>
                <c:pt idx="1191">
                  <c:v>1.9803871</c:v>
                </c:pt>
                <c:pt idx="1192">
                  <c:v>1.9803031</c:v>
                </c:pt>
                <c:pt idx="1193">
                  <c:v>1.9802185</c:v>
                </c:pt>
                <c:pt idx="1194">
                  <c:v>1.9801333</c:v>
                </c:pt>
                <c:pt idx="1195">
                  <c:v>1.9800475</c:v>
                </c:pt>
                <c:pt idx="1196">
                  <c:v>1.9799613</c:v>
                </c:pt>
                <c:pt idx="1197">
                  <c:v>1.9798746</c:v>
                </c:pt>
                <c:pt idx="1198">
                  <c:v>1.9797876</c:v>
                </c:pt>
                <c:pt idx="1199">
                  <c:v>1.9797003</c:v>
                </c:pt>
                <c:pt idx="1200">
                  <c:v>1.9796127</c:v>
                </c:pt>
                <c:pt idx="1201">
                  <c:v>1.979525</c:v>
                </c:pt>
                <c:pt idx="1202">
                  <c:v>1.9794371</c:v>
                </c:pt>
                <c:pt idx="1203">
                  <c:v>1.9793492</c:v>
                </c:pt>
                <c:pt idx="1204">
                  <c:v>1.9792612</c:v>
                </c:pt>
                <c:pt idx="1205">
                  <c:v>1.9791733</c:v>
                </c:pt>
                <c:pt idx="1206">
                  <c:v>1.9790855</c:v>
                </c:pt>
                <c:pt idx="1207">
                  <c:v>1.9789978</c:v>
                </c:pt>
                <c:pt idx="1208">
                  <c:v>1.9789103</c:v>
                </c:pt>
                <c:pt idx="1209">
                  <c:v>1.978823</c:v>
                </c:pt>
                <c:pt idx="1210">
                  <c:v>1.9787361</c:v>
                </c:pt>
                <c:pt idx="1211">
                  <c:v>1.9786494</c:v>
                </c:pt>
                <c:pt idx="1212">
                  <c:v>1.9785632</c:v>
                </c:pt>
                <c:pt idx="1213">
                  <c:v>1.9784773</c:v>
                </c:pt>
                <c:pt idx="1214">
                  <c:v>1.9783919</c:v>
                </c:pt>
                <c:pt idx="1215">
                  <c:v>1.9783071</c:v>
                </c:pt>
                <c:pt idx="1216">
                  <c:v>1.9782228</c:v>
                </c:pt>
                <c:pt idx="1217">
                  <c:v>1.9781391</c:v>
                </c:pt>
                <c:pt idx="1218">
                  <c:v>1.9780561</c:v>
                </c:pt>
                <c:pt idx="1219">
                  <c:v>1.9779738</c:v>
                </c:pt>
                <c:pt idx="1220">
                  <c:v>1.9778922</c:v>
                </c:pt>
                <c:pt idx="1221">
                  <c:v>1.9778114</c:v>
                </c:pt>
                <c:pt idx="1222">
                  <c:v>1.9777314</c:v>
                </c:pt>
                <c:pt idx="1223">
                  <c:v>1.9776522</c:v>
                </c:pt>
                <c:pt idx="1224">
                  <c:v>1.977574</c:v>
                </c:pt>
                <c:pt idx="1225">
                  <c:v>1.9774966</c:v>
                </c:pt>
                <c:pt idx="1226">
                  <c:v>1.9774203</c:v>
                </c:pt>
                <c:pt idx="1227">
                  <c:v>1.9773449</c:v>
                </c:pt>
                <c:pt idx="1228">
                  <c:v>1.9772706</c:v>
                </c:pt>
                <c:pt idx="1229">
                  <c:v>1.9771973</c:v>
                </c:pt>
                <c:pt idx="1230">
                  <c:v>1.9771252</c:v>
                </c:pt>
                <c:pt idx="1231">
                  <c:v>1.9770542</c:v>
                </c:pt>
                <c:pt idx="1232">
                  <c:v>1.9769844</c:v>
                </c:pt>
                <c:pt idx="1233">
                  <c:v>1.9769157</c:v>
                </c:pt>
                <c:pt idx="1234">
                  <c:v>1.9768483</c:v>
                </c:pt>
                <c:pt idx="1235">
                  <c:v>1.9767821</c:v>
                </c:pt>
                <c:pt idx="1236">
                  <c:v>1.9767173</c:v>
                </c:pt>
                <c:pt idx="1237">
                  <c:v>1.9766537</c:v>
                </c:pt>
                <c:pt idx="1238">
                  <c:v>1.9765915</c:v>
                </c:pt>
                <c:pt idx="1239">
                  <c:v>1.9765307</c:v>
                </c:pt>
                <c:pt idx="1240">
                  <c:v>1.9764714</c:v>
                </c:pt>
                <c:pt idx="1241">
                  <c:v>1.9764134</c:v>
                </c:pt>
                <c:pt idx="1242">
                  <c:v>1.9763569</c:v>
                </c:pt>
                <c:pt idx="1243">
                  <c:v>1.9763019</c:v>
                </c:pt>
                <c:pt idx="1244">
                  <c:v>1.9762484</c:v>
                </c:pt>
                <c:pt idx="1245">
                  <c:v>1.9761965</c:v>
                </c:pt>
                <c:pt idx="1246">
                  <c:v>1.976146</c:v>
                </c:pt>
                <c:pt idx="1247">
                  <c:v>1.9760972</c:v>
                </c:pt>
                <c:pt idx="1248">
                  <c:v>1.9760499</c:v>
                </c:pt>
                <c:pt idx="1249">
                  <c:v>1.9760042</c:v>
                </c:pt>
                <c:pt idx="1250">
                  <c:v>1.9759602</c:v>
                </c:pt>
                <c:pt idx="1251">
                  <c:v>1.9759178</c:v>
                </c:pt>
                <c:pt idx="1252">
                  <c:v>1.975877</c:v>
                </c:pt>
                <c:pt idx="1253">
                  <c:v>1.9758379</c:v>
                </c:pt>
                <c:pt idx="1254">
                  <c:v>1.9758005</c:v>
                </c:pt>
                <c:pt idx="1255">
                  <c:v>1.9757649</c:v>
                </c:pt>
                <c:pt idx="1256">
                  <c:v>1.9757309</c:v>
                </c:pt>
                <c:pt idx="1257">
                  <c:v>1.9756988</c:v>
                </c:pt>
                <c:pt idx="1258">
                  <c:v>1.9756683</c:v>
                </c:pt>
                <c:pt idx="1259">
                  <c:v>1.9756397</c:v>
                </c:pt>
                <c:pt idx="1260">
                  <c:v>1.9756128</c:v>
                </c:pt>
                <c:pt idx="1261">
                  <c:v>1.9755877</c:v>
                </c:pt>
                <c:pt idx="1262">
                  <c:v>1.9755644</c:v>
                </c:pt>
                <c:pt idx="1263">
                  <c:v>1.975543</c:v>
                </c:pt>
                <c:pt idx="1264">
                  <c:v>1.9755234</c:v>
                </c:pt>
                <c:pt idx="1265">
                  <c:v>1.9755056</c:v>
                </c:pt>
                <c:pt idx="1266">
                  <c:v>1.9754897</c:v>
                </c:pt>
                <c:pt idx="1267">
                  <c:v>1.9754756</c:v>
                </c:pt>
                <c:pt idx="1268">
                  <c:v>1.9754634</c:v>
                </c:pt>
                <c:pt idx="1269">
                  <c:v>1.9754531</c:v>
                </c:pt>
                <c:pt idx="1270">
                  <c:v>1.9754446</c:v>
                </c:pt>
                <c:pt idx="1271">
                  <c:v>1.9754381</c:v>
                </c:pt>
                <c:pt idx="1272">
                  <c:v>1.9754335</c:v>
                </c:pt>
                <c:pt idx="1273">
                  <c:v>1.9754308</c:v>
                </c:pt>
                <c:pt idx="1274">
                  <c:v>1.9754301</c:v>
                </c:pt>
                <c:pt idx="1275">
                  <c:v>1.9754313</c:v>
                </c:pt>
                <c:pt idx="1276">
                  <c:v>1.9754344</c:v>
                </c:pt>
                <c:pt idx="1277">
                  <c:v>1.9754395</c:v>
                </c:pt>
                <c:pt idx="1278">
                  <c:v>1.9754465</c:v>
                </c:pt>
                <c:pt idx="1279">
                  <c:v>1.9754555</c:v>
                </c:pt>
                <c:pt idx="1280">
                  <c:v>1.9754664</c:v>
                </c:pt>
                <c:pt idx="1281">
                  <c:v>1.9754794</c:v>
                </c:pt>
                <c:pt idx="1282">
                  <c:v>1.9754943</c:v>
                </c:pt>
                <c:pt idx="1283">
                  <c:v>1.9755111</c:v>
                </c:pt>
                <c:pt idx="1284">
                  <c:v>1.97553</c:v>
                </c:pt>
                <c:pt idx="1285">
                  <c:v>1.9755508</c:v>
                </c:pt>
                <c:pt idx="1286">
                  <c:v>1.9755737</c:v>
                </c:pt>
                <c:pt idx="1287">
                  <c:v>1.9755985</c:v>
                </c:pt>
                <c:pt idx="1288">
                  <c:v>1.9756254</c:v>
                </c:pt>
                <c:pt idx="1289">
                  <c:v>1.9756542</c:v>
                </c:pt>
                <c:pt idx="1290">
                  <c:v>1.9756851</c:v>
                </c:pt>
                <c:pt idx="1291">
                  <c:v>1.975718</c:v>
                </c:pt>
                <c:pt idx="1292">
                  <c:v>1.9757529</c:v>
                </c:pt>
                <c:pt idx="1293">
                  <c:v>1.9757898</c:v>
                </c:pt>
                <c:pt idx="1294">
                  <c:v>1.9758287</c:v>
                </c:pt>
                <c:pt idx="1295">
                  <c:v>1.9758696</c:v>
                </c:pt>
                <c:pt idx="1296">
                  <c:v>1.9759126</c:v>
                </c:pt>
                <c:pt idx="1297">
                  <c:v>1.9759576</c:v>
                </c:pt>
                <c:pt idx="1298">
                  <c:v>1.9760046</c:v>
                </c:pt>
                <c:pt idx="1299">
                  <c:v>1.9760536</c:v>
                </c:pt>
                <c:pt idx="1300">
                  <c:v>1.9761047</c:v>
                </c:pt>
                <c:pt idx="1301">
                  <c:v>1.9761577</c:v>
                </c:pt>
                <c:pt idx="1302">
                  <c:v>1.9762128</c:v>
                </c:pt>
                <c:pt idx="1303">
                  <c:v>1.9763238</c:v>
                </c:pt>
                <c:pt idx="1304">
                  <c:v>1.976672</c:v>
                </c:pt>
                <c:pt idx="1305">
                  <c:v>1.9770206</c:v>
                </c:pt>
                <c:pt idx="1306">
                  <c:v>1.9773696</c:v>
                </c:pt>
                <c:pt idx="1307">
                  <c:v>1.9777191</c:v>
                </c:pt>
                <c:pt idx="1308">
                  <c:v>1.978069</c:v>
                </c:pt>
                <c:pt idx="1309">
                  <c:v>1.9784193</c:v>
                </c:pt>
                <c:pt idx="1310">
                  <c:v>1.97877</c:v>
                </c:pt>
                <c:pt idx="1311">
                  <c:v>1.9791212</c:v>
                </c:pt>
                <c:pt idx="1312">
                  <c:v>1.979473</c:v>
                </c:pt>
                <c:pt idx="1313">
                  <c:v>1.9798251</c:v>
                </c:pt>
                <c:pt idx="1314">
                  <c:v>1.9801778</c:v>
                </c:pt>
                <c:pt idx="1315">
                  <c:v>1.980531</c:v>
                </c:pt>
                <c:pt idx="1316">
                  <c:v>1.9808847</c:v>
                </c:pt>
                <c:pt idx="1317">
                  <c:v>1.9812389</c:v>
                </c:pt>
                <c:pt idx="1318">
                  <c:v>1.9815937</c:v>
                </c:pt>
                <c:pt idx="1319">
                  <c:v>1.981949</c:v>
                </c:pt>
                <c:pt idx="1320">
                  <c:v>1.9823048</c:v>
                </c:pt>
                <c:pt idx="1321">
                  <c:v>1.9826612</c:v>
                </c:pt>
                <c:pt idx="1322">
                  <c:v>1.9830181</c:v>
                </c:pt>
                <c:pt idx="1323">
                  <c:v>1.9833756</c:v>
                </c:pt>
                <c:pt idx="1324">
                  <c:v>1.9837337</c:v>
                </c:pt>
                <c:pt idx="1325">
                  <c:v>1.9840924</c:v>
                </c:pt>
                <c:pt idx="1326">
                  <c:v>1.9844516</c:v>
                </c:pt>
                <c:pt idx="1327">
                  <c:v>1.9848114</c:v>
                </c:pt>
                <c:pt idx="1328">
                  <c:v>1.9851718</c:v>
                </c:pt>
                <c:pt idx="1329">
                  <c:v>1.9855329</c:v>
                </c:pt>
                <c:pt idx="1330">
                  <c:v>1.9858945</c:v>
                </c:pt>
                <c:pt idx="1331">
                  <c:v>1.9862567</c:v>
                </c:pt>
                <c:pt idx="1332">
                  <c:v>1.9866196</c:v>
                </c:pt>
                <c:pt idx="1333">
                  <c:v>1.986983</c:v>
                </c:pt>
                <c:pt idx="1334">
                  <c:v>1.9873471</c:v>
                </c:pt>
                <c:pt idx="1335">
                  <c:v>1.9877118</c:v>
                </c:pt>
                <c:pt idx="1336">
                  <c:v>1.9880771</c:v>
                </c:pt>
                <c:pt idx="1337">
                  <c:v>1.988443</c:v>
                </c:pt>
                <c:pt idx="1338">
                  <c:v>1.9888096</c:v>
                </c:pt>
                <c:pt idx="1339">
                  <c:v>1.9891767</c:v>
                </c:pt>
                <c:pt idx="1340">
                  <c:v>1.9895445</c:v>
                </c:pt>
                <c:pt idx="1341">
                  <c:v>1.9899129</c:v>
                </c:pt>
                <c:pt idx="1342">
                  <c:v>1.990282</c:v>
                </c:pt>
                <c:pt idx="1343">
                  <c:v>1.9906516</c:v>
                </c:pt>
                <c:pt idx="1344">
                  <c:v>1.9910219</c:v>
                </c:pt>
                <c:pt idx="1345">
                  <c:v>1.9913928</c:v>
                </c:pt>
                <c:pt idx="1346">
                  <c:v>1.9917644</c:v>
                </c:pt>
                <c:pt idx="1347">
                  <c:v>1.9921365</c:v>
                </c:pt>
                <c:pt idx="1348">
                  <c:v>1.9925093</c:v>
                </c:pt>
                <c:pt idx="1349">
                  <c:v>1.9928827</c:v>
                </c:pt>
                <c:pt idx="1350">
                  <c:v>1.9932567</c:v>
                </c:pt>
                <c:pt idx="1351">
                  <c:v>1.9936313</c:v>
                </c:pt>
                <c:pt idx="1352">
                  <c:v>1.9940066</c:v>
                </c:pt>
                <c:pt idx="1353">
                  <c:v>1.9943824</c:v>
                </c:pt>
                <c:pt idx="1354">
                  <c:v>1.9947589</c:v>
                </c:pt>
                <c:pt idx="1355">
                  <c:v>1.9951359</c:v>
                </c:pt>
                <c:pt idx="1356">
                  <c:v>1.9955135</c:v>
                </c:pt>
                <c:pt idx="1357">
                  <c:v>1.9958917</c:v>
                </c:pt>
                <c:pt idx="1358">
                  <c:v>1.9962705</c:v>
                </c:pt>
                <c:pt idx="1359">
                  <c:v>1.9966499</c:v>
                </c:pt>
                <c:pt idx="1360">
                  <c:v>1.9970298</c:v>
                </c:pt>
                <c:pt idx="1361">
                  <c:v>1.9974103</c:v>
                </c:pt>
                <c:pt idx="1362">
                  <c:v>1.9977914</c:v>
                </c:pt>
                <c:pt idx="1363">
                  <c:v>1.998173</c:v>
                </c:pt>
                <c:pt idx="1364">
                  <c:v>1.9985551</c:v>
                </c:pt>
                <c:pt idx="1365">
                  <c:v>1.9989378</c:v>
                </c:pt>
                <c:pt idx="1366">
                  <c:v>1.999321</c:v>
                </c:pt>
                <c:pt idx="1367">
                  <c:v>1.9997047</c:v>
                </c:pt>
                <c:pt idx="1368">
                  <c:v>2.0000889</c:v>
                </c:pt>
                <c:pt idx="1369">
                  <c:v>2.0004737</c:v>
                </c:pt>
                <c:pt idx="1370">
                  <c:v>2.0008589</c:v>
                </c:pt>
                <c:pt idx="1371">
                  <c:v>2.0012446</c:v>
                </c:pt>
                <c:pt idx="1372">
                  <c:v>2.0016308</c:v>
                </c:pt>
                <c:pt idx="1373">
                  <c:v>2.0020174</c:v>
                </c:pt>
                <c:pt idx="1374">
                  <c:v>2.0024045</c:v>
                </c:pt>
                <c:pt idx="1375">
                  <c:v>2.0027919</c:v>
                </c:pt>
                <c:pt idx="1376">
                  <c:v>2.0031798</c:v>
                </c:pt>
                <c:pt idx="1377">
                  <c:v>2.0035681</c:v>
                </c:pt>
                <c:pt idx="1378">
                  <c:v>2.0039568</c:v>
                </c:pt>
                <c:pt idx="1379">
                  <c:v>2.0043459</c:v>
                </c:pt>
                <c:pt idx="1380">
                  <c:v>2.0047354</c:v>
                </c:pt>
                <c:pt idx="1381">
                  <c:v>2.0051253</c:v>
                </c:pt>
                <c:pt idx="1382">
                  <c:v>2.0055154</c:v>
                </c:pt>
                <c:pt idx="1383">
                  <c:v>2.0059059</c:v>
                </c:pt>
                <c:pt idx="1384">
                  <c:v>2.0062968</c:v>
                </c:pt>
                <c:pt idx="1385">
                  <c:v>2.0066879</c:v>
                </c:pt>
                <c:pt idx="1386">
                  <c:v>2.0070794</c:v>
                </c:pt>
                <c:pt idx="1387">
                  <c:v>2.0074712</c:v>
                </c:pt>
                <c:pt idx="1388">
                  <c:v>2.0078632</c:v>
                </c:pt>
                <c:pt idx="1389">
                  <c:v>2.0082555</c:v>
                </c:pt>
                <c:pt idx="1390">
                  <c:v>2.008648</c:v>
                </c:pt>
                <c:pt idx="1391">
                  <c:v>2.0090407</c:v>
                </c:pt>
                <c:pt idx="1392">
                  <c:v>2.0094337</c:v>
                </c:pt>
                <c:pt idx="1393">
                  <c:v>2.0098268</c:v>
                </c:pt>
                <c:pt idx="1394">
                  <c:v>2.0102201</c:v>
                </c:pt>
                <c:pt idx="1395">
                  <c:v>2.0106136</c:v>
                </c:pt>
                <c:pt idx="1396">
                  <c:v>2.0110073</c:v>
                </c:pt>
                <c:pt idx="1397">
                  <c:v>2.011401</c:v>
                </c:pt>
                <c:pt idx="1398">
                  <c:v>2.011795</c:v>
                </c:pt>
                <c:pt idx="1399">
                  <c:v>2.0121889</c:v>
                </c:pt>
                <c:pt idx="1400">
                  <c:v>2.012583</c:v>
                </c:pt>
                <c:pt idx="1401">
                  <c:v>2.0129772</c:v>
                </c:pt>
                <c:pt idx="1402">
                  <c:v>2.0133713</c:v>
                </c:pt>
                <c:pt idx="1403">
                  <c:v>2.0137655</c:v>
                </c:pt>
                <c:pt idx="1404">
                  <c:v>2.0141598</c:v>
                </c:pt>
                <c:pt idx="1405">
                  <c:v>2.014554</c:v>
                </c:pt>
                <c:pt idx="1406">
                  <c:v>2.0149482</c:v>
                </c:pt>
                <c:pt idx="1407">
                  <c:v>2.0153424</c:v>
                </c:pt>
                <c:pt idx="1408">
                  <c:v>2.0157364</c:v>
                </c:pt>
                <c:pt idx="1409">
                  <c:v>2.0161304</c:v>
                </c:pt>
                <c:pt idx="1410">
                  <c:v>2.0165243</c:v>
                </c:pt>
                <c:pt idx="1411">
                  <c:v>2.0169181</c:v>
                </c:pt>
                <c:pt idx="1412">
                  <c:v>2.0173117</c:v>
                </c:pt>
                <c:pt idx="1413">
                  <c:v>2.0177052</c:v>
                </c:pt>
                <c:pt idx="1414">
                  <c:v>2.0180985</c:v>
                </c:pt>
                <c:pt idx="1415">
                  <c:v>2.0184916</c:v>
                </c:pt>
                <c:pt idx="1416">
                  <c:v>2.0188844</c:v>
                </c:pt>
                <c:pt idx="1417">
                  <c:v>2.019277</c:v>
                </c:pt>
                <c:pt idx="1418">
                  <c:v>2.0196693</c:v>
                </c:pt>
                <c:pt idx="1419">
                  <c:v>2.0200614</c:v>
                </c:pt>
                <c:pt idx="1420">
                  <c:v>2.0204531</c:v>
                </c:pt>
                <c:pt idx="1421">
                  <c:v>2.0208445</c:v>
                </c:pt>
                <c:pt idx="1422">
                  <c:v>2.0212356</c:v>
                </c:pt>
                <c:pt idx="1423">
                  <c:v>2.0216262</c:v>
                </c:pt>
                <c:pt idx="1424">
                  <c:v>2.0220165</c:v>
                </c:pt>
                <c:pt idx="1425">
                  <c:v>2.0224063</c:v>
                </c:pt>
                <c:pt idx="1426">
                  <c:v>2.0227956</c:v>
                </c:pt>
                <c:pt idx="1427">
                  <c:v>2.0231845</c:v>
                </c:pt>
                <c:pt idx="1428">
                  <c:v>2.0235729</c:v>
                </c:pt>
                <c:pt idx="1429">
                  <c:v>2.0239608</c:v>
                </c:pt>
                <c:pt idx="1430">
                  <c:v>2.0243482</c:v>
                </c:pt>
                <c:pt idx="1431">
                  <c:v>2.024735</c:v>
                </c:pt>
                <c:pt idx="1432">
                  <c:v>2.0251212</c:v>
                </c:pt>
                <c:pt idx="1433">
                  <c:v>2.0255068</c:v>
                </c:pt>
                <c:pt idx="1434">
                  <c:v>2.0258917</c:v>
                </c:pt>
                <c:pt idx="1435">
                  <c:v>2.026276</c:v>
                </c:pt>
                <c:pt idx="1436">
                  <c:v>2.0266596</c:v>
                </c:pt>
                <c:pt idx="1437">
                  <c:v>2.0270425</c:v>
                </c:pt>
                <c:pt idx="1438">
                  <c:v>2.0274246</c:v>
                </c:pt>
                <c:pt idx="1439">
                  <c:v>2.027806</c:v>
                </c:pt>
                <c:pt idx="1440">
                  <c:v>2.0281866</c:v>
                </c:pt>
                <c:pt idx="1441">
                  <c:v>2.0285665</c:v>
                </c:pt>
                <c:pt idx="1442">
                  <c:v>2.0289454</c:v>
                </c:pt>
                <c:pt idx="1443">
                  <c:v>2.0293235</c:v>
                </c:pt>
                <c:pt idx="1444">
                  <c:v>2.0297007</c:v>
                </c:pt>
                <c:pt idx="1445">
                  <c:v>2.030077</c:v>
                </c:pt>
                <c:pt idx="1446">
                  <c:v>2.0304524</c:v>
                </c:pt>
                <c:pt idx="1447">
                  <c:v>2.0308267</c:v>
                </c:pt>
                <c:pt idx="1448">
                  <c:v>2.0312001</c:v>
                </c:pt>
                <c:pt idx="1449">
                  <c:v>2.0315725</c:v>
                </c:pt>
                <c:pt idx="1450">
                  <c:v>2.0319438</c:v>
                </c:pt>
                <c:pt idx="1451">
                  <c:v>2.032314</c:v>
                </c:pt>
                <c:pt idx="1452">
                  <c:v>2.0326831</c:v>
                </c:pt>
                <c:pt idx="1453">
                  <c:v>2.0330512</c:v>
                </c:pt>
                <c:pt idx="1454">
                  <c:v>2.033418</c:v>
                </c:pt>
                <c:pt idx="1455">
                  <c:v>2.0337836</c:v>
                </c:pt>
                <c:pt idx="1456">
                  <c:v>2.034148</c:v>
                </c:pt>
                <c:pt idx="1457">
                  <c:v>2.0345109</c:v>
                </c:pt>
                <c:pt idx="1458">
                  <c:v>2.0348721</c:v>
                </c:pt>
                <c:pt idx="1459">
                  <c:v>2.0352318</c:v>
                </c:pt>
                <c:pt idx="1460">
                  <c:v>2.0355899</c:v>
                </c:pt>
                <c:pt idx="1461">
                  <c:v>2.0359463</c:v>
                </c:pt>
                <c:pt idx="1462">
                  <c:v>2.036301</c:v>
                </c:pt>
                <c:pt idx="1463">
                  <c:v>2.0366541</c:v>
                </c:pt>
                <c:pt idx="1464">
                  <c:v>2.0370055</c:v>
                </c:pt>
                <c:pt idx="1465">
                  <c:v>2.0373552</c:v>
                </c:pt>
                <c:pt idx="1466">
                  <c:v>2.0377032</c:v>
                </c:pt>
                <c:pt idx="1467">
                  <c:v>2.0380494</c:v>
                </c:pt>
                <c:pt idx="1468">
                  <c:v>2.0383938</c:v>
                </c:pt>
                <c:pt idx="1469">
                  <c:v>2.0387364</c:v>
                </c:pt>
                <c:pt idx="1470">
                  <c:v>2.0390772</c:v>
                </c:pt>
                <c:pt idx="1471">
                  <c:v>2.0394162</c:v>
                </c:pt>
                <c:pt idx="1472">
                  <c:v>2.0397533</c:v>
                </c:pt>
                <c:pt idx="1473">
                  <c:v>2.0400885</c:v>
                </c:pt>
                <c:pt idx="1474">
                  <c:v>2.0404218</c:v>
                </c:pt>
                <c:pt idx="1475">
                  <c:v>2.0407532</c:v>
                </c:pt>
                <c:pt idx="1476">
                  <c:v>2.0410827</c:v>
                </c:pt>
                <c:pt idx="1477">
                  <c:v>2.0414102</c:v>
                </c:pt>
                <c:pt idx="1478">
                  <c:v>2.0417358</c:v>
                </c:pt>
                <c:pt idx="1479">
                  <c:v>2.0420593</c:v>
                </c:pt>
                <c:pt idx="1480">
                  <c:v>2.0423808</c:v>
                </c:pt>
                <c:pt idx="1481">
                  <c:v>2.0427003</c:v>
                </c:pt>
                <c:pt idx="1482">
                  <c:v>2.0430178</c:v>
                </c:pt>
                <c:pt idx="1483">
                  <c:v>2.0433331</c:v>
                </c:pt>
                <c:pt idx="1484">
                  <c:v>2.0436464</c:v>
                </c:pt>
                <c:pt idx="1485">
                  <c:v>2.0439575</c:v>
                </c:pt>
                <c:pt idx="1486">
                  <c:v>2.0442666</c:v>
                </c:pt>
                <c:pt idx="1487">
                  <c:v>2.0445734</c:v>
                </c:pt>
                <c:pt idx="1488">
                  <c:v>2.0448781</c:v>
                </c:pt>
                <c:pt idx="1489">
                  <c:v>2.0451807</c:v>
                </c:pt>
                <c:pt idx="1490">
                  <c:v>2.0454809</c:v>
                </c:pt>
                <c:pt idx="1491">
                  <c:v>2.045779</c:v>
                </c:pt>
                <c:pt idx="1492">
                  <c:v>2.0460748</c:v>
                </c:pt>
                <c:pt idx="1493">
                  <c:v>2.0463684</c:v>
                </c:pt>
                <c:pt idx="1494">
                  <c:v>2.0466596</c:v>
                </c:pt>
                <c:pt idx="1495">
                  <c:v>2.0469486</c:v>
                </c:pt>
                <c:pt idx="1496">
                  <c:v>2.0472352</c:v>
                </c:pt>
                <c:pt idx="1497">
                  <c:v>2.0475195</c:v>
                </c:pt>
                <c:pt idx="1498">
                  <c:v>2.0478014</c:v>
                </c:pt>
                <c:pt idx="1499">
                  <c:v>2.0480809</c:v>
                </c:pt>
                <c:pt idx="1500">
                  <c:v>2.048358</c:v>
                </c:pt>
                <c:pt idx="1501">
                  <c:v>2.0486326</c:v>
                </c:pt>
                <c:pt idx="1502">
                  <c:v>2.0489049</c:v>
                </c:pt>
                <c:pt idx="1503">
                  <c:v>2.0491746</c:v>
                </c:pt>
                <c:pt idx="1504">
                  <c:v>2.0494419</c:v>
                </c:pt>
                <c:pt idx="1505">
                  <c:v>2.0497067</c:v>
                </c:pt>
                <c:pt idx="1506">
                  <c:v>2.0499689</c:v>
                </c:pt>
                <c:pt idx="1507">
                  <c:v>2.0502286</c:v>
                </c:pt>
                <c:pt idx="1508">
                  <c:v>2.0504857</c:v>
                </c:pt>
                <c:pt idx="1509">
                  <c:v>2.0507402</c:v>
                </c:pt>
                <c:pt idx="1510">
                  <c:v>2.0509922</c:v>
                </c:pt>
                <c:pt idx="1511">
                  <c:v>2.0512415</c:v>
                </c:pt>
                <c:pt idx="1512">
                  <c:v>2.0514881</c:v>
                </c:pt>
                <c:pt idx="1513">
                  <c:v>2.0517322</c:v>
                </c:pt>
                <c:pt idx="1514">
                  <c:v>2.0519735</c:v>
                </c:pt>
                <c:pt idx="1515">
                  <c:v>2.0522121</c:v>
                </c:pt>
                <c:pt idx="1516">
                  <c:v>2.052448</c:v>
                </c:pt>
                <c:pt idx="1517">
                  <c:v>2.0526812</c:v>
                </c:pt>
                <c:pt idx="1518">
                  <c:v>2.0529117</c:v>
                </c:pt>
                <c:pt idx="1519">
                  <c:v>2.0531393</c:v>
                </c:pt>
                <c:pt idx="1520">
                  <c:v>2.0533642</c:v>
                </c:pt>
                <c:pt idx="1521">
                  <c:v>2.0535863</c:v>
                </c:pt>
                <c:pt idx="1522">
                  <c:v>2.0538055</c:v>
                </c:pt>
                <c:pt idx="1523">
                  <c:v>2.0540219</c:v>
                </c:pt>
                <c:pt idx="1524">
                  <c:v>2.0542354</c:v>
                </c:pt>
                <c:pt idx="1525">
                  <c:v>2.0544461</c:v>
                </c:pt>
                <c:pt idx="1526">
                  <c:v>2.0546539</c:v>
                </c:pt>
                <c:pt idx="1527">
                  <c:v>2.0548587</c:v>
                </c:pt>
                <c:pt idx="1528">
                  <c:v>2.0550606</c:v>
                </c:pt>
                <c:pt idx="1529">
                  <c:v>2.0552596</c:v>
                </c:pt>
                <c:pt idx="1530">
                  <c:v>2.0554556</c:v>
                </c:pt>
                <c:pt idx="1531">
                  <c:v>2.0556487</c:v>
                </c:pt>
                <c:pt idx="1532">
                  <c:v>2.0558387</c:v>
                </c:pt>
                <c:pt idx="1533">
                  <c:v>2.0560257</c:v>
                </c:pt>
                <c:pt idx="1534">
                  <c:v>2.0562097</c:v>
                </c:pt>
                <c:pt idx="1535">
                  <c:v>2.0563907</c:v>
                </c:pt>
                <c:pt idx="1536">
                  <c:v>2.0565686</c:v>
                </c:pt>
                <c:pt idx="1537">
                  <c:v>2.0567434</c:v>
                </c:pt>
                <c:pt idx="1538">
                  <c:v>2.0569152</c:v>
                </c:pt>
                <c:pt idx="1539">
                  <c:v>2.0570838</c:v>
                </c:pt>
                <c:pt idx="1540">
                  <c:v>2.0572494</c:v>
                </c:pt>
                <c:pt idx="1541">
                  <c:v>2.0574117</c:v>
                </c:pt>
                <c:pt idx="1542">
                  <c:v>2.0575709</c:v>
                </c:pt>
                <c:pt idx="1543">
                  <c:v>2.057727</c:v>
                </c:pt>
                <c:pt idx="1544">
                  <c:v>2.0578799</c:v>
                </c:pt>
                <c:pt idx="1545">
                  <c:v>2.0580296</c:v>
                </c:pt>
                <c:pt idx="1546">
                  <c:v>2.0581761</c:v>
                </c:pt>
                <c:pt idx="1547">
                  <c:v>2.0583193</c:v>
                </c:pt>
                <c:pt idx="1548">
                  <c:v>2.0584594</c:v>
                </c:pt>
                <c:pt idx="1549">
                  <c:v>2.0585962</c:v>
                </c:pt>
                <c:pt idx="1550">
                  <c:v>2.0587297</c:v>
                </c:pt>
                <c:pt idx="1551">
                  <c:v>2.05886</c:v>
                </c:pt>
                <c:pt idx="1552">
                  <c:v>2.058987</c:v>
                </c:pt>
                <c:pt idx="1553">
                  <c:v>2.0591107</c:v>
                </c:pt>
                <c:pt idx="1554">
                  <c:v>2.0592311</c:v>
                </c:pt>
                <c:pt idx="1555">
                  <c:v>2.0593482</c:v>
                </c:pt>
                <c:pt idx="1556">
                  <c:v>2.0594619</c:v>
                </c:pt>
                <c:pt idx="1557">
                  <c:v>2.0595723</c:v>
                </c:pt>
                <c:pt idx="1558">
                  <c:v>2.0596794</c:v>
                </c:pt>
                <c:pt idx="1559">
                  <c:v>2.0597831</c:v>
                </c:pt>
                <c:pt idx="1560">
                  <c:v>2.0598834</c:v>
                </c:pt>
                <c:pt idx="1561">
                  <c:v>2.0599803</c:v>
                </c:pt>
                <c:pt idx="1562">
                  <c:v>2.0600739</c:v>
                </c:pt>
                <c:pt idx="1563">
                  <c:v>2.060164</c:v>
                </c:pt>
                <c:pt idx="1564">
                  <c:v>2.0602508</c:v>
                </c:pt>
                <c:pt idx="1565">
                  <c:v>2.0603341</c:v>
                </c:pt>
                <c:pt idx="1566">
                  <c:v>2.060414</c:v>
                </c:pt>
                <c:pt idx="1567">
                  <c:v>2.0604904</c:v>
                </c:pt>
                <c:pt idx="1568">
                  <c:v>2.0605633</c:v>
                </c:pt>
                <c:pt idx="1569">
                  <c:v>2.0606328</c:v>
                </c:pt>
                <c:pt idx="1570">
                  <c:v>2.0606989</c:v>
                </c:pt>
                <c:pt idx="1571">
                  <c:v>2.0607614</c:v>
                </c:pt>
                <c:pt idx="1572">
                  <c:v>2.0608205</c:v>
                </c:pt>
                <c:pt idx="1573">
                  <c:v>2.0608761</c:v>
                </c:pt>
                <c:pt idx="1574">
                  <c:v>2.0609281</c:v>
                </c:pt>
                <c:pt idx="1575">
                  <c:v>2.0609767</c:v>
                </c:pt>
                <c:pt idx="1576">
                  <c:v>2.0610217</c:v>
                </c:pt>
                <c:pt idx="1577">
                  <c:v>2.0610632</c:v>
                </c:pt>
                <c:pt idx="1578">
                  <c:v>2.0611012</c:v>
                </c:pt>
                <c:pt idx="1579">
                  <c:v>2.0611357</c:v>
                </c:pt>
                <c:pt idx="1580">
                  <c:v>2.0611666</c:v>
                </c:pt>
                <c:pt idx="1581">
                  <c:v>2.061194</c:v>
                </c:pt>
                <c:pt idx="1582">
                  <c:v>2.0612178</c:v>
                </c:pt>
                <c:pt idx="1583">
                  <c:v>2.0612381</c:v>
                </c:pt>
                <c:pt idx="1584">
                  <c:v>2.0612548</c:v>
                </c:pt>
                <c:pt idx="1585">
                  <c:v>2.061268</c:v>
                </c:pt>
                <c:pt idx="1586">
                  <c:v>2.0612776</c:v>
                </c:pt>
                <c:pt idx="1587">
                  <c:v>2.0612836</c:v>
                </c:pt>
                <c:pt idx="1588">
                  <c:v>2.061286</c:v>
                </c:pt>
                <c:pt idx="1589">
                  <c:v>2.0612849</c:v>
                </c:pt>
                <c:pt idx="1590">
                  <c:v>2.0612802</c:v>
                </c:pt>
                <c:pt idx="1591">
                  <c:v>2.0612719</c:v>
                </c:pt>
                <c:pt idx="1592">
                  <c:v>2.0612601</c:v>
                </c:pt>
                <c:pt idx="1593">
                  <c:v>2.0612447</c:v>
                </c:pt>
                <c:pt idx="1594">
                  <c:v>2.0612256</c:v>
                </c:pt>
                <c:pt idx="1595">
                  <c:v>2.061203</c:v>
                </c:pt>
                <c:pt idx="1596">
                  <c:v>2.0611769</c:v>
                </c:pt>
                <c:pt idx="1597">
                  <c:v>2.0611471</c:v>
                </c:pt>
                <c:pt idx="1598">
                  <c:v>2.0611138</c:v>
                </c:pt>
                <c:pt idx="1599">
                  <c:v>2.0610768</c:v>
                </c:pt>
                <c:pt idx="1600">
                  <c:v>2.0610363</c:v>
                </c:pt>
                <c:pt idx="1601">
                  <c:v>2.0609922</c:v>
                </c:pt>
                <c:pt idx="1602">
                  <c:v>2.0609445</c:v>
                </c:pt>
                <c:pt idx="1603">
                  <c:v>2.0608933</c:v>
                </c:pt>
                <c:pt idx="1604">
                  <c:v>2.0608385</c:v>
                </c:pt>
                <c:pt idx="1605">
                  <c:v>2.0607801</c:v>
                </c:pt>
                <c:pt idx="1606">
                  <c:v>2.0607181</c:v>
                </c:pt>
                <c:pt idx="1607">
                  <c:v>2.0606525</c:v>
                </c:pt>
                <c:pt idx="1608">
                  <c:v>2.0605834</c:v>
                </c:pt>
                <c:pt idx="1609">
                  <c:v>2.0605108</c:v>
                </c:pt>
                <c:pt idx="1610">
                  <c:v>2.0604346</c:v>
                </c:pt>
                <c:pt idx="1611">
                  <c:v>2.0603548</c:v>
                </c:pt>
                <c:pt idx="1612">
                  <c:v>2.0602715</c:v>
                </c:pt>
                <c:pt idx="1613">
                  <c:v>2.0601847</c:v>
                </c:pt>
                <c:pt idx="1614">
                  <c:v>2.0600943</c:v>
                </c:pt>
                <c:pt idx="1615">
                  <c:v>2.0600004</c:v>
                </c:pt>
                <c:pt idx="1616">
                  <c:v>2.059903</c:v>
                </c:pt>
                <c:pt idx="1617">
                  <c:v>2.0598021</c:v>
                </c:pt>
                <c:pt idx="1618">
                  <c:v>2.0596977</c:v>
                </c:pt>
                <c:pt idx="1619">
                  <c:v>2.0595898</c:v>
                </c:pt>
                <c:pt idx="1620">
                  <c:v>2.0594784</c:v>
                </c:pt>
                <c:pt idx="1621">
                  <c:v>2.0593635</c:v>
                </c:pt>
                <c:pt idx="1622">
                  <c:v>2.0592452</c:v>
                </c:pt>
                <c:pt idx="1623">
                  <c:v>2.0591234</c:v>
                </c:pt>
                <c:pt idx="1624">
                  <c:v>2.0589981</c:v>
                </c:pt>
                <c:pt idx="1625">
                  <c:v>2.0588694</c:v>
                </c:pt>
                <c:pt idx="1626">
                  <c:v>2.0587372</c:v>
                </c:pt>
                <c:pt idx="1627">
                  <c:v>2.0586015</c:v>
                </c:pt>
                <c:pt idx="1628">
                  <c:v>2.0584625</c:v>
                </c:pt>
                <c:pt idx="1629">
                  <c:v>2.05832</c:v>
                </c:pt>
                <c:pt idx="1630">
                  <c:v>2.0581741</c:v>
                </c:pt>
                <c:pt idx="1631">
                  <c:v>2.0580248</c:v>
                </c:pt>
                <c:pt idx="1632">
                  <c:v>2.0578721</c:v>
                </c:pt>
                <c:pt idx="1633">
                  <c:v>2.057716</c:v>
                </c:pt>
                <c:pt idx="1634">
                  <c:v>2.0575566</c:v>
                </c:pt>
                <c:pt idx="1635">
                  <c:v>2.0573938</c:v>
                </c:pt>
                <c:pt idx="1636">
                  <c:v>2.0572277</c:v>
                </c:pt>
                <c:pt idx="1637">
                  <c:v>2.0570582</c:v>
                </c:pt>
                <c:pt idx="1638">
                  <c:v>2.0568854</c:v>
                </c:pt>
                <c:pt idx="1639">
                  <c:v>2.0567093</c:v>
                </c:pt>
                <c:pt idx="1640">
                  <c:v>2.05653</c:v>
                </c:pt>
                <c:pt idx="1641">
                  <c:v>2.0563473</c:v>
                </c:pt>
                <c:pt idx="1642">
                  <c:v>2.0561614</c:v>
                </c:pt>
                <c:pt idx="1643">
                  <c:v>2.0559722</c:v>
                </c:pt>
                <c:pt idx="1644">
                  <c:v>2.0557798</c:v>
                </c:pt>
                <c:pt idx="1645">
                  <c:v>2.0555841</c:v>
                </c:pt>
                <c:pt idx="1646">
                  <c:v>2.0553852</c:v>
                </c:pt>
                <c:pt idx="1647">
                  <c:v>2.0551832</c:v>
                </c:pt>
                <c:pt idx="1648">
                  <c:v>2.054978</c:v>
                </c:pt>
                <c:pt idx="1649">
                  <c:v>2.0547696</c:v>
                </c:pt>
                <c:pt idx="1650">
                  <c:v>2.054558</c:v>
                </c:pt>
                <c:pt idx="1651">
                  <c:v>2.0543433</c:v>
                </c:pt>
                <c:pt idx="1652">
                  <c:v>2.0541255</c:v>
                </c:pt>
                <c:pt idx="1653">
                  <c:v>2.0539045</c:v>
                </c:pt>
                <c:pt idx="1654">
                  <c:v>2.0536805</c:v>
                </c:pt>
                <c:pt idx="1655">
                  <c:v>2.0534533</c:v>
                </c:pt>
                <c:pt idx="1656">
                  <c:v>2.0532231</c:v>
                </c:pt>
                <c:pt idx="1657">
                  <c:v>2.0529898</c:v>
                </c:pt>
                <c:pt idx="1658">
                  <c:v>2.0527535</c:v>
                </c:pt>
                <c:pt idx="1659">
                  <c:v>2.0525141</c:v>
                </c:pt>
                <c:pt idx="1660">
                  <c:v>2.0522718</c:v>
                </c:pt>
                <c:pt idx="1661">
                  <c:v>2.0520265</c:v>
                </c:pt>
                <c:pt idx="1662">
                  <c:v>2.0517782</c:v>
                </c:pt>
                <c:pt idx="1663">
                  <c:v>2.051527</c:v>
                </c:pt>
                <c:pt idx="1664">
                  <c:v>2.0512728</c:v>
                </c:pt>
                <c:pt idx="1665">
                  <c:v>2.0510157</c:v>
                </c:pt>
                <c:pt idx="1666">
                  <c:v>2.0507557</c:v>
                </c:pt>
                <c:pt idx="1667">
                  <c:v>2.0504929</c:v>
                </c:pt>
                <c:pt idx="1668">
                  <c:v>2.0502272</c:v>
                </c:pt>
                <c:pt idx="1669">
                  <c:v>2.0499587</c:v>
                </c:pt>
                <c:pt idx="1670">
                  <c:v>2.0496873</c:v>
                </c:pt>
                <c:pt idx="1671">
                  <c:v>2.0494131</c:v>
                </c:pt>
                <c:pt idx="1672">
                  <c:v>2.0491394</c:v>
                </c:pt>
                <c:pt idx="1673">
                  <c:v>2.0489396</c:v>
                </c:pt>
                <c:pt idx="1674">
                  <c:v>2.0487368</c:v>
                </c:pt>
                <c:pt idx="1675">
                  <c:v>2.0485311</c:v>
                </c:pt>
                <c:pt idx="1676">
                  <c:v>2.0483225</c:v>
                </c:pt>
                <c:pt idx="1677">
                  <c:v>2.048111</c:v>
                </c:pt>
                <c:pt idx="1678">
                  <c:v>2.0478966</c:v>
                </c:pt>
                <c:pt idx="1679">
                  <c:v>2.0476794</c:v>
                </c:pt>
                <c:pt idx="1680">
                  <c:v>2.0474596</c:v>
                </c:pt>
                <c:pt idx="1681">
                  <c:v>2.047237</c:v>
                </c:pt>
                <c:pt idx="1682">
                  <c:v>2.0470119</c:v>
                </c:pt>
                <c:pt idx="1683">
                  <c:v>2.0467841</c:v>
                </c:pt>
                <c:pt idx="1684">
                  <c:v>2.0465537</c:v>
                </c:pt>
                <c:pt idx="1685">
                  <c:v>2.0463207</c:v>
                </c:pt>
                <c:pt idx="1686">
                  <c:v>2.0460851</c:v>
                </c:pt>
                <c:pt idx="1687">
                  <c:v>2.0458471</c:v>
                </c:pt>
                <c:pt idx="1688">
                  <c:v>2.0456065</c:v>
                </c:pt>
                <c:pt idx="1689">
                  <c:v>2.0453635</c:v>
                </c:pt>
                <c:pt idx="1690">
                  <c:v>2.045118</c:v>
                </c:pt>
                <c:pt idx="1691">
                  <c:v>2.04487</c:v>
                </c:pt>
                <c:pt idx="1692">
                  <c:v>2.0446196</c:v>
                </c:pt>
                <c:pt idx="1693">
                  <c:v>2.0443669</c:v>
                </c:pt>
                <c:pt idx="1694">
                  <c:v>2.0441118</c:v>
                </c:pt>
                <c:pt idx="1695">
                  <c:v>2.0438543</c:v>
                </c:pt>
                <c:pt idx="1696">
                  <c:v>2.0435945</c:v>
                </c:pt>
                <c:pt idx="1697">
                  <c:v>2.0433324</c:v>
                </c:pt>
                <c:pt idx="1698">
                  <c:v>2.0430681</c:v>
                </c:pt>
                <c:pt idx="1699">
                  <c:v>2.0428015</c:v>
                </c:pt>
                <c:pt idx="1700">
                  <c:v>2.0425327</c:v>
                </c:pt>
                <c:pt idx="1701">
                  <c:v>2.0422617</c:v>
                </c:pt>
                <c:pt idx="1702">
                  <c:v>2.0419885</c:v>
                </c:pt>
                <c:pt idx="1703">
                  <c:v>2.0417132</c:v>
                </c:pt>
                <c:pt idx="1704">
                  <c:v>2.0414358</c:v>
                </c:pt>
                <c:pt idx="1705">
                  <c:v>2.0411562</c:v>
                </c:pt>
                <c:pt idx="1706">
                  <c:v>2.0408747</c:v>
                </c:pt>
                <c:pt idx="1707">
                  <c:v>2.040591</c:v>
                </c:pt>
                <c:pt idx="1708">
                  <c:v>2.0403054</c:v>
                </c:pt>
                <c:pt idx="1709">
                  <c:v>2.0400178</c:v>
                </c:pt>
                <c:pt idx="1710">
                  <c:v>2.0397282</c:v>
                </c:pt>
                <c:pt idx="1711">
                  <c:v>2.0394366</c:v>
                </c:pt>
                <c:pt idx="1712">
                  <c:v>2.0391432</c:v>
                </c:pt>
                <c:pt idx="1713">
                  <c:v>2.0388479</c:v>
                </c:pt>
                <c:pt idx="1714">
                  <c:v>2.0385507</c:v>
                </c:pt>
                <c:pt idx="1715">
                  <c:v>2.0382517</c:v>
                </c:pt>
                <c:pt idx="1716">
                  <c:v>2.0379508</c:v>
                </c:pt>
                <c:pt idx="1717">
                  <c:v>2.0376482</c:v>
                </c:pt>
                <c:pt idx="1718">
                  <c:v>2.0373439</c:v>
                </c:pt>
                <c:pt idx="1719">
                  <c:v>2.0370378</c:v>
                </c:pt>
                <c:pt idx="1720">
                  <c:v>2.0367299</c:v>
                </c:pt>
                <c:pt idx="1721">
                  <c:v>2.0364204</c:v>
                </c:pt>
                <c:pt idx="1722">
                  <c:v>2.0361093</c:v>
                </c:pt>
                <c:pt idx="1723">
                  <c:v>2.0357964</c:v>
                </c:pt>
                <c:pt idx="1724">
                  <c:v>2.035482</c:v>
                </c:pt>
                <c:pt idx="1725">
                  <c:v>2.035166</c:v>
                </c:pt>
                <c:pt idx="1726">
                  <c:v>2.0348484</c:v>
                </c:pt>
                <c:pt idx="1727">
                  <c:v>2.0345293</c:v>
                </c:pt>
                <c:pt idx="1728">
                  <c:v>2.0342087</c:v>
                </c:pt>
                <c:pt idx="1729">
                  <c:v>2.0338865</c:v>
                </c:pt>
                <c:pt idx="1730">
                  <c:v>2.0335629</c:v>
                </c:pt>
                <c:pt idx="1731">
                  <c:v>2.0332378</c:v>
                </c:pt>
                <c:pt idx="1732">
                  <c:v>2.0329113</c:v>
                </c:pt>
                <c:pt idx="1733">
                  <c:v>2.0325834</c:v>
                </c:pt>
                <c:pt idx="1734">
                  <c:v>2.0322541</c:v>
                </c:pt>
                <c:pt idx="1735">
                  <c:v>2.0319235</c:v>
                </c:pt>
                <c:pt idx="1736">
                  <c:v>2.0315915</c:v>
                </c:pt>
                <c:pt idx="1737">
                  <c:v>2.0312583</c:v>
                </c:pt>
                <c:pt idx="1738">
                  <c:v>2.0309237</c:v>
                </c:pt>
                <c:pt idx="1739">
                  <c:v>2.0305878</c:v>
                </c:pt>
                <c:pt idx="1740">
                  <c:v>2.0302508</c:v>
                </c:pt>
                <c:pt idx="1741">
                  <c:v>2.0299125</c:v>
                </c:pt>
                <c:pt idx="1742">
                  <c:v>2.029573</c:v>
                </c:pt>
                <c:pt idx="1743">
                  <c:v>2.0292324</c:v>
                </c:pt>
                <c:pt idx="1744">
                  <c:v>2.0288906</c:v>
                </c:pt>
                <c:pt idx="1745">
                  <c:v>2.0285476</c:v>
                </c:pt>
                <c:pt idx="1746">
                  <c:v>2.0282036</c:v>
                </c:pt>
                <c:pt idx="1747">
                  <c:v>2.0278585</c:v>
                </c:pt>
                <c:pt idx="1748">
                  <c:v>2.0275123</c:v>
                </c:pt>
                <c:pt idx="1749">
                  <c:v>2.0271666</c:v>
                </c:pt>
                <c:pt idx="1750">
                  <c:v>2.0268199</c:v>
                </c:pt>
                <c:pt idx="1751">
                  <c:v>2.0264706</c:v>
                </c:pt>
                <c:pt idx="1752">
                  <c:v>2.0261203</c:v>
                </c:pt>
                <c:pt idx="1753">
                  <c:v>2.0257691</c:v>
                </c:pt>
                <c:pt idx="1754">
                  <c:v>2.0254169</c:v>
                </c:pt>
                <c:pt idx="1755">
                  <c:v>2.0250638</c:v>
                </c:pt>
                <c:pt idx="1756">
                  <c:v>2.0247098</c:v>
                </c:pt>
                <c:pt idx="1757">
                  <c:v>2.0243549</c:v>
                </c:pt>
                <c:pt idx="1758">
                  <c:v>2.0239993</c:v>
                </c:pt>
                <c:pt idx="1759">
                  <c:v>2.0236428</c:v>
                </c:pt>
                <c:pt idx="1760">
                  <c:v>2.0232855</c:v>
                </c:pt>
                <c:pt idx="1761">
                  <c:v>2.0229275</c:v>
                </c:pt>
                <c:pt idx="1762">
                  <c:v>2.0225687</c:v>
                </c:pt>
                <c:pt idx="1763">
                  <c:v>2.0222092</c:v>
                </c:pt>
                <c:pt idx="1764">
                  <c:v>2.0218489</c:v>
                </c:pt>
                <c:pt idx="1765">
                  <c:v>2.021488</c:v>
                </c:pt>
                <c:pt idx="1766">
                  <c:v>2.0211264</c:v>
                </c:pt>
                <c:pt idx="1767">
                  <c:v>2.0207641</c:v>
                </c:pt>
                <c:pt idx="1768">
                  <c:v>2.0204011</c:v>
                </c:pt>
                <c:pt idx="1769">
                  <c:v>2.0200375</c:v>
                </c:pt>
                <c:pt idx="1770">
                  <c:v>2.0196733</c:v>
                </c:pt>
                <c:pt idx="1771">
                  <c:v>2.0193085</c:v>
                </c:pt>
                <c:pt idx="1772">
                  <c:v>2.0189431</c:v>
                </c:pt>
                <c:pt idx="1773">
                  <c:v>2.0185772</c:v>
                </c:pt>
                <c:pt idx="1774">
                  <c:v>2.0182107</c:v>
                </c:pt>
                <c:pt idx="1775">
                  <c:v>2.0178437</c:v>
                </c:pt>
                <c:pt idx="1776">
                  <c:v>2.0174762</c:v>
                </c:pt>
                <c:pt idx="1777">
                  <c:v>2.0171083</c:v>
                </c:pt>
                <c:pt idx="1778">
                  <c:v>2.0167399</c:v>
                </c:pt>
                <c:pt idx="1779">
                  <c:v>2.016371</c:v>
                </c:pt>
                <c:pt idx="1780">
                  <c:v>2.0160017</c:v>
                </c:pt>
                <c:pt idx="1781">
                  <c:v>2.0156319</c:v>
                </c:pt>
                <c:pt idx="1782">
                  <c:v>2.0152618</c:v>
                </c:pt>
                <c:pt idx="1783">
                  <c:v>2.0148913</c:v>
                </c:pt>
                <c:pt idx="1784">
                  <c:v>2.0145204</c:v>
                </c:pt>
                <c:pt idx="1785">
                  <c:v>2.0141492</c:v>
                </c:pt>
                <c:pt idx="1786">
                  <c:v>2.0137776</c:v>
                </c:pt>
                <c:pt idx="1787">
                  <c:v>2.0134057</c:v>
                </c:pt>
                <c:pt idx="1788">
                  <c:v>2.0130334</c:v>
                </c:pt>
                <c:pt idx="1789">
                  <c:v>2.0126609</c:v>
                </c:pt>
                <c:pt idx="1790">
                  <c:v>2.0122882</c:v>
                </c:pt>
                <c:pt idx="1791">
                  <c:v>2.0119151</c:v>
                </c:pt>
                <c:pt idx="1792">
                  <c:v>2.0115418</c:v>
                </c:pt>
                <c:pt idx="1793">
                  <c:v>2.0111682</c:v>
                </c:pt>
                <c:pt idx="1794">
                  <c:v>2.0107945</c:v>
                </c:pt>
                <c:pt idx="1795">
                  <c:v>2.0104205</c:v>
                </c:pt>
                <c:pt idx="1796">
                  <c:v>2.0100464</c:v>
                </c:pt>
                <c:pt idx="1797">
                  <c:v>2.0096721</c:v>
                </c:pt>
                <c:pt idx="1798">
                  <c:v>2.0092977</c:v>
                </c:pt>
                <c:pt idx="1799">
                  <c:v>2.008923</c:v>
                </c:pt>
                <c:pt idx="1800">
                  <c:v>2.0085483</c:v>
                </c:pt>
                <c:pt idx="1801">
                  <c:v>2.0081735</c:v>
                </c:pt>
                <c:pt idx="1802">
                  <c:v>2.0077986</c:v>
                </c:pt>
                <c:pt idx="1803">
                  <c:v>2.0074236</c:v>
                </c:pt>
                <c:pt idx="1804">
                  <c:v>2.0070485</c:v>
                </c:pt>
                <c:pt idx="1805">
                  <c:v>2.0066733</c:v>
                </c:pt>
                <c:pt idx="1806">
                  <c:v>2.0062981</c:v>
                </c:pt>
                <c:pt idx="1807">
                  <c:v>2.0059229</c:v>
                </c:pt>
                <c:pt idx="1808">
                  <c:v>2.0055477</c:v>
                </c:pt>
                <c:pt idx="1809">
                  <c:v>2.0051724</c:v>
                </c:pt>
                <c:pt idx="1810">
                  <c:v>2.0047972</c:v>
                </c:pt>
                <c:pt idx="1811">
                  <c:v>2.004422</c:v>
                </c:pt>
                <c:pt idx="1812">
                  <c:v>2.0040469</c:v>
                </c:pt>
                <c:pt idx="1813">
                  <c:v>2.0036718</c:v>
                </c:pt>
                <c:pt idx="1814">
                  <c:v>2.0032967</c:v>
                </c:pt>
                <c:pt idx="1815">
                  <c:v>2.0029217</c:v>
                </c:pt>
                <c:pt idx="1816">
                  <c:v>2.0025468</c:v>
                </c:pt>
                <c:pt idx="1817">
                  <c:v>2.002172</c:v>
                </c:pt>
                <c:pt idx="1818">
                  <c:v>2.0017972</c:v>
                </c:pt>
                <c:pt idx="1819">
                  <c:v>2.0014226</c:v>
                </c:pt>
                <c:pt idx="1820">
                  <c:v>2.0010481</c:v>
                </c:pt>
                <c:pt idx="1821">
                  <c:v>2.0006738</c:v>
                </c:pt>
                <c:pt idx="1822">
                  <c:v>2.0002995</c:v>
                </c:pt>
                <c:pt idx="1823">
                  <c:v>1.9999254</c:v>
                </c:pt>
                <c:pt idx="1824">
                  <c:v>1.9995516</c:v>
                </c:pt>
                <c:pt idx="1825">
                  <c:v>1.9991778</c:v>
                </c:pt>
                <c:pt idx="1826">
                  <c:v>1.9988043</c:v>
                </c:pt>
                <c:pt idx="1827">
                  <c:v>1.998431</c:v>
                </c:pt>
                <c:pt idx="1828">
                  <c:v>1.9980578</c:v>
                </c:pt>
                <c:pt idx="1829">
                  <c:v>1.9976849</c:v>
                </c:pt>
                <c:pt idx="1830">
                  <c:v>1.9973123</c:v>
                </c:pt>
                <c:pt idx="1831">
                  <c:v>1.9969399</c:v>
                </c:pt>
                <c:pt idx="1832">
                  <c:v>1.9965677</c:v>
                </c:pt>
                <c:pt idx="1833">
                  <c:v>1.9961958</c:v>
                </c:pt>
                <c:pt idx="1834">
                  <c:v>1.9958243</c:v>
                </c:pt>
                <c:pt idx="1835">
                  <c:v>1.9954529</c:v>
                </c:pt>
                <c:pt idx="1836">
                  <c:v>1.9950819</c:v>
                </c:pt>
                <c:pt idx="1837">
                  <c:v>1.9947112</c:v>
                </c:pt>
                <c:pt idx="1838">
                  <c:v>1.9943408</c:v>
                </c:pt>
                <c:pt idx="1839">
                  <c:v>1.9939707</c:v>
                </c:pt>
                <c:pt idx="1840">
                  <c:v>1.9936009</c:v>
                </c:pt>
                <c:pt idx="1841">
                  <c:v>1.9932316</c:v>
                </c:pt>
                <c:pt idx="1842">
                  <c:v>1.9928625</c:v>
                </c:pt>
                <c:pt idx="1843">
                  <c:v>1.9924938</c:v>
                </c:pt>
                <c:pt idx="1844">
                  <c:v>1.9921256</c:v>
                </c:pt>
                <c:pt idx="1845">
                  <c:v>1.9917576</c:v>
                </c:pt>
                <c:pt idx="1846">
                  <c:v>1.9913901</c:v>
                </c:pt>
                <c:pt idx="1847">
                  <c:v>1.991023</c:v>
                </c:pt>
                <c:pt idx="1848">
                  <c:v>1.9906563</c:v>
                </c:pt>
                <c:pt idx="1849">
                  <c:v>1.99029</c:v>
                </c:pt>
                <c:pt idx="1850">
                  <c:v>1.9899241</c:v>
                </c:pt>
                <c:pt idx="1851">
                  <c:v>1.9895586</c:v>
                </c:pt>
                <c:pt idx="1852">
                  <c:v>1.9891936</c:v>
                </c:pt>
                <c:pt idx="1853">
                  <c:v>1.988829</c:v>
                </c:pt>
                <c:pt idx="1854">
                  <c:v>1.9884649</c:v>
                </c:pt>
                <c:pt idx="1855">
                  <c:v>1.9881012</c:v>
                </c:pt>
                <c:pt idx="1856">
                  <c:v>1.9877381</c:v>
                </c:pt>
                <c:pt idx="1857">
                  <c:v>1.9873753</c:v>
                </c:pt>
                <c:pt idx="1858">
                  <c:v>1.9870131</c:v>
                </c:pt>
                <c:pt idx="1859">
                  <c:v>1.9866513</c:v>
                </c:pt>
                <c:pt idx="1860">
                  <c:v>1.98629</c:v>
                </c:pt>
                <c:pt idx="1861">
                  <c:v>1.9859292</c:v>
                </c:pt>
                <c:pt idx="1862">
                  <c:v>1.9855689</c:v>
                </c:pt>
                <c:pt idx="1863">
                  <c:v>1.9852091</c:v>
                </c:pt>
                <c:pt idx="1864">
                  <c:v>1.9848499</c:v>
                </c:pt>
                <c:pt idx="1865">
                  <c:v>1.9844911</c:v>
                </c:pt>
                <c:pt idx="1866">
                  <c:v>1.9841329</c:v>
                </c:pt>
                <c:pt idx="1867">
                  <c:v>1.9837752</c:v>
                </c:pt>
                <c:pt idx="1868">
                  <c:v>1.9834181</c:v>
                </c:pt>
                <c:pt idx="1869">
                  <c:v>1.9830615</c:v>
                </c:pt>
                <c:pt idx="1870">
                  <c:v>1.9827055</c:v>
                </c:pt>
                <c:pt idx="1871">
                  <c:v>1.98235</c:v>
                </c:pt>
                <c:pt idx="1872">
                  <c:v>1.981995</c:v>
                </c:pt>
                <c:pt idx="1873">
                  <c:v>1.9816655</c:v>
                </c:pt>
                <c:pt idx="1874">
                  <c:v>1.9813681</c:v>
                </c:pt>
                <c:pt idx="1875">
                  <c:v>1.9810711</c:v>
                </c:pt>
                <c:pt idx="1876">
                  <c:v>1.9807745</c:v>
                </c:pt>
                <c:pt idx="1877">
                  <c:v>1.9804784</c:v>
                </c:pt>
                <c:pt idx="1878">
                  <c:v>1.9801827</c:v>
                </c:pt>
                <c:pt idx="1879">
                  <c:v>1.9798875</c:v>
                </c:pt>
                <c:pt idx="1880">
                  <c:v>1.9795928</c:v>
                </c:pt>
                <c:pt idx="1881">
                  <c:v>1.9792986</c:v>
                </c:pt>
                <c:pt idx="1882">
                  <c:v>1.9790048</c:v>
                </c:pt>
                <c:pt idx="1883">
                  <c:v>1.9787116</c:v>
                </c:pt>
                <c:pt idx="1884">
                  <c:v>1.9784188</c:v>
                </c:pt>
                <c:pt idx="1885">
                  <c:v>1.9781266</c:v>
                </c:pt>
                <c:pt idx="1886">
                  <c:v>1.9778348</c:v>
                </c:pt>
                <c:pt idx="1887">
                  <c:v>1.9775436</c:v>
                </c:pt>
                <c:pt idx="1888">
                  <c:v>1.9772529</c:v>
                </c:pt>
                <c:pt idx="1889">
                  <c:v>1.9769628</c:v>
                </c:pt>
                <c:pt idx="1890">
                  <c:v>1.9766732</c:v>
                </c:pt>
                <c:pt idx="1891">
                  <c:v>1.9763842</c:v>
                </c:pt>
                <c:pt idx="1892">
                  <c:v>1.9760957</c:v>
                </c:pt>
                <c:pt idx="1893">
                  <c:v>1.9758078</c:v>
                </c:pt>
                <c:pt idx="1894">
                  <c:v>1.9755205</c:v>
                </c:pt>
                <c:pt idx="1895">
                  <c:v>1.9752338</c:v>
                </c:pt>
                <c:pt idx="1896">
                  <c:v>1.9749477</c:v>
                </c:pt>
                <c:pt idx="1897">
                  <c:v>1.9746621</c:v>
                </c:pt>
                <c:pt idx="1898">
                  <c:v>1.9743772</c:v>
                </c:pt>
                <c:pt idx="1899">
                  <c:v>1.9740929</c:v>
                </c:pt>
                <c:pt idx="1900">
                  <c:v>1.9738092</c:v>
                </c:pt>
                <c:pt idx="1901">
                  <c:v>1.9735261</c:v>
                </c:pt>
                <c:pt idx="1902">
                  <c:v>1.9732437</c:v>
                </c:pt>
                <c:pt idx="1903">
                  <c:v>1.9729619</c:v>
                </c:pt>
                <c:pt idx="1904">
                  <c:v>1.9726807</c:v>
                </c:pt>
                <c:pt idx="1905">
                  <c:v>1.9724002</c:v>
                </c:pt>
                <c:pt idx="1906">
                  <c:v>1.9721204</c:v>
                </c:pt>
                <c:pt idx="1907">
                  <c:v>1.9718412</c:v>
                </c:pt>
                <c:pt idx="1908">
                  <c:v>1.9715626</c:v>
                </c:pt>
                <c:pt idx="1909">
                  <c:v>1.9712848</c:v>
                </c:pt>
                <c:pt idx="1910">
                  <c:v>1.9710076</c:v>
                </c:pt>
                <c:pt idx="1911">
                  <c:v>1.9707311</c:v>
                </c:pt>
                <c:pt idx="1912">
                  <c:v>1.9704553</c:v>
                </c:pt>
                <c:pt idx="1913">
                  <c:v>1.9701801</c:v>
                </c:pt>
                <c:pt idx="1914">
                  <c:v>1.9699057</c:v>
                </c:pt>
                <c:pt idx="1915">
                  <c:v>1.969632</c:v>
                </c:pt>
                <c:pt idx="1916">
                  <c:v>1.9693589</c:v>
                </c:pt>
                <c:pt idx="1917">
                  <c:v>1.9690866</c:v>
                </c:pt>
                <c:pt idx="1918">
                  <c:v>1.968815</c:v>
                </c:pt>
                <c:pt idx="1919">
                  <c:v>1.9685441</c:v>
                </c:pt>
                <c:pt idx="1920">
                  <c:v>1.9682739</c:v>
                </c:pt>
                <c:pt idx="1921">
                  <c:v>1.9680044</c:v>
                </c:pt>
                <c:pt idx="1922">
                  <c:v>1.9677357</c:v>
                </c:pt>
                <c:pt idx="1923">
                  <c:v>1.9674676</c:v>
                </c:pt>
                <c:pt idx="1924">
                  <c:v>1.9672003</c:v>
                </c:pt>
                <c:pt idx="1925">
                  <c:v>1.9669337</c:v>
                </c:pt>
                <c:pt idx="1926">
                  <c:v>1.9666678</c:v>
                </c:pt>
                <c:pt idx="1927">
                  <c:v>1.9664026</c:v>
                </c:pt>
                <c:pt idx="1928">
                  <c:v>1.9661381</c:v>
                </c:pt>
                <c:pt idx="1929">
                  <c:v>1.9658744</c:v>
                </c:pt>
                <c:pt idx="1930">
                  <c:v>1.9656113</c:v>
                </c:pt>
                <c:pt idx="1931">
                  <c:v>1.965349</c:v>
                </c:pt>
                <c:pt idx="1932">
                  <c:v>1.9650874</c:v>
                </c:pt>
                <c:pt idx="1933">
                  <c:v>1.9648265</c:v>
                </c:pt>
                <c:pt idx="1934">
                  <c:v>1.9645664</c:v>
                </c:pt>
                <c:pt idx="1935">
                  <c:v>1.964307</c:v>
                </c:pt>
                <c:pt idx="1936">
                  <c:v>1.9640484</c:v>
                </c:pt>
                <c:pt idx="1937">
                  <c:v>1.9637905</c:v>
                </c:pt>
                <c:pt idx="1938">
                  <c:v>1.9635334</c:v>
                </c:pt>
                <c:pt idx="1939">
                  <c:v>1.9632771</c:v>
                </c:pt>
                <c:pt idx="1940">
                  <c:v>1.9630215</c:v>
                </c:pt>
                <c:pt idx="1941">
                  <c:v>1.9627666</c:v>
                </c:pt>
                <c:pt idx="1942">
                  <c:v>1.9625125</c:v>
                </c:pt>
                <c:pt idx="1943">
                  <c:v>1.9622592</c:v>
                </c:pt>
                <c:pt idx="1944">
                  <c:v>1.9620066</c:v>
                </c:pt>
                <c:pt idx="1945">
                  <c:v>1.9617547</c:v>
                </c:pt>
                <c:pt idx="1946">
                  <c:v>1.9615036</c:v>
                </c:pt>
                <c:pt idx="1947">
                  <c:v>1.9612533</c:v>
                </c:pt>
                <c:pt idx="1948">
                  <c:v>1.9610038</c:v>
                </c:pt>
                <c:pt idx="1949">
                  <c:v>1.960755</c:v>
                </c:pt>
                <c:pt idx="1950">
                  <c:v>1.960507</c:v>
                </c:pt>
                <c:pt idx="1951">
                  <c:v>1.9602598</c:v>
                </c:pt>
                <c:pt idx="1952">
                  <c:v>1.9600133</c:v>
                </c:pt>
                <c:pt idx="1953">
                  <c:v>1.9597676</c:v>
                </c:pt>
                <c:pt idx="1954">
                  <c:v>1.9595226</c:v>
                </c:pt>
                <c:pt idx="1955">
                  <c:v>1.9592784</c:v>
                </c:pt>
                <c:pt idx="1956">
                  <c:v>1.959035</c:v>
                </c:pt>
                <c:pt idx="1957">
                  <c:v>1.9587923</c:v>
                </c:pt>
                <c:pt idx="1958">
                  <c:v>1.9585504</c:v>
                </c:pt>
                <c:pt idx="1959">
                  <c:v>1.9583092</c:v>
                </c:pt>
                <c:pt idx="1960">
                  <c:v>1.9580687</c:v>
                </c:pt>
                <c:pt idx="1961">
                  <c:v>1.9578291</c:v>
                </c:pt>
                <c:pt idx="1962">
                  <c:v>1.9575901</c:v>
                </c:pt>
                <c:pt idx="1963">
                  <c:v>1.9573519</c:v>
                </c:pt>
                <c:pt idx="1964">
                  <c:v>1.9571146</c:v>
                </c:pt>
                <c:pt idx="1965">
                  <c:v>1.9568779</c:v>
                </c:pt>
                <c:pt idx="1966">
                  <c:v>1.9566419</c:v>
                </c:pt>
                <c:pt idx="1967">
                  <c:v>1.9564067</c:v>
                </c:pt>
                <c:pt idx="1968">
                  <c:v>1.9561723</c:v>
                </c:pt>
                <c:pt idx="1969">
                  <c:v>1.9559385</c:v>
                </c:pt>
                <c:pt idx="1970">
                  <c:v>1.9557055</c:v>
                </c:pt>
                <c:pt idx="1971">
                  <c:v>1.9554732</c:v>
                </c:pt>
                <c:pt idx="1972">
                  <c:v>1.9552417</c:v>
                </c:pt>
                <c:pt idx="1973">
                  <c:v>1.9550109</c:v>
                </c:pt>
                <c:pt idx="1974">
                  <c:v>1.9547809</c:v>
                </c:pt>
                <c:pt idx="1975">
                  <c:v>1.9545515</c:v>
                </c:pt>
                <c:pt idx="1976">
                  <c:v>1.9543228</c:v>
                </c:pt>
                <c:pt idx="1977">
                  <c:v>1.9540949</c:v>
                </c:pt>
                <c:pt idx="1978">
                  <c:v>1.9538677</c:v>
                </c:pt>
                <c:pt idx="1979">
                  <c:v>1.9536411</c:v>
                </c:pt>
                <c:pt idx="1980">
                  <c:v>1.9534153</c:v>
                </c:pt>
                <c:pt idx="1981">
                  <c:v>1.9531902</c:v>
                </c:pt>
                <c:pt idx="1982">
                  <c:v>1.9529657</c:v>
                </c:pt>
                <c:pt idx="1983">
                  <c:v>1.9527419</c:v>
                </c:pt>
                <c:pt idx="1984">
                  <c:v>1.9525188</c:v>
                </c:pt>
                <c:pt idx="1985">
                  <c:v>1.9522963</c:v>
                </c:pt>
                <c:pt idx="1986">
                  <c:v>1.9520745</c:v>
                </c:pt>
                <c:pt idx="1987">
                  <c:v>1.9518534</c:v>
                </c:pt>
                <c:pt idx="1988">
                  <c:v>1.951633</c:v>
                </c:pt>
                <c:pt idx="1989">
                  <c:v>1.9514132</c:v>
                </c:pt>
                <c:pt idx="1990">
                  <c:v>1.9511941</c:v>
                </c:pt>
                <c:pt idx="1991">
                  <c:v>1.9509756</c:v>
                </c:pt>
                <c:pt idx="1992">
                  <c:v>1.9507578</c:v>
                </c:pt>
                <c:pt idx="1993">
                  <c:v>1.9505406</c:v>
                </c:pt>
                <c:pt idx="1994">
                  <c:v>1.9503241</c:v>
                </c:pt>
                <c:pt idx="1995">
                  <c:v>1.9501083</c:v>
                </c:pt>
                <c:pt idx="1996">
                  <c:v>1.949893</c:v>
                </c:pt>
                <c:pt idx="1997">
                  <c:v>1.9496784</c:v>
                </c:pt>
                <c:pt idx="1998">
                  <c:v>1.9494644</c:v>
                </c:pt>
                <c:pt idx="1999">
                  <c:v>1.9492511</c:v>
                </c:pt>
                <c:pt idx="2000">
                  <c:v>1.9490384</c:v>
                </c:pt>
                <c:pt idx="2001">
                  <c:v>1.9488262</c:v>
                </c:pt>
                <c:pt idx="2002">
                  <c:v>1.9486147</c:v>
                </c:pt>
                <c:pt idx="2003">
                  <c:v>1.9484038</c:v>
                </c:pt>
                <c:pt idx="2004">
                  <c:v>1.9481935</c:v>
                </c:pt>
                <c:pt idx="2005">
                  <c:v>1.9479838</c:v>
                </c:pt>
                <c:pt idx="2006">
                  <c:v>1.9477747</c:v>
                </c:pt>
                <c:pt idx="2007">
                  <c:v>1.9475661</c:v>
                </c:pt>
                <c:pt idx="2008">
                  <c:v>1.9473581</c:v>
                </c:pt>
                <c:pt idx="2009">
                  <c:v>1.9471507</c:v>
                </c:pt>
                <c:pt idx="2010">
                  <c:v>1.9469439</c:v>
                </c:pt>
                <c:pt idx="2011">
                  <c:v>1.9467376</c:v>
                </c:pt>
                <c:pt idx="2012">
                  <c:v>1.9465319</c:v>
                </c:pt>
                <c:pt idx="2013">
                  <c:v>1.9463267</c:v>
                </c:pt>
                <c:pt idx="2014">
                  <c:v>1.9461221</c:v>
                </c:pt>
                <c:pt idx="2015">
                  <c:v>1.945918</c:v>
                </c:pt>
                <c:pt idx="2016">
                  <c:v>1.9457145</c:v>
                </c:pt>
                <c:pt idx="2017">
                  <c:v>1.9455115</c:v>
                </c:pt>
                <c:pt idx="2018">
                  <c:v>1.945309</c:v>
                </c:pt>
                <c:pt idx="2019">
                  <c:v>1.945107</c:v>
                </c:pt>
                <c:pt idx="2020">
                  <c:v>1.9449055</c:v>
                </c:pt>
                <c:pt idx="2021">
                  <c:v>1.9447045</c:v>
                </c:pt>
                <c:pt idx="2022">
                  <c:v>1.944504</c:v>
                </c:pt>
                <c:pt idx="2023">
                  <c:v>1.944304</c:v>
                </c:pt>
                <c:pt idx="2024">
                  <c:v>1.9441045</c:v>
                </c:pt>
                <c:pt idx="2025">
                  <c:v>1.9439055</c:v>
                </c:pt>
                <c:pt idx="2026">
                  <c:v>1.9437069</c:v>
                </c:pt>
                <c:pt idx="2027">
                  <c:v>1.9435088</c:v>
                </c:pt>
                <c:pt idx="2028">
                  <c:v>1.9433112</c:v>
                </c:pt>
                <c:pt idx="2029">
                  <c:v>1.943114</c:v>
                </c:pt>
                <c:pt idx="2030">
                  <c:v>1.9429173</c:v>
                </c:pt>
                <c:pt idx="2031">
                  <c:v>1.942721</c:v>
                </c:pt>
                <c:pt idx="2032">
                  <c:v>1.9425251</c:v>
                </c:pt>
                <c:pt idx="2033">
                  <c:v>1.9423296</c:v>
                </c:pt>
                <c:pt idx="2034">
                  <c:v>1.9421346</c:v>
                </c:pt>
                <c:pt idx="2035">
                  <c:v>1.94194</c:v>
                </c:pt>
                <c:pt idx="2036">
                  <c:v>1.9417457</c:v>
                </c:pt>
                <c:pt idx="2037">
                  <c:v>1.9415519</c:v>
                </c:pt>
                <c:pt idx="2038">
                  <c:v>1.9413584</c:v>
                </c:pt>
                <c:pt idx="2039">
                  <c:v>1.9411654</c:v>
                </c:pt>
                <c:pt idx="2040">
                  <c:v>1.9409727</c:v>
                </c:pt>
                <c:pt idx="2041">
                  <c:v>1.9407804</c:v>
                </c:pt>
                <c:pt idx="2042">
                  <c:v>1.9405884</c:v>
                </c:pt>
                <c:pt idx="2043">
                  <c:v>1.9403968</c:v>
                </c:pt>
                <c:pt idx="2044">
                  <c:v>1.9402055</c:v>
                </c:pt>
                <c:pt idx="2045">
                  <c:v>1.9400146</c:v>
                </c:pt>
                <c:pt idx="2046">
                  <c:v>1.939824</c:v>
                </c:pt>
                <c:pt idx="2047">
                  <c:v>1.9396337</c:v>
                </c:pt>
                <c:pt idx="2048">
                  <c:v>1.9394437</c:v>
                </c:pt>
                <c:pt idx="2049">
                  <c:v>1.9392541</c:v>
                </c:pt>
                <c:pt idx="2050">
                  <c:v>1.9390647</c:v>
                </c:pt>
                <c:pt idx="2051">
                  <c:v>1.9388757</c:v>
                </c:pt>
                <c:pt idx="2052">
                  <c:v>1.9386869</c:v>
                </c:pt>
                <c:pt idx="2053">
                  <c:v>1.9384985</c:v>
                </c:pt>
                <c:pt idx="2054">
                  <c:v>1.9383103</c:v>
                </c:pt>
                <c:pt idx="2055">
                  <c:v>1.9381224</c:v>
                </c:pt>
                <c:pt idx="2056">
                  <c:v>1.9379347</c:v>
                </c:pt>
                <c:pt idx="2057">
                  <c:v>1.9377474</c:v>
                </c:pt>
                <c:pt idx="2058">
                  <c:v>1.9375602</c:v>
                </c:pt>
                <c:pt idx="2059">
                  <c:v>1.9373733</c:v>
                </c:pt>
                <c:pt idx="2060">
                  <c:v>1.9371867</c:v>
                </c:pt>
                <c:pt idx="2061">
                  <c:v>1.9370003</c:v>
                </c:pt>
                <c:pt idx="2062">
                  <c:v>1.9368141</c:v>
                </c:pt>
                <c:pt idx="2063">
                  <c:v>1.9366281</c:v>
                </c:pt>
                <c:pt idx="2064">
                  <c:v>1.9364423</c:v>
                </c:pt>
                <c:pt idx="2065">
                  <c:v>1.9362568</c:v>
                </c:pt>
                <c:pt idx="2066">
                  <c:v>1.9360715</c:v>
                </c:pt>
                <c:pt idx="2067">
                  <c:v>1.9358863</c:v>
                </c:pt>
                <c:pt idx="2068">
                  <c:v>1.9357014</c:v>
                </c:pt>
                <c:pt idx="2069">
                  <c:v>1.9355166</c:v>
                </c:pt>
                <c:pt idx="2070">
                  <c:v>1.9353321</c:v>
                </c:pt>
                <c:pt idx="2071">
                  <c:v>1.9351477</c:v>
                </c:pt>
                <c:pt idx="2072">
                  <c:v>1.9349635</c:v>
                </c:pt>
                <c:pt idx="2073">
                  <c:v>1.9347794</c:v>
                </c:pt>
                <c:pt idx="2074">
                  <c:v>1.9345955</c:v>
                </c:pt>
                <c:pt idx="2075">
                  <c:v>1.9344118</c:v>
                </c:pt>
                <c:pt idx="2076">
                  <c:v>1.9342282</c:v>
                </c:pt>
                <c:pt idx="2077">
                  <c:v>1.9340448</c:v>
                </c:pt>
                <c:pt idx="2078">
                  <c:v>1.9338615</c:v>
                </c:pt>
                <c:pt idx="2079">
                  <c:v>1.9336783</c:v>
                </c:pt>
                <c:pt idx="2080">
                  <c:v>1.9334953</c:v>
                </c:pt>
                <c:pt idx="2081">
                  <c:v>1.9333125</c:v>
                </c:pt>
                <c:pt idx="2082">
                  <c:v>1.9331297</c:v>
                </c:pt>
                <c:pt idx="2083">
                  <c:v>1.9329471</c:v>
                </c:pt>
                <c:pt idx="2084">
                  <c:v>1.9327647</c:v>
                </c:pt>
                <c:pt idx="2085">
                  <c:v>1.9325824</c:v>
                </c:pt>
                <c:pt idx="2086">
                  <c:v>1.9324002</c:v>
                </c:pt>
                <c:pt idx="2087">
                  <c:v>1.9322181</c:v>
                </c:pt>
                <c:pt idx="2088">
                  <c:v>1.9320362</c:v>
                </c:pt>
                <c:pt idx="2089">
                  <c:v>1.9318543</c:v>
                </c:pt>
                <c:pt idx="2090">
                  <c:v>1.9316726</c:v>
                </c:pt>
                <c:pt idx="2091">
                  <c:v>1.931491</c:v>
                </c:pt>
                <c:pt idx="2092">
                  <c:v>1.9313096</c:v>
                </c:pt>
                <c:pt idx="2093">
                  <c:v>1.9311282</c:v>
                </c:pt>
                <c:pt idx="2094">
                  <c:v>1.9309469</c:v>
                </c:pt>
                <c:pt idx="2095">
                  <c:v>1.9307894</c:v>
                </c:pt>
                <c:pt idx="2096">
                  <c:v>1.9306547</c:v>
                </c:pt>
                <c:pt idx="2097">
                  <c:v>1.93052</c:v>
                </c:pt>
                <c:pt idx="2098">
                  <c:v>1.9303855</c:v>
                </c:pt>
                <c:pt idx="2099">
                  <c:v>1.9302511</c:v>
                </c:pt>
                <c:pt idx="2100">
                  <c:v>1.9301169</c:v>
                </c:pt>
                <c:pt idx="2101">
                  <c:v>1.9299828</c:v>
                </c:pt>
                <c:pt idx="2102">
                  <c:v>1.9298489</c:v>
                </c:pt>
                <c:pt idx="2103">
                  <c:v>1.9297151</c:v>
                </c:pt>
                <c:pt idx="2104">
                  <c:v>1.9295814</c:v>
                </c:pt>
                <c:pt idx="2105">
                  <c:v>1.9294479</c:v>
                </c:pt>
                <c:pt idx="2106">
                  <c:v>1.9293146</c:v>
                </c:pt>
                <c:pt idx="2107">
                  <c:v>1.9291814</c:v>
                </c:pt>
                <c:pt idx="2108">
                  <c:v>1.9290483</c:v>
                </c:pt>
                <c:pt idx="2109">
                  <c:v>1.9289154</c:v>
                </c:pt>
                <c:pt idx="2110">
                  <c:v>1.9287827</c:v>
                </c:pt>
                <c:pt idx="2111">
                  <c:v>1.9286501</c:v>
                </c:pt>
                <c:pt idx="2112">
                  <c:v>1.9285176</c:v>
                </c:pt>
                <c:pt idx="2113">
                  <c:v>1.9283853</c:v>
                </c:pt>
                <c:pt idx="2114">
                  <c:v>1.9282531</c:v>
                </c:pt>
                <c:pt idx="2115">
                  <c:v>1.9281211</c:v>
                </c:pt>
                <c:pt idx="2116">
                  <c:v>1.9279892</c:v>
                </c:pt>
                <c:pt idx="2117">
                  <c:v>1.9278575</c:v>
                </c:pt>
                <c:pt idx="2118">
                  <c:v>1.9277258</c:v>
                </c:pt>
                <c:pt idx="2119">
                  <c:v>1.9275943</c:v>
                </c:pt>
                <c:pt idx="2120">
                  <c:v>1.927463</c:v>
                </c:pt>
                <c:pt idx="2121">
                  <c:v>1.9273317</c:v>
                </c:pt>
                <c:pt idx="2122">
                  <c:v>1.9272006</c:v>
                </c:pt>
                <c:pt idx="2123">
                  <c:v>1.9270696</c:v>
                </c:pt>
                <c:pt idx="2124">
                  <c:v>1.9269387</c:v>
                </c:pt>
                <c:pt idx="2125">
                  <c:v>1.9268078</c:v>
                </c:pt>
                <c:pt idx="2126">
                  <c:v>1.9266771</c:v>
                </c:pt>
                <c:pt idx="2127">
                  <c:v>1.9265464</c:v>
                </c:pt>
                <c:pt idx="2128">
                  <c:v>1.9264158</c:v>
                </c:pt>
                <c:pt idx="2129">
                  <c:v>1.9262853</c:v>
                </c:pt>
                <c:pt idx="2130">
                  <c:v>1.9261549</c:v>
                </c:pt>
                <c:pt idx="2131">
                  <c:v>1.9260246</c:v>
                </c:pt>
                <c:pt idx="2132">
                  <c:v>1.9258944</c:v>
                </c:pt>
                <c:pt idx="2133">
                  <c:v>1.9257643</c:v>
                </c:pt>
                <c:pt idx="2134">
                  <c:v>1.9256342</c:v>
                </c:pt>
                <c:pt idx="2135">
                  <c:v>1.9255042</c:v>
                </c:pt>
                <c:pt idx="2136">
                  <c:v>1.9253744</c:v>
                </c:pt>
                <c:pt idx="2137">
                  <c:v>1.9252446</c:v>
                </c:pt>
                <c:pt idx="2138">
                  <c:v>1.9251149</c:v>
                </c:pt>
                <c:pt idx="2139">
                  <c:v>1.9249853</c:v>
                </c:pt>
                <c:pt idx="2140">
                  <c:v>1.9248557</c:v>
                </c:pt>
                <c:pt idx="2141">
                  <c:v>1.9247263</c:v>
                </c:pt>
                <c:pt idx="2142">
                  <c:v>1.9245969</c:v>
                </c:pt>
                <c:pt idx="2143">
                  <c:v>1.9244676</c:v>
                </c:pt>
                <c:pt idx="2144">
                  <c:v>1.9243384</c:v>
                </c:pt>
                <c:pt idx="2145">
                  <c:v>1.9242093</c:v>
                </c:pt>
                <c:pt idx="2146">
                  <c:v>1.9240803</c:v>
                </c:pt>
                <c:pt idx="2147">
                  <c:v>1.9239513</c:v>
                </c:pt>
                <c:pt idx="2148">
                  <c:v>1.9238225</c:v>
                </c:pt>
                <c:pt idx="2149">
                  <c:v>1.9236937</c:v>
                </c:pt>
                <c:pt idx="2150">
                  <c:v>1.923565</c:v>
                </c:pt>
                <c:pt idx="2151">
                  <c:v>1.9234363</c:v>
                </c:pt>
                <c:pt idx="2152">
                  <c:v>1.9233078</c:v>
                </c:pt>
                <c:pt idx="2153">
                  <c:v>1.9231794</c:v>
                </c:pt>
                <c:pt idx="2154">
                  <c:v>1.923051</c:v>
                </c:pt>
                <c:pt idx="2155">
                  <c:v>1.9229227</c:v>
                </c:pt>
                <c:pt idx="2156">
                  <c:v>1.9227945</c:v>
                </c:pt>
                <c:pt idx="2157">
                  <c:v>1.9226664</c:v>
                </c:pt>
                <c:pt idx="2158">
                  <c:v>1.9225384</c:v>
                </c:pt>
                <c:pt idx="2159">
                  <c:v>1.9224105</c:v>
                </c:pt>
                <c:pt idx="2160">
                  <c:v>1.9222827</c:v>
                </c:pt>
                <c:pt idx="2161">
                  <c:v>1.922155</c:v>
                </c:pt>
                <c:pt idx="2162">
                  <c:v>1.9220273</c:v>
                </c:pt>
                <c:pt idx="2163">
                  <c:v>1.9218998</c:v>
                </c:pt>
                <c:pt idx="2164">
                  <c:v>1.9217724</c:v>
                </c:pt>
                <c:pt idx="2165">
                  <c:v>1.921645</c:v>
                </c:pt>
                <c:pt idx="2166">
                  <c:v>1.9215178</c:v>
                </c:pt>
                <c:pt idx="2167">
                  <c:v>1.9213907</c:v>
                </c:pt>
                <c:pt idx="2168">
                  <c:v>1.9212636</c:v>
                </c:pt>
                <c:pt idx="2169">
                  <c:v>1.9211367</c:v>
                </c:pt>
                <c:pt idx="2170">
                  <c:v>1.9210099</c:v>
                </c:pt>
                <c:pt idx="2171">
                  <c:v>1.9208832</c:v>
                </c:pt>
                <c:pt idx="2172">
                  <c:v>1.9207566</c:v>
                </c:pt>
                <c:pt idx="2173">
                  <c:v>1.9206302</c:v>
                </c:pt>
                <c:pt idx="2174">
                  <c:v>1.9205038</c:v>
                </c:pt>
                <c:pt idx="2175">
                  <c:v>1.9203776</c:v>
                </c:pt>
                <c:pt idx="2176">
                  <c:v>1.9202515</c:v>
                </c:pt>
                <c:pt idx="2177">
                  <c:v>1.9201255</c:v>
                </c:pt>
                <c:pt idx="2178">
                  <c:v>1.9199996</c:v>
                </c:pt>
                <c:pt idx="2179">
                  <c:v>1.9198739</c:v>
                </c:pt>
                <c:pt idx="2180">
                  <c:v>1.9197483</c:v>
                </c:pt>
                <c:pt idx="2181">
                  <c:v>1.9196229</c:v>
                </c:pt>
                <c:pt idx="2182">
                  <c:v>1.9194975</c:v>
                </c:pt>
                <c:pt idx="2183">
                  <c:v>1.9193724</c:v>
                </c:pt>
                <c:pt idx="2184">
                  <c:v>1.9192474</c:v>
                </c:pt>
                <c:pt idx="2185">
                  <c:v>1.9191225</c:v>
                </c:pt>
                <c:pt idx="2186">
                  <c:v>1.9189978</c:v>
                </c:pt>
                <c:pt idx="2187">
                  <c:v>1.9188732</c:v>
                </c:pt>
                <c:pt idx="2188">
                  <c:v>1.9187487</c:v>
                </c:pt>
                <c:pt idx="2189">
                  <c:v>1.9186244</c:v>
                </c:pt>
                <c:pt idx="2190">
                  <c:v>1.9185003</c:v>
                </c:pt>
                <c:pt idx="2191">
                  <c:v>1.9183762</c:v>
                </c:pt>
                <c:pt idx="2192">
                  <c:v>1.9182524</c:v>
                </c:pt>
                <c:pt idx="2193">
                  <c:v>1.9181286</c:v>
                </c:pt>
                <c:pt idx="2194">
                  <c:v>1.918005</c:v>
                </c:pt>
                <c:pt idx="2195">
                  <c:v>1.9178815</c:v>
                </c:pt>
                <c:pt idx="2196">
                  <c:v>1.9177582</c:v>
                </c:pt>
                <c:pt idx="2197">
                  <c:v>1.917635</c:v>
                </c:pt>
                <c:pt idx="2198">
                  <c:v>1.9175119</c:v>
                </c:pt>
                <c:pt idx="2199">
                  <c:v>1.917389</c:v>
                </c:pt>
                <c:pt idx="2200">
                  <c:v>1.9172662</c:v>
                </c:pt>
                <c:pt idx="2201">
                  <c:v>1.9171436</c:v>
                </c:pt>
                <c:pt idx="2202">
                  <c:v>1.9170211</c:v>
                </c:pt>
                <c:pt idx="2203">
                  <c:v>1.9168987</c:v>
                </c:pt>
                <c:pt idx="2204">
                  <c:v>1.9167765</c:v>
                </c:pt>
                <c:pt idx="2205">
                  <c:v>1.9166544</c:v>
                </c:pt>
                <c:pt idx="2206">
                  <c:v>1.9165325</c:v>
                </c:pt>
                <c:pt idx="2207">
                  <c:v>1.9164106</c:v>
                </c:pt>
                <c:pt idx="2208">
                  <c:v>1.9162889</c:v>
                </c:pt>
                <c:pt idx="2209">
                  <c:v>1.9161674</c:v>
                </c:pt>
                <c:pt idx="2210">
                  <c:v>1.916046</c:v>
                </c:pt>
                <c:pt idx="2211">
                  <c:v>1.9159247</c:v>
                </c:pt>
                <c:pt idx="2212">
                  <c:v>1.9158035</c:v>
                </c:pt>
                <c:pt idx="2213">
                  <c:v>1.9156825</c:v>
                </c:pt>
                <c:pt idx="2214">
                  <c:v>1.9155616</c:v>
                </c:pt>
                <c:pt idx="2215">
                  <c:v>1.9154408</c:v>
                </c:pt>
                <c:pt idx="2216">
                  <c:v>1.9153202</c:v>
                </c:pt>
                <c:pt idx="2217">
                  <c:v>1.9151996</c:v>
                </c:pt>
                <c:pt idx="2218">
                  <c:v>1.9150792</c:v>
                </c:pt>
                <c:pt idx="2219">
                  <c:v>1.9149589</c:v>
                </c:pt>
                <c:pt idx="2220">
                  <c:v>1.9148387</c:v>
                </c:pt>
                <c:pt idx="2221">
                  <c:v>1.9147186</c:v>
                </c:pt>
                <c:pt idx="2222">
                  <c:v>1.9145986</c:v>
                </c:pt>
                <c:pt idx="2223">
                  <c:v>1.9144788</c:v>
                </c:pt>
                <c:pt idx="2224">
                  <c:v>1.9143591</c:v>
                </c:pt>
                <c:pt idx="2225">
                  <c:v>1.9142395</c:v>
                </c:pt>
                <c:pt idx="2226">
                  <c:v>1.9141201</c:v>
                </c:pt>
                <c:pt idx="2227">
                  <c:v>1.9140007</c:v>
                </c:pt>
                <c:pt idx="2228">
                  <c:v>1.9138815</c:v>
                </c:pt>
                <c:pt idx="2229">
                  <c:v>1.9137624</c:v>
                </c:pt>
                <c:pt idx="2230">
                  <c:v>1.9136435</c:v>
                </c:pt>
                <c:pt idx="2231">
                  <c:v>1.9135247</c:v>
                </c:pt>
                <c:pt idx="2232">
                  <c:v>1.913406</c:v>
                </c:pt>
                <c:pt idx="2233">
                  <c:v>1.9132875</c:v>
                </c:pt>
                <c:pt idx="2234">
                  <c:v>1.9131691</c:v>
                </c:pt>
                <c:pt idx="2235">
                  <c:v>1.9130508</c:v>
                </c:pt>
                <c:pt idx="2236">
                  <c:v>1.9129327</c:v>
                </c:pt>
                <c:pt idx="2237">
                  <c:v>1.9128147</c:v>
                </c:pt>
                <c:pt idx="2238">
                  <c:v>1.9126969</c:v>
                </c:pt>
                <c:pt idx="2239">
                  <c:v>1.9125792</c:v>
                </c:pt>
                <c:pt idx="2240">
                  <c:v>1.9124616</c:v>
                </c:pt>
                <c:pt idx="2241">
                  <c:v>1.9123443</c:v>
                </c:pt>
                <c:pt idx="2242">
                  <c:v>1.9122271</c:v>
                </c:pt>
                <c:pt idx="2243">
                  <c:v>1.91211</c:v>
                </c:pt>
                <c:pt idx="2244">
                  <c:v>1.9119932</c:v>
                </c:pt>
                <c:pt idx="2245">
                  <c:v>1.9118765</c:v>
                </c:pt>
                <c:pt idx="2246">
                  <c:v>1.91176</c:v>
                </c:pt>
                <c:pt idx="2247">
                  <c:v>1.9116437</c:v>
                </c:pt>
                <c:pt idx="2248">
                  <c:v>1.9115276</c:v>
                </c:pt>
                <c:pt idx="2249">
                  <c:v>1.9114116</c:v>
                </c:pt>
                <c:pt idx="2250">
                  <c:v>1.9112959</c:v>
                </c:pt>
                <c:pt idx="2251">
                  <c:v>1.9111803</c:v>
                </c:pt>
                <c:pt idx="2252">
                  <c:v>1.9110649</c:v>
                </c:pt>
                <c:pt idx="2253">
                  <c:v>1.9109497</c:v>
                </c:pt>
                <c:pt idx="2254">
                  <c:v>1.9108347</c:v>
                </c:pt>
                <c:pt idx="2255">
                  <c:v>1.9107199</c:v>
                </c:pt>
                <c:pt idx="2256">
                  <c:v>1.9106053</c:v>
                </c:pt>
                <c:pt idx="2257">
                  <c:v>1.9104904</c:v>
                </c:pt>
                <c:pt idx="2258">
                  <c:v>1.9103762</c:v>
                </c:pt>
                <c:pt idx="2259">
                  <c:v>1.9102621</c:v>
                </c:pt>
                <c:pt idx="2260">
                  <c:v>1.9101483</c:v>
                </c:pt>
                <c:pt idx="2261">
                  <c:v>1.9100346</c:v>
                </c:pt>
                <c:pt idx="2262">
                  <c:v>1.9099211</c:v>
                </c:pt>
                <c:pt idx="2263">
                  <c:v>1.9098079</c:v>
                </c:pt>
                <c:pt idx="2264">
                  <c:v>1.9096949</c:v>
                </c:pt>
                <c:pt idx="2265">
                  <c:v>1.909582</c:v>
                </c:pt>
                <c:pt idx="2266">
                  <c:v>1.9094694</c:v>
                </c:pt>
                <c:pt idx="2267">
                  <c:v>1.909357</c:v>
                </c:pt>
                <c:pt idx="2268">
                  <c:v>1.9092449</c:v>
                </c:pt>
                <c:pt idx="2269">
                  <c:v>1.9091329</c:v>
                </c:pt>
                <c:pt idx="2270">
                  <c:v>1.9090212</c:v>
                </c:pt>
                <c:pt idx="2271">
                  <c:v>1.9089097</c:v>
                </c:pt>
                <c:pt idx="2272">
                  <c:v>1.9087985</c:v>
                </c:pt>
                <c:pt idx="2273">
                  <c:v>1.9086875</c:v>
                </c:pt>
                <c:pt idx="2274">
                  <c:v>1.9085767</c:v>
                </c:pt>
                <c:pt idx="2275">
                  <c:v>1.9084661</c:v>
                </c:pt>
                <c:pt idx="2276">
                  <c:v>1.9083556</c:v>
                </c:pt>
                <c:pt idx="2277">
                  <c:v>1.9082454</c:v>
                </c:pt>
                <c:pt idx="2278">
                  <c:v>1.9081354</c:v>
                </c:pt>
                <c:pt idx="2279">
                  <c:v>1.9080258</c:v>
                </c:pt>
                <c:pt idx="2280">
                  <c:v>1.9079163</c:v>
                </c:pt>
                <c:pt idx="2281">
                  <c:v>1.9078071</c:v>
                </c:pt>
                <c:pt idx="2282">
                  <c:v>1.9076981</c:v>
                </c:pt>
                <c:pt idx="2283">
                  <c:v>1.9075892</c:v>
                </c:pt>
                <c:pt idx="2284">
                  <c:v>1.9074805</c:v>
                </c:pt>
                <c:pt idx="2285">
                  <c:v>1.9073721</c:v>
                </c:pt>
                <c:pt idx="2286">
                  <c:v>1.907264</c:v>
                </c:pt>
                <c:pt idx="2287">
                  <c:v>1.9071561</c:v>
                </c:pt>
                <c:pt idx="2288">
                  <c:v>1.9070485</c:v>
                </c:pt>
                <c:pt idx="2289">
                  <c:v>1.906941</c:v>
                </c:pt>
                <c:pt idx="2290">
                  <c:v>1.9068338</c:v>
                </c:pt>
                <c:pt idx="2291">
                  <c:v>1.9067268</c:v>
                </c:pt>
                <c:pt idx="2292">
                  <c:v>1.9066199</c:v>
                </c:pt>
                <c:pt idx="2293">
                  <c:v>1.9065134</c:v>
                </c:pt>
                <c:pt idx="2294">
                  <c:v>1.9064071</c:v>
                </c:pt>
                <c:pt idx="2295">
                  <c:v>1.906301</c:v>
                </c:pt>
                <c:pt idx="2296">
                  <c:v>1.9061952</c:v>
                </c:pt>
                <c:pt idx="2297">
                  <c:v>1.9060895</c:v>
                </c:pt>
                <c:pt idx="2298">
                  <c:v>1.9059841</c:v>
                </c:pt>
                <c:pt idx="2299">
                  <c:v>1.9058789</c:v>
                </c:pt>
                <c:pt idx="2300">
                  <c:v>1.9057739</c:v>
                </c:pt>
                <c:pt idx="2301">
                  <c:v>1.9056692</c:v>
                </c:pt>
                <c:pt idx="2302">
                  <c:v>1.9055646</c:v>
                </c:pt>
                <c:pt idx="2303">
                  <c:v>1.9054603</c:v>
                </c:pt>
                <c:pt idx="2304">
                  <c:v>1.9053562</c:v>
                </c:pt>
                <c:pt idx="2305">
                  <c:v>1.9052522</c:v>
                </c:pt>
                <c:pt idx="2306">
                  <c:v>1.9051485</c:v>
                </c:pt>
                <c:pt idx="2307">
                  <c:v>1.905045</c:v>
                </c:pt>
                <c:pt idx="2308">
                  <c:v>1.9049417</c:v>
                </c:pt>
                <c:pt idx="2309">
                  <c:v>1.9048387</c:v>
                </c:pt>
                <c:pt idx="2310">
                  <c:v>1.9047358</c:v>
                </c:pt>
                <c:pt idx="2311">
                  <c:v>1.9046331</c:v>
                </c:pt>
                <c:pt idx="2312">
                  <c:v>1.9045305</c:v>
                </c:pt>
                <c:pt idx="2313">
                  <c:v>1.9044282</c:v>
                </c:pt>
                <c:pt idx="2314">
                  <c:v>1.9043261</c:v>
                </c:pt>
                <c:pt idx="2315">
                  <c:v>1.9042243</c:v>
                </c:pt>
                <c:pt idx="2316">
                  <c:v>1.9041227</c:v>
                </c:pt>
                <c:pt idx="2317">
                  <c:v>1.9040212</c:v>
                </c:pt>
                <c:pt idx="2318">
                  <c:v>1.90392</c:v>
                </c:pt>
                <c:pt idx="2319">
                  <c:v>1.9038189</c:v>
                </c:pt>
                <c:pt idx="2320">
                  <c:v>1.9037179</c:v>
                </c:pt>
                <c:pt idx="2321">
                  <c:v>1.9036173</c:v>
                </c:pt>
                <c:pt idx="2322">
                  <c:v>1.9035168</c:v>
                </c:pt>
                <c:pt idx="2323">
                  <c:v>1.9034165</c:v>
                </c:pt>
                <c:pt idx="2324">
                  <c:v>1.9033165</c:v>
                </c:pt>
                <c:pt idx="2325">
                  <c:v>1.9032167</c:v>
                </c:pt>
                <c:pt idx="2326">
                  <c:v>1.9031171</c:v>
                </c:pt>
                <c:pt idx="2327">
                  <c:v>1.9030177</c:v>
                </c:pt>
                <c:pt idx="2328">
                  <c:v>1.9029185</c:v>
                </c:pt>
                <c:pt idx="2329">
                  <c:v>1.9028195</c:v>
                </c:pt>
                <c:pt idx="2330">
                  <c:v>1.9027208</c:v>
                </c:pt>
                <c:pt idx="2331">
                  <c:v>1.9026221</c:v>
                </c:pt>
                <c:pt idx="2332">
                  <c:v>1.9025237</c:v>
                </c:pt>
                <c:pt idx="2333">
                  <c:v>1.9024255</c:v>
                </c:pt>
                <c:pt idx="2334">
                  <c:v>1.9023275</c:v>
                </c:pt>
                <c:pt idx="2335">
                  <c:v>1.9022297</c:v>
                </c:pt>
                <c:pt idx="2336">
                  <c:v>1.9021322</c:v>
                </c:pt>
                <c:pt idx="2337">
                  <c:v>1.9020348</c:v>
                </c:pt>
                <c:pt idx="2338">
                  <c:v>1.9019377</c:v>
                </c:pt>
                <c:pt idx="2339">
                  <c:v>1.9018468</c:v>
                </c:pt>
                <c:pt idx="2340">
                  <c:v>1.9017788</c:v>
                </c:pt>
                <c:pt idx="2341">
                  <c:v>1.9017107</c:v>
                </c:pt>
                <c:pt idx="2342">
                  <c:v>1.9016428</c:v>
                </c:pt>
                <c:pt idx="2343">
                  <c:v>1.9015749</c:v>
                </c:pt>
                <c:pt idx="2344">
                  <c:v>1.901507</c:v>
                </c:pt>
                <c:pt idx="2345">
                  <c:v>1.901439</c:v>
                </c:pt>
                <c:pt idx="2346">
                  <c:v>1.9013711</c:v>
                </c:pt>
                <c:pt idx="2347">
                  <c:v>1.9013033</c:v>
                </c:pt>
                <c:pt idx="2348">
                  <c:v>1.9012355</c:v>
                </c:pt>
                <c:pt idx="2349">
                  <c:v>1.9011675</c:v>
                </c:pt>
                <c:pt idx="2350">
                  <c:v>1.9010997</c:v>
                </c:pt>
                <c:pt idx="2351">
                  <c:v>1.9010318</c:v>
                </c:pt>
                <c:pt idx="2352">
                  <c:v>1.900964</c:v>
                </c:pt>
                <c:pt idx="2353">
                  <c:v>1.9008962</c:v>
                </c:pt>
                <c:pt idx="2354">
                  <c:v>1.9008283</c:v>
                </c:pt>
                <c:pt idx="2355">
                  <c:v>1.9007606</c:v>
                </c:pt>
                <c:pt idx="2356">
                  <c:v>1.9006929</c:v>
                </c:pt>
                <c:pt idx="2357">
                  <c:v>1.9006251</c:v>
                </c:pt>
                <c:pt idx="2358">
                  <c:v>1.9005573</c:v>
                </c:pt>
                <c:pt idx="2359">
                  <c:v>1.9004896</c:v>
                </c:pt>
                <c:pt idx="2360">
                  <c:v>1.9004218</c:v>
                </c:pt>
                <c:pt idx="2361">
                  <c:v>1.9003541</c:v>
                </c:pt>
                <c:pt idx="2362">
                  <c:v>1.9002864</c:v>
                </c:pt>
                <c:pt idx="2363">
                  <c:v>1.9002187</c:v>
                </c:pt>
                <c:pt idx="2364">
                  <c:v>1.9001509</c:v>
                </c:pt>
                <c:pt idx="2365">
                  <c:v>1.9000832</c:v>
                </c:pt>
                <c:pt idx="2366">
                  <c:v>1.9000155</c:v>
                </c:pt>
                <c:pt idx="2367">
                  <c:v>1.8999477</c:v>
                </c:pt>
                <c:pt idx="2368">
                  <c:v>1.8998799</c:v>
                </c:pt>
                <c:pt idx="2369">
                  <c:v>1.8998121</c:v>
                </c:pt>
                <c:pt idx="2370">
                  <c:v>1.8997444</c:v>
                </c:pt>
                <c:pt idx="2371">
                  <c:v>1.8996767</c:v>
                </c:pt>
                <c:pt idx="2372">
                  <c:v>1.8996089</c:v>
                </c:pt>
                <c:pt idx="2373">
                  <c:v>1.8995411</c:v>
                </c:pt>
                <c:pt idx="2374">
                  <c:v>1.8994733</c:v>
                </c:pt>
                <c:pt idx="2375">
                  <c:v>1.8994056</c:v>
                </c:pt>
                <c:pt idx="2376">
                  <c:v>1.8993379</c:v>
                </c:pt>
                <c:pt idx="2377">
                  <c:v>1.8992702</c:v>
                </c:pt>
                <c:pt idx="2378">
                  <c:v>1.8992023</c:v>
                </c:pt>
                <c:pt idx="2379">
                  <c:v>1.8991346</c:v>
                </c:pt>
                <c:pt idx="2380">
                  <c:v>1.8990668</c:v>
                </c:pt>
                <c:pt idx="2381">
                  <c:v>1.8989991</c:v>
                </c:pt>
                <c:pt idx="2382">
                  <c:v>1.8989313</c:v>
                </c:pt>
                <c:pt idx="2383">
                  <c:v>1.8988636</c:v>
                </c:pt>
                <c:pt idx="2384">
                  <c:v>1.8987957</c:v>
                </c:pt>
                <c:pt idx="2385">
                  <c:v>1.898728</c:v>
                </c:pt>
                <c:pt idx="2386">
                  <c:v>1.8986602</c:v>
                </c:pt>
                <c:pt idx="2387">
                  <c:v>1.8985923</c:v>
                </c:pt>
                <c:pt idx="2388">
                  <c:v>1.8985245</c:v>
                </c:pt>
                <c:pt idx="2389">
                  <c:v>1.8984567</c:v>
                </c:pt>
                <c:pt idx="2390">
                  <c:v>1.8983889</c:v>
                </c:pt>
                <c:pt idx="2391">
                  <c:v>1.898321</c:v>
                </c:pt>
                <c:pt idx="2392">
                  <c:v>1.898253</c:v>
                </c:pt>
                <c:pt idx="2393">
                  <c:v>1.898185</c:v>
                </c:pt>
                <c:pt idx="2394">
                  <c:v>1.8981171</c:v>
                </c:pt>
                <c:pt idx="2395">
                  <c:v>1.8980492</c:v>
                </c:pt>
                <c:pt idx="2396">
                  <c:v>1.8979813</c:v>
                </c:pt>
                <c:pt idx="2397">
                  <c:v>1.8979133</c:v>
                </c:pt>
                <c:pt idx="2398">
                  <c:v>1.8978453</c:v>
                </c:pt>
                <c:pt idx="2399">
                  <c:v>1.8977773</c:v>
                </c:pt>
                <c:pt idx="2400">
                  <c:v>1.8977092</c:v>
                </c:pt>
                <c:pt idx="2401">
                  <c:v>1.8976411</c:v>
                </c:pt>
                <c:pt idx="2402">
                  <c:v>1.8975731</c:v>
                </c:pt>
                <c:pt idx="2403">
                  <c:v>1.897505</c:v>
                </c:pt>
                <c:pt idx="2404">
                  <c:v>1.8974367</c:v>
                </c:pt>
                <c:pt idx="2405">
                  <c:v>1.8973685</c:v>
                </c:pt>
                <c:pt idx="2406">
                  <c:v>1.8973003</c:v>
                </c:pt>
                <c:pt idx="2407">
                  <c:v>1.8972321</c:v>
                </c:pt>
                <c:pt idx="2408">
                  <c:v>1.8971638</c:v>
                </c:pt>
                <c:pt idx="2409">
                  <c:v>1.8970954</c:v>
                </c:pt>
                <c:pt idx="2410">
                  <c:v>1.897027</c:v>
                </c:pt>
                <c:pt idx="2411">
                  <c:v>1.8969585</c:v>
                </c:pt>
                <c:pt idx="2412">
                  <c:v>1.89689</c:v>
                </c:pt>
                <c:pt idx="2413">
                  <c:v>1.8968215</c:v>
                </c:pt>
                <c:pt idx="2414">
                  <c:v>1.896753</c:v>
                </c:pt>
                <c:pt idx="2415">
                  <c:v>1.8966844</c:v>
                </c:pt>
                <c:pt idx="2416">
                  <c:v>1.8966157</c:v>
                </c:pt>
                <c:pt idx="2417">
                  <c:v>1.896547</c:v>
                </c:pt>
                <c:pt idx="2418">
                  <c:v>1.8964783</c:v>
                </c:pt>
                <c:pt idx="2419">
                  <c:v>1.8964094</c:v>
                </c:pt>
                <c:pt idx="2420">
                  <c:v>1.8963406</c:v>
                </c:pt>
                <c:pt idx="2421">
                  <c:v>1.8962717</c:v>
                </c:pt>
                <c:pt idx="2422">
                  <c:v>1.8962029</c:v>
                </c:pt>
                <c:pt idx="2423">
                  <c:v>1.8961339</c:v>
                </c:pt>
                <c:pt idx="2424">
                  <c:v>1.896065</c:v>
                </c:pt>
                <c:pt idx="2425">
                  <c:v>1.895996</c:v>
                </c:pt>
                <c:pt idx="2426">
                  <c:v>1.895927</c:v>
                </c:pt>
                <c:pt idx="2427">
                  <c:v>1.8958579</c:v>
                </c:pt>
                <c:pt idx="2428">
                  <c:v>1.8957888</c:v>
                </c:pt>
                <c:pt idx="2429">
                  <c:v>1.8957198</c:v>
                </c:pt>
                <c:pt idx="2430">
                  <c:v>1.8956507</c:v>
                </c:pt>
                <c:pt idx="2431">
                  <c:v>1.8955816</c:v>
                </c:pt>
                <c:pt idx="2432">
                  <c:v>1.8955124</c:v>
                </c:pt>
                <c:pt idx="2433">
                  <c:v>1.8954432</c:v>
                </c:pt>
                <c:pt idx="2434">
                  <c:v>1.8953739</c:v>
                </c:pt>
                <c:pt idx="2435">
                  <c:v>1.8953046</c:v>
                </c:pt>
                <c:pt idx="2436">
                  <c:v>1.8952352</c:v>
                </c:pt>
                <c:pt idx="2437">
                  <c:v>1.8951659</c:v>
                </c:pt>
                <c:pt idx="2438">
                  <c:v>1.8950965</c:v>
                </c:pt>
                <c:pt idx="2439">
                  <c:v>1.895027</c:v>
                </c:pt>
                <c:pt idx="2440">
                  <c:v>1.8949575</c:v>
                </c:pt>
                <c:pt idx="2441">
                  <c:v>1.8948878</c:v>
                </c:pt>
                <c:pt idx="2442">
                  <c:v>1.8948182</c:v>
                </c:pt>
                <c:pt idx="2443">
                  <c:v>1.8947484</c:v>
                </c:pt>
                <c:pt idx="2444">
                  <c:v>1.8946787</c:v>
                </c:pt>
                <c:pt idx="2445">
                  <c:v>1.8946089</c:v>
                </c:pt>
                <c:pt idx="2446">
                  <c:v>1.8945391</c:v>
                </c:pt>
                <c:pt idx="2447">
                  <c:v>1.8944692</c:v>
                </c:pt>
                <c:pt idx="2448">
                  <c:v>1.8943993</c:v>
                </c:pt>
                <c:pt idx="2449">
                  <c:v>1.8943293</c:v>
                </c:pt>
                <c:pt idx="2450">
                  <c:v>1.8942592</c:v>
                </c:pt>
                <c:pt idx="2451">
                  <c:v>1.8941891</c:v>
                </c:pt>
                <c:pt idx="2452">
                  <c:v>1.8941189</c:v>
                </c:pt>
                <c:pt idx="2453">
                  <c:v>1.8940487</c:v>
                </c:pt>
                <c:pt idx="2454">
                  <c:v>1.8939784</c:v>
                </c:pt>
                <c:pt idx="2455">
                  <c:v>1.893908</c:v>
                </c:pt>
                <c:pt idx="2456">
                  <c:v>1.8938374</c:v>
                </c:pt>
                <c:pt idx="2457">
                  <c:v>1.8937669</c:v>
                </c:pt>
                <c:pt idx="2458">
                  <c:v>1.8936963</c:v>
                </c:pt>
                <c:pt idx="2459">
                  <c:v>1.8936256</c:v>
                </c:pt>
                <c:pt idx="2460">
                  <c:v>1.8935548</c:v>
                </c:pt>
                <c:pt idx="2461">
                  <c:v>1.893484</c:v>
                </c:pt>
                <c:pt idx="2462">
                  <c:v>1.8934131</c:v>
                </c:pt>
                <c:pt idx="2463">
                  <c:v>1.893342</c:v>
                </c:pt>
                <c:pt idx="2464">
                  <c:v>1.8932709</c:v>
                </c:pt>
                <c:pt idx="2465">
                  <c:v>1.8931997</c:v>
                </c:pt>
                <c:pt idx="2466">
                  <c:v>1.8931284</c:v>
                </c:pt>
                <c:pt idx="2467">
                  <c:v>1.893057</c:v>
                </c:pt>
                <c:pt idx="2468">
                  <c:v>1.8929856</c:v>
                </c:pt>
                <c:pt idx="2469">
                  <c:v>1.892914</c:v>
                </c:pt>
                <c:pt idx="2470">
                  <c:v>1.8928424</c:v>
                </c:pt>
                <c:pt idx="2471">
                  <c:v>1.8927706</c:v>
                </c:pt>
                <c:pt idx="2472">
                  <c:v>1.8926987</c:v>
                </c:pt>
                <c:pt idx="2473">
                  <c:v>1.8926268</c:v>
                </c:pt>
                <c:pt idx="2474">
                  <c:v>1.8925548</c:v>
                </c:pt>
                <c:pt idx="2475">
                  <c:v>1.8924826</c:v>
                </c:pt>
                <c:pt idx="2476">
                  <c:v>1.8924104</c:v>
                </c:pt>
                <c:pt idx="2477">
                  <c:v>1.8923381</c:v>
                </c:pt>
                <c:pt idx="2478">
                  <c:v>1.8922656</c:v>
                </c:pt>
                <c:pt idx="2479">
                  <c:v>1.8921929</c:v>
                </c:pt>
                <c:pt idx="2480">
                  <c:v>1.8921203</c:v>
                </c:pt>
                <c:pt idx="2481">
                  <c:v>1.8920475</c:v>
                </c:pt>
                <c:pt idx="2482">
                  <c:v>1.8919746</c:v>
                </c:pt>
                <c:pt idx="2483">
                  <c:v>1.8919015</c:v>
                </c:pt>
                <c:pt idx="2484">
                  <c:v>1.8918283</c:v>
                </c:pt>
                <c:pt idx="2485">
                  <c:v>1.8917551</c:v>
                </c:pt>
                <c:pt idx="2486">
                  <c:v>1.8916818</c:v>
                </c:pt>
                <c:pt idx="2487">
                  <c:v>1.8916083</c:v>
                </c:pt>
                <c:pt idx="2488">
                  <c:v>1.8915346</c:v>
                </c:pt>
                <c:pt idx="2489">
                  <c:v>1.8914608</c:v>
                </c:pt>
                <c:pt idx="2490">
                  <c:v>1.891387</c:v>
                </c:pt>
                <c:pt idx="2491">
                  <c:v>1.8913131</c:v>
                </c:pt>
                <c:pt idx="2492">
                  <c:v>1.891239</c:v>
                </c:pt>
                <c:pt idx="2493">
                  <c:v>1.8911647</c:v>
                </c:pt>
                <c:pt idx="2494">
                  <c:v>1.8910903</c:v>
                </c:pt>
                <c:pt idx="2495">
                  <c:v>1.8910158</c:v>
                </c:pt>
                <c:pt idx="2496">
                  <c:v>1.8909412</c:v>
                </c:pt>
                <c:pt idx="2497">
                  <c:v>1.8908665</c:v>
                </c:pt>
                <c:pt idx="2498">
                  <c:v>1.8907916</c:v>
                </c:pt>
                <c:pt idx="2499">
                  <c:v>1.8907166</c:v>
                </c:pt>
                <c:pt idx="2500">
                  <c:v>1.8906415</c:v>
                </c:pt>
                <c:pt idx="2501">
                  <c:v>1.8905662</c:v>
                </c:pt>
                <c:pt idx="2502">
                  <c:v>1.8904908</c:v>
                </c:pt>
                <c:pt idx="2503">
                  <c:v>1.8904151</c:v>
                </c:pt>
                <c:pt idx="2504">
                  <c:v>1.8903392</c:v>
                </c:pt>
                <c:pt idx="2505">
                  <c:v>1.8902633</c:v>
                </c:pt>
                <c:pt idx="2506">
                  <c:v>1.8901871</c:v>
                </c:pt>
                <c:pt idx="2507">
                  <c:v>1.8901108</c:v>
                </c:pt>
                <c:pt idx="2508">
                  <c:v>1.8900345</c:v>
                </c:pt>
                <c:pt idx="2509">
                  <c:v>1.889958</c:v>
                </c:pt>
                <c:pt idx="2510">
                  <c:v>1.8898814</c:v>
                </c:pt>
                <c:pt idx="2511">
                  <c:v>1.8898045</c:v>
                </c:pt>
                <c:pt idx="2512">
                  <c:v>1.8897275</c:v>
                </c:pt>
                <c:pt idx="2513">
                  <c:v>1.8896504</c:v>
                </c:pt>
                <c:pt idx="2514">
                  <c:v>1.8895731</c:v>
                </c:pt>
                <c:pt idx="2515">
                  <c:v>1.8894957</c:v>
                </c:pt>
                <c:pt idx="2516">
                  <c:v>1.8894181</c:v>
                </c:pt>
                <c:pt idx="2517">
                  <c:v>1.8893403</c:v>
                </c:pt>
                <c:pt idx="2518">
                  <c:v>1.8892622</c:v>
                </c:pt>
                <c:pt idx="2519">
                  <c:v>1.889184</c:v>
                </c:pt>
                <c:pt idx="2520">
                  <c:v>1.8891056</c:v>
                </c:pt>
                <c:pt idx="2521">
                  <c:v>1.8890272</c:v>
                </c:pt>
                <c:pt idx="2522">
                  <c:v>1.8889485</c:v>
                </c:pt>
                <c:pt idx="2523">
                  <c:v>1.8888697</c:v>
                </c:pt>
                <c:pt idx="2524">
                  <c:v>1.8887907</c:v>
                </c:pt>
                <c:pt idx="2525">
                  <c:v>1.8887114</c:v>
                </c:pt>
                <c:pt idx="2526">
                  <c:v>1.888632</c:v>
                </c:pt>
                <c:pt idx="2527">
                  <c:v>1.8885524</c:v>
                </c:pt>
                <c:pt idx="2528">
                  <c:v>1.8884727</c:v>
                </c:pt>
                <c:pt idx="2529">
                  <c:v>1.8883928</c:v>
                </c:pt>
                <c:pt idx="2530">
                  <c:v>1.8883127</c:v>
                </c:pt>
                <c:pt idx="2531">
                  <c:v>1.8882324</c:v>
                </c:pt>
                <c:pt idx="2532">
                  <c:v>1.8881519</c:v>
                </c:pt>
                <c:pt idx="2533">
                  <c:v>1.8880712</c:v>
                </c:pt>
                <c:pt idx="2534">
                  <c:v>1.8879904</c:v>
                </c:pt>
                <c:pt idx="2535">
                  <c:v>1.8879093</c:v>
                </c:pt>
                <c:pt idx="2536">
                  <c:v>1.8878281</c:v>
                </c:pt>
                <c:pt idx="2537">
                  <c:v>1.8877467</c:v>
                </c:pt>
                <c:pt idx="2538">
                  <c:v>1.8876651</c:v>
                </c:pt>
                <c:pt idx="2539">
                  <c:v>1.8875832</c:v>
                </c:pt>
                <c:pt idx="2540">
                  <c:v>1.8875012</c:v>
                </c:pt>
                <c:pt idx="2541">
                  <c:v>1.8874189</c:v>
                </c:pt>
                <c:pt idx="2542">
                  <c:v>1.8873365</c:v>
                </c:pt>
                <c:pt idx="2543">
                  <c:v>1.8872539</c:v>
                </c:pt>
                <c:pt idx="2544">
                  <c:v>1.8871711</c:v>
                </c:pt>
                <c:pt idx="2545">
                  <c:v>1.887088</c:v>
                </c:pt>
                <c:pt idx="2546">
                  <c:v>1.8870048</c:v>
                </c:pt>
                <c:pt idx="2547">
                  <c:v>1.8869213</c:v>
                </c:pt>
                <c:pt idx="2548">
                  <c:v>1.8868376</c:v>
                </c:pt>
                <c:pt idx="2549">
                  <c:v>1.8867537</c:v>
                </c:pt>
                <c:pt idx="2550">
                  <c:v>1.8866696</c:v>
                </c:pt>
                <c:pt idx="2551">
                  <c:v>1.8865854</c:v>
                </c:pt>
                <c:pt idx="2552">
                  <c:v>1.8865009</c:v>
                </c:pt>
                <c:pt idx="2553">
                  <c:v>1.8864162</c:v>
                </c:pt>
                <c:pt idx="2554">
                  <c:v>1.8863313</c:v>
                </c:pt>
                <c:pt idx="2555">
                  <c:v>1.8862462</c:v>
                </c:pt>
                <c:pt idx="2556">
                  <c:v>1.8861609</c:v>
                </c:pt>
                <c:pt idx="2557">
                  <c:v>1.8860754</c:v>
                </c:pt>
                <c:pt idx="2558">
                  <c:v>1.8859897</c:v>
                </c:pt>
                <c:pt idx="2559">
                  <c:v>1.8859037</c:v>
                </c:pt>
                <c:pt idx="2560">
                  <c:v>1.8858175</c:v>
                </c:pt>
                <c:pt idx="2561">
                  <c:v>1.885731</c:v>
                </c:pt>
                <c:pt idx="2562">
                  <c:v>1.8856444</c:v>
                </c:pt>
                <c:pt idx="2563">
                  <c:v>1.8855576</c:v>
                </c:pt>
                <c:pt idx="2564">
                  <c:v>1.8854706</c:v>
                </c:pt>
                <c:pt idx="2565">
                  <c:v>1.8853833</c:v>
                </c:pt>
                <c:pt idx="2566">
                  <c:v>1.8853385</c:v>
                </c:pt>
                <c:pt idx="2567">
                  <c:v>1.8853875</c:v>
                </c:pt>
                <c:pt idx="2568">
                  <c:v>1.8854355</c:v>
                </c:pt>
                <c:pt idx="2569">
                  <c:v>1.8854825</c:v>
                </c:pt>
                <c:pt idx="2570">
                  <c:v>1.8855284</c:v>
                </c:pt>
                <c:pt idx="2571">
                  <c:v>1.8855732</c:v>
                </c:pt>
                <c:pt idx="2572">
                  <c:v>1.885617</c:v>
                </c:pt>
                <c:pt idx="2573">
                  <c:v>1.8856597</c:v>
                </c:pt>
                <c:pt idx="2574">
                  <c:v>1.8857013</c:v>
                </c:pt>
                <c:pt idx="2575">
                  <c:v>1.8857419</c:v>
                </c:pt>
                <c:pt idx="2576">
                  <c:v>1.8857814</c:v>
                </c:pt>
                <c:pt idx="2577">
                  <c:v>1.8858198</c:v>
                </c:pt>
                <c:pt idx="2578">
                  <c:v>1.8858571</c:v>
                </c:pt>
                <c:pt idx="2579">
                  <c:v>1.8858934</c:v>
                </c:pt>
                <c:pt idx="2580">
                  <c:v>1.8859286</c:v>
                </c:pt>
                <c:pt idx="2581">
                  <c:v>1.8859627</c:v>
                </c:pt>
                <c:pt idx="2582">
                  <c:v>1.8859957</c:v>
                </c:pt>
                <c:pt idx="2583">
                  <c:v>1.8860277</c:v>
                </c:pt>
                <c:pt idx="2584">
                  <c:v>1.8860586</c:v>
                </c:pt>
                <c:pt idx="2585">
                  <c:v>1.8860884</c:v>
                </c:pt>
                <c:pt idx="2586">
                  <c:v>1.8861171</c:v>
                </c:pt>
                <c:pt idx="2587">
                  <c:v>1.8861447</c:v>
                </c:pt>
                <c:pt idx="2588">
                  <c:v>1.8861713</c:v>
                </c:pt>
                <c:pt idx="2589">
                  <c:v>1.8861968</c:v>
                </c:pt>
                <c:pt idx="2590">
                  <c:v>1.8862212</c:v>
                </c:pt>
                <c:pt idx="2591">
                  <c:v>1.8862444</c:v>
                </c:pt>
                <c:pt idx="2592">
                  <c:v>1.8862667</c:v>
                </c:pt>
                <c:pt idx="2593">
                  <c:v>1.8862878</c:v>
                </c:pt>
                <c:pt idx="2594">
                  <c:v>1.8863078</c:v>
                </c:pt>
                <c:pt idx="2595">
                  <c:v>1.8863267</c:v>
                </c:pt>
                <c:pt idx="2596">
                  <c:v>1.8863446</c:v>
                </c:pt>
                <c:pt idx="2597">
                  <c:v>1.8863613</c:v>
                </c:pt>
                <c:pt idx="2598">
                  <c:v>1.886377</c:v>
                </c:pt>
                <c:pt idx="2599">
                  <c:v>1.8863915</c:v>
                </c:pt>
                <c:pt idx="2600">
                  <c:v>1.886405</c:v>
                </c:pt>
                <c:pt idx="2601">
                  <c:v>1.8864173</c:v>
                </c:pt>
                <c:pt idx="2602">
                  <c:v>1.8864286</c:v>
                </c:pt>
                <c:pt idx="2603">
                  <c:v>1.8864387</c:v>
                </c:pt>
                <c:pt idx="2604">
                  <c:v>1.8864478</c:v>
                </c:pt>
                <c:pt idx="2605">
                  <c:v>1.8864557</c:v>
                </c:pt>
                <c:pt idx="2606">
                  <c:v>1.8864626</c:v>
                </c:pt>
                <c:pt idx="2607">
                  <c:v>1.8864683</c:v>
                </c:pt>
                <c:pt idx="2608">
                  <c:v>1.886473</c:v>
                </c:pt>
                <c:pt idx="2609">
                  <c:v>1.8864765</c:v>
                </c:pt>
                <c:pt idx="2610">
                  <c:v>1.886479</c:v>
                </c:pt>
                <c:pt idx="2611">
                  <c:v>1.8864803</c:v>
                </c:pt>
                <c:pt idx="2612">
                  <c:v>1.8864806</c:v>
                </c:pt>
                <c:pt idx="2613">
                  <c:v>1.8864798</c:v>
                </c:pt>
                <c:pt idx="2614">
                  <c:v>1.8864778</c:v>
                </c:pt>
                <c:pt idx="2615">
                  <c:v>1.8864748</c:v>
                </c:pt>
                <c:pt idx="2616">
                  <c:v>1.8864707</c:v>
                </c:pt>
                <c:pt idx="2617">
                  <c:v>1.8864655</c:v>
                </c:pt>
                <c:pt idx="2618">
                  <c:v>1.8864592</c:v>
                </c:pt>
                <c:pt idx="2619">
                  <c:v>1.8864518</c:v>
                </c:pt>
                <c:pt idx="2620">
                  <c:v>1.8864433</c:v>
                </c:pt>
                <c:pt idx="2621">
                  <c:v>1.8864338</c:v>
                </c:pt>
                <c:pt idx="2622">
                  <c:v>1.8864232</c:v>
                </c:pt>
                <c:pt idx="2623">
                  <c:v>1.8864115</c:v>
                </c:pt>
                <c:pt idx="2624">
                  <c:v>1.8863987</c:v>
                </c:pt>
                <c:pt idx="2625">
                  <c:v>1.8863848</c:v>
                </c:pt>
                <c:pt idx="2626">
                  <c:v>1.8863698</c:v>
                </c:pt>
                <c:pt idx="2627">
                  <c:v>1.8863538</c:v>
                </c:pt>
                <c:pt idx="2628">
                  <c:v>1.8863367</c:v>
                </c:pt>
                <c:pt idx="2629">
                  <c:v>1.8863185</c:v>
                </c:pt>
                <c:pt idx="2630">
                  <c:v>1.8862993</c:v>
                </c:pt>
                <c:pt idx="2631">
                  <c:v>1.886279</c:v>
                </c:pt>
                <c:pt idx="2632">
                  <c:v>1.8862576</c:v>
                </c:pt>
                <c:pt idx="2633">
                  <c:v>1.8862352</c:v>
                </c:pt>
                <c:pt idx="2634">
                  <c:v>1.8862117</c:v>
                </c:pt>
                <c:pt idx="2635">
                  <c:v>1.8861871</c:v>
                </c:pt>
                <c:pt idx="2636">
                  <c:v>1.8861615</c:v>
                </c:pt>
                <c:pt idx="2637">
                  <c:v>1.8861349</c:v>
                </c:pt>
                <c:pt idx="2638">
                  <c:v>1.8861072</c:v>
                </c:pt>
                <c:pt idx="2639">
                  <c:v>1.8860785</c:v>
                </c:pt>
                <c:pt idx="2640">
                  <c:v>1.8860487</c:v>
                </c:pt>
                <c:pt idx="2641">
                  <c:v>1.8860179</c:v>
                </c:pt>
                <c:pt idx="2642">
                  <c:v>1.885986</c:v>
                </c:pt>
                <c:pt idx="2643">
                  <c:v>1.8859532</c:v>
                </c:pt>
                <c:pt idx="2644">
                  <c:v>1.8859193</c:v>
                </c:pt>
                <c:pt idx="2645">
                  <c:v>1.8858843</c:v>
                </c:pt>
                <c:pt idx="2646">
                  <c:v>1.8858484</c:v>
                </c:pt>
                <c:pt idx="2647">
                  <c:v>1.8858114</c:v>
                </c:pt>
                <c:pt idx="2648">
                  <c:v>1.8857735</c:v>
                </c:pt>
                <c:pt idx="2649">
                  <c:v>1.8857345</c:v>
                </c:pt>
                <c:pt idx="2650">
                  <c:v>1.8856945</c:v>
                </c:pt>
                <c:pt idx="2651">
                  <c:v>1.8856535</c:v>
                </c:pt>
                <c:pt idx="2652">
                  <c:v>1.8856115</c:v>
                </c:pt>
                <c:pt idx="2653">
                  <c:v>1.8855686</c:v>
                </c:pt>
                <c:pt idx="2654">
                  <c:v>1.8855246</c:v>
                </c:pt>
                <c:pt idx="2655">
                  <c:v>1.8854796</c:v>
                </c:pt>
                <c:pt idx="2656">
                  <c:v>1.8854337</c:v>
                </c:pt>
                <c:pt idx="2657">
                  <c:v>1.8853868</c:v>
                </c:pt>
                <c:pt idx="2658">
                  <c:v>1.885339</c:v>
                </c:pt>
                <c:pt idx="2659">
                  <c:v>1.8852901</c:v>
                </c:pt>
                <c:pt idx="2660">
                  <c:v>1.8852403</c:v>
                </c:pt>
                <c:pt idx="2661">
                  <c:v>1.8851896</c:v>
                </c:pt>
                <c:pt idx="2662">
                  <c:v>1.8851379</c:v>
                </c:pt>
                <c:pt idx="2663">
                  <c:v>1.8850852</c:v>
                </c:pt>
                <c:pt idx="2664">
                  <c:v>1.8850316</c:v>
                </c:pt>
                <c:pt idx="2665">
                  <c:v>1.8849771</c:v>
                </c:pt>
                <c:pt idx="2666">
                  <c:v>1.8849216</c:v>
                </c:pt>
                <c:pt idx="2667">
                  <c:v>1.8848652</c:v>
                </c:pt>
                <c:pt idx="2668">
                  <c:v>1.8848079</c:v>
                </c:pt>
                <c:pt idx="2669">
                  <c:v>1.8847497</c:v>
                </c:pt>
                <c:pt idx="2670">
                  <c:v>1.8846906</c:v>
                </c:pt>
                <c:pt idx="2671">
                  <c:v>1.8846305</c:v>
                </c:pt>
                <c:pt idx="2672">
                  <c:v>1.8845696</c:v>
                </c:pt>
                <c:pt idx="2673">
                  <c:v>1.8845077</c:v>
                </c:pt>
                <c:pt idx="2674">
                  <c:v>1.884445</c:v>
                </c:pt>
                <c:pt idx="2675">
                  <c:v>1.8843814</c:v>
                </c:pt>
                <c:pt idx="2676">
                  <c:v>1.8843169</c:v>
                </c:pt>
                <c:pt idx="2677">
                  <c:v>1.8842516</c:v>
                </c:pt>
                <c:pt idx="2678">
                  <c:v>1.8841854</c:v>
                </c:pt>
                <c:pt idx="2679">
                  <c:v>1.8841183</c:v>
                </c:pt>
                <c:pt idx="2680">
                  <c:v>1.8840504</c:v>
                </c:pt>
                <c:pt idx="2681">
                  <c:v>1.8839816</c:v>
                </c:pt>
                <c:pt idx="2682">
                  <c:v>1.883912</c:v>
                </c:pt>
                <c:pt idx="2683">
                  <c:v>1.8838415</c:v>
                </c:pt>
                <c:pt idx="2684">
                  <c:v>1.8837702</c:v>
                </c:pt>
                <c:pt idx="2685">
                  <c:v>1.8836981</c:v>
                </c:pt>
                <c:pt idx="2686">
                  <c:v>1.8836252</c:v>
                </c:pt>
                <c:pt idx="2687">
                  <c:v>1.8835515</c:v>
                </c:pt>
                <c:pt idx="2688">
                  <c:v>1.8834769</c:v>
                </c:pt>
                <c:pt idx="2689">
                  <c:v>1.8834016</c:v>
                </c:pt>
                <c:pt idx="2690">
                  <c:v>1.8833254</c:v>
                </c:pt>
                <c:pt idx="2691">
                  <c:v>1.8832485</c:v>
                </c:pt>
                <c:pt idx="2692">
                  <c:v>1.8831708</c:v>
                </c:pt>
                <c:pt idx="2693">
                  <c:v>1.8830924</c:v>
                </c:pt>
                <c:pt idx="2694">
                  <c:v>1.8830132</c:v>
                </c:pt>
                <c:pt idx="2695">
                  <c:v>1.8829332</c:v>
                </c:pt>
                <c:pt idx="2696">
                  <c:v>1.8828524</c:v>
                </c:pt>
                <c:pt idx="2697">
                  <c:v>1.882771</c:v>
                </c:pt>
                <c:pt idx="2698">
                  <c:v>1.8826888</c:v>
                </c:pt>
                <c:pt idx="2699">
                  <c:v>1.8826058</c:v>
                </c:pt>
                <c:pt idx="2700">
                  <c:v>1.8825221</c:v>
                </c:pt>
                <c:pt idx="2701">
                  <c:v>1.8824377</c:v>
                </c:pt>
                <c:pt idx="2702">
                  <c:v>1.8823527</c:v>
                </c:pt>
                <c:pt idx="2703">
                  <c:v>1.8822669</c:v>
                </c:pt>
                <c:pt idx="2704">
                  <c:v>1.8821804</c:v>
                </c:pt>
                <c:pt idx="2705">
                  <c:v>1.8820932</c:v>
                </c:pt>
                <c:pt idx="2706">
                  <c:v>1.8820053</c:v>
                </c:pt>
                <c:pt idx="2707">
                  <c:v>1.8819168</c:v>
                </c:pt>
                <c:pt idx="2708">
                  <c:v>1.8818275</c:v>
                </c:pt>
                <c:pt idx="2709">
                  <c:v>1.8817377</c:v>
                </c:pt>
                <c:pt idx="2710">
                  <c:v>1.8816471</c:v>
                </c:pt>
                <c:pt idx="2711">
                  <c:v>1.881556</c:v>
                </c:pt>
                <c:pt idx="2712">
                  <c:v>1.8814641</c:v>
                </c:pt>
                <c:pt idx="2713">
                  <c:v>1.8813717</c:v>
                </c:pt>
                <c:pt idx="2714">
                  <c:v>1.8812786</c:v>
                </c:pt>
                <c:pt idx="2715">
                  <c:v>1.8811849</c:v>
                </c:pt>
                <c:pt idx="2716">
                  <c:v>1.8810906</c:v>
                </c:pt>
                <c:pt idx="2717">
                  <c:v>1.8809957</c:v>
                </c:pt>
                <c:pt idx="2718">
                  <c:v>1.8809002</c:v>
                </c:pt>
                <c:pt idx="2719">
                  <c:v>1.8808041</c:v>
                </c:pt>
                <c:pt idx="2720">
                  <c:v>1.8807074</c:v>
                </c:pt>
                <c:pt idx="2721">
                  <c:v>1.8806101</c:v>
                </c:pt>
                <c:pt idx="2722">
                  <c:v>1.8805123</c:v>
                </c:pt>
                <c:pt idx="2723">
                  <c:v>1.8804139</c:v>
                </c:pt>
                <c:pt idx="2724">
                  <c:v>1.8803149</c:v>
                </c:pt>
                <c:pt idx="2725">
                  <c:v>1.8802154</c:v>
                </c:pt>
                <c:pt idx="2726">
                  <c:v>1.8801154</c:v>
                </c:pt>
                <c:pt idx="2727">
                  <c:v>1.8800148</c:v>
                </c:pt>
                <c:pt idx="2728">
                  <c:v>1.8799137</c:v>
                </c:pt>
                <c:pt idx="2729">
                  <c:v>1.8798121</c:v>
                </c:pt>
                <c:pt idx="2730">
                  <c:v>1.87971</c:v>
                </c:pt>
                <c:pt idx="2731">
                  <c:v>1.8796074</c:v>
                </c:pt>
                <c:pt idx="2732">
                  <c:v>1.8795043</c:v>
                </c:pt>
                <c:pt idx="2733">
                  <c:v>1.8794007</c:v>
                </c:pt>
                <c:pt idx="2734">
                  <c:v>1.8792966</c:v>
                </c:pt>
                <c:pt idx="2735">
                  <c:v>1.8791921</c:v>
                </c:pt>
                <c:pt idx="2736">
                  <c:v>1.879087</c:v>
                </c:pt>
                <c:pt idx="2737">
                  <c:v>1.8789816</c:v>
                </c:pt>
                <c:pt idx="2738">
                  <c:v>1.8788757</c:v>
                </c:pt>
                <c:pt idx="2739">
                  <c:v>1.8787693</c:v>
                </c:pt>
                <c:pt idx="2740">
                  <c:v>1.8786625</c:v>
                </c:pt>
                <c:pt idx="2741">
                  <c:v>1.8785553</c:v>
                </c:pt>
                <c:pt idx="2742">
                  <c:v>1.8784476</c:v>
                </c:pt>
                <c:pt idx="2743">
                  <c:v>1.8783396</c:v>
                </c:pt>
                <c:pt idx="2744">
                  <c:v>1.8782311</c:v>
                </c:pt>
                <c:pt idx="2745">
                  <c:v>1.8781223</c:v>
                </c:pt>
                <c:pt idx="2746">
                  <c:v>1.878013</c:v>
                </c:pt>
                <c:pt idx="2747">
                  <c:v>1.8779034</c:v>
                </c:pt>
                <c:pt idx="2748">
                  <c:v>1.8777934</c:v>
                </c:pt>
                <c:pt idx="2749">
                  <c:v>1.8776831</c:v>
                </c:pt>
                <c:pt idx="2750">
                  <c:v>1.8775724</c:v>
                </c:pt>
                <c:pt idx="2751">
                  <c:v>1.8774613</c:v>
                </c:pt>
                <c:pt idx="2752">
                  <c:v>1.8773499</c:v>
                </c:pt>
                <c:pt idx="2753">
                  <c:v>1.8772382</c:v>
                </c:pt>
                <c:pt idx="2754">
                  <c:v>1.8771262</c:v>
                </c:pt>
                <c:pt idx="2755">
                  <c:v>1.8770138</c:v>
                </c:pt>
                <c:pt idx="2756">
                  <c:v>1.8769011</c:v>
                </c:pt>
                <c:pt idx="2757">
                  <c:v>1.8767881</c:v>
                </c:pt>
                <c:pt idx="2758">
                  <c:v>1.8766749</c:v>
                </c:pt>
                <c:pt idx="2759">
                  <c:v>1.8765613</c:v>
                </c:pt>
                <c:pt idx="2760">
                  <c:v>1.8764475</c:v>
                </c:pt>
                <c:pt idx="2761">
                  <c:v>1.8763334</c:v>
                </c:pt>
                <c:pt idx="2762">
                  <c:v>1.876219</c:v>
                </c:pt>
                <c:pt idx="2763">
                  <c:v>1.8761044</c:v>
                </c:pt>
                <c:pt idx="2764">
                  <c:v>1.8759896</c:v>
                </c:pt>
                <c:pt idx="2765">
                  <c:v>1.8758745</c:v>
                </c:pt>
                <c:pt idx="2766">
                  <c:v>1.8757591</c:v>
                </c:pt>
                <c:pt idx="2767">
                  <c:v>1.8756436</c:v>
                </c:pt>
                <c:pt idx="2768">
                  <c:v>1.8755279</c:v>
                </c:pt>
                <c:pt idx="2769">
                  <c:v>1.8754119</c:v>
                </c:pt>
                <c:pt idx="2770">
                  <c:v>1.8752958</c:v>
                </c:pt>
                <c:pt idx="2771">
                  <c:v>1.8751794</c:v>
                </c:pt>
                <c:pt idx="2772">
                  <c:v>1.8750629</c:v>
                </c:pt>
                <c:pt idx="2773">
                  <c:v>1.8749462</c:v>
                </c:pt>
                <c:pt idx="2774">
                  <c:v>1.8748294</c:v>
                </c:pt>
                <c:pt idx="2775">
                  <c:v>1.8747124</c:v>
                </c:pt>
                <c:pt idx="2776">
                  <c:v>1.8745953</c:v>
                </c:pt>
                <c:pt idx="2777">
                  <c:v>1.874478</c:v>
                </c:pt>
                <c:pt idx="2778">
                  <c:v>1.8743606</c:v>
                </c:pt>
                <c:pt idx="2779">
                  <c:v>1.8742431</c:v>
                </c:pt>
                <c:pt idx="2780">
                  <c:v>1.8741254</c:v>
                </c:pt>
                <c:pt idx="2781">
                  <c:v>1.8740077</c:v>
                </c:pt>
                <c:pt idx="2782">
                  <c:v>1.8738899</c:v>
                </c:pt>
                <c:pt idx="2783">
                  <c:v>1.8737719</c:v>
                </c:pt>
                <c:pt idx="2784">
                  <c:v>1.873654</c:v>
                </c:pt>
                <c:pt idx="2785">
                  <c:v>1.8735359</c:v>
                </c:pt>
                <c:pt idx="2786">
                  <c:v>1.8734178</c:v>
                </c:pt>
                <c:pt idx="2787">
                  <c:v>1.8732996</c:v>
                </c:pt>
                <c:pt idx="2788">
                  <c:v>1.8731814</c:v>
                </c:pt>
                <c:pt idx="2789">
                  <c:v>1.8730631</c:v>
                </c:pt>
                <c:pt idx="2790">
                  <c:v>1.8729448</c:v>
                </c:pt>
                <c:pt idx="2791">
                  <c:v>1.8728265</c:v>
                </c:pt>
                <c:pt idx="2792">
                  <c:v>1.8727082</c:v>
                </c:pt>
                <c:pt idx="2793">
                  <c:v>1.8725899</c:v>
                </c:pt>
                <c:pt idx="2794">
                  <c:v>1.8724715</c:v>
                </c:pt>
                <c:pt idx="2795">
                  <c:v>1.8723532</c:v>
                </c:pt>
                <c:pt idx="2796">
                  <c:v>1.872235</c:v>
                </c:pt>
                <c:pt idx="2797">
                  <c:v>1.8721167</c:v>
                </c:pt>
                <c:pt idx="2798">
                  <c:v>1.8719985</c:v>
                </c:pt>
                <c:pt idx="2799">
                  <c:v>1.8718804</c:v>
                </c:pt>
                <c:pt idx="2800">
                  <c:v>1.8717623</c:v>
                </c:pt>
                <c:pt idx="2801">
                  <c:v>1.8716442</c:v>
                </c:pt>
                <c:pt idx="2802">
                  <c:v>1.8715263</c:v>
                </c:pt>
                <c:pt idx="2803">
                  <c:v>1.8714084</c:v>
                </c:pt>
                <c:pt idx="2804">
                  <c:v>1.8712906</c:v>
                </c:pt>
                <c:pt idx="2805">
                  <c:v>1.8711729</c:v>
                </c:pt>
                <c:pt idx="2806">
                  <c:v>1.8710553</c:v>
                </c:pt>
                <c:pt idx="2807">
                  <c:v>1.8709378</c:v>
                </c:pt>
                <c:pt idx="2808">
                  <c:v>1.8708205</c:v>
                </c:pt>
                <c:pt idx="2809">
                  <c:v>1.8707032</c:v>
                </c:pt>
                <c:pt idx="2810">
                  <c:v>1.8705862</c:v>
                </c:pt>
                <c:pt idx="2811">
                  <c:v>1.8704692</c:v>
                </c:pt>
                <c:pt idx="2812">
                  <c:v>1.8703525</c:v>
                </c:pt>
                <c:pt idx="2813">
                  <c:v>1.8702358</c:v>
                </c:pt>
                <c:pt idx="2814">
                  <c:v>1.8701194</c:v>
                </c:pt>
                <c:pt idx="2815">
                  <c:v>1.8700031</c:v>
                </c:pt>
                <c:pt idx="2816">
                  <c:v>1.8698871</c:v>
                </c:pt>
                <c:pt idx="2817">
                  <c:v>1.8697712</c:v>
                </c:pt>
                <c:pt idx="2818">
                  <c:v>1.8696555</c:v>
                </c:pt>
                <c:pt idx="2819">
                  <c:v>1.8695401</c:v>
                </c:pt>
                <c:pt idx="2820">
                  <c:v>1.8694249</c:v>
                </c:pt>
                <c:pt idx="2821">
                  <c:v>1.8693099</c:v>
                </c:pt>
                <c:pt idx="2822">
                  <c:v>1.8691951</c:v>
                </c:pt>
                <c:pt idx="2823">
                  <c:v>1.8690806</c:v>
                </c:pt>
                <c:pt idx="2824">
                  <c:v>1.8689664</c:v>
                </c:pt>
                <c:pt idx="2825">
                  <c:v>1.8688524</c:v>
                </c:pt>
                <c:pt idx="2826">
                  <c:v>1.8687387</c:v>
                </c:pt>
                <c:pt idx="2827">
                  <c:v>1.8686253</c:v>
                </c:pt>
                <c:pt idx="2828">
                  <c:v>1.8685122</c:v>
                </c:pt>
                <c:pt idx="2829">
                  <c:v>1.8683993</c:v>
                </c:pt>
                <c:pt idx="2830">
                  <c:v>1.8682868</c:v>
                </c:pt>
                <c:pt idx="2831">
                  <c:v>1.8681746</c:v>
                </c:pt>
                <c:pt idx="2832">
                  <c:v>1.8680627</c:v>
                </c:pt>
                <c:pt idx="2833">
                  <c:v>1.8679511</c:v>
                </c:pt>
                <c:pt idx="2834">
                  <c:v>1.8678399</c:v>
                </c:pt>
                <c:pt idx="2835">
                  <c:v>1.867729</c:v>
                </c:pt>
                <c:pt idx="2836">
                  <c:v>1.8676185</c:v>
                </c:pt>
                <c:pt idx="2837">
                  <c:v>1.8675083</c:v>
                </c:pt>
                <c:pt idx="2838">
                  <c:v>1.8673985</c:v>
                </c:pt>
                <c:pt idx="2839">
                  <c:v>1.8672891</c:v>
                </c:pt>
                <c:pt idx="2840">
                  <c:v>1.8671801</c:v>
                </c:pt>
                <c:pt idx="2841">
                  <c:v>1.8670714</c:v>
                </c:pt>
                <c:pt idx="2842">
                  <c:v>1.8669632</c:v>
                </c:pt>
                <c:pt idx="2843">
                  <c:v>1.8668554</c:v>
                </c:pt>
                <c:pt idx="2844">
                  <c:v>1.866748</c:v>
                </c:pt>
                <c:pt idx="2845">
                  <c:v>1.866641</c:v>
                </c:pt>
                <c:pt idx="2846">
                  <c:v>1.8665344</c:v>
                </c:pt>
                <c:pt idx="2847">
                  <c:v>1.8664283</c:v>
                </c:pt>
                <c:pt idx="2848">
                  <c:v>1.8663226</c:v>
                </c:pt>
                <c:pt idx="2849">
                  <c:v>1.8662174</c:v>
                </c:pt>
                <c:pt idx="2850">
                  <c:v>1.8661126</c:v>
                </c:pt>
                <c:pt idx="2851">
                  <c:v>1.8660084</c:v>
                </c:pt>
                <c:pt idx="2852">
                  <c:v>1.8659046</c:v>
                </c:pt>
                <c:pt idx="2853">
                  <c:v>1.8658012</c:v>
                </c:pt>
                <c:pt idx="2854">
                  <c:v>1.8656984</c:v>
                </c:pt>
                <c:pt idx="2855">
                  <c:v>1.865596</c:v>
                </c:pt>
                <c:pt idx="2856">
                  <c:v>1.8654942</c:v>
                </c:pt>
                <c:pt idx="2857">
                  <c:v>1.8653929</c:v>
                </c:pt>
                <c:pt idx="2858">
                  <c:v>1.8652921</c:v>
                </c:pt>
                <c:pt idx="2859">
                  <c:v>1.8651918</c:v>
                </c:pt>
                <c:pt idx="2860">
                  <c:v>1.8650921</c:v>
                </c:pt>
                <c:pt idx="2861">
                  <c:v>1.8649929</c:v>
                </c:pt>
                <c:pt idx="2862">
                  <c:v>1.8648942</c:v>
                </c:pt>
                <c:pt idx="2863">
                  <c:v>1.8647962</c:v>
                </c:pt>
                <c:pt idx="2864">
                  <c:v>1.8646986</c:v>
                </c:pt>
                <c:pt idx="2865">
                  <c:v>1.8646017</c:v>
                </c:pt>
                <c:pt idx="2866">
                  <c:v>1.8645053</c:v>
                </c:pt>
                <c:pt idx="2867">
                  <c:v>1.8644095</c:v>
                </c:pt>
                <c:pt idx="2868">
                  <c:v>1.8643143</c:v>
                </c:pt>
                <c:pt idx="2869">
                  <c:v>1.8642196</c:v>
                </c:pt>
                <c:pt idx="2870">
                  <c:v>1.8641256</c:v>
                </c:pt>
                <c:pt idx="2871">
                  <c:v>1.8640322</c:v>
                </c:pt>
                <c:pt idx="2872">
                  <c:v>1.8639394</c:v>
                </c:pt>
                <c:pt idx="2873">
                  <c:v>1.8638473</c:v>
                </c:pt>
                <c:pt idx="2874">
                  <c:v>1.8637557</c:v>
                </c:pt>
                <c:pt idx="2875">
                  <c:v>1.8636648</c:v>
                </c:pt>
                <c:pt idx="2876">
                  <c:v>1.8635746</c:v>
                </c:pt>
                <c:pt idx="2877">
                  <c:v>1.863485</c:v>
                </c:pt>
                <c:pt idx="2878">
                  <c:v>1.863396</c:v>
                </c:pt>
                <c:pt idx="2879">
                  <c:v>1.8633077</c:v>
                </c:pt>
                <c:pt idx="2880">
                  <c:v>1.8632201</c:v>
                </c:pt>
                <c:pt idx="2881">
                  <c:v>1.8631331</c:v>
                </c:pt>
                <c:pt idx="2882">
                  <c:v>1.8630469</c:v>
                </c:pt>
                <c:pt idx="2883">
                  <c:v>1.8629613</c:v>
                </c:pt>
                <c:pt idx="2884">
                  <c:v>1.8628764</c:v>
                </c:pt>
                <c:pt idx="2885">
                  <c:v>1.8627922</c:v>
                </c:pt>
                <c:pt idx="2886">
                  <c:v>1.8627087</c:v>
                </c:pt>
                <c:pt idx="2887">
                  <c:v>1.8626259</c:v>
                </c:pt>
                <c:pt idx="2888">
                  <c:v>1.8625438</c:v>
                </c:pt>
                <c:pt idx="2889">
                  <c:v>1.8624624</c:v>
                </c:pt>
                <c:pt idx="2890">
                  <c:v>1.8623818</c:v>
                </c:pt>
                <c:pt idx="2891">
                  <c:v>1.8623019</c:v>
                </c:pt>
                <c:pt idx="2892">
                  <c:v>1.8622227</c:v>
                </c:pt>
                <c:pt idx="2893">
                  <c:v>1.8621443</c:v>
                </c:pt>
                <c:pt idx="2894">
                  <c:v>1.8620666</c:v>
                </c:pt>
                <c:pt idx="2895">
                  <c:v>1.8619897</c:v>
                </c:pt>
                <c:pt idx="2896">
                  <c:v>1.8619135</c:v>
                </c:pt>
                <c:pt idx="2897">
                  <c:v>1.8618381</c:v>
                </c:pt>
                <c:pt idx="2898">
                  <c:v>1.8617635</c:v>
                </c:pt>
                <c:pt idx="2899">
                  <c:v>1.8616896</c:v>
                </c:pt>
                <c:pt idx="2900">
                  <c:v>1.8616165</c:v>
                </c:pt>
                <c:pt idx="2901">
                  <c:v>1.8615442</c:v>
                </c:pt>
                <c:pt idx="2902">
                  <c:v>1.8614727</c:v>
                </c:pt>
                <c:pt idx="2903">
                  <c:v>1.8614019</c:v>
                </c:pt>
                <c:pt idx="2904">
                  <c:v>1.8614449</c:v>
                </c:pt>
                <c:pt idx="2905">
                  <c:v>1.8616102</c:v>
                </c:pt>
                <c:pt idx="2906">
                  <c:v>1.8617764</c:v>
                </c:pt>
                <c:pt idx="2907">
                  <c:v>1.8619435</c:v>
                </c:pt>
                <c:pt idx="2908">
                  <c:v>1.8621114</c:v>
                </c:pt>
                <c:pt idx="2909">
                  <c:v>1.8622802</c:v>
                </c:pt>
                <c:pt idx="2910">
                  <c:v>1.8624497</c:v>
                </c:pt>
                <c:pt idx="2911">
                  <c:v>1.8626201</c:v>
                </c:pt>
                <c:pt idx="2912">
                  <c:v>1.8627911</c:v>
                </c:pt>
                <c:pt idx="2913">
                  <c:v>1.862963</c:v>
                </c:pt>
                <c:pt idx="2914">
                  <c:v>1.8631355</c:v>
                </c:pt>
                <c:pt idx="2915">
                  <c:v>1.8633088</c:v>
                </c:pt>
                <c:pt idx="2916">
                  <c:v>1.8634827</c:v>
                </c:pt>
                <c:pt idx="2917">
                  <c:v>1.8636572</c:v>
                </c:pt>
                <c:pt idx="2918">
                  <c:v>1.8638324</c:v>
                </c:pt>
                <c:pt idx="2919">
                  <c:v>1.8640082</c:v>
                </c:pt>
                <c:pt idx="2920">
                  <c:v>1.8641846</c:v>
                </c:pt>
                <c:pt idx="2921">
                  <c:v>1.8643615</c:v>
                </c:pt>
                <c:pt idx="2922">
                  <c:v>1.864539</c:v>
                </c:pt>
                <c:pt idx="2923">
                  <c:v>1.864717</c:v>
                </c:pt>
                <c:pt idx="2924">
                  <c:v>1.8648954</c:v>
                </c:pt>
                <c:pt idx="2925">
                  <c:v>1.8650744</c:v>
                </c:pt>
                <c:pt idx="2926">
                  <c:v>1.8652538</c:v>
                </c:pt>
                <c:pt idx="2927">
                  <c:v>1.8654337</c:v>
                </c:pt>
                <c:pt idx="2928">
                  <c:v>1.865614</c:v>
                </c:pt>
                <c:pt idx="2929">
                  <c:v>1.8657947</c:v>
                </c:pt>
                <c:pt idx="2930">
                  <c:v>1.8659758</c:v>
                </c:pt>
                <c:pt idx="2931">
                  <c:v>1.8661572</c:v>
                </c:pt>
                <c:pt idx="2932">
                  <c:v>1.866339</c:v>
                </c:pt>
                <c:pt idx="2933">
                  <c:v>1.8665211</c:v>
                </c:pt>
                <c:pt idx="2934">
                  <c:v>1.8667036</c:v>
                </c:pt>
                <c:pt idx="2935">
                  <c:v>1.8668863</c:v>
                </c:pt>
                <c:pt idx="2936">
                  <c:v>1.8670693</c:v>
                </c:pt>
                <c:pt idx="2937">
                  <c:v>1.8672526</c:v>
                </c:pt>
                <c:pt idx="2938">
                  <c:v>1.8674361</c:v>
                </c:pt>
                <c:pt idx="2939">
                  <c:v>1.8676199</c:v>
                </c:pt>
                <c:pt idx="2940">
                  <c:v>1.8678038</c:v>
                </c:pt>
                <c:pt idx="2941">
                  <c:v>1.867988</c:v>
                </c:pt>
                <c:pt idx="2942">
                  <c:v>1.8681724</c:v>
                </c:pt>
                <c:pt idx="2943">
                  <c:v>1.8683569</c:v>
                </c:pt>
                <c:pt idx="2944">
                  <c:v>1.8685416</c:v>
                </c:pt>
                <c:pt idx="2945">
                  <c:v>1.8687264</c:v>
                </c:pt>
                <c:pt idx="2946">
                  <c:v>1.8689114</c:v>
                </c:pt>
                <c:pt idx="2947">
                  <c:v>1.8690965</c:v>
                </c:pt>
                <c:pt idx="2948">
                  <c:v>1.8692817</c:v>
                </c:pt>
                <c:pt idx="2949">
                  <c:v>1.869467</c:v>
                </c:pt>
                <c:pt idx="2950">
                  <c:v>1.8696523</c:v>
                </c:pt>
                <c:pt idx="2951">
                  <c:v>1.8698378</c:v>
                </c:pt>
                <c:pt idx="2952">
                  <c:v>1.8700233</c:v>
                </c:pt>
                <c:pt idx="2953">
                  <c:v>1.8702089</c:v>
                </c:pt>
                <c:pt idx="2954">
                  <c:v>1.8703945</c:v>
                </c:pt>
                <c:pt idx="2955">
                  <c:v>1.8705801</c:v>
                </c:pt>
                <c:pt idx="2956">
                  <c:v>1.8707658</c:v>
                </c:pt>
                <c:pt idx="2957">
                  <c:v>1.8709515</c:v>
                </c:pt>
                <c:pt idx="2958">
                  <c:v>1.8711372</c:v>
                </c:pt>
                <c:pt idx="2959">
                  <c:v>1.8713229</c:v>
                </c:pt>
                <c:pt idx="2960">
                  <c:v>1.8715086</c:v>
                </c:pt>
                <c:pt idx="2961">
                  <c:v>1.8716942</c:v>
                </c:pt>
                <c:pt idx="2962">
                  <c:v>1.8718799</c:v>
                </c:pt>
                <c:pt idx="2963">
                  <c:v>1.8720655</c:v>
                </c:pt>
                <c:pt idx="2964">
                  <c:v>1.872251</c:v>
                </c:pt>
                <c:pt idx="2965">
                  <c:v>1.8724365</c:v>
                </c:pt>
                <c:pt idx="2966">
                  <c:v>1.872622</c:v>
                </c:pt>
                <c:pt idx="2967">
                  <c:v>1.8728073</c:v>
                </c:pt>
                <c:pt idx="2968">
                  <c:v>1.8729927</c:v>
                </c:pt>
                <c:pt idx="2969">
                  <c:v>1.8731779</c:v>
                </c:pt>
                <c:pt idx="2970">
                  <c:v>1.8733631</c:v>
                </c:pt>
                <c:pt idx="2971">
                  <c:v>1.8735481</c:v>
                </c:pt>
                <c:pt idx="2972">
                  <c:v>1.8737331</c:v>
                </c:pt>
                <c:pt idx="2973">
                  <c:v>1.8739179</c:v>
                </c:pt>
                <c:pt idx="2974">
                  <c:v>1.8741027</c:v>
                </c:pt>
                <c:pt idx="2975">
                  <c:v>1.8742873</c:v>
                </c:pt>
                <c:pt idx="2976">
                  <c:v>1.8744718</c:v>
                </c:pt>
                <c:pt idx="2977">
                  <c:v>1.8746561</c:v>
                </c:pt>
                <c:pt idx="2978">
                  <c:v>1.8748404</c:v>
                </c:pt>
                <c:pt idx="2979">
                  <c:v>1.8750245</c:v>
                </c:pt>
                <c:pt idx="2980">
                  <c:v>1.8752084</c:v>
                </c:pt>
                <c:pt idx="2981">
                  <c:v>1.8753922</c:v>
                </c:pt>
                <c:pt idx="2982">
                  <c:v>1.8755758</c:v>
                </c:pt>
                <c:pt idx="2983">
                  <c:v>1.8757593</c:v>
                </c:pt>
                <c:pt idx="2984">
                  <c:v>1.8759427</c:v>
                </c:pt>
                <c:pt idx="2985">
                  <c:v>1.8761258</c:v>
                </c:pt>
                <c:pt idx="2986">
                  <c:v>1.8763089</c:v>
                </c:pt>
                <c:pt idx="2987">
                  <c:v>1.8764917</c:v>
                </c:pt>
                <c:pt idx="2988">
                  <c:v>1.8766744</c:v>
                </c:pt>
                <c:pt idx="2989">
                  <c:v>1.876857</c:v>
                </c:pt>
                <c:pt idx="2990">
                  <c:v>1.8770394</c:v>
                </c:pt>
                <c:pt idx="2991">
                  <c:v>1.8772216</c:v>
                </c:pt>
                <c:pt idx="2992">
                  <c:v>1.8774037</c:v>
                </c:pt>
                <c:pt idx="2993">
                  <c:v>1.8775855</c:v>
                </c:pt>
                <c:pt idx="2994">
                  <c:v>1.8777672</c:v>
                </c:pt>
                <c:pt idx="2995">
                  <c:v>1.8779487</c:v>
                </c:pt>
                <c:pt idx="2996">
                  <c:v>1.8781299</c:v>
                </c:pt>
                <c:pt idx="2997">
                  <c:v>1.878311</c:v>
                </c:pt>
                <c:pt idx="2998">
                  <c:v>1.8784919</c:v>
                </c:pt>
                <c:pt idx="2999">
                  <c:v>1.8786725</c:v>
                </c:pt>
                <c:pt idx="3000">
                  <c:v>1.878853</c:v>
                </c:pt>
                <c:pt idx="3001">
                  <c:v>1.8790333</c:v>
                </c:pt>
                <c:pt idx="3002">
                  <c:v>1.8792133</c:v>
                </c:pt>
                <c:pt idx="3003">
                  <c:v>1.8793932</c:v>
                </c:pt>
                <c:pt idx="3004">
                  <c:v>1.8795728</c:v>
                </c:pt>
                <c:pt idx="3005">
                  <c:v>1.8797522</c:v>
                </c:pt>
                <c:pt idx="3006">
                  <c:v>1.8799314</c:v>
                </c:pt>
                <c:pt idx="3007">
                  <c:v>1.8801103</c:v>
                </c:pt>
                <c:pt idx="3008">
                  <c:v>1.8802891</c:v>
                </c:pt>
                <c:pt idx="3009">
                  <c:v>1.8804676</c:v>
                </c:pt>
                <c:pt idx="3010">
                  <c:v>1.8806459</c:v>
                </c:pt>
                <c:pt idx="3011">
                  <c:v>1.8808239</c:v>
                </c:pt>
                <c:pt idx="3012">
                  <c:v>1.8810018</c:v>
                </c:pt>
                <c:pt idx="3013">
                  <c:v>1.8811793</c:v>
                </c:pt>
                <c:pt idx="3014">
                  <c:v>1.8813567</c:v>
                </c:pt>
                <c:pt idx="3015">
                  <c:v>1.8815338</c:v>
                </c:pt>
                <c:pt idx="3016">
                  <c:v>1.8817107</c:v>
                </c:pt>
                <c:pt idx="3017">
                  <c:v>1.8818873</c:v>
                </c:pt>
                <c:pt idx="3018">
                  <c:v>1.8820636</c:v>
                </c:pt>
                <c:pt idx="3019">
                  <c:v>1.8822398</c:v>
                </c:pt>
                <c:pt idx="3020">
                  <c:v>1.8824156</c:v>
                </c:pt>
                <c:pt idx="3021">
                  <c:v>1.8825913</c:v>
                </c:pt>
                <c:pt idx="3022">
                  <c:v>1.8827666</c:v>
                </c:pt>
                <c:pt idx="3023">
                  <c:v>1.8829417</c:v>
                </c:pt>
                <c:pt idx="3024">
                  <c:v>1.8831166</c:v>
                </c:pt>
                <c:pt idx="3025">
                  <c:v>1.8832912</c:v>
                </c:pt>
                <c:pt idx="3026">
                  <c:v>1.8834655</c:v>
                </c:pt>
                <c:pt idx="3027">
                  <c:v>1.8836396</c:v>
                </c:pt>
                <c:pt idx="3028">
                  <c:v>1.8838134</c:v>
                </c:pt>
                <c:pt idx="3029">
                  <c:v>1.8839869</c:v>
                </c:pt>
                <c:pt idx="3030">
                  <c:v>1.8841602</c:v>
                </c:pt>
                <c:pt idx="3031">
                  <c:v>1.8843332</c:v>
                </c:pt>
                <c:pt idx="3032">
                  <c:v>1.8845059</c:v>
                </c:pt>
                <c:pt idx="3033">
                  <c:v>1.8846783</c:v>
                </c:pt>
                <c:pt idx="3034">
                  <c:v>1.8848505</c:v>
                </c:pt>
                <c:pt idx="3035">
                  <c:v>1.8850224</c:v>
                </c:pt>
                <c:pt idx="3036">
                  <c:v>1.8851941</c:v>
                </c:pt>
                <c:pt idx="3037">
                  <c:v>1.8853654</c:v>
                </c:pt>
                <c:pt idx="3038">
                  <c:v>1.8855365</c:v>
                </c:pt>
                <c:pt idx="3039">
                  <c:v>1.8857073</c:v>
                </c:pt>
                <c:pt idx="3040">
                  <c:v>1.8858779</c:v>
                </c:pt>
                <c:pt idx="3041">
                  <c:v>1.8860482</c:v>
                </c:pt>
                <c:pt idx="3042">
                  <c:v>1.8862182</c:v>
                </c:pt>
                <c:pt idx="3043">
                  <c:v>1.8863879</c:v>
                </c:pt>
                <c:pt idx="3044">
                  <c:v>1.8865573</c:v>
                </c:pt>
                <c:pt idx="3045">
                  <c:v>1.8867265</c:v>
                </c:pt>
                <c:pt idx="3046">
                  <c:v>1.8868954</c:v>
                </c:pt>
                <c:pt idx="3047">
                  <c:v>1.887064</c:v>
                </c:pt>
                <c:pt idx="3048">
                  <c:v>1.8872323</c:v>
                </c:pt>
                <c:pt idx="3049">
                  <c:v>1.8874003</c:v>
                </c:pt>
                <c:pt idx="3050">
                  <c:v>1.8875681</c:v>
                </c:pt>
                <c:pt idx="3051">
                  <c:v>1.8877355</c:v>
                </c:pt>
                <c:pt idx="3052">
                  <c:v>1.8879027</c:v>
                </c:pt>
                <c:pt idx="3053">
                  <c:v>1.8880696</c:v>
                </c:pt>
                <c:pt idx="3054">
                  <c:v>1.8882363</c:v>
                </c:pt>
                <c:pt idx="3055">
                  <c:v>1.8884026</c:v>
                </c:pt>
                <c:pt idx="3056">
                  <c:v>1.8885686</c:v>
                </c:pt>
                <c:pt idx="3057">
                  <c:v>1.8887344</c:v>
                </c:pt>
                <c:pt idx="3058">
                  <c:v>1.8888999</c:v>
                </c:pt>
                <c:pt idx="3059">
                  <c:v>1.889065</c:v>
                </c:pt>
                <c:pt idx="3060">
                  <c:v>1.8892299</c:v>
                </c:pt>
                <c:pt idx="3061">
                  <c:v>1.8893945</c:v>
                </c:pt>
                <c:pt idx="3062">
                  <c:v>1.8895588</c:v>
                </c:pt>
                <c:pt idx="3063">
                  <c:v>1.8897228</c:v>
                </c:pt>
                <c:pt idx="3064">
                  <c:v>1.8898866</c:v>
                </c:pt>
                <c:pt idx="3065">
                  <c:v>1.89005</c:v>
                </c:pt>
                <c:pt idx="3066">
                  <c:v>1.8902131</c:v>
                </c:pt>
                <c:pt idx="3067">
                  <c:v>1.890376</c:v>
                </c:pt>
                <c:pt idx="3068">
                  <c:v>1.8905385</c:v>
                </c:pt>
                <c:pt idx="3069">
                  <c:v>1.8907008</c:v>
                </c:pt>
                <c:pt idx="3070">
                  <c:v>1.8908628</c:v>
                </c:pt>
                <c:pt idx="3071">
                  <c:v>1.8910245</c:v>
                </c:pt>
                <c:pt idx="3072">
                  <c:v>1.8911859</c:v>
                </c:pt>
                <c:pt idx="3073">
                  <c:v>1.8913471</c:v>
                </c:pt>
                <c:pt idx="3074">
                  <c:v>1.8915079</c:v>
                </c:pt>
                <c:pt idx="3075">
                  <c:v>1.8916685</c:v>
                </c:pt>
                <c:pt idx="3076">
                  <c:v>1.8918288</c:v>
                </c:pt>
                <c:pt idx="3077">
                  <c:v>1.8919889</c:v>
                </c:pt>
                <c:pt idx="3078">
                  <c:v>1.8921486</c:v>
                </c:pt>
                <c:pt idx="3079">
                  <c:v>1.892308</c:v>
                </c:pt>
                <c:pt idx="3080">
                  <c:v>1.8924671</c:v>
                </c:pt>
                <c:pt idx="3081">
                  <c:v>1.8926259</c:v>
                </c:pt>
                <c:pt idx="3082">
                  <c:v>1.8927844</c:v>
                </c:pt>
                <c:pt idx="3083">
                  <c:v>1.8929425</c:v>
                </c:pt>
                <c:pt idx="3084">
                  <c:v>1.8931004</c:v>
                </c:pt>
                <c:pt idx="3085">
                  <c:v>1.8932579</c:v>
                </c:pt>
                <c:pt idx="3086">
                  <c:v>1.8934151</c:v>
                </c:pt>
                <c:pt idx="3087">
                  <c:v>1.893572</c:v>
                </c:pt>
                <c:pt idx="3088">
                  <c:v>1.8937286</c:v>
                </c:pt>
                <c:pt idx="3089">
                  <c:v>1.8938848</c:v>
                </c:pt>
                <c:pt idx="3090">
                  <c:v>1.8940407</c:v>
                </c:pt>
                <c:pt idx="3091">
                  <c:v>1.8941963</c:v>
                </c:pt>
                <c:pt idx="3092">
                  <c:v>1.8943516</c:v>
                </c:pt>
                <c:pt idx="3093">
                  <c:v>1.8945065</c:v>
                </c:pt>
                <c:pt idx="3094">
                  <c:v>1.894661</c:v>
                </c:pt>
                <c:pt idx="3095">
                  <c:v>1.8948153</c:v>
                </c:pt>
                <c:pt idx="3096">
                  <c:v>1.8949692</c:v>
                </c:pt>
                <c:pt idx="3097">
                  <c:v>1.8951227</c:v>
                </c:pt>
                <c:pt idx="3098">
                  <c:v>1.8952759</c:v>
                </c:pt>
                <c:pt idx="3099">
                  <c:v>1.8954288</c:v>
                </c:pt>
                <c:pt idx="3100">
                  <c:v>1.8955813</c:v>
                </c:pt>
                <c:pt idx="3101">
                  <c:v>1.8957334</c:v>
                </c:pt>
                <c:pt idx="3102">
                  <c:v>1.8958852</c:v>
                </c:pt>
                <c:pt idx="3103">
                  <c:v>1.8960366</c:v>
                </c:pt>
                <c:pt idx="3104">
                  <c:v>1.8961877</c:v>
                </c:pt>
                <c:pt idx="3105">
                  <c:v>1.8963384</c:v>
                </c:pt>
                <c:pt idx="3106">
                  <c:v>1.8964887</c:v>
                </c:pt>
                <c:pt idx="3107">
                  <c:v>1.8966387</c:v>
                </c:pt>
                <c:pt idx="3108">
                  <c:v>1.8967883</c:v>
                </c:pt>
                <c:pt idx="3109">
                  <c:v>1.8969376</c:v>
                </c:pt>
                <c:pt idx="3110">
                  <c:v>1.8970864</c:v>
                </c:pt>
                <c:pt idx="3111">
                  <c:v>1.8972349</c:v>
                </c:pt>
                <c:pt idx="3112">
                  <c:v>1.8973831</c:v>
                </c:pt>
                <c:pt idx="3113">
                  <c:v>1.8975308</c:v>
                </c:pt>
                <c:pt idx="3114">
                  <c:v>1.8976781</c:v>
                </c:pt>
                <c:pt idx="3115">
                  <c:v>1.8978251</c:v>
                </c:pt>
                <c:pt idx="3116">
                  <c:v>1.8979716</c:v>
                </c:pt>
                <c:pt idx="3117">
                  <c:v>1.8981178</c:v>
                </c:pt>
                <c:pt idx="3118">
                  <c:v>1.8982636</c:v>
                </c:pt>
                <c:pt idx="3119">
                  <c:v>1.8984089</c:v>
                </c:pt>
                <c:pt idx="3120">
                  <c:v>1.8985539</c:v>
                </c:pt>
                <c:pt idx="3121">
                  <c:v>1.8986985</c:v>
                </c:pt>
                <c:pt idx="3122">
                  <c:v>1.8988426</c:v>
                </c:pt>
                <c:pt idx="3123">
                  <c:v>1.8989863</c:v>
                </c:pt>
                <c:pt idx="3124">
                  <c:v>1.8991296</c:v>
                </c:pt>
                <c:pt idx="3125">
                  <c:v>1.8992725</c:v>
                </c:pt>
                <c:pt idx="3126">
                  <c:v>1.8994149</c:v>
                </c:pt>
                <c:pt idx="3127">
                  <c:v>1.8995569</c:v>
                </c:pt>
                <c:pt idx="3128">
                  <c:v>1.8996985</c:v>
                </c:pt>
                <c:pt idx="3129">
                  <c:v>1.8998397</c:v>
                </c:pt>
                <c:pt idx="3130">
                  <c:v>1.8999803</c:v>
                </c:pt>
                <c:pt idx="3131">
                  <c:v>1.9001206</c:v>
                </c:pt>
                <c:pt idx="3132">
                  <c:v>1.9002604</c:v>
                </c:pt>
                <c:pt idx="3133">
                  <c:v>1.9003997</c:v>
                </c:pt>
                <c:pt idx="3134">
                  <c:v>1.9005385</c:v>
                </c:pt>
                <c:pt idx="3135">
                  <c:v>1.9006769</c:v>
                </c:pt>
                <c:pt idx="3136">
                  <c:v>1.9008148</c:v>
                </c:pt>
                <c:pt idx="3137">
                  <c:v>1.9009522</c:v>
                </c:pt>
                <c:pt idx="3138">
                  <c:v>1.9010892</c:v>
                </c:pt>
                <c:pt idx="3139">
                  <c:v>1.9012256</c:v>
                </c:pt>
                <c:pt idx="3140">
                  <c:v>1.9013616</c:v>
                </c:pt>
                <c:pt idx="3141">
                  <c:v>1.901497</c:v>
                </c:pt>
                <c:pt idx="3142">
                  <c:v>1.901632</c:v>
                </c:pt>
                <c:pt idx="3143">
                  <c:v>1.9017664</c:v>
                </c:pt>
                <c:pt idx="3144">
                  <c:v>1.9019003</c:v>
                </c:pt>
                <c:pt idx="3145">
                  <c:v>1.9020337</c:v>
                </c:pt>
                <c:pt idx="3146">
                  <c:v>1.9021666</c:v>
                </c:pt>
                <c:pt idx="3147">
                  <c:v>1.902299</c:v>
                </c:pt>
                <c:pt idx="3148">
                  <c:v>1.9024308</c:v>
                </c:pt>
                <c:pt idx="3149">
                  <c:v>1.902562</c:v>
                </c:pt>
                <c:pt idx="3150">
                  <c:v>1.9026928</c:v>
                </c:pt>
                <c:pt idx="3151">
                  <c:v>1.9028229</c:v>
                </c:pt>
                <c:pt idx="3152">
                  <c:v>1.9029525</c:v>
                </c:pt>
                <c:pt idx="3153">
                  <c:v>1.9030816</c:v>
                </c:pt>
                <c:pt idx="3154">
                  <c:v>1.90321</c:v>
                </c:pt>
                <c:pt idx="3155">
                  <c:v>1.9033379</c:v>
                </c:pt>
                <c:pt idx="3156">
                  <c:v>1.9034653</c:v>
                </c:pt>
                <c:pt idx="3157">
                  <c:v>1.903592</c:v>
                </c:pt>
                <c:pt idx="3158">
                  <c:v>1.9037182</c:v>
                </c:pt>
                <c:pt idx="3159">
                  <c:v>1.9038437</c:v>
                </c:pt>
                <c:pt idx="3160">
                  <c:v>1.9039687</c:v>
                </c:pt>
                <c:pt idx="3161">
                  <c:v>1.9040931</c:v>
                </c:pt>
                <c:pt idx="3162">
                  <c:v>1.9042168</c:v>
                </c:pt>
                <c:pt idx="3163">
                  <c:v>1.90434</c:v>
                </c:pt>
                <c:pt idx="3164">
                  <c:v>1.9044625</c:v>
                </c:pt>
                <c:pt idx="3165">
                  <c:v>1.9045844</c:v>
                </c:pt>
                <c:pt idx="3166">
                  <c:v>1.9047057</c:v>
                </c:pt>
                <c:pt idx="3167">
                  <c:v>1.9048264</c:v>
                </c:pt>
                <c:pt idx="3168">
                  <c:v>1.9049464</c:v>
                </c:pt>
                <c:pt idx="3169">
                  <c:v>1.9050657</c:v>
                </c:pt>
                <c:pt idx="3170">
                  <c:v>1.9051844</c:v>
                </c:pt>
                <c:pt idx="3171">
                  <c:v>1.9053025</c:v>
                </c:pt>
                <c:pt idx="3172">
                  <c:v>1.9054199</c:v>
                </c:pt>
                <c:pt idx="3173">
                  <c:v>1.9055366</c:v>
                </c:pt>
                <c:pt idx="3174">
                  <c:v>1.9056526</c:v>
                </c:pt>
                <c:pt idx="3175">
                  <c:v>1.905768</c:v>
                </c:pt>
                <c:pt idx="3176">
                  <c:v>1.9058827</c:v>
                </c:pt>
                <c:pt idx="3177">
                  <c:v>1.9059967</c:v>
                </c:pt>
                <c:pt idx="3178">
                  <c:v>1.90611</c:v>
                </c:pt>
                <c:pt idx="3179">
                  <c:v>1.9062226</c:v>
                </c:pt>
                <c:pt idx="3180">
                  <c:v>1.9063344</c:v>
                </c:pt>
                <c:pt idx="3181">
                  <c:v>1.9064456</c:v>
                </c:pt>
                <c:pt idx="3182">
                  <c:v>1.906556</c:v>
                </c:pt>
                <c:pt idx="3183">
                  <c:v>1.9066658</c:v>
                </c:pt>
                <c:pt idx="3184">
                  <c:v>1.9067747</c:v>
                </c:pt>
                <c:pt idx="3185">
                  <c:v>1.906883</c:v>
                </c:pt>
                <c:pt idx="3186">
                  <c:v>1.9069905</c:v>
                </c:pt>
                <c:pt idx="3187">
                  <c:v>1.9070972</c:v>
                </c:pt>
                <c:pt idx="3188">
                  <c:v>1.9072032</c:v>
                </c:pt>
                <c:pt idx="3189">
                  <c:v>1.9073084</c:v>
                </c:pt>
                <c:pt idx="3190">
                  <c:v>1.9074128</c:v>
                </c:pt>
                <c:pt idx="3191">
                  <c:v>1.9075165</c:v>
                </c:pt>
                <c:pt idx="3192">
                  <c:v>1.9076194</c:v>
                </c:pt>
                <c:pt idx="3193">
                  <c:v>1.9077215</c:v>
                </c:pt>
                <c:pt idx="3194">
                  <c:v>1.9078228</c:v>
                </c:pt>
                <c:pt idx="3195">
                  <c:v>1.9079233</c:v>
                </c:pt>
                <c:pt idx="3196">
                  <c:v>1.908023</c:v>
                </c:pt>
                <c:pt idx="3197">
                  <c:v>1.9081219</c:v>
                </c:pt>
                <c:pt idx="3198">
                  <c:v>1.90822</c:v>
                </c:pt>
                <c:pt idx="3199">
                  <c:v>1.9083173</c:v>
                </c:pt>
                <c:pt idx="3200">
                  <c:v>1.9084137</c:v>
                </c:pt>
                <c:pt idx="3201">
                  <c:v>1.9085093</c:v>
                </c:pt>
                <c:pt idx="3202">
                  <c:v>1.908604</c:v>
                </c:pt>
                <c:pt idx="3203">
                  <c:v>1.9086979</c:v>
                </c:pt>
                <c:pt idx="3204">
                  <c:v>1.908791</c:v>
                </c:pt>
                <c:pt idx="3205">
                  <c:v>1.9088832</c:v>
                </c:pt>
                <c:pt idx="3206">
                  <c:v>1.9089746</c:v>
                </c:pt>
                <c:pt idx="3207">
                  <c:v>1.909065</c:v>
                </c:pt>
                <c:pt idx="3208">
                  <c:v>1.9091547</c:v>
                </c:pt>
                <c:pt idx="3209">
                  <c:v>1.9092434</c:v>
                </c:pt>
                <c:pt idx="3210">
                  <c:v>1.9093313</c:v>
                </c:pt>
                <c:pt idx="3211">
                  <c:v>1.9094182</c:v>
                </c:pt>
                <c:pt idx="3212">
                  <c:v>1.9095043</c:v>
                </c:pt>
                <c:pt idx="3213">
                  <c:v>1.9095895</c:v>
                </c:pt>
                <c:pt idx="3214">
                  <c:v>1.9096738</c:v>
                </c:pt>
                <c:pt idx="3215">
                  <c:v>1.9097572</c:v>
                </c:pt>
                <c:pt idx="3216">
                  <c:v>1.9098397</c:v>
                </c:pt>
                <c:pt idx="3217">
                  <c:v>1.9099212</c:v>
                </c:pt>
                <c:pt idx="3218">
                  <c:v>1.9100019</c:v>
                </c:pt>
                <c:pt idx="3219">
                  <c:v>1.9100816</c:v>
                </c:pt>
                <c:pt idx="3220">
                  <c:v>1.9101604</c:v>
                </c:pt>
                <c:pt idx="3221">
                  <c:v>1.9102383</c:v>
                </c:pt>
                <c:pt idx="3222">
                  <c:v>1.9103153</c:v>
                </c:pt>
                <c:pt idx="3223">
                  <c:v>1.9103913</c:v>
                </c:pt>
                <c:pt idx="3224">
                  <c:v>1.9104664</c:v>
                </c:pt>
                <c:pt idx="3225">
                  <c:v>1.9105405</c:v>
                </c:pt>
                <c:pt idx="3226">
                  <c:v>1.9106137</c:v>
                </c:pt>
                <c:pt idx="3227">
                  <c:v>1.9106859</c:v>
                </c:pt>
                <c:pt idx="3228">
                  <c:v>1.9107572</c:v>
                </c:pt>
                <c:pt idx="3229">
                  <c:v>1.9108275</c:v>
                </c:pt>
                <c:pt idx="3230">
                  <c:v>1.9108969</c:v>
                </c:pt>
                <c:pt idx="3231">
                  <c:v>1.9109653</c:v>
                </c:pt>
                <c:pt idx="3232">
                  <c:v>1.9110327</c:v>
                </c:pt>
                <c:pt idx="3233">
                  <c:v>1.9110992</c:v>
                </c:pt>
                <c:pt idx="3234">
                  <c:v>1.9111647</c:v>
                </c:pt>
                <c:pt idx="3235">
                  <c:v>1.9112292</c:v>
                </c:pt>
                <c:pt idx="3236">
                  <c:v>1.9112928</c:v>
                </c:pt>
                <c:pt idx="3237">
                  <c:v>1.9113554</c:v>
                </c:pt>
                <c:pt idx="3238">
                  <c:v>1.911417</c:v>
                </c:pt>
                <c:pt idx="3239">
                  <c:v>1.9114776</c:v>
                </c:pt>
                <c:pt idx="3240">
                  <c:v>1.9115372</c:v>
                </c:pt>
                <c:pt idx="3241">
                  <c:v>1.9115959</c:v>
                </c:pt>
                <c:pt idx="3242">
                  <c:v>1.9116535</c:v>
                </c:pt>
                <c:pt idx="3243">
                  <c:v>1.9117102</c:v>
                </c:pt>
                <c:pt idx="3244">
                  <c:v>1.9117659</c:v>
                </c:pt>
                <c:pt idx="3245">
                  <c:v>1.9118206</c:v>
                </c:pt>
                <c:pt idx="3246">
                  <c:v>1.9118743</c:v>
                </c:pt>
                <c:pt idx="3247">
                  <c:v>1.911927</c:v>
                </c:pt>
                <c:pt idx="3248">
                  <c:v>1.9119787</c:v>
                </c:pt>
                <c:pt idx="3249">
                  <c:v>1.9120294</c:v>
                </c:pt>
                <c:pt idx="3250">
                  <c:v>1.9120791</c:v>
                </c:pt>
                <c:pt idx="3251">
                  <c:v>1.9121279</c:v>
                </c:pt>
                <c:pt idx="3252">
                  <c:v>1.9121756</c:v>
                </c:pt>
                <c:pt idx="3253">
                  <c:v>1.9122224</c:v>
                </c:pt>
                <c:pt idx="3254">
                  <c:v>1.9122681</c:v>
                </c:pt>
                <c:pt idx="3255">
                  <c:v>1.9123129</c:v>
                </c:pt>
                <c:pt idx="3256">
                  <c:v>1.9123566</c:v>
                </c:pt>
                <c:pt idx="3257">
                  <c:v>1.9123994</c:v>
                </c:pt>
                <c:pt idx="3258">
                  <c:v>1.9124412</c:v>
                </c:pt>
                <c:pt idx="3259">
                  <c:v>1.9124819</c:v>
                </c:pt>
                <c:pt idx="3260">
                  <c:v>1.9125217</c:v>
                </c:pt>
                <c:pt idx="3261">
                  <c:v>1.9125605</c:v>
                </c:pt>
                <c:pt idx="3262">
                  <c:v>1.9125983</c:v>
                </c:pt>
                <c:pt idx="3263">
                  <c:v>1.9126352</c:v>
                </c:pt>
                <c:pt idx="3264">
                  <c:v>1.912671</c:v>
                </c:pt>
                <c:pt idx="3265">
                  <c:v>1.9127059</c:v>
                </c:pt>
                <c:pt idx="3266">
                  <c:v>1.9127398</c:v>
                </c:pt>
                <c:pt idx="3267">
                  <c:v>1.9127727</c:v>
                </c:pt>
                <c:pt idx="3268">
                  <c:v>1.9128047</c:v>
                </c:pt>
                <c:pt idx="3269">
                  <c:v>1.9128356</c:v>
                </c:pt>
                <c:pt idx="3270">
                  <c:v>1.9128656</c:v>
                </c:pt>
                <c:pt idx="3271">
                  <c:v>1.9128947</c:v>
                </c:pt>
                <c:pt idx="3272">
                  <c:v>1.9129227</c:v>
                </c:pt>
                <c:pt idx="3273">
                  <c:v>1.9129498</c:v>
                </c:pt>
                <c:pt idx="3274">
                  <c:v>1.9129759</c:v>
                </c:pt>
                <c:pt idx="3275">
                  <c:v>1.9130011</c:v>
                </c:pt>
                <c:pt idx="3276">
                  <c:v>1.9130252</c:v>
                </c:pt>
                <c:pt idx="3277">
                  <c:v>1.9130485</c:v>
                </c:pt>
                <c:pt idx="3278">
                  <c:v>1.9130707</c:v>
                </c:pt>
                <c:pt idx="3279">
                  <c:v>1.913092</c:v>
                </c:pt>
                <c:pt idx="3280">
                  <c:v>1.9131124</c:v>
                </c:pt>
                <c:pt idx="3281">
                  <c:v>1.9131318</c:v>
                </c:pt>
                <c:pt idx="3282">
                  <c:v>1.9131502</c:v>
                </c:pt>
                <c:pt idx="3283">
                  <c:v>1.9131677</c:v>
                </c:pt>
                <c:pt idx="3284">
                  <c:v>1.9131842</c:v>
                </c:pt>
                <c:pt idx="3285">
                  <c:v>1.9131998</c:v>
                </c:pt>
                <c:pt idx="3286">
                  <c:v>1.9132145</c:v>
                </c:pt>
                <c:pt idx="3287">
                  <c:v>1.9132282</c:v>
                </c:pt>
                <c:pt idx="3288">
                  <c:v>1.913241</c:v>
                </c:pt>
                <c:pt idx="3289">
                  <c:v>1.9132528</c:v>
                </c:pt>
                <c:pt idx="3290">
                  <c:v>1.9132638</c:v>
                </c:pt>
                <c:pt idx="3291">
                  <c:v>1.9132737</c:v>
                </c:pt>
                <c:pt idx="3292">
                  <c:v>1.9132828</c:v>
                </c:pt>
                <c:pt idx="3293">
                  <c:v>1.913291</c:v>
                </c:pt>
                <c:pt idx="3294">
                  <c:v>1.9132982</c:v>
                </c:pt>
                <c:pt idx="3295">
                  <c:v>1.9133045</c:v>
                </c:pt>
                <c:pt idx="3296">
                  <c:v>1.91331</c:v>
                </c:pt>
                <c:pt idx="3297">
                  <c:v>1.9133145</c:v>
                </c:pt>
                <c:pt idx="3298">
                  <c:v>1.9133181</c:v>
                </c:pt>
                <c:pt idx="3299">
                  <c:v>1.9133208</c:v>
                </c:pt>
                <c:pt idx="3300">
                  <c:v>1.9133226</c:v>
                </c:pt>
                <c:pt idx="3301">
                  <c:v>1.9133236</c:v>
                </c:pt>
                <c:pt idx="3302">
                  <c:v>1.9133236</c:v>
                </c:pt>
                <c:pt idx="3303">
                  <c:v>1.9133228</c:v>
                </c:pt>
                <c:pt idx="3304">
                  <c:v>1.9133211</c:v>
                </c:pt>
                <c:pt idx="3305">
                  <c:v>1.9133185</c:v>
                </c:pt>
                <c:pt idx="3306">
                  <c:v>1.913315</c:v>
                </c:pt>
                <c:pt idx="3307">
                  <c:v>1.9133107</c:v>
                </c:pt>
                <c:pt idx="3308">
                  <c:v>1.9133056</c:v>
                </c:pt>
                <c:pt idx="3309">
                  <c:v>1.9132995</c:v>
                </c:pt>
                <c:pt idx="3310">
                  <c:v>1.9132927</c:v>
                </c:pt>
                <c:pt idx="3311">
                  <c:v>1.913285</c:v>
                </c:pt>
                <c:pt idx="3312">
                  <c:v>1.9132764</c:v>
                </c:pt>
                <c:pt idx="3313">
                  <c:v>1.913267</c:v>
                </c:pt>
                <c:pt idx="3314">
                  <c:v>1.9132568</c:v>
                </c:pt>
                <c:pt idx="3315">
                  <c:v>1.9132458</c:v>
                </c:pt>
                <c:pt idx="3316">
                  <c:v>1.9132339</c:v>
                </c:pt>
                <c:pt idx="3317">
                  <c:v>1.9132212</c:v>
                </c:pt>
                <c:pt idx="3318">
                  <c:v>1.9132078</c:v>
                </c:pt>
                <c:pt idx="3319">
                  <c:v>1.9131935</c:v>
                </c:pt>
                <c:pt idx="3320">
                  <c:v>1.9131784</c:v>
                </c:pt>
                <c:pt idx="3321">
                  <c:v>1.9131625</c:v>
                </c:pt>
                <c:pt idx="3322">
                  <c:v>1.9131459</c:v>
                </c:pt>
                <c:pt idx="3323">
                  <c:v>1.9131284</c:v>
                </c:pt>
                <c:pt idx="3324">
                  <c:v>1.9131102</c:v>
                </c:pt>
                <c:pt idx="3325">
                  <c:v>1.9130912</c:v>
                </c:pt>
                <c:pt idx="3326">
                  <c:v>1.9130715</c:v>
                </c:pt>
                <c:pt idx="3327">
                  <c:v>1.913051</c:v>
                </c:pt>
                <c:pt idx="3328">
                  <c:v>1.9130297</c:v>
                </c:pt>
                <c:pt idx="3329">
                  <c:v>1.9130077</c:v>
                </c:pt>
                <c:pt idx="3330">
                  <c:v>1.912985</c:v>
                </c:pt>
                <c:pt idx="3331">
                  <c:v>1.9129615</c:v>
                </c:pt>
                <c:pt idx="3332">
                  <c:v>1.9129373</c:v>
                </c:pt>
                <c:pt idx="3333">
                  <c:v>1.9129123</c:v>
                </c:pt>
                <c:pt idx="3334">
                  <c:v>1.9128867</c:v>
                </c:pt>
                <c:pt idx="3335">
                  <c:v>1.9128603</c:v>
                </c:pt>
                <c:pt idx="3336">
                  <c:v>1.9128332</c:v>
                </c:pt>
                <c:pt idx="3337">
                  <c:v>1.9128054</c:v>
                </c:pt>
                <c:pt idx="3338">
                  <c:v>1.912777</c:v>
                </c:pt>
                <c:pt idx="3339">
                  <c:v>1.9127478</c:v>
                </c:pt>
                <c:pt idx="3340">
                  <c:v>1.912718</c:v>
                </c:pt>
                <c:pt idx="3341">
                  <c:v>1.9126875</c:v>
                </c:pt>
                <c:pt idx="3342">
                  <c:v>1.9126563</c:v>
                </c:pt>
                <c:pt idx="3343">
                  <c:v>1.9126245</c:v>
                </c:pt>
                <c:pt idx="3344">
                  <c:v>1.912592</c:v>
                </c:pt>
                <c:pt idx="3345">
                  <c:v>1.9125588</c:v>
                </c:pt>
                <c:pt idx="3346">
                  <c:v>1.9125251</c:v>
                </c:pt>
                <c:pt idx="3347">
                  <c:v>1.9124906</c:v>
                </c:pt>
                <c:pt idx="3348">
                  <c:v>1.9124556</c:v>
                </c:pt>
                <c:pt idx="3349">
                  <c:v>1.9124199</c:v>
                </c:pt>
                <c:pt idx="3350">
                  <c:v>1.9123836</c:v>
                </c:pt>
                <c:pt idx="3351">
                  <c:v>1.9123467</c:v>
                </c:pt>
                <c:pt idx="3352">
                  <c:v>1.9123092</c:v>
                </c:pt>
                <c:pt idx="3353">
                  <c:v>1.9122711</c:v>
                </c:pt>
                <c:pt idx="3354">
                  <c:v>1.9122324</c:v>
                </c:pt>
                <c:pt idx="3355">
                  <c:v>1.9121931</c:v>
                </c:pt>
                <c:pt idx="3356">
                  <c:v>1.9121532</c:v>
                </c:pt>
                <c:pt idx="3357">
                  <c:v>1.9121127</c:v>
                </c:pt>
                <c:pt idx="3358">
                  <c:v>1.9120717</c:v>
                </c:pt>
                <c:pt idx="3359">
                  <c:v>1.9120301</c:v>
                </c:pt>
                <c:pt idx="3360">
                  <c:v>1.911988</c:v>
                </c:pt>
                <c:pt idx="3361">
                  <c:v>1.9119453</c:v>
                </c:pt>
                <c:pt idx="3362">
                  <c:v>1.9119021</c:v>
                </c:pt>
                <c:pt idx="3363">
                  <c:v>1.9118583</c:v>
                </c:pt>
                <c:pt idx="3364">
                  <c:v>1.911814</c:v>
                </c:pt>
                <c:pt idx="3365">
                  <c:v>1.9117692</c:v>
                </c:pt>
                <c:pt idx="3366">
                  <c:v>1.9117238</c:v>
                </c:pt>
                <c:pt idx="3367">
                  <c:v>1.911678</c:v>
                </c:pt>
                <c:pt idx="3368">
                  <c:v>1.9116316</c:v>
                </c:pt>
                <c:pt idx="3369">
                  <c:v>1.9115847</c:v>
                </c:pt>
                <c:pt idx="3370">
                  <c:v>1.9115374</c:v>
                </c:pt>
                <c:pt idx="3371">
                  <c:v>1.9114895</c:v>
                </c:pt>
                <c:pt idx="3372">
                  <c:v>1.9114412</c:v>
                </c:pt>
                <c:pt idx="3373">
                  <c:v>1.9113924</c:v>
                </c:pt>
                <c:pt idx="3374">
                  <c:v>1.9113432</c:v>
                </c:pt>
                <c:pt idx="3375">
                  <c:v>1.9114543</c:v>
                </c:pt>
                <c:pt idx="3376">
                  <c:v>1.9116449</c:v>
                </c:pt>
                <c:pt idx="3377">
                  <c:v>1.9118354</c:v>
                </c:pt>
                <c:pt idx="3378">
                  <c:v>1.9120258</c:v>
                </c:pt>
                <c:pt idx="3379">
                  <c:v>1.912216</c:v>
                </c:pt>
                <c:pt idx="3380">
                  <c:v>1.9124061</c:v>
                </c:pt>
                <c:pt idx="3381">
                  <c:v>1.9125961</c:v>
                </c:pt>
                <c:pt idx="3382">
                  <c:v>1.9127859</c:v>
                </c:pt>
                <c:pt idx="3383">
                  <c:v>1.9129755</c:v>
                </c:pt>
                <c:pt idx="3384">
                  <c:v>1.913165</c:v>
                </c:pt>
                <c:pt idx="3385">
                  <c:v>1.9133544</c:v>
                </c:pt>
                <c:pt idx="3386">
                  <c:v>1.9135436</c:v>
                </c:pt>
                <c:pt idx="3387">
                  <c:v>1.9137327</c:v>
                </c:pt>
                <c:pt idx="3388">
                  <c:v>1.9139215</c:v>
                </c:pt>
                <c:pt idx="3389">
                  <c:v>1.9141103</c:v>
                </c:pt>
                <c:pt idx="3390">
                  <c:v>1.9142988</c:v>
                </c:pt>
                <c:pt idx="3391">
                  <c:v>1.9144872</c:v>
                </c:pt>
                <c:pt idx="3392">
                  <c:v>1.9146754</c:v>
                </c:pt>
                <c:pt idx="3393">
                  <c:v>1.9148635</c:v>
                </c:pt>
                <c:pt idx="3394">
                  <c:v>1.9150514</c:v>
                </c:pt>
                <c:pt idx="3395">
                  <c:v>1.9152391</c:v>
                </c:pt>
                <c:pt idx="3396">
                  <c:v>1.9154266</c:v>
                </c:pt>
                <c:pt idx="3397">
                  <c:v>1.9156139</c:v>
                </c:pt>
                <c:pt idx="3398">
                  <c:v>1.9158011</c:v>
                </c:pt>
                <c:pt idx="3399">
                  <c:v>1.915988</c:v>
                </c:pt>
                <c:pt idx="3400">
                  <c:v>1.9161747</c:v>
                </c:pt>
                <c:pt idx="3401">
                  <c:v>1.9163613</c:v>
                </c:pt>
                <c:pt idx="3402">
                  <c:v>1.9165477</c:v>
                </c:pt>
                <c:pt idx="3403">
                  <c:v>1.9167339</c:v>
                </c:pt>
                <c:pt idx="3404">
                  <c:v>1.9169199</c:v>
                </c:pt>
                <c:pt idx="3405">
                  <c:v>1.9171057</c:v>
                </c:pt>
                <c:pt idx="3406">
                  <c:v>1.9172913</c:v>
                </c:pt>
                <c:pt idx="3407">
                  <c:v>1.9174767</c:v>
                </c:pt>
                <c:pt idx="3408">
                  <c:v>1.9176619</c:v>
                </c:pt>
                <c:pt idx="3409">
                  <c:v>1.9178468</c:v>
                </c:pt>
                <c:pt idx="3410">
                  <c:v>1.9180316</c:v>
                </c:pt>
                <c:pt idx="3411">
                  <c:v>1.9182161</c:v>
                </c:pt>
                <c:pt idx="3412">
                  <c:v>1.9184004</c:v>
                </c:pt>
                <c:pt idx="3413">
                  <c:v>1.9185845</c:v>
                </c:pt>
                <c:pt idx="3414">
                  <c:v>1.9187684</c:v>
                </c:pt>
                <c:pt idx="3415">
                  <c:v>1.9189521</c:v>
                </c:pt>
                <c:pt idx="3416">
                  <c:v>1.9191355</c:v>
                </c:pt>
                <c:pt idx="3417">
                  <c:v>1.9193187</c:v>
                </c:pt>
                <c:pt idx="3418">
                  <c:v>1.9195017</c:v>
                </c:pt>
                <c:pt idx="3419">
                  <c:v>1.9196844</c:v>
                </c:pt>
                <c:pt idx="3420">
                  <c:v>1.9198669</c:v>
                </c:pt>
                <c:pt idx="3421">
                  <c:v>1.9200491</c:v>
                </c:pt>
                <c:pt idx="3422">
                  <c:v>1.9202311</c:v>
                </c:pt>
                <c:pt idx="3423">
                  <c:v>1.9204129</c:v>
                </c:pt>
                <c:pt idx="3424">
                  <c:v>1.9205945</c:v>
                </c:pt>
                <c:pt idx="3425">
                  <c:v>1.9207757</c:v>
                </c:pt>
                <c:pt idx="3426">
                  <c:v>1.9209567</c:v>
                </c:pt>
                <c:pt idx="3427">
                  <c:v>1.9211375</c:v>
                </c:pt>
                <c:pt idx="3428">
                  <c:v>1.921318</c:v>
                </c:pt>
                <c:pt idx="3429">
                  <c:v>1.9214983</c:v>
                </c:pt>
                <c:pt idx="3430">
                  <c:v>1.9216783</c:v>
                </c:pt>
                <c:pt idx="3431">
                  <c:v>1.921858</c:v>
                </c:pt>
                <c:pt idx="3432">
                  <c:v>1.9220374</c:v>
                </c:pt>
                <c:pt idx="3433">
                  <c:v>1.9222166</c:v>
                </c:pt>
                <c:pt idx="3434">
                  <c:v>1.9223955</c:v>
                </c:pt>
                <c:pt idx="3435">
                  <c:v>1.9225741</c:v>
                </c:pt>
                <c:pt idx="3436">
                  <c:v>1.9227525</c:v>
                </c:pt>
                <c:pt idx="3437">
                  <c:v>1.9229306</c:v>
                </c:pt>
                <c:pt idx="3438">
                  <c:v>1.9231084</c:v>
                </c:pt>
                <c:pt idx="3439">
                  <c:v>1.9232859</c:v>
                </c:pt>
                <c:pt idx="3440">
                  <c:v>1.9234631</c:v>
                </c:pt>
                <c:pt idx="3441">
                  <c:v>1.9236401</c:v>
                </c:pt>
                <c:pt idx="3442">
                  <c:v>1.9238167</c:v>
                </c:pt>
                <c:pt idx="3443">
                  <c:v>1.9239931</c:v>
                </c:pt>
                <c:pt idx="3444">
                  <c:v>1.9241692</c:v>
                </c:pt>
                <c:pt idx="3445">
                  <c:v>1.9243449</c:v>
                </c:pt>
                <c:pt idx="3446">
                  <c:v>1.9245203</c:v>
                </c:pt>
                <c:pt idx="3447">
                  <c:v>1.9246954</c:v>
                </c:pt>
                <c:pt idx="3448">
                  <c:v>1.9248703</c:v>
                </c:pt>
                <c:pt idx="3449">
                  <c:v>1.9250448</c:v>
                </c:pt>
                <c:pt idx="3450">
                  <c:v>1.925219</c:v>
                </c:pt>
                <c:pt idx="3451">
                  <c:v>1.9253928</c:v>
                </c:pt>
                <c:pt idx="3452">
                  <c:v>1.9255663</c:v>
                </c:pt>
                <c:pt idx="3453">
                  <c:v>1.9257395</c:v>
                </c:pt>
                <c:pt idx="3454">
                  <c:v>1.9259123</c:v>
                </c:pt>
                <c:pt idx="3455">
                  <c:v>1.9260848</c:v>
                </c:pt>
                <c:pt idx="3456">
                  <c:v>1.9262571</c:v>
                </c:pt>
                <c:pt idx="3457">
                  <c:v>1.9264289</c:v>
                </c:pt>
                <c:pt idx="3458">
                  <c:v>1.9266005</c:v>
                </c:pt>
                <c:pt idx="3459">
                  <c:v>1.9267716</c:v>
                </c:pt>
                <c:pt idx="3460">
                  <c:v>1.9269424</c:v>
                </c:pt>
                <c:pt idx="3461">
                  <c:v>1.9271128</c:v>
                </c:pt>
                <c:pt idx="3462">
                  <c:v>1.927283</c:v>
                </c:pt>
                <c:pt idx="3463">
                  <c:v>1.9274527</c:v>
                </c:pt>
                <c:pt idx="3464">
                  <c:v>1.9276221</c:v>
                </c:pt>
                <c:pt idx="3465">
                  <c:v>1.9277912</c:v>
                </c:pt>
                <c:pt idx="3466">
                  <c:v>1.9279598</c:v>
                </c:pt>
                <c:pt idx="3467">
                  <c:v>1.928128</c:v>
                </c:pt>
                <c:pt idx="3468">
                  <c:v>1.9282959</c:v>
                </c:pt>
                <c:pt idx="3469">
                  <c:v>1.9284634</c:v>
                </c:pt>
                <c:pt idx="3470">
                  <c:v>1.9286305</c:v>
                </c:pt>
                <c:pt idx="3471">
                  <c:v>1.9287973</c:v>
                </c:pt>
                <c:pt idx="3472">
                  <c:v>1.9289637</c:v>
                </c:pt>
                <c:pt idx="3473">
                  <c:v>1.9291298</c:v>
                </c:pt>
                <c:pt idx="3474">
                  <c:v>1.9292954</c:v>
                </c:pt>
                <c:pt idx="3475">
                  <c:v>1.9294606</c:v>
                </c:pt>
                <c:pt idx="3476">
                  <c:v>1.9296254</c:v>
                </c:pt>
                <c:pt idx="3477">
                  <c:v>1.9297898</c:v>
                </c:pt>
                <c:pt idx="3478">
                  <c:v>1.9299539</c:v>
                </c:pt>
                <c:pt idx="3479">
                  <c:v>1.9301175</c:v>
                </c:pt>
                <c:pt idx="3480">
                  <c:v>1.9302807</c:v>
                </c:pt>
                <c:pt idx="3481">
                  <c:v>1.9304435</c:v>
                </c:pt>
                <c:pt idx="3482">
                  <c:v>1.9306059</c:v>
                </c:pt>
                <c:pt idx="3483">
                  <c:v>1.9307679</c:v>
                </c:pt>
                <c:pt idx="3484">
                  <c:v>1.9309295</c:v>
                </c:pt>
                <c:pt idx="3485">
                  <c:v>1.9310906</c:v>
                </c:pt>
                <c:pt idx="3486">
                  <c:v>1.9312513</c:v>
                </c:pt>
                <c:pt idx="3487">
                  <c:v>1.9314115</c:v>
                </c:pt>
                <c:pt idx="3488">
                  <c:v>1.9315713</c:v>
                </c:pt>
                <c:pt idx="3489">
                  <c:v>1.9317307</c:v>
                </c:pt>
                <c:pt idx="3490">
                  <c:v>1.9318897</c:v>
                </c:pt>
                <c:pt idx="3491">
                  <c:v>1.9320482</c:v>
                </c:pt>
                <c:pt idx="3492">
                  <c:v>1.9322063</c:v>
                </c:pt>
                <c:pt idx="3493">
                  <c:v>1.9323639</c:v>
                </c:pt>
                <c:pt idx="3494">
                  <c:v>1.9325211</c:v>
                </c:pt>
                <c:pt idx="3495">
                  <c:v>1.9326777</c:v>
                </c:pt>
                <c:pt idx="3496">
                  <c:v>1.932834</c:v>
                </c:pt>
                <c:pt idx="3497">
                  <c:v>1.9329898</c:v>
                </c:pt>
                <c:pt idx="3498">
                  <c:v>1.9331451</c:v>
                </c:pt>
                <c:pt idx="3499">
                  <c:v>1.9333</c:v>
                </c:pt>
                <c:pt idx="3500">
                  <c:v>1.9334544</c:v>
                </c:pt>
                <c:pt idx="3501">
                  <c:v>1.9336084</c:v>
                </c:pt>
                <c:pt idx="3502">
                  <c:v>1.9337618</c:v>
                </c:pt>
                <c:pt idx="3503">
                  <c:v>1.9339148</c:v>
                </c:pt>
                <c:pt idx="3504">
                  <c:v>1.9340673</c:v>
                </c:pt>
                <c:pt idx="3505">
                  <c:v>1.9342193</c:v>
                </c:pt>
                <c:pt idx="3506">
                  <c:v>1.9343709</c:v>
                </c:pt>
                <c:pt idx="3507">
                  <c:v>1.9345219</c:v>
                </c:pt>
                <c:pt idx="3508">
                  <c:v>1.9346724</c:v>
                </c:pt>
                <c:pt idx="3509">
                  <c:v>1.9348224</c:v>
                </c:pt>
                <c:pt idx="3510">
                  <c:v>1.934972</c:v>
                </c:pt>
                <c:pt idx="3511">
                  <c:v>1.9351211</c:v>
                </c:pt>
                <c:pt idx="3512">
                  <c:v>1.9352696</c:v>
                </c:pt>
                <c:pt idx="3513">
                  <c:v>1.9354176</c:v>
                </c:pt>
                <c:pt idx="3514">
                  <c:v>1.9355652</c:v>
                </c:pt>
                <c:pt idx="3515">
                  <c:v>1.9357123</c:v>
                </c:pt>
                <c:pt idx="3516">
                  <c:v>1.9358588</c:v>
                </c:pt>
                <c:pt idx="3517">
                  <c:v>1.9360048</c:v>
                </c:pt>
                <c:pt idx="3518">
                  <c:v>1.9361503</c:v>
                </c:pt>
                <c:pt idx="3519">
                  <c:v>1.9362953</c:v>
                </c:pt>
                <c:pt idx="3520">
                  <c:v>1.9364397</c:v>
                </c:pt>
                <c:pt idx="3521">
                  <c:v>1.9365837</c:v>
                </c:pt>
                <c:pt idx="3522">
                  <c:v>1.9367271</c:v>
                </c:pt>
                <c:pt idx="3523">
                  <c:v>1.93687</c:v>
                </c:pt>
                <c:pt idx="3524">
                  <c:v>1.9370124</c:v>
                </c:pt>
                <c:pt idx="3525">
                  <c:v>1.9371541</c:v>
                </c:pt>
                <c:pt idx="3526">
                  <c:v>1.9372954</c:v>
                </c:pt>
                <c:pt idx="3527">
                  <c:v>1.9374361</c:v>
                </c:pt>
                <c:pt idx="3528">
                  <c:v>1.9375764</c:v>
                </c:pt>
                <c:pt idx="3529">
                  <c:v>1.937716</c:v>
                </c:pt>
                <c:pt idx="3530">
                  <c:v>1.9378552</c:v>
                </c:pt>
                <c:pt idx="3531">
                  <c:v>1.9379938</c:v>
                </c:pt>
                <c:pt idx="3532">
                  <c:v>1.9381318</c:v>
                </c:pt>
                <c:pt idx="3533">
                  <c:v>1.9382693</c:v>
                </c:pt>
                <c:pt idx="3534">
                  <c:v>1.9384062</c:v>
                </c:pt>
                <c:pt idx="3535">
                  <c:v>1.9385426</c:v>
                </c:pt>
                <c:pt idx="3536">
                  <c:v>1.9386785</c:v>
                </c:pt>
                <c:pt idx="3537">
                  <c:v>1.9388137</c:v>
                </c:pt>
                <c:pt idx="3538">
                  <c:v>1.9389485</c:v>
                </c:pt>
                <c:pt idx="3539">
                  <c:v>1.9390826</c:v>
                </c:pt>
                <c:pt idx="3540">
                  <c:v>1.9392162</c:v>
                </c:pt>
                <c:pt idx="3541">
                  <c:v>1.9393492</c:v>
                </c:pt>
                <c:pt idx="3542">
                  <c:v>1.9394817</c:v>
                </c:pt>
                <c:pt idx="3543">
                  <c:v>1.9396136</c:v>
                </c:pt>
                <c:pt idx="3544">
                  <c:v>1.9397449</c:v>
                </c:pt>
                <c:pt idx="3545">
                  <c:v>1.9398756</c:v>
                </c:pt>
                <c:pt idx="3546">
                  <c:v>1.9400057</c:v>
                </c:pt>
                <c:pt idx="3547">
                  <c:v>1.9401352</c:v>
                </c:pt>
                <c:pt idx="3548">
                  <c:v>1.9402642</c:v>
                </c:pt>
                <c:pt idx="3549">
                  <c:v>1.9403926</c:v>
                </c:pt>
                <c:pt idx="3550">
                  <c:v>1.9405204</c:v>
                </c:pt>
                <c:pt idx="3551">
                  <c:v>1.9406476</c:v>
                </c:pt>
                <c:pt idx="3552">
                  <c:v>1.9407743</c:v>
                </c:pt>
                <c:pt idx="3553">
                  <c:v>1.9409004</c:v>
                </c:pt>
                <c:pt idx="3554">
                  <c:v>1.9410259</c:v>
                </c:pt>
                <c:pt idx="3555">
                  <c:v>1.9411509</c:v>
                </c:pt>
                <c:pt idx="3556">
                  <c:v>1.9412752</c:v>
                </c:pt>
                <c:pt idx="3557">
                  <c:v>1.9413989</c:v>
                </c:pt>
                <c:pt idx="3558">
                  <c:v>1.941522</c:v>
                </c:pt>
                <c:pt idx="3559">
                  <c:v>1.9416446</c:v>
                </c:pt>
                <c:pt idx="3560">
                  <c:v>1.9417666</c:v>
                </c:pt>
                <c:pt idx="3561">
                  <c:v>1.941888</c:v>
                </c:pt>
                <c:pt idx="3562">
                  <c:v>1.9420088</c:v>
                </c:pt>
                <c:pt idx="3563">
                  <c:v>1.942129</c:v>
                </c:pt>
                <c:pt idx="3564">
                  <c:v>1.9422486</c:v>
                </c:pt>
                <c:pt idx="3565">
                  <c:v>1.9423676</c:v>
                </c:pt>
                <c:pt idx="3566">
                  <c:v>1.942486</c:v>
                </c:pt>
                <c:pt idx="3567">
                  <c:v>1.9426038</c:v>
                </c:pt>
                <c:pt idx="3568">
                  <c:v>1.9427209</c:v>
                </c:pt>
                <c:pt idx="3569">
                  <c:v>1.9428375</c:v>
                </c:pt>
                <c:pt idx="3570">
                  <c:v>1.9429535</c:v>
                </c:pt>
                <c:pt idx="3571">
                  <c:v>1.9430689</c:v>
                </c:pt>
                <c:pt idx="3572">
                  <c:v>1.9431836</c:v>
                </c:pt>
                <c:pt idx="3573">
                  <c:v>1.9432977</c:v>
                </c:pt>
                <c:pt idx="3574">
                  <c:v>1.9434112</c:v>
                </c:pt>
                <c:pt idx="3575">
                  <c:v>1.9435241</c:v>
                </c:pt>
                <c:pt idx="3576">
                  <c:v>1.9436364</c:v>
                </c:pt>
                <c:pt idx="3577">
                  <c:v>1.9437481</c:v>
                </c:pt>
                <c:pt idx="3578">
                  <c:v>1.9438592</c:v>
                </c:pt>
                <c:pt idx="3579">
                  <c:v>1.9439696</c:v>
                </c:pt>
                <c:pt idx="3580">
                  <c:v>1.9440795</c:v>
                </c:pt>
                <c:pt idx="3581">
                  <c:v>1.9441886</c:v>
                </c:pt>
                <c:pt idx="3582">
                  <c:v>1.9442973</c:v>
                </c:pt>
                <c:pt idx="3583">
                  <c:v>1.9444052</c:v>
                </c:pt>
                <c:pt idx="3584">
                  <c:v>1.9445126</c:v>
                </c:pt>
                <c:pt idx="3585">
                  <c:v>1.9446194</c:v>
                </c:pt>
                <c:pt idx="3586">
                  <c:v>1.9447255</c:v>
                </c:pt>
                <c:pt idx="3587">
                  <c:v>1.9448309</c:v>
                </c:pt>
                <c:pt idx="3588">
                  <c:v>1.9449358</c:v>
                </c:pt>
                <c:pt idx="3589">
                  <c:v>1.94504</c:v>
                </c:pt>
                <c:pt idx="3590">
                  <c:v>1.9451437</c:v>
                </c:pt>
                <c:pt idx="3591">
                  <c:v>1.9452466</c:v>
                </c:pt>
                <c:pt idx="3592">
                  <c:v>1.945349</c:v>
                </c:pt>
                <c:pt idx="3593">
                  <c:v>1.9454508</c:v>
                </c:pt>
                <c:pt idx="3594">
                  <c:v>1.9455519</c:v>
                </c:pt>
                <c:pt idx="3595">
                  <c:v>1.9456523</c:v>
                </c:pt>
                <c:pt idx="3596">
                  <c:v>1.9457522</c:v>
                </c:pt>
                <c:pt idx="3597">
                  <c:v>1.9458514</c:v>
                </c:pt>
                <c:pt idx="3598">
                  <c:v>1.94595</c:v>
                </c:pt>
                <c:pt idx="3599">
                  <c:v>1.9460479</c:v>
                </c:pt>
                <c:pt idx="3600">
                  <c:v>1.9461452</c:v>
                </c:pt>
                <c:pt idx="3601">
                  <c:v>1.9462419</c:v>
                </c:pt>
                <c:pt idx="3602">
                  <c:v>1.9463379</c:v>
                </c:pt>
                <c:pt idx="3603">
                  <c:v>1.9464333</c:v>
                </c:pt>
                <c:pt idx="3604">
                  <c:v>1.9465281</c:v>
                </c:pt>
                <c:pt idx="3605">
                  <c:v>1.9466222</c:v>
                </c:pt>
                <c:pt idx="3606">
                  <c:v>1.9467157</c:v>
                </c:pt>
                <c:pt idx="3607">
                  <c:v>1.9468086</c:v>
                </c:pt>
                <c:pt idx="3608">
                  <c:v>1.9469007</c:v>
                </c:pt>
                <c:pt idx="3609">
                  <c:v>1.9469923</c:v>
                </c:pt>
                <c:pt idx="3610">
                  <c:v>1.9470832</c:v>
                </c:pt>
                <c:pt idx="3611">
                  <c:v>1.9471735</c:v>
                </c:pt>
                <c:pt idx="3612">
                  <c:v>1.9472631</c:v>
                </c:pt>
                <c:pt idx="3613">
                  <c:v>1.9473522</c:v>
                </c:pt>
                <c:pt idx="3614">
                  <c:v>1.9474405</c:v>
                </c:pt>
                <c:pt idx="3615">
                  <c:v>1.9475282</c:v>
                </c:pt>
                <c:pt idx="3616">
                  <c:v>1.9476152</c:v>
                </c:pt>
                <c:pt idx="3617">
                  <c:v>1.9477017</c:v>
                </c:pt>
                <c:pt idx="3618">
                  <c:v>1.9477874</c:v>
                </c:pt>
                <c:pt idx="3619">
                  <c:v>1.9478726</c:v>
                </c:pt>
                <c:pt idx="3620">
                  <c:v>1.9479571</c:v>
                </c:pt>
                <c:pt idx="3621">
                  <c:v>1.9480409</c:v>
                </c:pt>
                <c:pt idx="3622">
                  <c:v>1.9481241</c:v>
                </c:pt>
                <c:pt idx="3623">
                  <c:v>1.9482067</c:v>
                </c:pt>
                <c:pt idx="3624">
                  <c:v>1.9482885</c:v>
                </c:pt>
                <c:pt idx="3625">
                  <c:v>1.9483698</c:v>
                </c:pt>
                <c:pt idx="3626">
                  <c:v>1.9484504</c:v>
                </c:pt>
                <c:pt idx="3627">
                  <c:v>1.9485303</c:v>
                </c:pt>
                <c:pt idx="3628">
                  <c:v>1.9486096</c:v>
                </c:pt>
                <c:pt idx="3629">
                  <c:v>1.9486883</c:v>
                </c:pt>
                <c:pt idx="3630">
                  <c:v>1.9487663</c:v>
                </c:pt>
                <c:pt idx="3631">
                  <c:v>1.9488437</c:v>
                </c:pt>
                <c:pt idx="3632">
                  <c:v>1.9489203</c:v>
                </c:pt>
                <c:pt idx="3633">
                  <c:v>1.9489964</c:v>
                </c:pt>
                <c:pt idx="3634">
                  <c:v>1.9490719</c:v>
                </c:pt>
                <c:pt idx="3635">
                  <c:v>1.9491466</c:v>
                </c:pt>
                <c:pt idx="3636">
                  <c:v>1.9492208</c:v>
                </c:pt>
                <c:pt idx="3637">
                  <c:v>1.9492943</c:v>
                </c:pt>
                <c:pt idx="3638">
                  <c:v>1.9493671</c:v>
                </c:pt>
                <c:pt idx="3639">
                  <c:v>1.9494393</c:v>
                </c:pt>
                <c:pt idx="3640">
                  <c:v>1.9495109</c:v>
                </c:pt>
                <c:pt idx="3641">
                  <c:v>1.9495818</c:v>
                </c:pt>
                <c:pt idx="3642">
                  <c:v>1.949652</c:v>
                </c:pt>
                <c:pt idx="3643">
                  <c:v>1.9497216</c:v>
                </c:pt>
                <c:pt idx="3644">
                  <c:v>1.9497906</c:v>
                </c:pt>
                <c:pt idx="3645">
                  <c:v>1.9498589</c:v>
                </c:pt>
                <c:pt idx="3646">
                  <c:v>1.9499266</c:v>
                </c:pt>
                <c:pt idx="3647">
                  <c:v>1.9499936</c:v>
                </c:pt>
                <c:pt idx="3648">
                  <c:v>1.95006</c:v>
                </c:pt>
                <c:pt idx="3649">
                  <c:v>1.9501257</c:v>
                </c:pt>
                <c:pt idx="3650">
                  <c:v>1.9501908</c:v>
                </c:pt>
                <c:pt idx="3651">
                  <c:v>1.9502553</c:v>
                </c:pt>
                <c:pt idx="3652">
                  <c:v>1.9503191</c:v>
                </c:pt>
                <c:pt idx="3653">
                  <c:v>1.9503823</c:v>
                </c:pt>
                <c:pt idx="3654">
                  <c:v>1.9504448</c:v>
                </c:pt>
                <c:pt idx="3655">
                  <c:v>1.9505067</c:v>
                </c:pt>
                <c:pt idx="3656">
                  <c:v>1.950568</c:v>
                </c:pt>
                <c:pt idx="3657">
                  <c:v>1.9506287</c:v>
                </c:pt>
                <c:pt idx="3658">
                  <c:v>1.9506886</c:v>
                </c:pt>
                <c:pt idx="3659">
                  <c:v>1.950748</c:v>
                </c:pt>
                <c:pt idx="3660">
                  <c:v>1.9508068</c:v>
                </c:pt>
                <c:pt idx="3661">
                  <c:v>1.9508648</c:v>
                </c:pt>
                <c:pt idx="3662">
                  <c:v>1.9509223</c:v>
                </c:pt>
                <c:pt idx="3663">
                  <c:v>1.9509792</c:v>
                </c:pt>
                <c:pt idx="3664">
                  <c:v>1.9510354</c:v>
                </c:pt>
                <c:pt idx="3665">
                  <c:v>1.951091</c:v>
                </c:pt>
                <c:pt idx="3666">
                  <c:v>1.9511459</c:v>
                </c:pt>
                <c:pt idx="3667">
                  <c:v>1.9512002</c:v>
                </c:pt>
                <c:pt idx="3668">
                  <c:v>1.9512539</c:v>
                </c:pt>
                <c:pt idx="3669">
                  <c:v>1.951307</c:v>
                </c:pt>
                <c:pt idx="3670">
                  <c:v>1.9513595</c:v>
                </c:pt>
                <c:pt idx="3671">
                  <c:v>1.9514113</c:v>
                </c:pt>
                <c:pt idx="3672">
                  <c:v>1.9514625</c:v>
                </c:pt>
                <c:pt idx="3673">
                  <c:v>1.9515131</c:v>
                </c:pt>
                <c:pt idx="3674">
                  <c:v>1.9515631</c:v>
                </c:pt>
                <c:pt idx="3675">
                  <c:v>1.9516125</c:v>
                </c:pt>
                <c:pt idx="3676">
                  <c:v>1.9516612</c:v>
                </c:pt>
                <c:pt idx="3677">
                  <c:v>1.9517093</c:v>
                </c:pt>
                <c:pt idx="3678">
                  <c:v>1.9517569</c:v>
                </c:pt>
                <c:pt idx="3679">
                  <c:v>1.9518038</c:v>
                </c:pt>
                <c:pt idx="3680">
                  <c:v>1.9518501</c:v>
                </c:pt>
                <c:pt idx="3681">
                  <c:v>1.9518958</c:v>
                </c:pt>
                <c:pt idx="3682">
                  <c:v>1.9519409</c:v>
                </c:pt>
                <c:pt idx="3683">
                  <c:v>1.9519854</c:v>
                </c:pt>
                <c:pt idx="3684">
                  <c:v>1.9520293</c:v>
                </c:pt>
                <c:pt idx="3685">
                  <c:v>1.9520727</c:v>
                </c:pt>
                <c:pt idx="3686">
                  <c:v>1.9521153</c:v>
                </c:pt>
                <c:pt idx="3687">
                  <c:v>1.9521575</c:v>
                </c:pt>
                <c:pt idx="3688">
                  <c:v>1.952199</c:v>
                </c:pt>
                <c:pt idx="3689">
                  <c:v>1.9522399</c:v>
                </c:pt>
                <c:pt idx="3690">
                  <c:v>1.9522803</c:v>
                </c:pt>
                <c:pt idx="3691">
                  <c:v>1.9523201</c:v>
                </c:pt>
                <c:pt idx="3692">
                  <c:v>1.9523593</c:v>
                </c:pt>
                <c:pt idx="3693">
                  <c:v>1.9523978</c:v>
                </c:pt>
                <c:pt idx="3694">
                  <c:v>1.9524359</c:v>
                </c:pt>
                <c:pt idx="3695">
                  <c:v>1.9524734</c:v>
                </c:pt>
                <c:pt idx="3696">
                  <c:v>1.9525102</c:v>
                </c:pt>
                <c:pt idx="3697">
                  <c:v>1.9525466</c:v>
                </c:pt>
                <c:pt idx="3698">
                  <c:v>1.9525823</c:v>
                </c:pt>
                <c:pt idx="3699">
                  <c:v>1.9526175</c:v>
                </c:pt>
                <c:pt idx="3700">
                  <c:v>1.9526521</c:v>
                </c:pt>
                <c:pt idx="3701">
                  <c:v>1.9526862</c:v>
                </c:pt>
                <c:pt idx="3702">
                  <c:v>1.9527197</c:v>
                </c:pt>
                <c:pt idx="3703">
                  <c:v>1.9527526</c:v>
                </c:pt>
                <c:pt idx="3704">
                  <c:v>1.952785</c:v>
                </c:pt>
                <c:pt idx="3705">
                  <c:v>1.9528169</c:v>
                </c:pt>
                <c:pt idx="3706">
                  <c:v>1.9528481</c:v>
                </c:pt>
                <c:pt idx="3707">
                  <c:v>1.9528789</c:v>
                </c:pt>
                <c:pt idx="3708">
                  <c:v>1.9529091</c:v>
                </c:pt>
                <c:pt idx="3709">
                  <c:v>1.9529388</c:v>
                </c:pt>
                <c:pt idx="3710">
                  <c:v>1.9529679</c:v>
                </c:pt>
                <c:pt idx="3711">
                  <c:v>1.9529964</c:v>
                </c:pt>
                <c:pt idx="3712">
                  <c:v>1.9530245</c:v>
                </c:pt>
                <c:pt idx="3713">
                  <c:v>1.9530521</c:v>
                </c:pt>
                <c:pt idx="3714">
                  <c:v>1.953079</c:v>
                </c:pt>
                <c:pt idx="3715">
                  <c:v>1.9531055</c:v>
                </c:pt>
                <c:pt idx="3716">
                  <c:v>1.9531315</c:v>
                </c:pt>
                <c:pt idx="3717">
                  <c:v>1.9531569</c:v>
                </c:pt>
                <c:pt idx="3718">
                  <c:v>1.9531818</c:v>
                </c:pt>
                <c:pt idx="3719">
                  <c:v>1.9532062</c:v>
                </c:pt>
                <c:pt idx="3720">
                  <c:v>1.9532301</c:v>
                </c:pt>
                <c:pt idx="3721">
                  <c:v>1.9532536</c:v>
                </c:pt>
                <c:pt idx="3722">
                  <c:v>1.9532764</c:v>
                </c:pt>
                <c:pt idx="3723">
                  <c:v>1.9532988</c:v>
                </c:pt>
                <c:pt idx="3724">
                  <c:v>1.9533207</c:v>
                </c:pt>
                <c:pt idx="3725">
                  <c:v>1.9533421</c:v>
                </c:pt>
                <c:pt idx="3726">
                  <c:v>1.953363</c:v>
                </c:pt>
                <c:pt idx="3727">
                  <c:v>1.9533834</c:v>
                </c:pt>
                <c:pt idx="3728">
                  <c:v>1.9534034</c:v>
                </c:pt>
                <c:pt idx="3729">
                  <c:v>1.9534228</c:v>
                </c:pt>
                <c:pt idx="3730">
                  <c:v>1.9534418</c:v>
                </c:pt>
                <c:pt idx="3731">
                  <c:v>1.9534604</c:v>
                </c:pt>
                <c:pt idx="3732">
                  <c:v>1.9534784</c:v>
                </c:pt>
                <c:pt idx="3733">
                  <c:v>1.953496</c:v>
                </c:pt>
                <c:pt idx="3734">
                  <c:v>1.9535131</c:v>
                </c:pt>
                <c:pt idx="3735">
                  <c:v>1.9535297</c:v>
                </c:pt>
                <c:pt idx="3736">
                  <c:v>1.9535459</c:v>
                </c:pt>
                <c:pt idx="3737">
                  <c:v>1.9535616</c:v>
                </c:pt>
                <c:pt idx="3738">
                  <c:v>1.9535769</c:v>
                </c:pt>
                <c:pt idx="3739">
                  <c:v>1.9535917</c:v>
                </c:pt>
                <c:pt idx="3740">
                  <c:v>1.9536061</c:v>
                </c:pt>
                <c:pt idx="3741">
                  <c:v>1.9536201</c:v>
                </c:pt>
                <c:pt idx="3742">
                  <c:v>1.9536336</c:v>
                </c:pt>
                <c:pt idx="3743">
                  <c:v>1.9536466</c:v>
                </c:pt>
                <c:pt idx="3744">
                  <c:v>1.9536593</c:v>
                </c:pt>
                <c:pt idx="3745">
                  <c:v>1.9536715</c:v>
                </c:pt>
                <c:pt idx="3746">
                  <c:v>1.9536832</c:v>
                </c:pt>
                <c:pt idx="3747">
                  <c:v>1.9536946</c:v>
                </c:pt>
                <c:pt idx="3748">
                  <c:v>1.9537055</c:v>
                </c:pt>
                <c:pt idx="3749">
                  <c:v>1.953716</c:v>
                </c:pt>
                <c:pt idx="3750">
                  <c:v>1.9537261</c:v>
                </c:pt>
                <c:pt idx="3751">
                  <c:v>1.9537358</c:v>
                </c:pt>
                <c:pt idx="3752">
                  <c:v>1.953745</c:v>
                </c:pt>
                <c:pt idx="3753">
                  <c:v>1.9537539</c:v>
                </c:pt>
                <c:pt idx="3754">
                  <c:v>1.9537624</c:v>
                </c:pt>
                <c:pt idx="3755">
                  <c:v>1.9537705</c:v>
                </c:pt>
                <c:pt idx="3756">
                  <c:v>1.9537782</c:v>
                </c:pt>
                <c:pt idx="3757">
                  <c:v>1.9537855</c:v>
                </c:pt>
                <c:pt idx="3758">
                  <c:v>1.9537924</c:v>
                </c:pt>
                <c:pt idx="3759">
                  <c:v>1.9537989</c:v>
                </c:pt>
                <c:pt idx="3760">
                  <c:v>1.9538051</c:v>
                </c:pt>
                <c:pt idx="3761">
                  <c:v>1.9538109</c:v>
                </c:pt>
                <c:pt idx="3762">
                  <c:v>1.9538163</c:v>
                </c:pt>
                <c:pt idx="3763">
                  <c:v>1.9538214</c:v>
                </c:pt>
                <c:pt idx="3764">
                  <c:v>1.9538261</c:v>
                </c:pt>
                <c:pt idx="3765">
                  <c:v>1.9538304</c:v>
                </c:pt>
                <c:pt idx="3766">
                  <c:v>1.9538343</c:v>
                </c:pt>
                <c:pt idx="3767">
                  <c:v>1.953838</c:v>
                </c:pt>
                <c:pt idx="3768">
                  <c:v>1.9538413</c:v>
                </c:pt>
                <c:pt idx="3769">
                  <c:v>1.9538442</c:v>
                </c:pt>
                <c:pt idx="3770">
                  <c:v>1.9538468</c:v>
                </c:pt>
                <c:pt idx="3771">
                  <c:v>1.9538491</c:v>
                </c:pt>
                <c:pt idx="3772">
                  <c:v>1.9538511</c:v>
                </c:pt>
                <c:pt idx="3773">
                  <c:v>1.9538527</c:v>
                </c:pt>
                <c:pt idx="3774">
                  <c:v>1.953854</c:v>
                </c:pt>
                <c:pt idx="3775">
                  <c:v>1.953855</c:v>
                </c:pt>
                <c:pt idx="3776">
                  <c:v>1.9538557</c:v>
                </c:pt>
                <c:pt idx="3777">
                  <c:v>1.9538561</c:v>
                </c:pt>
                <c:pt idx="3778">
                  <c:v>1.9538561</c:v>
                </c:pt>
                <c:pt idx="3779">
                  <c:v>1.9538559</c:v>
                </c:pt>
                <c:pt idx="3780">
                  <c:v>1.9538554</c:v>
                </c:pt>
                <c:pt idx="3781">
                  <c:v>1.9538546</c:v>
                </c:pt>
                <c:pt idx="3782">
                  <c:v>1.9538535</c:v>
                </c:pt>
                <c:pt idx="3783">
                  <c:v>1.953852</c:v>
                </c:pt>
                <c:pt idx="3784">
                  <c:v>1.9538503</c:v>
                </c:pt>
                <c:pt idx="3785">
                  <c:v>1.9538484</c:v>
                </c:pt>
                <c:pt idx="3786">
                  <c:v>1.9538462</c:v>
                </c:pt>
                <c:pt idx="3787">
                  <c:v>1.9538438</c:v>
                </c:pt>
                <c:pt idx="3788">
                  <c:v>1.9538411</c:v>
                </c:pt>
                <c:pt idx="3789">
                  <c:v>1.9538381</c:v>
                </c:pt>
                <c:pt idx="3790">
                  <c:v>1.9538349</c:v>
                </c:pt>
                <c:pt idx="3791">
                  <c:v>1.9538315</c:v>
                </c:pt>
                <c:pt idx="3792">
                  <c:v>1.9538278</c:v>
                </c:pt>
                <c:pt idx="3793">
                  <c:v>1.9538238</c:v>
                </c:pt>
                <c:pt idx="3794">
                  <c:v>1.9538196</c:v>
                </c:pt>
                <c:pt idx="3795">
                  <c:v>1.9538151</c:v>
                </c:pt>
                <c:pt idx="3796">
                  <c:v>1.9538104</c:v>
                </c:pt>
                <c:pt idx="3797">
                  <c:v>1.9538055</c:v>
                </c:pt>
                <c:pt idx="3798">
                  <c:v>1.9538004</c:v>
                </c:pt>
                <c:pt idx="3799">
                  <c:v>1.953795</c:v>
                </c:pt>
                <c:pt idx="3800">
                  <c:v>1.9537894</c:v>
                </c:pt>
                <c:pt idx="3801">
                  <c:v>1.9537837</c:v>
                </c:pt>
                <c:pt idx="3802">
                  <c:v>1.9537777</c:v>
                </c:pt>
                <c:pt idx="3803">
                  <c:v>1.9537715</c:v>
                </c:pt>
                <c:pt idx="3804">
                  <c:v>1.9537652</c:v>
                </c:pt>
                <c:pt idx="3805">
                  <c:v>1.9537586</c:v>
                </c:pt>
                <c:pt idx="3806">
                  <c:v>1.9537519</c:v>
                </c:pt>
                <c:pt idx="3807">
                  <c:v>1.953745</c:v>
                </c:pt>
                <c:pt idx="3808">
                  <c:v>1.9537379</c:v>
                </c:pt>
                <c:pt idx="3809">
                  <c:v>1.9537307</c:v>
                </c:pt>
                <c:pt idx="3810">
                  <c:v>1.9537233</c:v>
                </c:pt>
                <c:pt idx="3811">
                  <c:v>1.9537158</c:v>
                </c:pt>
                <c:pt idx="3812">
                  <c:v>1.9537081</c:v>
                </c:pt>
                <c:pt idx="3813">
                  <c:v>1.9537002</c:v>
                </c:pt>
                <c:pt idx="3814">
                  <c:v>1.9536922</c:v>
                </c:pt>
                <c:pt idx="3815">
                  <c:v>1.9536841</c:v>
                </c:pt>
                <c:pt idx="3816">
                  <c:v>1.9536758</c:v>
                </c:pt>
                <c:pt idx="3817">
                  <c:v>1.9536674</c:v>
                </c:pt>
                <c:pt idx="3818">
                  <c:v>1.9536588</c:v>
                </c:pt>
                <c:pt idx="3819">
                  <c:v>1.9536501</c:v>
                </c:pt>
                <c:pt idx="3820">
                  <c:v>1.9536412</c:v>
                </c:pt>
                <c:pt idx="3821">
                  <c:v>1.9536323</c:v>
                </c:pt>
                <c:pt idx="3822">
                  <c:v>1.9536232</c:v>
                </c:pt>
                <c:pt idx="3823">
                  <c:v>1.953614</c:v>
                </c:pt>
                <c:pt idx="3824">
                  <c:v>1.9536047</c:v>
                </c:pt>
                <c:pt idx="3825">
                  <c:v>1.9535953</c:v>
                </c:pt>
                <c:pt idx="3826">
                  <c:v>1.9535858</c:v>
                </c:pt>
                <c:pt idx="3827">
                  <c:v>1.9535762</c:v>
                </c:pt>
                <c:pt idx="3828">
                  <c:v>1.9535665</c:v>
                </c:pt>
                <c:pt idx="3829">
                  <c:v>1.9535566</c:v>
                </c:pt>
                <c:pt idx="3830">
                  <c:v>1.9535468</c:v>
                </c:pt>
                <c:pt idx="3831">
                  <c:v>1.9535368</c:v>
                </c:pt>
                <c:pt idx="3832">
                  <c:v>1.9535268</c:v>
                </c:pt>
                <c:pt idx="3833">
                  <c:v>1.9535167</c:v>
                </c:pt>
                <c:pt idx="3834">
                  <c:v>1.9535065</c:v>
                </c:pt>
                <c:pt idx="3835">
                  <c:v>1.9534962</c:v>
                </c:pt>
                <c:pt idx="3836">
                  <c:v>1.9534859</c:v>
                </c:pt>
                <c:pt idx="3837">
                  <c:v>1.9534756</c:v>
                </c:pt>
                <c:pt idx="3838">
                  <c:v>1.9534652</c:v>
                </c:pt>
                <c:pt idx="3839">
                  <c:v>1.9534547</c:v>
                </c:pt>
                <c:pt idx="3840">
                  <c:v>1.9534442</c:v>
                </c:pt>
                <c:pt idx="3841">
                  <c:v>1.9534337</c:v>
                </c:pt>
                <c:pt idx="3842">
                  <c:v>1.953423</c:v>
                </c:pt>
                <c:pt idx="3843">
                  <c:v>1.9534125</c:v>
                </c:pt>
                <c:pt idx="3844">
                  <c:v>1.9534019</c:v>
                </c:pt>
                <c:pt idx="3845">
                  <c:v>1.9533912</c:v>
                </c:pt>
                <c:pt idx="3846">
                  <c:v>1.9533805</c:v>
                </c:pt>
                <c:pt idx="3847">
                  <c:v>1.9533699</c:v>
                </c:pt>
                <c:pt idx="3848">
                  <c:v>1.9533591</c:v>
                </c:pt>
                <c:pt idx="3849">
                  <c:v>1.9533485</c:v>
                </c:pt>
                <c:pt idx="3850">
                  <c:v>1.9533378</c:v>
                </c:pt>
                <c:pt idx="3851">
                  <c:v>1.9533271</c:v>
                </c:pt>
                <c:pt idx="3852">
                  <c:v>1.9533165</c:v>
                </c:pt>
                <c:pt idx="3853">
                  <c:v>1.9533058</c:v>
                </c:pt>
                <c:pt idx="3854">
                  <c:v>1.9532952</c:v>
                </c:pt>
                <c:pt idx="3855">
                  <c:v>1.9532846</c:v>
                </c:pt>
                <c:pt idx="3856">
                  <c:v>1.953274</c:v>
                </c:pt>
                <c:pt idx="3857">
                  <c:v>1.9532634</c:v>
                </c:pt>
                <c:pt idx="3858">
                  <c:v>1.9532528</c:v>
                </c:pt>
                <c:pt idx="3859">
                  <c:v>1.9532424</c:v>
                </c:pt>
                <c:pt idx="3860">
                  <c:v>1.9532319</c:v>
                </c:pt>
                <c:pt idx="3861">
                  <c:v>1.9532215</c:v>
                </c:pt>
                <c:pt idx="3862">
                  <c:v>1.9532112</c:v>
                </c:pt>
                <c:pt idx="3863">
                  <c:v>1.9532009</c:v>
                </c:pt>
                <c:pt idx="3864">
                  <c:v>1.9531906</c:v>
                </c:pt>
                <c:pt idx="3865">
                  <c:v>1.9531804</c:v>
                </c:pt>
                <c:pt idx="3866">
                  <c:v>1.9531703</c:v>
                </c:pt>
                <c:pt idx="3867">
                  <c:v>1.9531603</c:v>
                </c:pt>
                <c:pt idx="3868">
                  <c:v>1.9531503</c:v>
                </c:pt>
                <c:pt idx="3869">
                  <c:v>1.9531404</c:v>
                </c:pt>
                <c:pt idx="3870">
                  <c:v>1.9531305</c:v>
                </c:pt>
                <c:pt idx="3871">
                  <c:v>1.9531208</c:v>
                </c:pt>
                <c:pt idx="3872">
                  <c:v>1.9531111</c:v>
                </c:pt>
                <c:pt idx="3873">
                  <c:v>1.9531015</c:v>
                </c:pt>
                <c:pt idx="3874">
                  <c:v>1.953092</c:v>
                </c:pt>
                <c:pt idx="3875">
                  <c:v>1.9530826</c:v>
                </c:pt>
                <c:pt idx="3876">
                  <c:v>1.9530734</c:v>
                </c:pt>
                <c:pt idx="3877">
                  <c:v>1.9530642</c:v>
                </c:pt>
                <c:pt idx="3878">
                  <c:v>1.9530552</c:v>
                </c:pt>
                <c:pt idx="3879">
                  <c:v>1.9530463</c:v>
                </c:pt>
                <c:pt idx="3880">
                  <c:v>1.9530374</c:v>
                </c:pt>
                <c:pt idx="3881">
                  <c:v>1.9530287</c:v>
                </c:pt>
                <c:pt idx="3882">
                  <c:v>1.9530202</c:v>
                </c:pt>
                <c:pt idx="3883">
                  <c:v>1.9530118</c:v>
                </c:pt>
                <c:pt idx="3884">
                  <c:v>1.9530035</c:v>
                </c:pt>
                <c:pt idx="3885">
                  <c:v>1.9529953</c:v>
                </c:pt>
                <c:pt idx="3886">
                  <c:v>1.9529873</c:v>
                </c:pt>
                <c:pt idx="3887">
                  <c:v>1.9529794</c:v>
                </c:pt>
                <c:pt idx="3888">
                  <c:v>1.9529717</c:v>
                </c:pt>
                <c:pt idx="3889">
                  <c:v>1.9529641</c:v>
                </c:pt>
                <c:pt idx="3890">
                  <c:v>1.9529567</c:v>
                </c:pt>
                <c:pt idx="3891">
                  <c:v>1.9529495</c:v>
                </c:pt>
                <c:pt idx="3892">
                  <c:v>1.9529424</c:v>
                </c:pt>
                <c:pt idx="3893">
                  <c:v>1.9529355</c:v>
                </c:pt>
                <c:pt idx="3894">
                  <c:v>1.9529288</c:v>
                </c:pt>
                <c:pt idx="3895">
                  <c:v>1.9529222</c:v>
                </c:pt>
                <c:pt idx="3896">
                  <c:v>1.9529158</c:v>
                </c:pt>
                <c:pt idx="3897">
                  <c:v>1.9529096</c:v>
                </c:pt>
                <c:pt idx="3898">
                  <c:v>1.9529035</c:v>
                </c:pt>
                <c:pt idx="3899">
                  <c:v>1.9528976</c:v>
                </c:pt>
                <c:pt idx="3900">
                  <c:v>1.952892</c:v>
                </c:pt>
                <c:pt idx="3901">
                  <c:v>1.9528865</c:v>
                </c:pt>
                <c:pt idx="3902">
                  <c:v>1.9528813</c:v>
                </c:pt>
                <c:pt idx="3903">
                  <c:v>1.9528762</c:v>
                </c:pt>
                <c:pt idx="3904">
                  <c:v>1.9528714</c:v>
                </c:pt>
                <c:pt idx="3905">
                  <c:v>1.9528668</c:v>
                </c:pt>
                <c:pt idx="3906">
                  <c:v>1.9528624</c:v>
                </c:pt>
                <c:pt idx="3907">
                  <c:v>1.9528582</c:v>
                </c:pt>
                <c:pt idx="3908">
                  <c:v>1.9528541</c:v>
                </c:pt>
                <c:pt idx="3909">
                  <c:v>1.9528504</c:v>
                </c:pt>
                <c:pt idx="3910">
                  <c:v>1.9528805</c:v>
                </c:pt>
                <c:pt idx="3911">
                  <c:v>1.9529869</c:v>
                </c:pt>
                <c:pt idx="3912">
                  <c:v>1.953093</c:v>
                </c:pt>
                <c:pt idx="3913">
                  <c:v>1.9531989</c:v>
                </c:pt>
                <c:pt idx="3914">
                  <c:v>1.9533045</c:v>
                </c:pt>
                <c:pt idx="3915">
                  <c:v>1.9534099</c:v>
                </c:pt>
                <c:pt idx="3916">
                  <c:v>1.953515</c:v>
                </c:pt>
                <c:pt idx="3917">
                  <c:v>1.9536198</c:v>
                </c:pt>
                <c:pt idx="3918">
                  <c:v>1.9537243</c:v>
                </c:pt>
                <c:pt idx="3919">
                  <c:v>1.9538286</c:v>
                </c:pt>
                <c:pt idx="3920">
                  <c:v>1.9539325</c:v>
                </c:pt>
                <c:pt idx="3921">
                  <c:v>1.9540362</c:v>
                </c:pt>
                <c:pt idx="3922">
                  <c:v>1.9541396</c:v>
                </c:pt>
                <c:pt idx="3923">
                  <c:v>1.9542427</c:v>
                </c:pt>
                <c:pt idx="3924">
                  <c:v>1.9543455</c:v>
                </c:pt>
                <c:pt idx="3925">
                  <c:v>1.954448</c:v>
                </c:pt>
                <c:pt idx="3926">
                  <c:v>1.9545502</c:v>
                </c:pt>
                <c:pt idx="3927">
                  <c:v>1.954652</c:v>
                </c:pt>
                <c:pt idx="3928">
                  <c:v>1.9547536</c:v>
                </c:pt>
                <c:pt idx="3929">
                  <c:v>1.9548547</c:v>
                </c:pt>
                <c:pt idx="3930">
                  <c:v>1.9549556</c:v>
                </c:pt>
                <c:pt idx="3931">
                  <c:v>1.9550561</c:v>
                </c:pt>
                <c:pt idx="3932">
                  <c:v>1.9551563</c:v>
                </c:pt>
                <c:pt idx="3933">
                  <c:v>1.9552561</c:v>
                </c:pt>
                <c:pt idx="3934">
                  <c:v>1.9553555</c:v>
                </c:pt>
                <c:pt idx="3935">
                  <c:v>1.9554546</c:v>
                </c:pt>
                <c:pt idx="3936">
                  <c:v>1.9555533</c:v>
                </c:pt>
                <c:pt idx="3937">
                  <c:v>1.9556517</c:v>
                </c:pt>
                <c:pt idx="3938">
                  <c:v>1.9557497</c:v>
                </c:pt>
                <c:pt idx="3939">
                  <c:v>1.9558473</c:v>
                </c:pt>
                <c:pt idx="3940">
                  <c:v>1.9559445</c:v>
                </c:pt>
                <c:pt idx="3941">
                  <c:v>1.9560414</c:v>
                </c:pt>
                <c:pt idx="3942">
                  <c:v>1.9561378</c:v>
                </c:pt>
                <c:pt idx="3943">
                  <c:v>1.9562339</c:v>
                </c:pt>
                <c:pt idx="3944">
                  <c:v>1.9563296</c:v>
                </c:pt>
                <c:pt idx="3945">
                  <c:v>1.9564249</c:v>
                </c:pt>
                <c:pt idx="3946">
                  <c:v>1.9565198</c:v>
                </c:pt>
                <c:pt idx="3947">
                  <c:v>1.9566142</c:v>
                </c:pt>
                <c:pt idx="3948">
                  <c:v>1.9567083</c:v>
                </c:pt>
                <c:pt idx="3949">
                  <c:v>1.956802</c:v>
                </c:pt>
                <c:pt idx="3950">
                  <c:v>1.9568953</c:v>
                </c:pt>
                <c:pt idx="3951">
                  <c:v>1.9569881</c:v>
                </c:pt>
                <c:pt idx="3952">
                  <c:v>1.9570806</c:v>
                </c:pt>
                <c:pt idx="3953">
                  <c:v>1.9571726</c:v>
                </c:pt>
                <c:pt idx="3954">
                  <c:v>1.9572642</c:v>
                </c:pt>
                <c:pt idx="3955">
                  <c:v>1.9573554</c:v>
                </c:pt>
                <c:pt idx="3956">
                  <c:v>1.9574462</c:v>
                </c:pt>
                <c:pt idx="3957">
                  <c:v>1.9575365</c:v>
                </c:pt>
                <c:pt idx="3958">
                  <c:v>1.9576265</c:v>
                </c:pt>
                <c:pt idx="3959">
                  <c:v>1.9577159</c:v>
                </c:pt>
                <c:pt idx="3960">
                  <c:v>1.957805</c:v>
                </c:pt>
                <c:pt idx="3961">
                  <c:v>1.9578936</c:v>
                </c:pt>
                <c:pt idx="3962">
                  <c:v>1.9579818</c:v>
                </c:pt>
                <c:pt idx="3963">
                  <c:v>1.9580696</c:v>
                </c:pt>
                <c:pt idx="3964">
                  <c:v>1.9581569</c:v>
                </c:pt>
                <c:pt idx="3965">
                  <c:v>1.9582438</c:v>
                </c:pt>
                <c:pt idx="3966">
                  <c:v>1.9583302</c:v>
                </c:pt>
                <c:pt idx="3967">
                  <c:v>1.9584162</c:v>
                </c:pt>
                <c:pt idx="3968">
                  <c:v>1.9585018</c:v>
                </c:pt>
                <c:pt idx="3969">
                  <c:v>1.9585869</c:v>
                </c:pt>
                <c:pt idx="3970">
                  <c:v>1.9586716</c:v>
                </c:pt>
                <c:pt idx="3971">
                  <c:v>1.9587558</c:v>
                </c:pt>
                <c:pt idx="3972">
                  <c:v>1.9588395</c:v>
                </c:pt>
                <c:pt idx="3973">
                  <c:v>1.9589229</c:v>
                </c:pt>
                <c:pt idx="3974">
                  <c:v>1.9590057</c:v>
                </c:pt>
                <c:pt idx="3975">
                  <c:v>1.9590881</c:v>
                </c:pt>
                <c:pt idx="3976">
                  <c:v>1.9591701</c:v>
                </c:pt>
                <c:pt idx="3977">
                  <c:v>1.9592516</c:v>
                </c:pt>
                <c:pt idx="3978">
                  <c:v>1.9593326</c:v>
                </c:pt>
                <c:pt idx="3979">
                  <c:v>1.9594132</c:v>
                </c:pt>
                <c:pt idx="3980">
                  <c:v>1.9594934</c:v>
                </c:pt>
                <c:pt idx="3981">
                  <c:v>1.959573</c:v>
                </c:pt>
                <c:pt idx="3982">
                  <c:v>1.9596522</c:v>
                </c:pt>
                <c:pt idx="3983">
                  <c:v>1.959731</c:v>
                </c:pt>
                <c:pt idx="3984">
                  <c:v>1.9598093</c:v>
                </c:pt>
                <c:pt idx="3985">
                  <c:v>1.9598871</c:v>
                </c:pt>
                <c:pt idx="3986">
                  <c:v>1.9599645</c:v>
                </c:pt>
                <c:pt idx="3987">
                  <c:v>1.9600413</c:v>
                </c:pt>
                <c:pt idx="3988">
                  <c:v>1.9601178</c:v>
                </c:pt>
                <c:pt idx="3989">
                  <c:v>1.9601937</c:v>
                </c:pt>
                <c:pt idx="3990">
                  <c:v>1.9602692</c:v>
                </c:pt>
                <c:pt idx="3991">
                  <c:v>1.9603442</c:v>
                </c:pt>
                <c:pt idx="3992">
                  <c:v>1.9604188</c:v>
                </c:pt>
                <c:pt idx="3993">
                  <c:v>1.9604929</c:v>
                </c:pt>
                <c:pt idx="3994">
                  <c:v>1.9605665</c:v>
                </c:pt>
                <c:pt idx="3995">
                  <c:v>1.9606396</c:v>
                </c:pt>
                <c:pt idx="3996">
                  <c:v>1.9607123</c:v>
                </c:pt>
                <c:pt idx="3997">
                  <c:v>1.9607844</c:v>
                </c:pt>
                <c:pt idx="3998">
                  <c:v>1.9608561</c:v>
                </c:pt>
                <c:pt idx="3999">
                  <c:v>1.9609274</c:v>
                </c:pt>
                <c:pt idx="4000">
                  <c:v>1.9609981</c:v>
                </c:pt>
                <c:pt idx="4001">
                  <c:v>1.9610684</c:v>
                </c:pt>
                <c:pt idx="4002">
                  <c:v>1.9611382</c:v>
                </c:pt>
                <c:pt idx="4003">
                  <c:v>1.9612075</c:v>
                </c:pt>
                <c:pt idx="4004">
                  <c:v>1.9612764</c:v>
                </c:pt>
                <c:pt idx="4005">
                  <c:v>1.9613447</c:v>
                </c:pt>
                <c:pt idx="4006">
                  <c:v>1.9614126</c:v>
                </c:pt>
                <c:pt idx="4007">
                  <c:v>1.96148</c:v>
                </c:pt>
                <c:pt idx="4008">
                  <c:v>1.9615469</c:v>
                </c:pt>
                <c:pt idx="4009">
                  <c:v>1.9616134</c:v>
                </c:pt>
                <c:pt idx="4010">
                  <c:v>1.9616793</c:v>
                </c:pt>
                <c:pt idx="4011">
                  <c:v>1.9617448</c:v>
                </c:pt>
                <c:pt idx="4012">
                  <c:v>1.9618098</c:v>
                </c:pt>
                <c:pt idx="4013">
                  <c:v>1.9618743</c:v>
                </c:pt>
                <c:pt idx="4014">
                  <c:v>1.9619383</c:v>
                </c:pt>
                <c:pt idx="4015">
                  <c:v>1.9620019</c:v>
                </c:pt>
                <c:pt idx="4016">
                  <c:v>1.9620649</c:v>
                </c:pt>
                <c:pt idx="4017">
                  <c:v>1.9621275</c:v>
                </c:pt>
                <c:pt idx="4018">
                  <c:v>1.9621896</c:v>
                </c:pt>
                <c:pt idx="4019">
                  <c:v>1.9622512</c:v>
                </c:pt>
                <c:pt idx="4020">
                  <c:v>1.9623123</c:v>
                </c:pt>
                <c:pt idx="4021">
                  <c:v>1.9623729</c:v>
                </c:pt>
                <c:pt idx="4022">
                  <c:v>1.9624331</c:v>
                </c:pt>
                <c:pt idx="4023">
                  <c:v>1.9624927</c:v>
                </c:pt>
                <c:pt idx="4024">
                  <c:v>1.9625519</c:v>
                </c:pt>
                <c:pt idx="4025">
                  <c:v>1.9626106</c:v>
                </c:pt>
                <c:pt idx="4026">
                  <c:v>1.9626688</c:v>
                </c:pt>
                <c:pt idx="4027">
                  <c:v>1.9627265</c:v>
                </c:pt>
                <c:pt idx="4028">
                  <c:v>1.9627837</c:v>
                </c:pt>
                <c:pt idx="4029">
                  <c:v>1.9628405</c:v>
                </c:pt>
                <c:pt idx="4030">
                  <c:v>1.9628967</c:v>
                </c:pt>
                <c:pt idx="4031">
                  <c:v>1.9629525</c:v>
                </c:pt>
                <c:pt idx="4032">
                  <c:v>1.9630078</c:v>
                </c:pt>
                <c:pt idx="4033">
                  <c:v>1.9630625</c:v>
                </c:pt>
                <c:pt idx="4034">
                  <c:v>1.9631168</c:v>
                </c:pt>
                <c:pt idx="4035">
                  <c:v>1.9631706</c:v>
                </c:pt>
                <c:pt idx="4036">
                  <c:v>1.963224</c:v>
                </c:pt>
                <c:pt idx="4037">
                  <c:v>1.9632768</c:v>
                </c:pt>
                <c:pt idx="4038">
                  <c:v>1.9633292</c:v>
                </c:pt>
                <c:pt idx="4039">
                  <c:v>1.963381</c:v>
                </c:pt>
                <c:pt idx="4040">
                  <c:v>1.9634324</c:v>
                </c:pt>
                <c:pt idx="4041">
                  <c:v>1.9634833</c:v>
                </c:pt>
                <c:pt idx="4042">
                  <c:v>1.9635337</c:v>
                </c:pt>
                <c:pt idx="4043">
                  <c:v>1.9635836</c:v>
                </c:pt>
                <c:pt idx="4044">
                  <c:v>1.963633</c:v>
                </c:pt>
                <c:pt idx="4045">
                  <c:v>1.9636819</c:v>
                </c:pt>
                <c:pt idx="4046">
                  <c:v>1.9637304</c:v>
                </c:pt>
                <c:pt idx="4047">
                  <c:v>1.9637783</c:v>
                </c:pt>
                <c:pt idx="4048">
                  <c:v>1.9638258</c:v>
                </c:pt>
                <c:pt idx="4049">
                  <c:v>1.9638728</c:v>
                </c:pt>
                <c:pt idx="4050">
                  <c:v>1.9639193</c:v>
                </c:pt>
                <c:pt idx="4051">
                  <c:v>1.9639653</c:v>
                </c:pt>
                <c:pt idx="4052">
                  <c:v>1.9640109</c:v>
                </c:pt>
                <c:pt idx="4053">
                  <c:v>1.9640559</c:v>
                </c:pt>
                <c:pt idx="4054">
                  <c:v>1.9641005</c:v>
                </c:pt>
                <c:pt idx="4055">
                  <c:v>1.9641446</c:v>
                </c:pt>
                <c:pt idx="4056">
                  <c:v>1.9641882</c:v>
                </c:pt>
                <c:pt idx="4057">
                  <c:v>1.9642314</c:v>
                </c:pt>
                <c:pt idx="4058">
                  <c:v>1.964274</c:v>
                </c:pt>
                <c:pt idx="4059">
                  <c:v>1.9643162</c:v>
                </c:pt>
                <c:pt idx="4060">
                  <c:v>1.9643579</c:v>
                </c:pt>
                <c:pt idx="4061">
                  <c:v>1.9643991</c:v>
                </c:pt>
                <c:pt idx="4062">
                  <c:v>1.9644399</c:v>
                </c:pt>
                <c:pt idx="4063">
                  <c:v>1.9644801</c:v>
                </c:pt>
                <c:pt idx="4064">
                  <c:v>1.9645199</c:v>
                </c:pt>
                <c:pt idx="4065">
                  <c:v>1.9645593</c:v>
                </c:pt>
                <c:pt idx="4066">
                  <c:v>1.9645981</c:v>
                </c:pt>
                <c:pt idx="4067">
                  <c:v>1.9646365</c:v>
                </c:pt>
                <c:pt idx="4068">
                  <c:v>1.9646744</c:v>
                </c:pt>
                <c:pt idx="4069">
                  <c:v>1.9647119</c:v>
                </c:pt>
                <c:pt idx="4070">
                  <c:v>1.9647488</c:v>
                </c:pt>
                <c:pt idx="4071">
                  <c:v>1.9647854</c:v>
                </c:pt>
                <c:pt idx="4072">
                  <c:v>1.9648214</c:v>
                </c:pt>
                <c:pt idx="4073">
                  <c:v>1.964857</c:v>
                </c:pt>
                <c:pt idx="4074">
                  <c:v>1.9648921</c:v>
                </c:pt>
                <c:pt idx="4075">
                  <c:v>1.9649268</c:v>
                </c:pt>
                <c:pt idx="4076">
                  <c:v>1.964961</c:v>
                </c:pt>
                <c:pt idx="4077">
                  <c:v>1.9649947</c:v>
                </c:pt>
                <c:pt idx="4078">
                  <c:v>1.965028</c:v>
                </c:pt>
                <c:pt idx="4079">
                  <c:v>1.9650608</c:v>
                </c:pt>
                <c:pt idx="4080">
                  <c:v>1.9650932</c:v>
                </c:pt>
                <c:pt idx="4081">
                  <c:v>1.9651251</c:v>
                </c:pt>
                <c:pt idx="4082">
                  <c:v>1.9651566</c:v>
                </c:pt>
                <c:pt idx="4083">
                  <c:v>1.9651876</c:v>
                </c:pt>
                <c:pt idx="4084">
                  <c:v>1.9652181</c:v>
                </c:pt>
                <c:pt idx="4085">
                  <c:v>1.9652483</c:v>
                </c:pt>
                <c:pt idx="4086">
                  <c:v>1.9652779</c:v>
                </c:pt>
                <c:pt idx="4087">
                  <c:v>1.9653072</c:v>
                </c:pt>
                <c:pt idx="4088">
                  <c:v>1.9653359</c:v>
                </c:pt>
                <c:pt idx="4089">
                  <c:v>1.9653643</c:v>
                </c:pt>
                <c:pt idx="4090">
                  <c:v>1.9653922</c:v>
                </c:pt>
                <c:pt idx="4091">
                  <c:v>1.9654197</c:v>
                </c:pt>
                <c:pt idx="4092">
                  <c:v>1.9654467</c:v>
                </c:pt>
                <c:pt idx="4093">
                  <c:v>1.9654733</c:v>
                </c:pt>
                <c:pt idx="4094">
                  <c:v>1.9654994</c:v>
                </c:pt>
                <c:pt idx="4095">
                  <c:v>1.9655252</c:v>
                </c:pt>
                <c:pt idx="4096">
                  <c:v>1.9655505</c:v>
                </c:pt>
                <c:pt idx="4097">
                  <c:v>1.9655754</c:v>
                </c:pt>
                <c:pt idx="4098">
                  <c:v>1.9655998</c:v>
                </c:pt>
                <c:pt idx="4099">
                  <c:v>1.9656238</c:v>
                </c:pt>
                <c:pt idx="4100">
                  <c:v>1.9656474</c:v>
                </c:pt>
                <c:pt idx="4101">
                  <c:v>1.9656706</c:v>
                </c:pt>
                <c:pt idx="4102">
                  <c:v>1.9656934</c:v>
                </c:pt>
                <c:pt idx="4103">
                  <c:v>1.9657158</c:v>
                </c:pt>
                <c:pt idx="4104">
                  <c:v>1.9657377</c:v>
                </c:pt>
                <c:pt idx="4105">
                  <c:v>1.9657592</c:v>
                </c:pt>
                <c:pt idx="4106">
                  <c:v>1.9657804</c:v>
                </c:pt>
                <c:pt idx="4107">
                  <c:v>1.9658011</c:v>
                </c:pt>
                <c:pt idx="4108">
                  <c:v>1.9658214</c:v>
                </c:pt>
                <c:pt idx="4109">
                  <c:v>1.9658413</c:v>
                </c:pt>
                <c:pt idx="4110">
                  <c:v>1.9658609</c:v>
                </c:pt>
                <c:pt idx="4111">
                  <c:v>1.96588</c:v>
                </c:pt>
                <c:pt idx="4112">
                  <c:v>1.9658987</c:v>
                </c:pt>
                <c:pt idx="4113">
                  <c:v>1.9659171</c:v>
                </c:pt>
                <c:pt idx="4114">
                  <c:v>1.965935</c:v>
                </c:pt>
                <c:pt idx="4115">
                  <c:v>1.9659526</c:v>
                </c:pt>
                <c:pt idx="4116">
                  <c:v>1.9659698</c:v>
                </c:pt>
                <c:pt idx="4117">
                  <c:v>1.9659866</c:v>
                </c:pt>
                <c:pt idx="4118">
                  <c:v>1.966003</c:v>
                </c:pt>
                <c:pt idx="4119">
                  <c:v>1.966019</c:v>
                </c:pt>
                <c:pt idx="4120">
                  <c:v>1.9660347</c:v>
                </c:pt>
                <c:pt idx="4121">
                  <c:v>1.96605</c:v>
                </c:pt>
                <c:pt idx="4122">
                  <c:v>1.9660649</c:v>
                </c:pt>
                <c:pt idx="4123">
                  <c:v>1.9660794</c:v>
                </c:pt>
                <c:pt idx="4124">
                  <c:v>1.9660936</c:v>
                </c:pt>
                <c:pt idx="4125">
                  <c:v>1.9661074</c:v>
                </c:pt>
                <c:pt idx="4126">
                  <c:v>1.9661209</c:v>
                </c:pt>
                <c:pt idx="4127">
                  <c:v>1.966134</c:v>
                </c:pt>
                <c:pt idx="4128">
                  <c:v>1.9661468</c:v>
                </c:pt>
                <c:pt idx="4129">
                  <c:v>1.9661592</c:v>
                </c:pt>
                <c:pt idx="4130">
                  <c:v>1.9661712</c:v>
                </c:pt>
                <c:pt idx="4131">
                  <c:v>1.9661829</c:v>
                </c:pt>
                <c:pt idx="4132">
                  <c:v>1.9661943</c:v>
                </c:pt>
                <c:pt idx="4133">
                  <c:v>1.9662053</c:v>
                </c:pt>
                <c:pt idx="4134">
                  <c:v>1.966216</c:v>
                </c:pt>
                <c:pt idx="4135">
                  <c:v>1.9662264</c:v>
                </c:pt>
                <c:pt idx="4136">
                  <c:v>1.9662364</c:v>
                </c:pt>
                <c:pt idx="4137">
                  <c:v>1.9662461</c:v>
                </c:pt>
                <c:pt idx="4138">
                  <c:v>1.9662554</c:v>
                </c:pt>
                <c:pt idx="4139">
                  <c:v>1.9662645</c:v>
                </c:pt>
                <c:pt idx="4140">
                  <c:v>1.9662732</c:v>
                </c:pt>
                <c:pt idx="4141">
                  <c:v>1.9662816</c:v>
                </c:pt>
                <c:pt idx="4142">
                  <c:v>1.9662897</c:v>
                </c:pt>
                <c:pt idx="4143">
                  <c:v>1.9662975</c:v>
                </c:pt>
                <c:pt idx="4144">
                  <c:v>1.966305</c:v>
                </c:pt>
                <c:pt idx="4145">
                  <c:v>1.9663122</c:v>
                </c:pt>
                <c:pt idx="4146">
                  <c:v>1.9663191</c:v>
                </c:pt>
                <c:pt idx="4147">
                  <c:v>1.9663257</c:v>
                </c:pt>
                <c:pt idx="4148">
                  <c:v>1.966332</c:v>
                </c:pt>
                <c:pt idx="4149">
                  <c:v>1.966338</c:v>
                </c:pt>
                <c:pt idx="4150">
                  <c:v>1.9663437</c:v>
                </c:pt>
                <c:pt idx="4151">
                  <c:v>1.9663492</c:v>
                </c:pt>
                <c:pt idx="4152">
                  <c:v>1.9663543</c:v>
                </c:pt>
                <c:pt idx="4153">
                  <c:v>1.9663592</c:v>
                </c:pt>
                <c:pt idx="4154">
                  <c:v>1.9663638</c:v>
                </c:pt>
                <c:pt idx="4155">
                  <c:v>1.9663682</c:v>
                </c:pt>
                <c:pt idx="4156">
                  <c:v>1.9663722</c:v>
                </c:pt>
                <c:pt idx="4157">
                  <c:v>1.9663761</c:v>
                </c:pt>
                <c:pt idx="4158">
                  <c:v>1.9663796</c:v>
                </c:pt>
                <c:pt idx="4159">
                  <c:v>1.9663829</c:v>
                </c:pt>
                <c:pt idx="4160">
                  <c:v>1.966386</c:v>
                </c:pt>
                <c:pt idx="4161">
                  <c:v>1.9663888</c:v>
                </c:pt>
                <c:pt idx="4162">
                  <c:v>1.9663913</c:v>
                </c:pt>
                <c:pt idx="4163">
                  <c:v>1.9663937</c:v>
                </c:pt>
                <c:pt idx="4164">
                  <c:v>1.9663958</c:v>
                </c:pt>
                <c:pt idx="4165">
                  <c:v>1.9663976</c:v>
                </c:pt>
                <c:pt idx="4166">
                  <c:v>1.9663992</c:v>
                </c:pt>
                <c:pt idx="4167">
                  <c:v>1.9664006</c:v>
                </c:pt>
                <c:pt idx="4168">
                  <c:v>1.9664018</c:v>
                </c:pt>
                <c:pt idx="4169">
                  <c:v>1.9664028</c:v>
                </c:pt>
                <c:pt idx="4170">
                  <c:v>1.9664036</c:v>
                </c:pt>
                <c:pt idx="4171">
                  <c:v>1.9664041</c:v>
                </c:pt>
                <c:pt idx="4172">
                  <c:v>1.9664045</c:v>
                </c:pt>
                <c:pt idx="4173">
                  <c:v>1.9664046</c:v>
                </c:pt>
                <c:pt idx="4174">
                  <c:v>1.9664045</c:v>
                </c:pt>
                <c:pt idx="4175">
                  <c:v>1.9664043</c:v>
                </c:pt>
                <c:pt idx="4176">
                  <c:v>1.9664038</c:v>
                </c:pt>
                <c:pt idx="4177">
                  <c:v>1.9664032</c:v>
                </c:pt>
                <c:pt idx="4178">
                  <c:v>1.9664024</c:v>
                </c:pt>
                <c:pt idx="4179">
                  <c:v>1.9664014</c:v>
                </c:pt>
                <c:pt idx="4180">
                  <c:v>1.9664002</c:v>
                </c:pt>
                <c:pt idx="4181">
                  <c:v>1.9663989</c:v>
                </c:pt>
                <c:pt idx="4182">
                  <c:v>1.9663974</c:v>
                </c:pt>
                <c:pt idx="4183">
                  <c:v>1.9663957</c:v>
                </c:pt>
                <c:pt idx="4184">
                  <c:v>1.9663939</c:v>
                </c:pt>
                <c:pt idx="4185">
                  <c:v>1.9663919</c:v>
                </c:pt>
                <c:pt idx="4186">
                  <c:v>1.9663897</c:v>
                </c:pt>
                <c:pt idx="4187">
                  <c:v>1.9663875</c:v>
                </c:pt>
                <c:pt idx="4188">
                  <c:v>1.966385</c:v>
                </c:pt>
                <c:pt idx="4189">
                  <c:v>1.9663824</c:v>
                </c:pt>
                <c:pt idx="4190">
                  <c:v>1.9663797</c:v>
                </c:pt>
                <c:pt idx="4191">
                  <c:v>1.9663769</c:v>
                </c:pt>
                <c:pt idx="4192">
                  <c:v>1.9663739</c:v>
                </c:pt>
                <c:pt idx="4193">
                  <c:v>1.9663708</c:v>
                </c:pt>
                <c:pt idx="4194">
                  <c:v>1.9663676</c:v>
                </c:pt>
                <c:pt idx="4195">
                  <c:v>1.9663643</c:v>
                </c:pt>
                <c:pt idx="4196">
                  <c:v>1.9663608</c:v>
                </c:pt>
                <c:pt idx="4197">
                  <c:v>1.9663572</c:v>
                </c:pt>
                <c:pt idx="4198">
                  <c:v>1.9663536</c:v>
                </c:pt>
                <c:pt idx="4199">
                  <c:v>1.9663498</c:v>
                </c:pt>
                <c:pt idx="4200">
                  <c:v>1.9664233</c:v>
                </c:pt>
                <c:pt idx="4201">
                  <c:v>1.9665157</c:v>
                </c:pt>
                <c:pt idx="4202">
                  <c:v>1.9666081</c:v>
                </c:pt>
                <c:pt idx="4203">
                  <c:v>1.9667008</c:v>
                </c:pt>
                <c:pt idx="4204">
                  <c:v>1.9667935</c:v>
                </c:pt>
                <c:pt idx="4205">
                  <c:v>1.9668865</c:v>
                </c:pt>
                <c:pt idx="4206">
                  <c:v>1.9669795</c:v>
                </c:pt>
                <c:pt idx="4207">
                  <c:v>1.9670727</c:v>
                </c:pt>
                <c:pt idx="4208">
                  <c:v>1.9671661</c:v>
                </c:pt>
                <c:pt idx="4209">
                  <c:v>1.9672595</c:v>
                </c:pt>
                <c:pt idx="4210">
                  <c:v>1.9673531</c:v>
                </c:pt>
                <c:pt idx="4211">
                  <c:v>1.9674469</c:v>
                </c:pt>
                <c:pt idx="4212">
                  <c:v>1.9675407</c:v>
                </c:pt>
                <c:pt idx="4213">
                  <c:v>1.9676346</c:v>
                </c:pt>
                <c:pt idx="4214">
                  <c:v>1.9677287</c:v>
                </c:pt>
                <c:pt idx="4215">
                  <c:v>1.9678229</c:v>
                </c:pt>
                <c:pt idx="4216">
                  <c:v>1.9679171</c:v>
                </c:pt>
                <c:pt idx="4217">
                  <c:v>1.9680115</c:v>
                </c:pt>
                <c:pt idx="4218">
                  <c:v>1.9681059</c:v>
                </c:pt>
                <c:pt idx="4219">
                  <c:v>1.9682005</c:v>
                </c:pt>
                <c:pt idx="4220">
                  <c:v>1.9682952</c:v>
                </c:pt>
                <c:pt idx="4221">
                  <c:v>1.9683899</c:v>
                </c:pt>
                <c:pt idx="4222">
                  <c:v>1.9684848</c:v>
                </c:pt>
                <c:pt idx="4223">
                  <c:v>1.9685797</c:v>
                </c:pt>
                <c:pt idx="4224">
                  <c:v>1.9686747</c:v>
                </c:pt>
                <c:pt idx="4225">
                  <c:v>1.9687697</c:v>
                </c:pt>
                <c:pt idx="4226">
                  <c:v>1.9688649</c:v>
                </c:pt>
                <c:pt idx="4227">
                  <c:v>1.9689601</c:v>
                </c:pt>
                <c:pt idx="4228">
                  <c:v>1.9690553</c:v>
                </c:pt>
                <c:pt idx="4229">
                  <c:v>1.9691506</c:v>
                </c:pt>
                <c:pt idx="4230">
                  <c:v>1.969246</c:v>
                </c:pt>
                <c:pt idx="4231">
                  <c:v>1.9693413</c:v>
                </c:pt>
                <c:pt idx="4232">
                  <c:v>1.9694368</c:v>
                </c:pt>
                <c:pt idx="4233">
                  <c:v>1.9695324</c:v>
                </c:pt>
                <c:pt idx="4234">
                  <c:v>1.9696279</c:v>
                </c:pt>
                <c:pt idx="4235">
                  <c:v>1.9697235</c:v>
                </c:pt>
                <c:pt idx="4236">
                  <c:v>1.9698191</c:v>
                </c:pt>
                <c:pt idx="4237">
                  <c:v>1.9699148</c:v>
                </c:pt>
                <c:pt idx="4238">
                  <c:v>1.9700106</c:v>
                </c:pt>
                <c:pt idx="4239">
                  <c:v>1.9701063</c:v>
                </c:pt>
                <c:pt idx="4240">
                  <c:v>1.9702021</c:v>
                </c:pt>
                <c:pt idx="4241">
                  <c:v>1.9702979</c:v>
                </c:pt>
                <c:pt idx="4242">
                  <c:v>1.9703937</c:v>
                </c:pt>
                <c:pt idx="4243">
                  <c:v>1.9704896</c:v>
                </c:pt>
                <c:pt idx="4244">
                  <c:v>1.9705854</c:v>
                </c:pt>
                <c:pt idx="4245">
                  <c:v>1.9706812</c:v>
                </c:pt>
                <c:pt idx="4246">
                  <c:v>1.9707771</c:v>
                </c:pt>
                <c:pt idx="4247">
                  <c:v>1.9708729</c:v>
                </c:pt>
                <c:pt idx="4248">
                  <c:v>1.9709687</c:v>
                </c:pt>
                <c:pt idx="4249">
                  <c:v>1.9710645</c:v>
                </c:pt>
                <c:pt idx="4250">
                  <c:v>1.9711602</c:v>
                </c:pt>
                <c:pt idx="4251">
                  <c:v>1.971256</c:v>
                </c:pt>
                <c:pt idx="4252">
                  <c:v>1.9713517</c:v>
                </c:pt>
                <c:pt idx="4253">
                  <c:v>1.9714473</c:v>
                </c:pt>
                <c:pt idx="4254">
                  <c:v>1.9715431</c:v>
                </c:pt>
                <c:pt idx="4255">
                  <c:v>1.9716387</c:v>
                </c:pt>
                <c:pt idx="4256">
                  <c:v>1.9717343</c:v>
                </c:pt>
                <c:pt idx="4257">
                  <c:v>1.9718298</c:v>
                </c:pt>
                <c:pt idx="4258">
                  <c:v>1.9719254</c:v>
                </c:pt>
                <c:pt idx="4259">
                  <c:v>1.9720209</c:v>
                </c:pt>
                <c:pt idx="4260">
                  <c:v>1.9721163</c:v>
                </c:pt>
                <c:pt idx="4261">
                  <c:v>1.9722117</c:v>
                </c:pt>
                <c:pt idx="4262">
                  <c:v>1.972307</c:v>
                </c:pt>
                <c:pt idx="4263">
                  <c:v>1.9724023</c:v>
                </c:pt>
                <c:pt idx="4264">
                  <c:v>1.9724975</c:v>
                </c:pt>
                <c:pt idx="4265">
                  <c:v>1.9725926</c:v>
                </c:pt>
                <c:pt idx="4266">
                  <c:v>1.9726876</c:v>
                </c:pt>
                <c:pt idx="4267">
                  <c:v>1.9727825</c:v>
                </c:pt>
                <c:pt idx="4268">
                  <c:v>1.9728774</c:v>
                </c:pt>
                <c:pt idx="4269">
                  <c:v>1.9729722</c:v>
                </c:pt>
                <c:pt idx="4270">
                  <c:v>1.9730669</c:v>
                </c:pt>
                <c:pt idx="4271">
                  <c:v>1.9731615</c:v>
                </c:pt>
                <c:pt idx="4272">
                  <c:v>1.9732559</c:v>
                </c:pt>
                <c:pt idx="4273">
                  <c:v>1.9733503</c:v>
                </c:pt>
                <c:pt idx="4274">
                  <c:v>1.9734445</c:v>
                </c:pt>
                <c:pt idx="4275">
                  <c:v>1.9735387</c:v>
                </c:pt>
                <c:pt idx="4276">
                  <c:v>1.9736324</c:v>
                </c:pt>
                <c:pt idx="4277">
                  <c:v>1.973726</c:v>
                </c:pt>
                <c:pt idx="4278">
                  <c:v>1.9738198</c:v>
                </c:pt>
                <c:pt idx="4279">
                  <c:v>1.9739134</c:v>
                </c:pt>
                <c:pt idx="4280">
                  <c:v>1.974007</c:v>
                </c:pt>
                <c:pt idx="4281">
                  <c:v>1.9741004</c:v>
                </c:pt>
                <c:pt idx="4282">
                  <c:v>1.9741937</c:v>
                </c:pt>
                <c:pt idx="4283">
                  <c:v>1.9742868</c:v>
                </c:pt>
                <c:pt idx="4284">
                  <c:v>1.9743798</c:v>
                </c:pt>
                <c:pt idx="4285">
                  <c:v>1.9744727</c:v>
                </c:pt>
                <c:pt idx="4286">
                  <c:v>1.9745654</c:v>
                </c:pt>
                <c:pt idx="4287">
                  <c:v>1.9746579</c:v>
                </c:pt>
                <c:pt idx="4288">
                  <c:v>1.9747503</c:v>
                </c:pt>
                <c:pt idx="4289">
                  <c:v>1.9748425</c:v>
                </c:pt>
                <c:pt idx="4290">
                  <c:v>1.9749345</c:v>
                </c:pt>
                <c:pt idx="4291">
                  <c:v>1.9750264</c:v>
                </c:pt>
                <c:pt idx="4292">
                  <c:v>1.975118</c:v>
                </c:pt>
                <c:pt idx="4293">
                  <c:v>1.9752096</c:v>
                </c:pt>
                <c:pt idx="4294">
                  <c:v>1.9753009</c:v>
                </c:pt>
                <c:pt idx="4295">
                  <c:v>1.9753921</c:v>
                </c:pt>
                <c:pt idx="4296">
                  <c:v>1.975483</c:v>
                </c:pt>
                <c:pt idx="4297">
                  <c:v>1.9755738</c:v>
                </c:pt>
                <c:pt idx="4298">
                  <c:v>1.9756644</c:v>
                </c:pt>
                <c:pt idx="4299">
                  <c:v>1.9757547</c:v>
                </c:pt>
                <c:pt idx="4300">
                  <c:v>1.975845</c:v>
                </c:pt>
                <c:pt idx="4301">
                  <c:v>1.9759349</c:v>
                </c:pt>
                <c:pt idx="4302">
                  <c:v>1.9760247</c:v>
                </c:pt>
                <c:pt idx="4303">
                  <c:v>1.9761142</c:v>
                </c:pt>
                <c:pt idx="4304">
                  <c:v>1.9762036</c:v>
                </c:pt>
                <c:pt idx="4305">
                  <c:v>1.9762928</c:v>
                </c:pt>
                <c:pt idx="4306">
                  <c:v>1.9763817</c:v>
                </c:pt>
                <c:pt idx="4307">
                  <c:v>1.9764704</c:v>
                </c:pt>
                <c:pt idx="4308">
                  <c:v>1.976559</c:v>
                </c:pt>
                <c:pt idx="4309">
                  <c:v>1.9766473</c:v>
                </c:pt>
                <c:pt idx="4310">
                  <c:v>1.9767354</c:v>
                </c:pt>
                <c:pt idx="4311">
                  <c:v>1.9768232</c:v>
                </c:pt>
                <c:pt idx="4312">
                  <c:v>1.9769108</c:v>
                </c:pt>
                <c:pt idx="4313">
                  <c:v>1.9769981</c:v>
                </c:pt>
                <c:pt idx="4314">
                  <c:v>1.9770852</c:v>
                </c:pt>
                <c:pt idx="4315">
                  <c:v>1.9771721</c:v>
                </c:pt>
                <c:pt idx="4316">
                  <c:v>1.9772587</c:v>
                </c:pt>
                <c:pt idx="4317">
                  <c:v>1.9773452</c:v>
                </c:pt>
                <c:pt idx="4318">
                  <c:v>1.9774313</c:v>
                </c:pt>
                <c:pt idx="4319">
                  <c:v>1.9775172</c:v>
                </c:pt>
                <c:pt idx="4320">
                  <c:v>1.9776028</c:v>
                </c:pt>
                <c:pt idx="4321">
                  <c:v>1.9776882</c:v>
                </c:pt>
                <c:pt idx="4322">
                  <c:v>1.9777733</c:v>
                </c:pt>
                <c:pt idx="4323">
                  <c:v>1.9778581</c:v>
                </c:pt>
                <c:pt idx="4324">
                  <c:v>1.9779427</c:v>
                </c:pt>
                <c:pt idx="4325">
                  <c:v>1.9780271</c:v>
                </c:pt>
                <c:pt idx="4326">
                  <c:v>1.9781111</c:v>
                </c:pt>
                <c:pt idx="4327">
                  <c:v>1.9781949</c:v>
                </c:pt>
                <c:pt idx="4328">
                  <c:v>1.9782784</c:v>
                </c:pt>
                <c:pt idx="4329">
                  <c:v>1.9783617</c:v>
                </c:pt>
                <c:pt idx="4330">
                  <c:v>1.9784446</c:v>
                </c:pt>
                <c:pt idx="4331">
                  <c:v>1.9785273</c:v>
                </c:pt>
                <c:pt idx="4332">
                  <c:v>1.9786096</c:v>
                </c:pt>
                <c:pt idx="4333">
                  <c:v>1.9786917</c:v>
                </c:pt>
                <c:pt idx="4334">
                  <c:v>1.9787735</c:v>
                </c:pt>
                <c:pt idx="4335">
                  <c:v>1.978855</c:v>
                </c:pt>
                <c:pt idx="4336">
                  <c:v>1.9789362</c:v>
                </c:pt>
                <c:pt idx="4337">
                  <c:v>1.979017</c:v>
                </c:pt>
                <c:pt idx="4338">
                  <c:v>1.9790975</c:v>
                </c:pt>
                <c:pt idx="4339">
                  <c:v>1.9791778</c:v>
                </c:pt>
                <c:pt idx="4340">
                  <c:v>1.9792578</c:v>
                </c:pt>
                <c:pt idx="4341">
                  <c:v>1.9793374</c:v>
                </c:pt>
                <c:pt idx="4342">
                  <c:v>1.9794168</c:v>
                </c:pt>
                <c:pt idx="4343">
                  <c:v>1.9794958</c:v>
                </c:pt>
                <c:pt idx="4344">
                  <c:v>1.9795746</c:v>
                </c:pt>
                <c:pt idx="4345">
                  <c:v>1.979653</c:v>
                </c:pt>
                <c:pt idx="4346">
                  <c:v>1.9797311</c:v>
                </c:pt>
                <c:pt idx="4347">
                  <c:v>1.9798089</c:v>
                </c:pt>
                <c:pt idx="4348">
                  <c:v>1.9798862</c:v>
                </c:pt>
                <c:pt idx="4349">
                  <c:v>1.9799633</c:v>
                </c:pt>
                <c:pt idx="4350">
                  <c:v>1.9800401</c:v>
                </c:pt>
                <c:pt idx="4351">
                  <c:v>1.9801165</c:v>
                </c:pt>
                <c:pt idx="4352">
                  <c:v>1.9801926</c:v>
                </c:pt>
                <c:pt idx="4353">
                  <c:v>1.9802684</c:v>
                </c:pt>
                <c:pt idx="4354">
                  <c:v>1.9803439</c:v>
                </c:pt>
                <c:pt idx="4355">
                  <c:v>1.9804191</c:v>
                </c:pt>
                <c:pt idx="4356">
                  <c:v>1.9804939</c:v>
                </c:pt>
                <c:pt idx="4357">
                  <c:v>1.9805684</c:v>
                </c:pt>
                <c:pt idx="4358">
                  <c:v>1.9806425</c:v>
                </c:pt>
                <c:pt idx="4359">
                  <c:v>1.9807162</c:v>
                </c:pt>
                <c:pt idx="4360">
                  <c:v>1.9807896</c:v>
                </c:pt>
                <c:pt idx="4361">
                  <c:v>1.9808627</c:v>
                </c:pt>
                <c:pt idx="4362">
                  <c:v>1.9809354</c:v>
                </c:pt>
                <c:pt idx="4363">
                  <c:v>1.9810078</c:v>
                </c:pt>
                <c:pt idx="4364">
                  <c:v>1.9810799</c:v>
                </c:pt>
                <c:pt idx="4365">
                  <c:v>1.9811515</c:v>
                </c:pt>
                <c:pt idx="4366">
                  <c:v>1.9812229</c:v>
                </c:pt>
                <c:pt idx="4367">
                  <c:v>1.9812938</c:v>
                </c:pt>
                <c:pt idx="4368">
                  <c:v>1.9813644</c:v>
                </c:pt>
                <c:pt idx="4369">
                  <c:v>1.9814346</c:v>
                </c:pt>
                <c:pt idx="4370">
                  <c:v>1.9815044</c:v>
                </c:pt>
                <c:pt idx="4371">
                  <c:v>1.9815739</c:v>
                </c:pt>
                <c:pt idx="4372">
                  <c:v>1.981643</c:v>
                </c:pt>
                <c:pt idx="4373">
                  <c:v>1.9817117</c:v>
                </c:pt>
                <c:pt idx="4374">
                  <c:v>1.9817801</c:v>
                </c:pt>
                <c:pt idx="4375">
                  <c:v>1.9818481</c:v>
                </c:pt>
                <c:pt idx="4376">
                  <c:v>1.9819157</c:v>
                </c:pt>
                <c:pt idx="4377">
                  <c:v>1.981983</c:v>
                </c:pt>
                <c:pt idx="4378">
                  <c:v>1.9820498</c:v>
                </c:pt>
                <c:pt idx="4379">
                  <c:v>1.9821163</c:v>
                </c:pt>
                <c:pt idx="4380">
                  <c:v>1.9821824</c:v>
                </c:pt>
                <c:pt idx="4381">
                  <c:v>1.9822482</c:v>
                </c:pt>
                <c:pt idx="4382">
                  <c:v>1.9823134</c:v>
                </c:pt>
                <c:pt idx="4383">
                  <c:v>1.9823784</c:v>
                </c:pt>
                <c:pt idx="4384">
                  <c:v>1.982443</c:v>
                </c:pt>
                <c:pt idx="4385">
                  <c:v>1.9825072</c:v>
                </c:pt>
                <c:pt idx="4386">
                  <c:v>1.982571</c:v>
                </c:pt>
                <c:pt idx="4387">
                  <c:v>1.9826343</c:v>
                </c:pt>
                <c:pt idx="4388">
                  <c:v>1.9826973</c:v>
                </c:pt>
                <c:pt idx="4389">
                  <c:v>1.98276</c:v>
                </c:pt>
                <c:pt idx="4390">
                  <c:v>1.9828222</c:v>
                </c:pt>
                <c:pt idx="4391">
                  <c:v>1.982884</c:v>
                </c:pt>
                <c:pt idx="4392">
                  <c:v>1.9829455</c:v>
                </c:pt>
                <c:pt idx="4393">
                  <c:v>1.9830066</c:v>
                </c:pt>
                <c:pt idx="4394">
                  <c:v>1.9830673</c:v>
                </c:pt>
                <c:pt idx="4395">
                  <c:v>1.9831276</c:v>
                </c:pt>
                <c:pt idx="4396">
                  <c:v>1.9831875</c:v>
                </c:pt>
                <c:pt idx="4397">
                  <c:v>1.983247</c:v>
                </c:pt>
                <c:pt idx="4398">
                  <c:v>1.983306</c:v>
                </c:pt>
                <c:pt idx="4399">
                  <c:v>1.9833647</c:v>
                </c:pt>
                <c:pt idx="4400">
                  <c:v>1.983423</c:v>
                </c:pt>
                <c:pt idx="4401">
                  <c:v>1.9834809</c:v>
                </c:pt>
                <c:pt idx="4402">
                  <c:v>1.9835384</c:v>
                </c:pt>
                <c:pt idx="4403">
                  <c:v>1.9835955</c:v>
                </c:pt>
                <c:pt idx="4404">
                  <c:v>1.9836522</c:v>
                </c:pt>
                <c:pt idx="4405">
                  <c:v>1.9837084</c:v>
                </c:pt>
                <c:pt idx="4406">
                  <c:v>1.9837643</c:v>
                </c:pt>
                <c:pt idx="4407">
                  <c:v>1.9838197</c:v>
                </c:pt>
                <c:pt idx="4408">
                  <c:v>1.9838748</c:v>
                </c:pt>
                <c:pt idx="4409">
                  <c:v>1.9839294</c:v>
                </c:pt>
                <c:pt idx="4410">
                  <c:v>1.9839837</c:v>
                </c:pt>
                <c:pt idx="4411">
                  <c:v>1.9840375</c:v>
                </c:pt>
                <c:pt idx="4412">
                  <c:v>1.9840909</c:v>
                </c:pt>
                <c:pt idx="4413">
                  <c:v>1.9841439</c:v>
                </c:pt>
                <c:pt idx="4414">
                  <c:v>1.9841965</c:v>
                </c:pt>
                <c:pt idx="4415">
                  <c:v>1.9842486</c:v>
                </c:pt>
                <c:pt idx="4416">
                  <c:v>1.9843003</c:v>
                </c:pt>
                <c:pt idx="4417">
                  <c:v>1.9843516</c:v>
                </c:pt>
                <c:pt idx="4418">
                  <c:v>1.9844025</c:v>
                </c:pt>
                <c:pt idx="4419">
                  <c:v>1.984453</c:v>
                </c:pt>
                <c:pt idx="4420">
                  <c:v>1.9845031</c:v>
                </c:pt>
                <c:pt idx="4421">
                  <c:v>1.9845529</c:v>
                </c:pt>
                <c:pt idx="4422">
                  <c:v>1.984602</c:v>
                </c:pt>
                <c:pt idx="4423">
                  <c:v>1.9846509</c:v>
                </c:pt>
                <c:pt idx="4424">
                  <c:v>1.9846994</c:v>
                </c:pt>
                <c:pt idx="4425">
                  <c:v>1.9847474</c:v>
                </c:pt>
                <c:pt idx="4426">
                  <c:v>1.9847951</c:v>
                </c:pt>
                <c:pt idx="4427">
                  <c:v>1.9848423</c:v>
                </c:pt>
                <c:pt idx="4428">
                  <c:v>1.984889</c:v>
                </c:pt>
                <c:pt idx="4429">
                  <c:v>1.9849355</c:v>
                </c:pt>
                <c:pt idx="4430">
                  <c:v>1.9849815</c:v>
                </c:pt>
                <c:pt idx="4431">
                  <c:v>1.985027</c:v>
                </c:pt>
                <c:pt idx="4432">
                  <c:v>1.9850722</c:v>
                </c:pt>
                <c:pt idx="4433">
                  <c:v>1.985117</c:v>
                </c:pt>
                <c:pt idx="4434">
                  <c:v>1.9851613</c:v>
                </c:pt>
                <c:pt idx="4435">
                  <c:v>1.9852052</c:v>
                </c:pt>
                <c:pt idx="4436">
                  <c:v>1.9852488</c:v>
                </c:pt>
                <c:pt idx="4437">
                  <c:v>1.9852919</c:v>
                </c:pt>
                <c:pt idx="4438">
                  <c:v>1.9853346</c:v>
                </c:pt>
                <c:pt idx="4439">
                  <c:v>1.9853768</c:v>
                </c:pt>
                <c:pt idx="4440">
                  <c:v>1.9854188</c:v>
                </c:pt>
                <c:pt idx="4441">
                  <c:v>1.9854603</c:v>
                </c:pt>
                <c:pt idx="4442">
                  <c:v>1.9855013</c:v>
                </c:pt>
                <c:pt idx="4443">
                  <c:v>1.9855419</c:v>
                </c:pt>
                <c:pt idx="4444">
                  <c:v>1.9855822</c:v>
                </c:pt>
                <c:pt idx="4445">
                  <c:v>1.9856221</c:v>
                </c:pt>
                <c:pt idx="4446">
                  <c:v>1.9856615</c:v>
                </c:pt>
                <c:pt idx="4447">
                  <c:v>1.9857005</c:v>
                </c:pt>
                <c:pt idx="4448">
                  <c:v>1.9857391</c:v>
                </c:pt>
                <c:pt idx="4449">
                  <c:v>1.9857774</c:v>
                </c:pt>
                <c:pt idx="4450">
                  <c:v>1.9858152</c:v>
                </c:pt>
                <c:pt idx="4451">
                  <c:v>1.9858527</c:v>
                </c:pt>
                <c:pt idx="4452">
                  <c:v>1.9858896</c:v>
                </c:pt>
                <c:pt idx="4453">
                  <c:v>1.9859262</c:v>
                </c:pt>
                <c:pt idx="4454">
                  <c:v>1.9859624</c:v>
                </c:pt>
                <c:pt idx="4455">
                  <c:v>1.9859983</c:v>
                </c:pt>
                <c:pt idx="4456">
                  <c:v>1.9860337</c:v>
                </c:pt>
                <c:pt idx="4457">
                  <c:v>1.9860686</c:v>
                </c:pt>
                <c:pt idx="4458">
                  <c:v>1.9861032</c:v>
                </c:pt>
                <c:pt idx="4459">
                  <c:v>1.9861374</c:v>
                </c:pt>
                <c:pt idx="4460">
                  <c:v>1.9861712</c:v>
                </c:pt>
                <c:pt idx="4461">
                  <c:v>1.9862046</c:v>
                </c:pt>
                <c:pt idx="4462">
                  <c:v>1.9862377</c:v>
                </c:pt>
                <c:pt idx="4463">
                  <c:v>1.9862703</c:v>
                </c:pt>
                <c:pt idx="4464">
                  <c:v>1.9863024</c:v>
                </c:pt>
                <c:pt idx="4465">
                  <c:v>1.9863343</c:v>
                </c:pt>
                <c:pt idx="4466">
                  <c:v>1.9863657</c:v>
                </c:pt>
                <c:pt idx="4467">
                  <c:v>1.9863967</c:v>
                </c:pt>
                <c:pt idx="4468">
                  <c:v>1.9864274</c:v>
                </c:pt>
                <c:pt idx="4469">
                  <c:v>1.9864577</c:v>
                </c:pt>
                <c:pt idx="4470">
                  <c:v>1.9864875</c:v>
                </c:pt>
                <c:pt idx="4471">
                  <c:v>1.986517</c:v>
                </c:pt>
                <c:pt idx="4472">
                  <c:v>1.9865461</c:v>
                </c:pt>
                <c:pt idx="4473">
                  <c:v>1.9865747</c:v>
                </c:pt>
                <c:pt idx="4474">
                  <c:v>1.9866031</c:v>
                </c:pt>
                <c:pt idx="4475">
                  <c:v>1.986631</c:v>
                </c:pt>
                <c:pt idx="4476">
                  <c:v>1.9866586</c:v>
                </c:pt>
                <c:pt idx="4477">
                  <c:v>1.9866857</c:v>
                </c:pt>
                <c:pt idx="4478">
                  <c:v>1.9867125</c:v>
                </c:pt>
                <c:pt idx="4479">
                  <c:v>1.986739</c:v>
                </c:pt>
                <c:pt idx="4480">
                  <c:v>1.986765</c:v>
                </c:pt>
                <c:pt idx="4481">
                  <c:v>1.9867907</c:v>
                </c:pt>
                <c:pt idx="4482">
                  <c:v>1.986816</c:v>
                </c:pt>
                <c:pt idx="4483">
                  <c:v>1.9868409</c:v>
                </c:pt>
                <c:pt idx="4484">
                  <c:v>1.9868654</c:v>
                </c:pt>
                <c:pt idx="4485">
                  <c:v>1.9868896</c:v>
                </c:pt>
                <c:pt idx="4486">
                  <c:v>1.9869133</c:v>
                </c:pt>
                <c:pt idx="4487">
                  <c:v>1.9869367</c:v>
                </c:pt>
                <c:pt idx="4488">
                  <c:v>1.9869598</c:v>
                </c:pt>
                <c:pt idx="4489">
                  <c:v>1.9869825</c:v>
                </c:pt>
                <c:pt idx="4490">
                  <c:v>1.9870048</c:v>
                </c:pt>
                <c:pt idx="4491">
                  <c:v>1.9870268</c:v>
                </c:pt>
                <c:pt idx="4492">
                  <c:v>1.9870484</c:v>
                </c:pt>
                <c:pt idx="4493">
                  <c:v>1.9870697</c:v>
                </c:pt>
                <c:pt idx="4494">
                  <c:v>1.9870906</c:v>
                </c:pt>
                <c:pt idx="4495">
                  <c:v>1.9871111</c:v>
                </c:pt>
                <c:pt idx="4496">
                  <c:v>1.9871313</c:v>
                </c:pt>
                <c:pt idx="4497">
                  <c:v>1.9871512</c:v>
                </c:pt>
                <c:pt idx="4498">
                  <c:v>1.9871707</c:v>
                </c:pt>
                <c:pt idx="4499">
                  <c:v>1.9871898</c:v>
                </c:pt>
                <c:pt idx="4500">
                  <c:v>1.9872086</c:v>
                </c:pt>
                <c:pt idx="4501">
                  <c:v>1.9872271</c:v>
                </c:pt>
                <c:pt idx="4502">
                  <c:v>1.9872451</c:v>
                </c:pt>
                <c:pt idx="4503">
                  <c:v>1.9872629</c:v>
                </c:pt>
                <c:pt idx="4504">
                  <c:v>1.9872803</c:v>
                </c:pt>
                <c:pt idx="4505">
                  <c:v>1.9872974</c:v>
                </c:pt>
                <c:pt idx="4506">
                  <c:v>1.9873142</c:v>
                </c:pt>
                <c:pt idx="4507">
                  <c:v>1.9873306</c:v>
                </c:pt>
                <c:pt idx="4508">
                  <c:v>1.9873467</c:v>
                </c:pt>
                <c:pt idx="4509">
                  <c:v>1.9873624</c:v>
                </c:pt>
                <c:pt idx="4510">
                  <c:v>1.9873778</c:v>
                </c:pt>
                <c:pt idx="4511">
                  <c:v>1.9873929</c:v>
                </c:pt>
                <c:pt idx="4512">
                  <c:v>1.9874077</c:v>
                </c:pt>
                <c:pt idx="4513">
                  <c:v>1.9874222</c:v>
                </c:pt>
                <c:pt idx="4514">
                  <c:v>1.9874363</c:v>
                </c:pt>
                <c:pt idx="4515">
                  <c:v>1.9874502</c:v>
                </c:pt>
                <c:pt idx="4516">
                  <c:v>1.9874637</c:v>
                </c:pt>
                <c:pt idx="4517">
                  <c:v>1.9874769</c:v>
                </c:pt>
                <c:pt idx="4518">
                  <c:v>1.9874898</c:v>
                </c:pt>
                <c:pt idx="4519">
                  <c:v>1.9875024</c:v>
                </c:pt>
                <c:pt idx="4520">
                  <c:v>1.9875146</c:v>
                </c:pt>
                <c:pt idx="4521">
                  <c:v>1.9875266</c:v>
                </c:pt>
                <c:pt idx="4522">
                  <c:v>1.9875383</c:v>
                </c:pt>
                <c:pt idx="4523">
                  <c:v>1.9875496</c:v>
                </c:pt>
                <c:pt idx="4524">
                  <c:v>1.9875607</c:v>
                </c:pt>
                <c:pt idx="4525">
                  <c:v>1.9875715</c:v>
                </c:pt>
                <c:pt idx="4526">
                  <c:v>1.987582</c:v>
                </c:pt>
                <c:pt idx="4527">
                  <c:v>1.9875922</c:v>
                </c:pt>
                <c:pt idx="4528">
                  <c:v>1.9876021</c:v>
                </c:pt>
                <c:pt idx="4529">
                  <c:v>1.9876117</c:v>
                </c:pt>
                <c:pt idx="4530">
                  <c:v>1.9876209</c:v>
                </c:pt>
                <c:pt idx="4531">
                  <c:v>1.9876299</c:v>
                </c:pt>
                <c:pt idx="4532">
                  <c:v>1.9876387</c:v>
                </c:pt>
                <c:pt idx="4533">
                  <c:v>1.9876471</c:v>
                </c:pt>
                <c:pt idx="4534">
                  <c:v>1.9876553</c:v>
                </c:pt>
                <c:pt idx="4535">
                  <c:v>1.9876632</c:v>
                </c:pt>
                <c:pt idx="4536">
                  <c:v>1.9876709</c:v>
                </c:pt>
                <c:pt idx="4537">
                  <c:v>1.9876783</c:v>
                </c:pt>
                <c:pt idx="4538">
                  <c:v>1.9876854</c:v>
                </c:pt>
                <c:pt idx="4539">
                  <c:v>1.9876923</c:v>
                </c:pt>
                <c:pt idx="4540">
                  <c:v>1.9876989</c:v>
                </c:pt>
                <c:pt idx="4541">
                  <c:v>1.9877053</c:v>
                </c:pt>
                <c:pt idx="4542">
                  <c:v>1.9877114</c:v>
                </c:pt>
                <c:pt idx="4543">
                  <c:v>1.9877173</c:v>
                </c:pt>
                <c:pt idx="4544">
                  <c:v>1.9877229</c:v>
                </c:pt>
                <c:pt idx="4545">
                  <c:v>1.9877282</c:v>
                </c:pt>
                <c:pt idx="4546">
                  <c:v>1.9877333</c:v>
                </c:pt>
                <c:pt idx="4547">
                  <c:v>1.9877382</c:v>
                </c:pt>
                <c:pt idx="4548">
                  <c:v>1.9877428</c:v>
                </c:pt>
                <c:pt idx="4549">
                  <c:v>1.9877471</c:v>
                </c:pt>
                <c:pt idx="4550">
                  <c:v>1.9877512</c:v>
                </c:pt>
                <c:pt idx="4551">
                  <c:v>1.9877552</c:v>
                </c:pt>
                <c:pt idx="4552">
                  <c:v>1.9877589</c:v>
                </c:pt>
                <c:pt idx="4553">
                  <c:v>1.9877624</c:v>
                </c:pt>
                <c:pt idx="4554">
                  <c:v>1.9877656</c:v>
                </c:pt>
                <c:pt idx="4555">
                  <c:v>1.9877686</c:v>
                </c:pt>
                <c:pt idx="4556">
                  <c:v>1.9877715</c:v>
                </c:pt>
                <c:pt idx="4557">
                  <c:v>1.9877741</c:v>
                </c:pt>
                <c:pt idx="4558">
                  <c:v>1.9877765</c:v>
                </c:pt>
                <c:pt idx="4559">
                  <c:v>1.9877787</c:v>
                </c:pt>
                <c:pt idx="4560">
                  <c:v>1.9877806</c:v>
                </c:pt>
                <c:pt idx="4561">
                  <c:v>1.9877824</c:v>
                </c:pt>
                <c:pt idx="4562">
                  <c:v>1.987784</c:v>
                </c:pt>
                <c:pt idx="4563">
                  <c:v>1.9877854</c:v>
                </c:pt>
                <c:pt idx="4564">
                  <c:v>1.9877865</c:v>
                </c:pt>
                <c:pt idx="4565">
                  <c:v>1.9877875</c:v>
                </c:pt>
                <c:pt idx="4566">
                  <c:v>1.9877883</c:v>
                </c:pt>
                <c:pt idx="4567">
                  <c:v>1.9877889</c:v>
                </c:pt>
                <c:pt idx="4568">
                  <c:v>1.9877894</c:v>
                </c:pt>
                <c:pt idx="4569">
                  <c:v>1.9877896</c:v>
                </c:pt>
                <c:pt idx="4570">
                  <c:v>1.9877897</c:v>
                </c:pt>
                <c:pt idx="4571">
                  <c:v>1.9877896</c:v>
                </c:pt>
                <c:pt idx="4572">
                  <c:v>1.9877893</c:v>
                </c:pt>
                <c:pt idx="4573">
                  <c:v>1.9877888</c:v>
                </c:pt>
                <c:pt idx="4574">
                  <c:v>1.9877882</c:v>
                </c:pt>
                <c:pt idx="4575">
                  <c:v>1.9877874</c:v>
                </c:pt>
                <c:pt idx="4576">
                  <c:v>1.9877865</c:v>
                </c:pt>
                <c:pt idx="4577">
                  <c:v>1.9877854</c:v>
                </c:pt>
                <c:pt idx="4578">
                  <c:v>1.9877841</c:v>
                </c:pt>
                <c:pt idx="4579">
                  <c:v>1.9877827</c:v>
                </c:pt>
                <c:pt idx="4580">
                  <c:v>1.9877811</c:v>
                </c:pt>
                <c:pt idx="4581">
                  <c:v>1.9877794</c:v>
                </c:pt>
                <c:pt idx="4582">
                  <c:v>1.9877776</c:v>
                </c:pt>
                <c:pt idx="4583">
                  <c:v>1.9877756</c:v>
                </c:pt>
                <c:pt idx="4584">
                  <c:v>1.9877734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iteration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Expression: report-def-0-sa ()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6618E0-4A20-C3E4-EF6E-6FE109F712D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175320-5D97-7B49-7831-8593F53606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2B41B2-2F64-4A50-B697-32B2FFAF6A18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22171-62D2-A3A0-1ECA-8E41A3C5215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3716BE-50D3-07D4-C65E-C513B02368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6AD41B-BF82-4D4B-9860-B0AEF8593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391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EA50AE-3EA1-4D83-B5DA-96E75DC571B0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AC9A20-3693-43FD-997B-0E90FA7F0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10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AC9A20-3693-43FD-997B-0E90FA7F05F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9121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AC9A20-3693-43FD-997B-0E90FA7F05F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61192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8CEED26B-D93E-50A6-47C7-4342EA2E452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resenter">
            <a:extLst>
              <a:ext uri="{FF2B5EF4-FFF2-40B4-BE49-F238E27FC236}">
                <a16:creationId xmlns:a16="http://schemas.microsoft.com/office/drawing/2014/main" id="{9AFE08CF-AC0B-7143-9A94-E8A35CBC7D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1664" y="4155984"/>
            <a:ext cx="5394325" cy="84831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500" b="0" i="0">
                <a:solidFill>
                  <a:schemeClr val="accent2"/>
                </a:solidFill>
                <a:latin typeface="Calibri" panose="020F0502020204030204" pitchFamily="34" charset="0"/>
              </a:defRPr>
            </a:lvl1pPr>
            <a:lvl2pPr marL="172641" indent="0">
              <a:buNone/>
              <a:defRPr>
                <a:solidFill>
                  <a:schemeClr val="bg1"/>
                </a:solidFill>
              </a:defRPr>
            </a:lvl2pPr>
            <a:lvl3pPr marL="342900" indent="0">
              <a:buNone/>
              <a:defRPr>
                <a:solidFill>
                  <a:schemeClr val="bg1"/>
                </a:solidFill>
              </a:defRPr>
            </a:lvl3pPr>
            <a:lvl4pPr marL="559594" indent="0">
              <a:buNone/>
              <a:defRPr>
                <a:solidFill>
                  <a:schemeClr val="bg1"/>
                </a:solidFill>
              </a:defRPr>
            </a:lvl4pPr>
            <a:lvl5pPr marL="727472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Nexus:html_header">
            <a:extLst>
              <a:ext uri="{FF2B5EF4-FFF2-40B4-BE49-F238E27FC236}">
                <a16:creationId xmlns:a16="http://schemas.microsoft.com/office/drawing/2014/main" id="{23B808CC-F74C-B743-BAB4-F4C99E1956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664" y="2501900"/>
            <a:ext cx="5394325" cy="14493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700" b="1" i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172641" indent="0">
              <a:buNone/>
              <a:defRPr>
                <a:solidFill>
                  <a:schemeClr val="bg1"/>
                </a:solidFill>
              </a:defRPr>
            </a:lvl2pPr>
            <a:lvl3pPr marL="342900" indent="0">
              <a:buNone/>
              <a:defRPr>
                <a:solidFill>
                  <a:schemeClr val="bg1"/>
                </a:solidFill>
              </a:defRPr>
            </a:lvl3pPr>
            <a:lvl4pPr marL="559594" indent="0">
              <a:buNone/>
              <a:defRPr>
                <a:solidFill>
                  <a:schemeClr val="bg1"/>
                </a:solidFill>
              </a:defRPr>
            </a:lvl4pPr>
            <a:lvl5pPr marL="727472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240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584" userDrawn="1">
          <p15:clr>
            <a:srgbClr val="FBAE40"/>
          </p15:clr>
        </p15:guide>
        <p15:guide id="2" orient="horz" pos="261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exus:query=">
            <a:extLst>
              <a:ext uri="{FF2B5EF4-FFF2-40B4-BE49-F238E27FC236}">
                <a16:creationId xmlns:a16="http://schemas.microsoft.com/office/drawing/2014/main" id="{FFB903E0-BF8E-4DCE-8880-AD10293D4B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599" y="735808"/>
            <a:ext cx="10972800" cy="563314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4F718BF-E1C1-2689-A326-E93B558F474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/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CD20009F-10EF-4246-895E-4B4499D3A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148584"/>
            <a:ext cx="10972799" cy="42976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04892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9A1CF486-8139-B9ED-4840-6BC7FB37F2D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Nexus:toc_link">
            <a:extLst>
              <a:ext uri="{FF2B5EF4-FFF2-40B4-BE49-F238E27FC236}">
                <a16:creationId xmlns:a16="http://schemas.microsoft.com/office/drawing/2014/main" id="{B963AE51-EFC8-2773-CBA9-60631CED46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10928" y="6492240"/>
            <a:ext cx="187452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230188" indent="0">
              <a:buNone/>
              <a:defRPr/>
            </a:lvl2pPr>
            <a:lvl3pPr marL="457200" indent="0">
              <a:buNone/>
              <a:defRPr/>
            </a:lvl3pPr>
            <a:lvl4pPr marL="746125" indent="0">
              <a:buNone/>
              <a:defRPr/>
            </a:lvl4pPr>
            <a:lvl5pPr marL="969962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6" name="Nexus:breadcrumbs">
            <a:extLst>
              <a:ext uri="{FF2B5EF4-FFF2-40B4-BE49-F238E27FC236}">
                <a16:creationId xmlns:a16="http://schemas.microsoft.com/office/drawing/2014/main" id="{8B9D080D-15E5-8FB5-B5F3-78231DCF01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6392" y="6492240"/>
            <a:ext cx="653796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5" name="Nexus:comments">
            <a:extLst>
              <a:ext uri="{FF2B5EF4-FFF2-40B4-BE49-F238E27FC236}">
                <a16:creationId xmlns:a16="http://schemas.microsoft.com/office/drawing/2014/main" id="{E9587B0A-FFC8-52AA-CDBE-5E1F1BDC42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2648" y="4449096"/>
            <a:ext cx="10972800" cy="7680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0" name="Nexus:html_header">
            <a:extLst>
              <a:ext uri="{FF2B5EF4-FFF2-40B4-BE49-F238E27FC236}">
                <a16:creationId xmlns:a16="http://schemas.microsoft.com/office/drawing/2014/main" id="{5A7A9E02-9DDC-E3B7-3F9A-0CBFA2C2BF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1664" y="2501900"/>
            <a:ext cx="5394325" cy="14493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700" b="1" i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172641" indent="0">
              <a:buNone/>
              <a:defRPr>
                <a:solidFill>
                  <a:schemeClr val="bg1"/>
                </a:solidFill>
              </a:defRPr>
            </a:lvl2pPr>
            <a:lvl3pPr marL="342900" indent="0">
              <a:buNone/>
              <a:defRPr>
                <a:solidFill>
                  <a:schemeClr val="bg1"/>
                </a:solidFill>
              </a:defRPr>
            </a:lvl3pPr>
            <a:lvl4pPr marL="559594" indent="0">
              <a:buNone/>
              <a:defRPr>
                <a:solidFill>
                  <a:schemeClr val="bg1"/>
                </a:solidFill>
              </a:defRPr>
            </a:lvl4pPr>
            <a:lvl5pPr marL="727472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42255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exus:query=">
            <a:extLst>
              <a:ext uri="{FF2B5EF4-FFF2-40B4-BE49-F238E27FC236}">
                <a16:creationId xmlns:a16="http://schemas.microsoft.com/office/drawing/2014/main" id="{FFB903E0-BF8E-4DCE-8880-AD10293D4B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2648" y="1636776"/>
            <a:ext cx="10972800" cy="473217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4F718BF-E1C1-2689-A326-E93B558F474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Nexus:toc_link">
            <a:extLst>
              <a:ext uri="{FF2B5EF4-FFF2-40B4-BE49-F238E27FC236}">
                <a16:creationId xmlns:a16="http://schemas.microsoft.com/office/drawing/2014/main" id="{362AD4A8-3439-4073-C4B8-23456EAC54C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10928" y="6492240"/>
            <a:ext cx="1874520" cy="320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230188" indent="0">
              <a:buNone/>
              <a:defRPr/>
            </a:lvl2pPr>
            <a:lvl3pPr marL="457200" indent="0">
              <a:buNone/>
              <a:defRPr/>
            </a:lvl3pPr>
            <a:lvl4pPr marL="746125" indent="0">
              <a:buNone/>
              <a:defRPr/>
            </a:lvl4pPr>
            <a:lvl5pPr marL="969962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5" name="Nexus:breadcrumbs">
            <a:extLst>
              <a:ext uri="{FF2B5EF4-FFF2-40B4-BE49-F238E27FC236}">
                <a16:creationId xmlns:a16="http://schemas.microsoft.com/office/drawing/2014/main" id="{809D2074-158F-8839-0F33-44CCECDF70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6392" y="6492240"/>
            <a:ext cx="653796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0" name="Nexus:comments">
            <a:extLst>
              <a:ext uri="{FF2B5EF4-FFF2-40B4-BE49-F238E27FC236}">
                <a16:creationId xmlns:a16="http://schemas.microsoft.com/office/drawing/2014/main" id="{4053E460-5B51-F640-1250-486034E984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2648" y="576072"/>
            <a:ext cx="10972800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CD20009F-10EF-4246-895E-4B4499D3A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48585"/>
            <a:ext cx="10972799" cy="42748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76546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exus:query=">
            <a:extLst>
              <a:ext uri="{FF2B5EF4-FFF2-40B4-BE49-F238E27FC236}">
                <a16:creationId xmlns:a16="http://schemas.microsoft.com/office/drawing/2014/main" id="{4C5F8081-5E16-4801-8E6F-2E3312D5787D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09602" y="1636776"/>
            <a:ext cx="10972800" cy="4736592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en-US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4D5D914-82C0-0148-3392-BF28090AF0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Nexus:toc_link">
            <a:extLst>
              <a:ext uri="{FF2B5EF4-FFF2-40B4-BE49-F238E27FC236}">
                <a16:creationId xmlns:a16="http://schemas.microsoft.com/office/drawing/2014/main" id="{468AEF22-4557-6775-386C-88E6D3981A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08068" y="6493036"/>
            <a:ext cx="187738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/>
            </a:lvl1pPr>
            <a:lvl2pPr marL="230188" indent="0">
              <a:buNone/>
              <a:defRPr/>
            </a:lvl2pPr>
            <a:lvl3pPr marL="457200" indent="0">
              <a:buNone/>
              <a:defRPr/>
            </a:lvl3pPr>
            <a:lvl4pPr marL="746125" indent="0">
              <a:buNone/>
              <a:defRPr/>
            </a:lvl4pPr>
            <a:lvl5pPr marL="969962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4" name="Nexus:breadcrumbs">
            <a:extLst>
              <a:ext uri="{FF2B5EF4-FFF2-40B4-BE49-F238E27FC236}">
                <a16:creationId xmlns:a16="http://schemas.microsoft.com/office/drawing/2014/main" id="{D1CF6FE0-1215-16B9-D742-B8FDF2285F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6392" y="6492240"/>
            <a:ext cx="6537960" cy="320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/>
            </a:lvl1pPr>
          </a:lstStyle>
          <a:p>
            <a:pPr lvl="0"/>
            <a:endParaRPr lang="en-US" dirty="0"/>
          </a:p>
        </p:txBody>
      </p:sp>
      <p:sp>
        <p:nvSpPr>
          <p:cNvPr id="8" name="Nexus:comments">
            <a:extLst>
              <a:ext uri="{FF2B5EF4-FFF2-40B4-BE49-F238E27FC236}">
                <a16:creationId xmlns:a16="http://schemas.microsoft.com/office/drawing/2014/main" id="{C1B25A9B-7D96-B69C-07CB-679EA12C3A8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2" y="576072"/>
            <a:ext cx="10972800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CD20009F-10EF-4246-895E-4B4499D3A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148583"/>
            <a:ext cx="10972799" cy="42976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499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exus:query=">
            <a:extLst>
              <a:ext uri="{FF2B5EF4-FFF2-40B4-BE49-F238E27FC236}">
                <a16:creationId xmlns:a16="http://schemas.microsoft.com/office/drawing/2014/main" id="{91C4973A-6811-43AE-B46D-74F27A5E8EB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2" y="1636776"/>
            <a:ext cx="10972799" cy="473659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D78FA5C3-1F44-C010-7501-CCB84E42CC2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Nexus:toc_link">
            <a:extLst>
              <a:ext uri="{FF2B5EF4-FFF2-40B4-BE49-F238E27FC236}">
                <a16:creationId xmlns:a16="http://schemas.microsoft.com/office/drawing/2014/main" id="{FE0F0B4B-1989-4D7C-4658-6E852A6D49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10928" y="6492240"/>
            <a:ext cx="187452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230188" indent="0">
              <a:buNone/>
              <a:defRPr/>
            </a:lvl2pPr>
            <a:lvl3pPr marL="457200" indent="0">
              <a:buNone/>
              <a:defRPr/>
            </a:lvl3pPr>
            <a:lvl4pPr marL="746125" indent="0">
              <a:buNone/>
              <a:defRPr/>
            </a:lvl4pPr>
            <a:lvl5pPr marL="969962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6" name="Nexus:breadcrumbs">
            <a:extLst>
              <a:ext uri="{FF2B5EF4-FFF2-40B4-BE49-F238E27FC236}">
                <a16:creationId xmlns:a16="http://schemas.microsoft.com/office/drawing/2014/main" id="{B95A29DA-2234-C7DE-D36C-27FD09BAD5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6392" y="6492240"/>
            <a:ext cx="653796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7" name="Nexus:comments">
            <a:extLst>
              <a:ext uri="{FF2B5EF4-FFF2-40B4-BE49-F238E27FC236}">
                <a16:creationId xmlns:a16="http://schemas.microsoft.com/office/drawing/2014/main" id="{EDAD3441-1F31-769E-67CE-4F271FCBC4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576072"/>
            <a:ext cx="10972800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CD20009F-10EF-4246-895E-4B4499D3A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148583"/>
            <a:ext cx="10972799" cy="42976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89030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exus:query=">
            <a:extLst>
              <a:ext uri="{FF2B5EF4-FFF2-40B4-BE49-F238E27FC236}">
                <a16:creationId xmlns:a16="http://schemas.microsoft.com/office/drawing/2014/main" id="{6ECC26B2-C67D-490A-A762-73CBC5C13F04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609601" y="1636776"/>
            <a:ext cx="10972800" cy="473659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43547F9-14B7-192A-DE8F-4CF6B663841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Nexus:toc_link">
            <a:extLst>
              <a:ext uri="{FF2B5EF4-FFF2-40B4-BE49-F238E27FC236}">
                <a16:creationId xmlns:a16="http://schemas.microsoft.com/office/drawing/2014/main" id="{2416ACCD-8B61-6353-56DB-5975A95243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10928" y="6492240"/>
            <a:ext cx="187452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230188" indent="0">
              <a:buNone/>
              <a:defRPr/>
            </a:lvl2pPr>
            <a:lvl3pPr marL="457200" indent="0">
              <a:buNone/>
              <a:defRPr/>
            </a:lvl3pPr>
            <a:lvl4pPr marL="746125" indent="0">
              <a:buNone/>
              <a:defRPr/>
            </a:lvl4pPr>
            <a:lvl5pPr marL="969962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4" name="Nexus:breadcrumbs">
            <a:extLst>
              <a:ext uri="{FF2B5EF4-FFF2-40B4-BE49-F238E27FC236}">
                <a16:creationId xmlns:a16="http://schemas.microsoft.com/office/drawing/2014/main" id="{B4BABA50-9F87-457A-27D1-E561C71874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6392" y="6492240"/>
            <a:ext cx="653796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7" name="Nexus:comments">
            <a:extLst>
              <a:ext uri="{FF2B5EF4-FFF2-40B4-BE49-F238E27FC236}">
                <a16:creationId xmlns:a16="http://schemas.microsoft.com/office/drawing/2014/main" id="{D4AEA23C-8BB8-8D59-F52C-2040A5F46B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576072"/>
            <a:ext cx="10972800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CD20009F-10EF-4246-895E-4B4499D3A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148583"/>
            <a:ext cx="10972799" cy="42976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98625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exus:query=">
            <a:extLst>
              <a:ext uri="{FF2B5EF4-FFF2-40B4-BE49-F238E27FC236}">
                <a16:creationId xmlns:a16="http://schemas.microsoft.com/office/drawing/2014/main" id="{E9FF20B6-8B82-429F-AEEF-D9E0D5B0552E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09600" y="1636776"/>
            <a:ext cx="10972800" cy="473659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90BA0ECC-3B3D-81BB-C03F-BC7DA1919A9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Nexus:toc_link">
            <a:extLst>
              <a:ext uri="{FF2B5EF4-FFF2-40B4-BE49-F238E27FC236}">
                <a16:creationId xmlns:a16="http://schemas.microsoft.com/office/drawing/2014/main" id="{52CF12DE-4979-541A-F3BC-7BEA560518D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10928" y="6492240"/>
            <a:ext cx="187452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230188" indent="0">
              <a:buNone/>
              <a:defRPr/>
            </a:lvl2pPr>
            <a:lvl3pPr marL="457200" indent="0">
              <a:buNone/>
              <a:defRPr/>
            </a:lvl3pPr>
            <a:lvl4pPr marL="746125" indent="0">
              <a:buNone/>
              <a:defRPr/>
            </a:lvl4pPr>
            <a:lvl5pPr marL="969962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4" name="Nexus:breadcrumbs">
            <a:extLst>
              <a:ext uri="{FF2B5EF4-FFF2-40B4-BE49-F238E27FC236}">
                <a16:creationId xmlns:a16="http://schemas.microsoft.com/office/drawing/2014/main" id="{9159CFF0-23A4-04DF-BB88-DD44CF29B8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6392" y="6492240"/>
            <a:ext cx="653796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7" name="Nexus:comments">
            <a:extLst>
              <a:ext uri="{FF2B5EF4-FFF2-40B4-BE49-F238E27FC236}">
                <a16:creationId xmlns:a16="http://schemas.microsoft.com/office/drawing/2014/main" id="{A825564B-7CFD-89BB-B346-BA3F5DFE02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576072"/>
            <a:ext cx="10972800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78E8E82C-B438-4701-92A5-0DDD49442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148583"/>
            <a:ext cx="10972799" cy="42976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91289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627076D-4247-3C98-AC7E-62CB8D4D68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195" y="6566315"/>
            <a:ext cx="457200" cy="246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23AC52-F1B0-4671-BA92-58020EC92B3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Fluent Burn">
            <a:extLst>
              <a:ext uri="{FF2B5EF4-FFF2-40B4-BE49-F238E27FC236}">
                <a16:creationId xmlns:a16="http://schemas.microsoft.com/office/drawing/2014/main" id="{72D1D4B2-5D9E-C49B-F0F6-C5E4F596132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705802" y="6566315"/>
            <a:ext cx="2181627" cy="246221"/>
            <a:chOff x="578620" y="6530065"/>
            <a:chExt cx="2446049" cy="276064"/>
          </a:xfrm>
        </p:grpSpPr>
        <p:pic>
          <p:nvPicPr>
            <p:cNvPr id="4" name="Ansys Fluent Logo" descr="A picture containing logo&#10;&#10;Description automatically generated">
              <a:extLst>
                <a:ext uri="{FF2B5EF4-FFF2-40B4-BE49-F238E27FC236}">
                  <a16:creationId xmlns:a16="http://schemas.microsoft.com/office/drawing/2014/main" id="{C8958358-8D02-6FC4-7AAF-C1690996026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1541494" y="6552055"/>
              <a:ext cx="1483175" cy="232086"/>
            </a:xfrm>
            <a:prstGeom prst="rect">
              <a:avLst/>
            </a:prstGeom>
          </p:spPr>
        </p:pic>
        <p:sp>
          <p:nvSpPr>
            <p:cNvPr id="7" name="Created With">
              <a:extLst>
                <a:ext uri="{FF2B5EF4-FFF2-40B4-BE49-F238E27FC236}">
                  <a16:creationId xmlns:a16="http://schemas.microsoft.com/office/drawing/2014/main" id="{0A0381EF-D2B2-0464-0EA6-670F80396FB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78620" y="6530065"/>
              <a:ext cx="978088" cy="2760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Source Sans Pro" panose="020B0503030403020204" pitchFamily="34" charset="0"/>
                  <a:ea typeface="Source Sans Pro" panose="020B0503030403020204" pitchFamily="34" charset="0"/>
                  <a:cs typeface="Kalinga" panose="020B0502040204020203" pitchFamily="34" charset="0"/>
                </a:rPr>
                <a:t>Created with</a:t>
              </a:r>
            </a:p>
          </p:txBody>
        </p:sp>
      </p:grpSp>
      <p:sp>
        <p:nvSpPr>
          <p:cNvPr id="8" name="Top Right Decoration">
            <a:extLst>
              <a:ext uri="{FF2B5EF4-FFF2-40B4-BE49-F238E27FC236}">
                <a16:creationId xmlns:a16="http://schemas.microsoft.com/office/drawing/2014/main" id="{83BA1A1C-776B-1B57-9E82-5F92796C73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H="1">
            <a:off x="11748976" y="0"/>
            <a:ext cx="457200" cy="845837"/>
          </a:xfrm>
          <a:prstGeom prst="halfFrame">
            <a:avLst>
              <a:gd name="adj1" fmla="val 18933"/>
              <a:gd name="adj2" fmla="val 1893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op Left Decoration">
            <a:extLst>
              <a:ext uri="{FF2B5EF4-FFF2-40B4-BE49-F238E27FC236}">
                <a16:creationId xmlns:a16="http://schemas.microsoft.com/office/drawing/2014/main" id="{A0D740A8-4B06-E244-1787-06D16049EF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-1"/>
            <a:ext cx="457200" cy="845837"/>
          </a:xfrm>
          <a:prstGeom prst="halfFrame">
            <a:avLst>
              <a:gd name="adj1" fmla="val 18933"/>
              <a:gd name="adj2" fmla="val 1893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1537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744" r:id="rId2"/>
    <p:sldLayoutId id="2147483748" r:id="rId3"/>
    <p:sldLayoutId id="2147483750" r:id="rId4"/>
    <p:sldLayoutId id="2147483745" r:id="rId5"/>
    <p:sldLayoutId id="2147483749" r:id="rId6"/>
    <p:sldLayoutId id="2147483746" r:id="rId7"/>
    <p:sldLayoutId id="2147483747" r:id="rId8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marR="0" indent="-22860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2400" b="0" i="0" kern="1200" baseline="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461963" marR="0" indent="-231775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Calibri" panose="020F0502020204030204" pitchFamily="34" charset="0"/>
        <a:buChar char="‐"/>
        <a:tabLst/>
        <a:defRPr sz="2000" b="0" i="0" kern="1200" baseline="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746125" marR="0" indent="-288925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600" kern="1200" baseline="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969963" marR="0" indent="-223838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Wingdings" panose="05000000000000000000" pitchFamily="2" charset="2"/>
        <a:buChar char="§"/>
        <a:tabLst/>
        <a:defRPr sz="1400" kern="1200" baseline="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203325" marR="0" indent="-233363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Courier New" panose="02070309020205020404" pitchFamily="49" charset="0"/>
        <a:buChar char="o"/>
        <a:tabLst/>
        <a:defRPr sz="1200" kern="1200" baseline="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1.xml"/><Relationship Id="rId11" Type="http://schemas.openxmlformats.org/officeDocument/2006/relationships/slide" Target="slide12.xml"/><Relationship Id="rId12" Type="http://schemas.openxmlformats.org/officeDocument/2006/relationships/slide" Target="slide13.xml"/><Relationship Id="rId13" Type="http://schemas.openxmlformats.org/officeDocument/2006/relationships/slide" Target="slide14.xml"/><Relationship Id="rId14" Type="http://schemas.openxmlformats.org/officeDocument/2006/relationships/slide" Target="slide15.xml"/><Relationship Id="rId15" Type="http://schemas.openxmlformats.org/officeDocument/2006/relationships/slide" Target="slide16.xml"/><Relationship Id="rId16" Type="http://schemas.openxmlformats.org/officeDocument/2006/relationships/slide" Target="slide17.xml"/><Relationship Id="rId17" Type="http://schemas.openxmlformats.org/officeDocument/2006/relationships/slide" Target="slide18.xml"/><Relationship Id="rId18" Type="http://schemas.openxmlformats.org/officeDocument/2006/relationships/slide" Target="slide19.xml"/><Relationship Id="rId19" Type="http://schemas.openxmlformats.org/officeDocument/2006/relationships/slide" Target="slide20.xml"/><Relationship Id="rId20" Type="http://schemas.openxmlformats.org/officeDocument/2006/relationships/slide" Target="slide21.xml"/><Relationship Id="rId21" Type="http://schemas.openxmlformats.org/officeDocument/2006/relationships/slide" Target="slide22.xml"/><Relationship Id="rId22" Type="http://schemas.openxmlformats.org/officeDocument/2006/relationships/slide" Target="slide23.xml"/><Relationship Id="rId23" Type="http://schemas.openxmlformats.org/officeDocument/2006/relationships/slide" Target="slide25.xml"/><Relationship Id="rId24" Type="http://schemas.openxmlformats.org/officeDocument/2006/relationships/slide" Target="slide27.xml"/><Relationship Id="rId25" Type="http://schemas.openxmlformats.org/officeDocument/2006/relationships/slide" Target="slide29.xml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3" Type="http://schemas.openxmlformats.org/officeDocument/2006/relationships/slide" Target="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slide" Target="slide3.xml"/><Relationship Id="rId4" Type="http://schemas.openxmlformats.org/officeDocument/2006/relationships/slide" Target="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Relationship Id="rId3" Type="http://schemas.openxmlformats.org/officeDocument/2006/relationships/slide" Target="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slide" Target="slide3.xml"/><Relationship Id="rId4" Type="http://schemas.openxmlformats.org/officeDocument/2006/relationships/slide" Target="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Relationship Id="rId3" Type="http://schemas.openxmlformats.org/officeDocument/2006/relationships/slide" Target="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slide" Target="slide3.xml"/><Relationship Id="rId4" Type="http://schemas.openxmlformats.org/officeDocument/2006/relationships/slide" Target="slide21.xml"/><Relationship Id="rId5" Type="http://schemas.openxmlformats.org/officeDocument/2006/relationships/slide" Target="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slide" Target="slide3.xml"/><Relationship Id="rId4" Type="http://schemas.openxmlformats.org/officeDocument/2006/relationships/slide" Target="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slide" Target="slide3.xml"/><Relationship Id="rId4" Type="http://schemas.openxmlformats.org/officeDocument/2006/relationships/slide" Target="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slide" Target="slide3.xml"/><Relationship Id="rId4" Type="http://schemas.openxmlformats.org/officeDocument/2006/relationships/slide" Target="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slide" Target="slide3.xml"/><Relationship Id="rId4" Type="http://schemas.openxmlformats.org/officeDocument/2006/relationships/slide" Target="slide2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slide" Target="slide3.xml"/><Relationship Id="rId4" Type="http://schemas.openxmlformats.org/officeDocument/2006/relationships/slide" Target="slide2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3" Type="http://schemas.openxmlformats.org/officeDocument/2006/relationships/slide" Target="slide3.xml"/><Relationship Id="rId4" Type="http://schemas.openxmlformats.org/officeDocument/2006/relationships/slide" Target="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2B969168-07A6-18D1-6196-37729E4CBF7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2" name="Presenter">
            <a:extLst>
              <a:ext uri="{FF2B5EF4-FFF2-40B4-BE49-F238E27FC236}">
                <a16:creationId xmlns:a16="http://schemas.microsoft.com/office/drawing/2014/main" id="{E369EDDE-3F24-65AC-C5A7-FEAA88E6E2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Nexus:html_header">
            <a:extLst>
              <a:ext uri="{FF2B5EF4-FFF2-40B4-BE49-F238E27FC236}">
                <a16:creationId xmlns:a16="http://schemas.microsoft.com/office/drawing/2014/main" id="{E7FA8ABC-BCFD-8F4D-EEF6-8BBA9B8C6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z="3200"/>
              <a:t>Ansys Fluent Simulation Report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04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Nexus:query=A|i_type|eq|table;A|i_name|eq|HeaderTabl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741680"/>
        </p:xfrm>
        <a:graphic>
          <a:graphicData uri="http://schemas.openxmlformats.org/drawingml/2006/table">
            <a:tbl>
              <a:tblPr bandRow="1" firstCol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Analyst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ShubhamR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2/8/2026 11:17 AM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4" name="Slide Number Placeholder">
            <a:extLst>
              <a:ext uri="{FF2B5EF4-FFF2-40B4-BE49-F238E27FC236}">
                <a16:creationId xmlns:a16="http://schemas.microsoft.com/office/drawing/2014/main" id="{316B0EEE-2178-FDF6-C813-0D0D003F0A7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2</a:t>
            </a:fld>
            <a:endParaRPr lang="en-US"/>
          </a:p>
        </p:txBody>
      </p:sp>
      <p:sp>
        <p:nvSpPr>
          <p:cNvPr id="21" name="Nexus:toc_link">
            <a:extLst>
              <a:ext uri="{FF2B5EF4-FFF2-40B4-BE49-F238E27FC236}">
                <a16:creationId xmlns:a16="http://schemas.microsoft.com/office/drawing/2014/main" id="{137A8142-4054-4A80-8E90-D5802D16DB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23" name="Nexus:comments">
            <a:extLst>
              <a:ext uri="{FF2B5EF4-FFF2-40B4-BE49-F238E27FC236}">
                <a16:creationId xmlns:a16="http://schemas.microsoft.com/office/drawing/2014/main" id="{90405174-D87E-54AD-839A-506233810F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Nexus:html_header">
            <a:extLst>
              <a:ext uri="{FF2B5EF4-FFF2-40B4-BE49-F238E27FC236}">
                <a16:creationId xmlns:a16="http://schemas.microsoft.com/office/drawing/2014/main" id="{EEA59AF0-A3CC-8216-2422-167C976BA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326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exus:toc&amp;amp;lines=28">
            <a:extLst>
              <a:ext uri="{FF2B5EF4-FFF2-40B4-BE49-F238E27FC236}">
                <a16:creationId xmlns:a16="http://schemas.microsoft.com/office/drawing/2014/main" id="{5B0F6D94-062E-04B5-FA68-04D6CF3632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numCol="2"/>
          <a:lstStyle/>
          <a:p>
            <a:pPr/>
            <a:r>
              <a:rPr>
                <a:hlinkClick r:id="rId3" action="ppaction://hlinksldjump"/>
              </a:rPr>
              <a:t>System Information</a:t>
            </a:r>
            <a:endParaRPr lang="en-US" dirty="0"/>
          </a:p>
          <a:p>
            <a:pPr/>
            <a:r>
              <a:rPr>
                <a:hlinkClick r:id="rId4" action="ppaction://hlinksldjump"/>
              </a:rPr>
              <a:t>Geometry and Mesh</a:t>
            </a:r>
          </a:p>
          <a:p>
            <a:pPr lvl="1"/>
            <a:r>
              <a:rPr>
                <a:hlinkClick r:id="rId5" action="ppaction://hlinksldjump"/>
              </a:rPr>
              <a:t>Mesh Size</a:t>
            </a:r>
          </a:p>
          <a:p>
            <a:pPr lvl="1"/>
            <a:r>
              <a:rPr>
                <a:hlinkClick r:id="rId6" action="ppaction://hlinksldjump"/>
              </a:rPr>
              <a:t>Mesh Quality</a:t>
            </a:r>
          </a:p>
          <a:p>
            <a:pPr lvl="1"/>
            <a:r>
              <a:rPr>
                <a:hlinkClick r:id="rId7" action="ppaction://hlinksldjump"/>
              </a:rPr>
              <a:t>Orthogonal Quality</a:t>
            </a:r>
          </a:p>
          <a:p>
            <a:pPr/>
            <a:r>
              <a:rPr>
                <a:hlinkClick r:id="rId8" action="ppaction://hlinksldjump"/>
              </a:rPr>
              <a:t>Simulation Setup</a:t>
            </a:r>
          </a:p>
          <a:p>
            <a:pPr lvl="1"/>
            <a:r>
              <a:rPr>
                <a:hlinkClick r:id="rId9" action="ppaction://hlinksldjump"/>
              </a:rPr>
              <a:t>Physics</a:t>
            </a:r>
          </a:p>
          <a:p>
            <a:pPr lvl="2"/>
            <a:r>
              <a:rPr>
                <a:hlinkClick r:id="rId10" action="ppaction://hlinksldjump"/>
              </a:rPr>
              <a:t>Models</a:t>
            </a:r>
          </a:p>
          <a:p>
            <a:pPr lvl="2"/>
            <a:r>
              <a:rPr>
                <a:hlinkClick r:id="rId11" action="ppaction://hlinksldjump"/>
              </a:rPr>
              <a:t>Material Properties</a:t>
            </a:r>
          </a:p>
          <a:p>
            <a:pPr lvl="2"/>
            <a:r>
              <a:rPr>
                <a:hlinkClick r:id="rId12" action="ppaction://hlinksldjump"/>
              </a:rPr>
              <a:t>Cell Zone Conditions</a:t>
            </a:r>
          </a:p>
          <a:p>
            <a:pPr lvl="2"/>
            <a:r>
              <a:rPr>
                <a:hlinkClick r:id="rId13" action="ppaction://hlinksldjump"/>
              </a:rPr>
              <a:t>Boundary Conditions</a:t>
            </a:r>
          </a:p>
          <a:p>
            <a:pPr lvl="2"/>
            <a:r>
              <a:rPr>
                <a:hlinkClick r:id="rId14" action="ppaction://hlinksldjump"/>
              </a:rPr>
              <a:t>Reference Values</a:t>
            </a:r>
          </a:p>
          <a:p>
            <a:pPr lvl="1"/>
            <a:r>
              <a:rPr>
                <a:hlinkClick r:id="rId15" action="ppaction://hlinksldjump"/>
              </a:rPr>
              <a:t>Solver Settings</a:t>
            </a:r>
          </a:p>
          <a:p>
            <a:pPr/>
            <a:r>
              <a:rPr>
                <a:hlinkClick r:id="rId16" action="ppaction://hlinksldjump"/>
              </a:rPr>
              <a:t>Run Information</a:t>
            </a:r>
          </a:p>
          <a:p>
            <a:pPr/>
            <a:r>
              <a:rPr>
                <a:hlinkClick r:id="rId17" action="ppaction://hlinksldjump"/>
              </a:rPr>
              <a:t>Solution Status</a:t>
            </a:r>
          </a:p>
          <a:p>
            <a:pPr/>
            <a:r>
              <a:rPr>
                <a:hlinkClick r:id="rId18" action="ppaction://hlinksldjump"/>
              </a:rPr>
              <a:t>Named Expressions</a:t>
            </a:r>
          </a:p>
          <a:p>
            <a:pPr/>
            <a:r>
              <a:rPr>
                <a:hlinkClick r:id="rId19" action="ppaction://hlinksldjump"/>
              </a:rPr>
              <a:t>Report Definitions</a:t>
            </a:r>
          </a:p>
          <a:p>
            <a:pPr/>
            <a:r>
              <a:rPr>
                <a:hlinkClick r:id="rId20" action="ppaction://hlinksldjump"/>
              </a:rPr>
              <a:t>Plots</a:t>
            </a:r>
          </a:p>
          <a:p>
            <a:pPr lvl="1"/>
            <a:r>
              <a:rPr>
                <a:hlinkClick r:id="rId21" action="ppaction://hlinksldjump"/>
              </a:rPr>
              <a:t>Residuals</a:t>
            </a:r>
          </a:p>
          <a:p>
            <a:pPr lvl="1"/>
            <a:r>
              <a:rPr>
                <a:hlinkClick r:id="rId22" action="ppaction://hlinksldjump"/>
              </a:rPr>
              <a:t>Report Plots</a:t>
            </a:r>
          </a:p>
          <a:p>
            <a:pPr/>
            <a:r>
              <a:rPr>
                <a:hlinkClick r:id="rId23" action="ppaction://hlinksldjump"/>
              </a:rPr>
              <a:t>Contours</a:t>
            </a:r>
          </a:p>
          <a:p>
            <a:pPr/>
            <a:r>
              <a:rPr>
                <a:hlinkClick r:id="rId24" action="ppaction://hlinksldjump"/>
              </a:rPr>
              <a:t>Vectors</a:t>
            </a:r>
          </a:p>
          <a:p>
            <a:pPr/>
            <a:r>
              <a:rPr>
                <a:hlinkClick r:id="rId25" action="ppaction://hlinksldjump"/>
              </a:rPr>
              <a:t>Pathlines</a:t>
            </a:r>
          </a:p>
        </p:txBody>
      </p:sp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09109BF0-C254-4285-2184-C5FA6E9F03D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3</a:t>
            </a:fld>
            <a:endParaRPr lang="en-US" dirty="0"/>
          </a:p>
        </p:txBody>
      </p:sp>
      <p:sp>
        <p:nvSpPr>
          <p:cNvPr id="8" name="Nexus:html_header">
            <a:extLst>
              <a:ext uri="{FF2B5EF4-FFF2-40B4-BE49-F238E27FC236}">
                <a16:creationId xmlns:a16="http://schemas.microsoft.com/office/drawing/2014/main" id="{CAF235EE-7880-782C-D627-81180C02D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Table of Contents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729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Nexus:query=A|i_type|eq|table;A|i_name|eq|SystemTabl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2595880"/>
        </p:xfrm>
        <a:graphic>
          <a:graphicData uri="http://schemas.openxmlformats.org/drawingml/2006/table">
            <a:tbl>
              <a:tblPr bandRow="1" firstCol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Fluent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Settings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2d, double precision, density-based explicit, Spalart-Allmaras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25.2.0-10204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Source Revision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5eecd5d865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Build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Jun 16 2025 10:44:41 EDT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AMD Ryzen 7 6800H with Radeon Graphics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Windows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E47C80AA-B0DA-3FE3-D386-A6F9C8548C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4</a:t>
            </a:fld>
            <a:endParaRPr lang="en-US"/>
          </a:p>
        </p:txBody>
      </p:sp>
      <p:sp>
        <p:nvSpPr>
          <p:cNvPr id="5" name="Nexus:toc_link">
            <a:extLst>
              <a:ext uri="{FF2B5EF4-FFF2-40B4-BE49-F238E27FC236}">
                <a16:creationId xmlns:a16="http://schemas.microsoft.com/office/drawing/2014/main" id="{364F9CC1-7F5E-222E-29FB-7FF583EA24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 dirty="0"/>
          </a:p>
        </p:txBody>
      </p:sp>
      <p:sp>
        <p:nvSpPr>
          <p:cNvPr id="6" name="Nexus:breadcrumbs">
            <a:extLst>
              <a:ext uri="{FF2B5EF4-FFF2-40B4-BE49-F238E27FC236}">
                <a16:creationId xmlns:a16="http://schemas.microsoft.com/office/drawing/2014/main" id="{5CED10BD-E6D7-8748-708E-9A4BA0359B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System Information</a:t>
            </a:r>
            <a:endParaRPr lang="en-US" dirty="0"/>
          </a:p>
        </p:txBody>
      </p:sp>
      <p:sp>
        <p:nvSpPr>
          <p:cNvPr id="7" name="Nexus:comments">
            <a:extLst>
              <a:ext uri="{FF2B5EF4-FFF2-40B4-BE49-F238E27FC236}">
                <a16:creationId xmlns:a16="http://schemas.microsoft.com/office/drawing/2014/main" id="{898626FD-6EFA-69B5-D843-A2B881FA58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E3572AD1-D036-60CE-33FD-17851B6DF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System Information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654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Geometry and Mesh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Geometry and Mesh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478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able;A|i_name|eq|MeshSizeTableItem;&amp;rows=13&amp;cols=3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70840">
                <a:tc>
                  <a:txBody>
                    <a:bodyPr/>
                    <a:lstStyle/>
                    <a:p>
                      <a:r>
                        <a:t>Cells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Nodes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118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351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1023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3288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22914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35063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12153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A068187C-864B-3A84-B10D-F5E02F947C8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6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08048986-8A8D-7BFD-704A-44A4DCC5DF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2F76A126-F617-D73B-A39D-EBEEED7A0E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Geometry and Mesh</a:t>
            </a:r>
            <a:r>
              <a:t> / </a:t>
            </a:r>
            <a:r>
              <a:t>Mesh Size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C8837272-F6DD-6A01-A30C-B9788A2DEE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29A8D270-99C6-D4EF-18F8-EB279FBAF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Mesh Size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860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able;A|i_name|eq|MeshQualityTableItem;&amp;rows=13&amp;cols=4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Min Orthogonal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Max Aspect Ratio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fluid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Tri 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0.65988415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3.7977613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solid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Tri 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0.65917937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3.7967206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28BA2B70-78DC-64F5-D8BB-919211646CA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7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50E482C7-DF94-B301-EF4D-DD51C44EB72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8" name="Nexus:breadcrumbs">
            <a:extLst>
              <a:ext uri="{FF2B5EF4-FFF2-40B4-BE49-F238E27FC236}">
                <a16:creationId xmlns:a16="http://schemas.microsoft.com/office/drawing/2014/main" id="{761B8C9D-22BC-FC3B-15F0-AABFDE9C5C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Geometry and Mesh</a:t>
            </a:r>
            <a:r>
              <a:t> / </a:t>
            </a:r>
            <a:r>
              <a:t>Mesh Quality</a:t>
            </a:r>
            <a:endParaRPr lang="en-US" dirty="0"/>
          </a:p>
        </p:txBody>
      </p:sp>
      <p:sp>
        <p:nvSpPr>
          <p:cNvPr id="9" name="Nexus:comments">
            <a:extLst>
              <a:ext uri="{FF2B5EF4-FFF2-40B4-BE49-F238E27FC236}">
                <a16:creationId xmlns:a16="http://schemas.microsoft.com/office/drawing/2014/main" id="{1D76154C-63D8-4B9D-2AA6-1B252507AB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E3FEA23B-41A7-D7F9-8DE9-BA3E52C3A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Mesh Quality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75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Nexus:query=A|i_type|eq|image;A|i_name|eq|MeshOrthogonalHistogram;" descr="9efbc729-04b1-11f1-9c3b-ba11fecb27a0_imag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-49163" r="-49163"/>
          <a:stretch>
            <a:fillRect/>
          </a:stretch>
        </p:blipFill>
        <p:spPr/>
      </p:pic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8484F504-0E75-5075-5421-A5DA8F908CB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8</a:t>
            </a:fld>
            <a:endParaRPr lang="en-US"/>
          </a:p>
        </p:txBody>
      </p:sp>
      <p:sp>
        <p:nvSpPr>
          <p:cNvPr id="15" name="Nexus:toc_link">
            <a:extLst>
              <a:ext uri="{FF2B5EF4-FFF2-40B4-BE49-F238E27FC236}">
                <a16:creationId xmlns:a16="http://schemas.microsoft.com/office/drawing/2014/main" id="{9C81D07F-C360-90AE-510F-20B9BDC5E0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 dirty="0"/>
          </a:p>
        </p:txBody>
      </p:sp>
      <p:sp>
        <p:nvSpPr>
          <p:cNvPr id="16" name="Nexus:breadcrumbs">
            <a:extLst>
              <a:ext uri="{FF2B5EF4-FFF2-40B4-BE49-F238E27FC236}">
                <a16:creationId xmlns:a16="http://schemas.microsoft.com/office/drawing/2014/main" id="{51910BFF-D4DC-C08E-B4F7-1FDF6FA364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Geometry and Mesh</a:t>
            </a:r>
            <a:r>
              <a:t> / </a:t>
            </a:r>
            <a:r>
              <a:t>Orthogonal Quality</a:t>
            </a:r>
            <a:endParaRPr lang="en-US"/>
          </a:p>
        </p:txBody>
      </p:sp>
      <p:sp>
        <p:nvSpPr>
          <p:cNvPr id="17" name="Nexus:comments">
            <a:extLst>
              <a:ext uri="{FF2B5EF4-FFF2-40B4-BE49-F238E27FC236}">
                <a16:creationId xmlns:a16="http://schemas.microsoft.com/office/drawing/2014/main" id="{615B8E7E-BFB4-837A-58FD-AE1598A56E7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Nexus:html_header">
            <a:extLst>
              <a:ext uri="{FF2B5EF4-FFF2-40B4-BE49-F238E27FC236}">
                <a16:creationId xmlns:a16="http://schemas.microsoft.com/office/drawing/2014/main" id="{98105E92-6C4C-3CDF-AE0D-7FA946013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Orthogonal Quality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390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Simulation Setup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Simulation Setup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117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t>Physics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Physics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40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able;A|i_name|eq|ModelsTabl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Settings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Steady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Viscous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Spalart-Allmaras turbulence model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Production 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Vorticity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Heat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Enabled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163766E6-D86C-8402-FF1A-86B4CC85F5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11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DB1FD212-8615-8499-2894-85FA61A5196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7" name="Nexus:breadcrumbs">
            <a:extLst>
              <a:ext uri="{FF2B5EF4-FFF2-40B4-BE49-F238E27FC236}">
                <a16:creationId xmlns:a16="http://schemas.microsoft.com/office/drawing/2014/main" id="{FB05F6F5-35F3-4559-50CD-7200E3B325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Models</a:t>
            </a:r>
            <a:endParaRPr lang="en-US" dirty="0"/>
          </a:p>
        </p:txBody>
      </p:sp>
      <p:sp>
        <p:nvSpPr>
          <p:cNvPr id="8" name="Nexus:comments">
            <a:extLst>
              <a:ext uri="{FF2B5EF4-FFF2-40B4-BE49-F238E27FC236}">
                <a16:creationId xmlns:a16="http://schemas.microsoft.com/office/drawing/2014/main" id="{624D1C98-6F74-1EAF-0C78-F04E6DDE32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EC246425-3A42-46F6-2462-97EE1661A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Models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372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ree;A|i_name|eq|Material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44500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- Fluid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ideal gas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Cp (Specific Heat)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1006.43 J/(kg K)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Thermal Conductivity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0.0242 W/(m K)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Viscosity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1.7894e-05 kg/(m s)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Molecular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28.966 kg/kmol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Solid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aluminum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2719 kg/m^3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Cp (Specific Heat)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871 J/(kg K)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Thermal Conductivity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202.4 W/(m K)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E1EE0CA5-5BBC-526B-3CCA-83E6BFC8244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12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E0B99DE9-7326-CD6D-38C6-0D822856F6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A01B82FF-726C-A182-53DF-9C628AF6A8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Material Properties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80B3FC4F-F5A2-0F11-95DC-F6FBB79B88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C44F8980-8793-1979-26DE-6C26D8346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Material Properties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642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ree;A|i_name|eq|CellZone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4820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- Fluid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fluid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Material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air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Specify source terms?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Specify fixed values?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Frame Motion?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Laminar zone?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Porous zone?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Solid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solid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Material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aluminum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Specify source terms?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Frame Motion?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B91B9A75-6847-7E41-845C-65D34E4AFEF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13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342A25B6-524A-8598-5C74-D70FA3DA91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837E3960-7200-F9C1-E027-64D80F2AFC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Cell Zone Conditions (1 of 2)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2B797919-E906-7712-2ED3-37DE3E033D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643A17EB-CD1C-E870-17B8-63E810EEB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Cell Zone Conditions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918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ree;A|i_name|eq|BoundaryZone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4820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- Inlet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inlet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Gauge Pressure [Pa]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101325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Mach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Temperature [K]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Component of Flow Direction (x,y)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(1, 0)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Turbulence Specification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Turbulent Viscosity Ratio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Turbulent Viscosity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outlet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Gauge Pressure [Pa]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101325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Mach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Temperature [K]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Component of Flow Direction (x,y)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(1, 0)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14EB6239-0960-B1EB-D918-541BE1EB79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14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A3D0983C-6B97-8BED-D09E-B74ABA828E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93758FEA-B038-7D04-64F8-7A6C84D375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Boundary Conditions (1 of 4)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D4E7368A-D84C-4E80-DB79-5213C8AA72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09E60FEB-D07C-E7F9-EB1A-E88904F3D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Boundary Conditions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128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able;A|i_name|eq|ReferenceValuesTabl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4450080"/>
        </p:xfrm>
        <a:graphic>
          <a:graphicData uri="http://schemas.openxmlformats.org/drawingml/2006/table">
            <a:tbl>
              <a:tblPr bandRow="1" firstCol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m^2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1.225 kg/m^3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m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Enthalpy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 J/kg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m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 Pa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288.16 K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m/s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Viscosity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1.7894e-05 kg/(m s)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Ratio of Specific Heats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Yplus for Heat Tran. Coef.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Reference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fluid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CE05950C-BEC2-D166-B635-0E74C31F86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15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BB39B6EA-900A-988A-907B-40C56628F7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9942593D-2BC8-08B5-4A98-76372B9EA9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Reference Values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9D4F2939-18BE-E4C5-186C-CAB51F5199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33B5D49C-56BD-5C36-3247-7D44FC1A9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Reference Values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561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ree;A|i_name|eq|SolverSetting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4820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- Equations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True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Modified Turbulent Viscosity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True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Numerics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Absolute Velocity Formulation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True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Under-Relaxation Factors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Modified Turbulent Viscosity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Turbulent Viscosity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Solid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Discretization Scheme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Second Order Upwind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Modified Turbulent Viscosity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Second Order Upwind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Time Marching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0B5FECF6-428E-D835-2627-4523324C44C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16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8AAD4C54-4822-4B9A-1BCB-11FBB60A78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C7D7BE66-DD6F-63B1-98A9-ED5D907AF6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t>Solver Settings (1 of 3)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D25D3AE5-D035-6AD0-1180-87F21DC18F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F696281E-40DC-7498-070B-5E21BE09A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Solver Settings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519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able,tree;A|i_name|eq|RunTableItem,Run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2966720"/>
        </p:xfrm>
        <a:graphic>
          <a:graphicData uri="http://schemas.openxmlformats.org/drawingml/2006/table">
            <a:tbl>
              <a:tblPr bandRow="1" firstCol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Number of Machines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Number of Cores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Case 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7.168 seconds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Iteration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153.359 seconds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AMG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1.133 seconds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Virtual Current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1.0861 GB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Virtual Peak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1.1983 GB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Memory Per M 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19.0502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7D4E5229-FFF5-992E-04A7-85E306BDC69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17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8C6AB8E1-8EA1-32E6-7460-748237C41AB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A9F57948-A9E7-80A3-6664-8AFC929F97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Run Information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FDFEF095-6F0D-3AFB-A36C-E6EE03CCEA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4B23AA27-1A00-4996-D120-2B6C90BB8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Run Information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60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able;A|i_name|eq|SolverStatusTableItem;&amp;rows=13&amp;cols=4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2225040"/>
        </p:xfrm>
        <a:graphic>
          <a:graphicData uri="http://schemas.openxmlformats.org/drawingml/2006/table">
            <a:tbl>
              <a:tblPr firstRow="1" bandRow="1" firstCol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Absolute 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Convergence Status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continuity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0.0009998756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Converged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x-velocity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0.0001775964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Converged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y-velocity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0.0005544375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Converged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0.0008708995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Converged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nut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0.0002517476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Converged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0D12D6BE-533D-A290-BF38-79344B516E9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18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22F55DAC-D6FA-FED0-2C49-8C3A57326B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A87B8336-3E7D-F8EB-BB7F-93A450B6ED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Solution Status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8A573B82-C8C1-2774-CB33-F284699B27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2" y="927872"/>
            <a:ext cx="10972800" cy="62420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BBFE23C9-AE3B-8432-5C05-960A9776F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148582"/>
            <a:ext cx="10972799" cy="747529"/>
          </a:xfrm>
        </p:spPr>
        <p:txBody>
          <a:bodyPr/>
          <a:lstStyle/>
          <a:p>
            <a:r>
              <a:rPr sz="3200"/>
              <a:t>Solution Status</a:t>
            </a:r>
            <a:endParaRPr lang="en-US" dirty="0"/>
          </a:p>
          <a:p>
            <a:r>
              <a:rPr sz="2400"/>
              <a:t>Iterations: 4585</a:t>
            </a:r>
          </a:p>
        </p:txBody>
      </p:sp>
    </p:spTree>
    <p:extLst>
      <p:ext uri="{BB962C8B-B14F-4D97-AF65-F5344CB8AC3E}">
        <p14:creationId xmlns:p14="http://schemas.microsoft.com/office/powerpoint/2010/main" val="2190172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able;A|i_name|eq|ExpressionsTableItem;&amp;rows=13&amp;cols=6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370840">
                <a:tc>
                  <a:txBody>
                    <a:bodyPr/>
                    <a:lstStyle/>
                    <a:p>
                      <a:r>
                        <a:t>Expression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Used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expr1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Maximum(MachNumber, ['fluid'])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1.9877734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report-def-0-sa (Report Definition)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0A2DA0F8-A77B-AFA3-8C6A-09519F957B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19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BB5D788F-A11D-432F-B256-574EC5DB87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768DC257-CA24-D936-0E04-9FD32E6A1C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Named Expressions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689C1C6D-9306-846C-F60F-6453379175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13F04CCB-332F-0000-46B6-B989E2D3D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Named Expressions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04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ree;A|i_name|eq|ReportDefinitionsTreeItem;&amp;rows=13&amp;cols=3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70840">
                <a:tc>
                  <a:txBody>
                    <a:bodyPr/>
                    <a:lstStyle/>
                    <a:p>
                      <a:r>
                        <a:t>report-def-0-sa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1.987773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9F2B33ED-A19A-827B-7D05-D2FB22EE3D0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20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60921038-1786-2C55-F7B6-2C87E299A7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F470453C-B566-F89B-053B-B70BCAB519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Report Definitions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55361083-EB71-0A5B-20C5-CDAF08B773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35A5C1EC-6E99-5173-62CA-0BB32A548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Report Definitions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503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Plots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Plots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378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Nexus:query=A|i_type|eq|table;A|i_name|eq|residuals_plot;"/>
          <p:cNvGraphicFramePr>
            <a:graphicFrameLocks noGrp="1"/>
          </p:cNvGraphicFramePr>
          <p:nvPr>
            <p:ph type="chart" sz="quarter" idx="11"/>
          </p:nvPr>
        </p:nvGraphicFramePr>
        <p:xfrm>
          <a:off x="609601" y="1636776"/>
          <a:ext cx="10972800" cy="47365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413D48AD-F9DD-18CD-C3DC-B259C827B87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615195" y="6566315"/>
            <a:ext cx="457200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8" name="Nexus:toc_link">
            <a:extLst>
              <a:ext uri="{FF2B5EF4-FFF2-40B4-BE49-F238E27FC236}">
                <a16:creationId xmlns:a16="http://schemas.microsoft.com/office/drawing/2014/main" id="{C4176366-C6CE-41EC-14AF-09D11575D54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/>
          </a:p>
        </p:txBody>
      </p:sp>
      <p:sp>
        <p:nvSpPr>
          <p:cNvPr id="10" name="Nexus:breadcrumbs">
            <a:extLst>
              <a:ext uri="{FF2B5EF4-FFF2-40B4-BE49-F238E27FC236}">
                <a16:creationId xmlns:a16="http://schemas.microsoft.com/office/drawing/2014/main" id="{535D6246-17F0-F596-7D2B-1B9400424E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Plots</a:t>
            </a:r>
            <a:r>
              <a:t> / </a:t>
            </a:r>
            <a:r>
              <a:t>Residuals</a:t>
            </a:r>
            <a:endParaRPr lang="en-US"/>
          </a:p>
        </p:txBody>
      </p:sp>
      <p:sp>
        <p:nvSpPr>
          <p:cNvPr id="11" name="Nexus:comments">
            <a:extLst>
              <a:ext uri="{FF2B5EF4-FFF2-40B4-BE49-F238E27FC236}">
                <a16:creationId xmlns:a16="http://schemas.microsoft.com/office/drawing/2014/main" id="{E494AC99-C935-287B-F456-5C4649A5F96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exus:html_header">
            <a:extLst>
              <a:ext uri="{FF2B5EF4-FFF2-40B4-BE49-F238E27FC236}">
                <a16:creationId xmlns:a16="http://schemas.microsoft.com/office/drawing/2014/main" id="{0FCB03A3-A939-817A-F2F7-794F1DFD0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Residuals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047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Plots</a:t>
            </a:r>
            <a:r>
              <a:t> / </a:t>
            </a:r>
            <a:r>
              <a:t>Report Plots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Report Plots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437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Nexus:query=A|i_type|eq|table;A|i_name|cont|_plot;A|i_name|neq|residuals_plot;"/>
          <p:cNvGraphicFramePr>
            <a:graphicFrameLocks noGrp="1"/>
          </p:cNvGraphicFramePr>
          <p:nvPr>
            <p:ph type="chart" sz="quarter" idx="11"/>
          </p:nvPr>
        </p:nvGraphicFramePr>
        <p:xfrm>
          <a:off x="609601" y="1636776"/>
          <a:ext cx="10972800" cy="47365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ED223E14-EFEB-050D-0BB4-5870DCDDDA1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615195" y="6566315"/>
            <a:ext cx="457200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8" name="Nexus:toc_link">
            <a:extLst>
              <a:ext uri="{FF2B5EF4-FFF2-40B4-BE49-F238E27FC236}">
                <a16:creationId xmlns:a16="http://schemas.microsoft.com/office/drawing/2014/main" id="{A547CD24-71F0-1C60-6867-B0A4011C803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/>
          </a:p>
        </p:txBody>
      </p:sp>
      <p:sp>
        <p:nvSpPr>
          <p:cNvPr id="10" name="Nexus:breadcrumbs">
            <a:extLst>
              <a:ext uri="{FF2B5EF4-FFF2-40B4-BE49-F238E27FC236}">
                <a16:creationId xmlns:a16="http://schemas.microsoft.com/office/drawing/2014/main" id="{304B0302-B98D-CC06-7978-BF01015868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Plots</a:t>
            </a:r>
            <a:r>
              <a:t> / </a:t>
            </a:r>
            <a:r>
              <a:rPr>
                <a:hlinkClick r:id="rId5" action="ppaction://hlinksldjump"/>
              </a:rPr>
              <a:t>Report Plots</a:t>
            </a:r>
            <a:r>
              <a:t> / </a:t>
            </a:r>
            <a:r>
              <a:t>report-def-0-rplot</a:t>
            </a:r>
            <a:endParaRPr lang="en-US"/>
          </a:p>
        </p:txBody>
      </p:sp>
      <p:sp>
        <p:nvSpPr>
          <p:cNvPr id="11" name="Nexus:comments">
            <a:extLst>
              <a:ext uri="{FF2B5EF4-FFF2-40B4-BE49-F238E27FC236}">
                <a16:creationId xmlns:a16="http://schemas.microsoft.com/office/drawing/2014/main" id="{8E91EB1E-DFA6-072B-6692-6DF8A2E701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exus:html_header">
            <a:extLst>
              <a:ext uri="{FF2B5EF4-FFF2-40B4-BE49-F238E27FC236}">
                <a16:creationId xmlns:a16="http://schemas.microsoft.com/office/drawing/2014/main" id="{6043653E-7DE1-82CF-E848-498B533BC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report-def-0-rplot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480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Contours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Contours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574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Nexus:query=A|i_type|eq|image;A|i_name|cont|_contour;" descr="a04cbe51-04b1-11f1-a862-ba11fecb27a0_imag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-49163" r="-49163"/>
          <a:stretch>
            <a:fillRect/>
          </a:stretch>
        </p:blipFill>
        <p:spPr/>
      </p:pic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980E6085-4A97-210A-D5AA-840A8B4B42E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28</a:t>
            </a:fld>
            <a:endParaRPr lang="en-US"/>
          </a:p>
        </p:txBody>
      </p:sp>
      <p:sp>
        <p:nvSpPr>
          <p:cNvPr id="7" name="Nexus:toc_link">
            <a:extLst>
              <a:ext uri="{FF2B5EF4-FFF2-40B4-BE49-F238E27FC236}">
                <a16:creationId xmlns:a16="http://schemas.microsoft.com/office/drawing/2014/main" id="{3909E574-0939-BFF7-389D-42E9EA1496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/>
          </a:p>
        </p:txBody>
      </p:sp>
      <p:sp>
        <p:nvSpPr>
          <p:cNvPr id="8" name="Nexus:breadcrumbs">
            <a:extLst>
              <a:ext uri="{FF2B5EF4-FFF2-40B4-BE49-F238E27FC236}">
                <a16:creationId xmlns:a16="http://schemas.microsoft.com/office/drawing/2014/main" id="{80A81224-921A-39F2-AD50-976A7ACE57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Contours</a:t>
            </a:r>
            <a:r>
              <a:t> / </a:t>
            </a:r>
            <a:r>
              <a:t>contour-3-x_velocity</a:t>
            </a:r>
            <a:endParaRPr lang="en-US"/>
          </a:p>
        </p:txBody>
      </p:sp>
      <p:sp>
        <p:nvSpPr>
          <p:cNvPr id="10" name="Nexus:comments">
            <a:extLst>
              <a:ext uri="{FF2B5EF4-FFF2-40B4-BE49-F238E27FC236}">
                <a16:creationId xmlns:a16="http://schemas.microsoft.com/office/drawing/2014/main" id="{E6F62ED1-3C05-CCDC-08FD-801E039A864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7707DEA5-1A7E-D358-AC6B-78972A653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contour-3-x_velocity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019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Vectors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Vectors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47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Nexus:query=A|i_type|eq|image;A|i_name|cont|_vector;" descr="a387bd62-04b1-11f1-abe3-ba11fecb27a0_imag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-49163" r="-49163"/>
          <a:stretch>
            <a:fillRect/>
          </a:stretch>
        </p:blipFill>
        <p:spPr/>
      </p:pic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B6A812F3-F7D6-3797-70D4-59372BCA9A2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30</a:t>
            </a:fld>
            <a:endParaRPr lang="en-US"/>
          </a:p>
        </p:txBody>
      </p:sp>
      <p:sp>
        <p:nvSpPr>
          <p:cNvPr id="7" name="Nexus:toc_link">
            <a:extLst>
              <a:ext uri="{FF2B5EF4-FFF2-40B4-BE49-F238E27FC236}">
                <a16:creationId xmlns:a16="http://schemas.microsoft.com/office/drawing/2014/main" id="{81FF30A6-1AE2-D3B5-4E1E-5C15CF7D70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/>
          </a:p>
        </p:txBody>
      </p:sp>
      <p:sp>
        <p:nvSpPr>
          <p:cNvPr id="8" name="Nexus:breadcrumbs">
            <a:extLst>
              <a:ext uri="{FF2B5EF4-FFF2-40B4-BE49-F238E27FC236}">
                <a16:creationId xmlns:a16="http://schemas.microsoft.com/office/drawing/2014/main" id="{A47FDFC0-2EBB-4940-799C-2D50941429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Vectors</a:t>
            </a:r>
            <a:r>
              <a:t> / </a:t>
            </a:r>
            <a:r>
              <a:t>vector-1</a:t>
            </a:r>
            <a:endParaRPr lang="en-US"/>
          </a:p>
        </p:txBody>
      </p:sp>
      <p:sp>
        <p:nvSpPr>
          <p:cNvPr id="10" name="Nexus:comments">
            <a:extLst>
              <a:ext uri="{FF2B5EF4-FFF2-40B4-BE49-F238E27FC236}">
                <a16:creationId xmlns:a16="http://schemas.microsoft.com/office/drawing/2014/main" id="{E83CE124-35E4-7373-9A0C-A3C967D7DF7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FB275495-E66F-E24E-467E-63F597C94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vector-1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813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Pathlines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Pathlines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716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Nexus:query=A|i_type|eq|image;A|i_name|cont|_pathline;" descr="aa2dd443-04b1-11f1-bae1-ba11fecb27a0_imag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-49163" r="-49163"/>
          <a:stretch>
            <a:fillRect/>
          </a:stretch>
        </p:blipFill>
        <p:spPr/>
      </p:pic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EE548135-C4A5-EFBE-8EA1-44E9B37AE43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32</a:t>
            </a:fld>
            <a:endParaRPr lang="en-US"/>
          </a:p>
        </p:txBody>
      </p:sp>
      <p:sp>
        <p:nvSpPr>
          <p:cNvPr id="7" name="Nexus:toc_link">
            <a:extLst>
              <a:ext uri="{FF2B5EF4-FFF2-40B4-BE49-F238E27FC236}">
                <a16:creationId xmlns:a16="http://schemas.microsoft.com/office/drawing/2014/main" id="{BB1F4609-51A5-4E03-9A86-2871E01771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/>
          </a:p>
        </p:txBody>
      </p:sp>
      <p:sp>
        <p:nvSpPr>
          <p:cNvPr id="8" name="Nexus:breadcrumbs">
            <a:extLst>
              <a:ext uri="{FF2B5EF4-FFF2-40B4-BE49-F238E27FC236}">
                <a16:creationId xmlns:a16="http://schemas.microsoft.com/office/drawing/2014/main" id="{484C7630-F3DE-3017-E429-885C1A2B98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Pathlines</a:t>
            </a:r>
            <a:r>
              <a:t> / </a:t>
            </a:r>
            <a:r>
              <a:t>pathlines-2-mach_number</a:t>
            </a:r>
            <a:endParaRPr lang="en-US"/>
          </a:p>
        </p:txBody>
      </p:sp>
      <p:sp>
        <p:nvSpPr>
          <p:cNvPr id="10" name="Nexus:comments">
            <a:extLst>
              <a:ext uri="{FF2B5EF4-FFF2-40B4-BE49-F238E27FC236}">
                <a16:creationId xmlns:a16="http://schemas.microsoft.com/office/drawing/2014/main" id="{51EBC050-67EC-C815-04B1-999A63C5E6D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74E2F4A0-6324-5D14-0C39-42F73F8FC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pathlines-2-mach_number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954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Nexus:query=A|i_type|eq|tree;A|i_name|eq|CellZone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            Solid Motion?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B91B9A75-6847-7E41-845C-65D34E4AFEF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13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342A25B6-524A-8598-5C74-D70FA3DA91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837E3960-7200-F9C1-E027-64D80F2AFC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Cell Zone Conditions (2 of 2)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2B797919-E906-7712-2ED3-37DE3E033D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643A17EB-CD1C-E870-17B8-63E810EEB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Cell Zone Conditions</a:t>
            </a:r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Nexus:query=A|i_type|eq|tree;A|i_name|eq|BoundaryZone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4820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            Turbulence Specification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Turbulent Viscosity Ratio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Turbulent Viscosity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Wall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soild_wall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Wall Thickness [m]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Heat Generation Rate [W/m^3]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Material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aluminum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Thermal BC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Heat Flux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Heat Flux [W/m^2]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Convective Augmentation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soild_wall:001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Wall Thickness [m]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Heat Generation Rate [W/m^3]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14EB6239-0960-B1EB-D918-541BE1EB79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14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A3D0983C-6B97-8BED-D09E-B74ABA828E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93758FEA-B038-7D04-64F8-7A6C84D375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Boundary Conditions (2 of 4)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D4E7368A-D84C-4E80-DB79-5213C8AA72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09E60FEB-D07C-E7F9-EB1A-E88904F3D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Boundary Conditions</a:t>
            </a:r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Nexus:query=A|i_type|eq|tree;A|i_name|eq|BoundaryZone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4820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            Material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aluminum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Thermal BC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Coupled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Wall Motion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Stationary Wall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Shear Boundary 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Slip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Wall Surface Roughness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Standard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Wall Roughness Height [m]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Wall Roughness Constant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Convective Augmentation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soild_wall:001-shadow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Wall Thickness [m]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Heat Generation Rate [W/m^3]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Material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aluminum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Thermal BC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Coupled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14EB6239-0960-B1EB-D918-541BE1EB79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14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A3D0983C-6B97-8BED-D09E-B74ABA828E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93758FEA-B038-7D04-64F8-7A6C84D375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Boundary Conditions (3 of 4)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D4E7368A-D84C-4E80-DB79-5213C8AA72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09E60FEB-D07C-E7F9-EB1A-E88904F3D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Boundary Conditions</a:t>
            </a:r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Nexus:query=A|i_type|eq|tree;A|i_name|eq|BoundaryZone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            Convective Augmentation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14EB6239-0960-B1EB-D918-541BE1EB79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14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A3D0983C-6B97-8BED-D09E-B74ABA828E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93758FEA-B038-7D04-64F8-7A6C84D375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Boundary Conditions (4 of 4)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D4E7368A-D84C-4E80-DB79-5213C8AA72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09E60FEB-D07C-E7F9-EB1A-E88904F3D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Boundary Conditions</a:t>
            </a:r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Nexus:query=A|i_type|eq|tree;A|i_name|eq|SolverSetting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4820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      Solver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Explicit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Courant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Residual Smoothing Iterations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 (disabled)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Residual Smoothing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Multigrid Solver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Coarse Grid Levels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Fine Grid Iterations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Final Iterations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Time Step Reduction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Correction Reduction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Species Correction Reduction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Correction Smoothing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Multi-Stage Scheme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0B5FECF6-428E-D835-2627-4523324C44C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16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8AAD4C54-4822-4B9A-1BCB-11FBB60A78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C7D7BE66-DD6F-63B1-98A9-ED5D907AF6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t>Solver Settings (2 of 3)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D25D3AE5-D035-6AD0-1180-87F21DC18F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F696281E-40DC-7498-070B-5E21BE09A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Solver Settings</a:t>
            </a:r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Nexus:query=A|i_type|eq|tree;A|i_name|eq|SolverSetting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33375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   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0.2075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0.5915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Solution Limits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Minimum Absolute Pressure [Pa]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Maximum Absolute Pressure [Pa]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5e+10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Minimum Static Temperature [K]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Maximum Static Temperature [K]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Maximum Turb. Viscosity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0B5FECF6-428E-D835-2627-4523324C44C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16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8AAD4C54-4822-4B9A-1BCB-11FBB60A78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C7D7BE66-DD6F-63B1-98A9-ED5D907AF6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t>Solver Settings (3 of 3)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D25D3AE5-D035-6AD0-1180-87F21DC18F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F696281E-40DC-7498-070B-5E21BE09A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Solver Settings</a:t>
            </a:r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Nexus:query=A|i_type|eq|image;A|i_name|cont|_contour;" descr="a136657c-04b1-11f1-86de-ba11fecb27a0_imag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-49163" r="-49163"/>
          <a:stretch>
            <a:fillRect/>
          </a:stretch>
        </p:blipFill>
        <p:spPr/>
      </p:pic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980E6085-4A97-210A-D5AA-840A8B4B42E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28</a:t>
            </a:fld>
            <a:endParaRPr lang="en-US"/>
          </a:p>
        </p:txBody>
      </p:sp>
      <p:sp>
        <p:nvSpPr>
          <p:cNvPr id="7" name="Nexus:toc_link">
            <a:extLst>
              <a:ext uri="{FF2B5EF4-FFF2-40B4-BE49-F238E27FC236}">
                <a16:creationId xmlns:a16="http://schemas.microsoft.com/office/drawing/2014/main" id="{3909E574-0939-BFF7-389D-42E9EA1496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/>
          </a:p>
        </p:txBody>
      </p:sp>
      <p:sp>
        <p:nvSpPr>
          <p:cNvPr id="8" name="Nexus:breadcrumbs">
            <a:extLst>
              <a:ext uri="{FF2B5EF4-FFF2-40B4-BE49-F238E27FC236}">
                <a16:creationId xmlns:a16="http://schemas.microsoft.com/office/drawing/2014/main" id="{80A81224-921A-39F2-AD50-976A7ACE57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Contours</a:t>
            </a:r>
            <a:r>
              <a:t> / </a:t>
            </a:r>
            <a:r>
              <a:t>contour-2-total_temperature</a:t>
            </a:r>
            <a:endParaRPr lang="en-US"/>
          </a:p>
        </p:txBody>
      </p:sp>
      <p:sp>
        <p:nvSpPr>
          <p:cNvPr id="10" name="Nexus:comments">
            <a:extLst>
              <a:ext uri="{FF2B5EF4-FFF2-40B4-BE49-F238E27FC236}">
                <a16:creationId xmlns:a16="http://schemas.microsoft.com/office/drawing/2014/main" id="{E6F62ED1-3C05-CCDC-08FD-801E039A864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7707DEA5-1A7E-D358-AC6B-78972A653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contour-2-total_temperature</a:t>
            </a:r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Nexus:query=A|i_type|eq|image;A|i_name|cont|_contour;" descr="a236ed92-04b1-11f1-b5b9-ba11fecb27a0_imag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-49163" r="-49163"/>
          <a:stretch>
            <a:fillRect/>
          </a:stretch>
        </p:blipFill>
        <p:spPr/>
      </p:pic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980E6085-4A97-210A-D5AA-840A8B4B42E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28</a:t>
            </a:fld>
            <a:endParaRPr lang="en-US"/>
          </a:p>
        </p:txBody>
      </p:sp>
      <p:sp>
        <p:nvSpPr>
          <p:cNvPr id="7" name="Nexus:toc_link">
            <a:extLst>
              <a:ext uri="{FF2B5EF4-FFF2-40B4-BE49-F238E27FC236}">
                <a16:creationId xmlns:a16="http://schemas.microsoft.com/office/drawing/2014/main" id="{3909E574-0939-BFF7-389D-42E9EA1496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/>
          </a:p>
        </p:txBody>
      </p:sp>
      <p:sp>
        <p:nvSpPr>
          <p:cNvPr id="8" name="Nexus:breadcrumbs">
            <a:extLst>
              <a:ext uri="{FF2B5EF4-FFF2-40B4-BE49-F238E27FC236}">
                <a16:creationId xmlns:a16="http://schemas.microsoft.com/office/drawing/2014/main" id="{80A81224-921A-39F2-AD50-976A7ACE57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Contours</a:t>
            </a:r>
            <a:r>
              <a:t> / </a:t>
            </a:r>
            <a:r>
              <a:t>contour-1-static_pressure</a:t>
            </a:r>
            <a:endParaRPr lang="en-US"/>
          </a:p>
        </p:txBody>
      </p:sp>
      <p:sp>
        <p:nvSpPr>
          <p:cNvPr id="10" name="Nexus:comments">
            <a:extLst>
              <a:ext uri="{FF2B5EF4-FFF2-40B4-BE49-F238E27FC236}">
                <a16:creationId xmlns:a16="http://schemas.microsoft.com/office/drawing/2014/main" id="{E6F62ED1-3C05-CCDC-08FD-801E039A864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7707DEA5-1A7E-D358-AC6B-78972A653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contour-1-static_pressure</a:t>
            </a:r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Nexus:query=A|i_type|eq|image;A|i_name|cont|_pathline;" descr="b06f0263-04b1-11f1-89fe-ba11fecb27a0_imag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-49163" r="-49163"/>
          <a:stretch>
            <a:fillRect/>
          </a:stretch>
        </p:blipFill>
        <p:spPr/>
      </p:pic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EE548135-C4A5-EFBE-8EA1-44E9B37AE43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32</a:t>
            </a:fld>
            <a:endParaRPr lang="en-US"/>
          </a:p>
        </p:txBody>
      </p:sp>
      <p:sp>
        <p:nvSpPr>
          <p:cNvPr id="7" name="Nexus:toc_link">
            <a:extLst>
              <a:ext uri="{FF2B5EF4-FFF2-40B4-BE49-F238E27FC236}">
                <a16:creationId xmlns:a16="http://schemas.microsoft.com/office/drawing/2014/main" id="{BB1F4609-51A5-4E03-9A86-2871E01771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/>
          </a:p>
        </p:txBody>
      </p:sp>
      <p:sp>
        <p:nvSpPr>
          <p:cNvPr id="8" name="Nexus:breadcrumbs">
            <a:extLst>
              <a:ext uri="{FF2B5EF4-FFF2-40B4-BE49-F238E27FC236}">
                <a16:creationId xmlns:a16="http://schemas.microsoft.com/office/drawing/2014/main" id="{484C7630-F3DE-3017-E429-885C1A2B98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Pathlines</a:t>
            </a:r>
            <a:r>
              <a:t> / </a:t>
            </a:r>
            <a:r>
              <a:t>pathlines-1-density</a:t>
            </a:r>
            <a:endParaRPr lang="en-US"/>
          </a:p>
        </p:txBody>
      </p:sp>
      <p:sp>
        <p:nvSpPr>
          <p:cNvPr id="10" name="Nexus:comments">
            <a:extLst>
              <a:ext uri="{FF2B5EF4-FFF2-40B4-BE49-F238E27FC236}">
                <a16:creationId xmlns:a16="http://schemas.microsoft.com/office/drawing/2014/main" id="{51EBC050-67EC-C815-04B1-999A63C5E6D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74E2F4A0-6324-5D14-0C39-42F73F8FC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pathlines-1-density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sys - Slide Master">
  <a:themeElements>
    <a:clrScheme name="Custom 2">
      <a:dk1>
        <a:sysClr val="windowText" lastClr="000000"/>
      </a:dk1>
      <a:lt1>
        <a:sysClr val="window" lastClr="FFFFFF"/>
      </a:lt1>
      <a:dk2>
        <a:srgbClr val="898A8D"/>
      </a:dk2>
      <a:lt2>
        <a:srgbClr val="D9D8D6"/>
      </a:lt2>
      <a:accent1>
        <a:srgbClr val="FFB71B"/>
      </a:accent1>
      <a:accent2>
        <a:srgbClr val="0070C0"/>
      </a:accent2>
      <a:accent3>
        <a:srgbClr val="00B050"/>
      </a:accent3>
      <a:accent4>
        <a:srgbClr val="FFB71B"/>
      </a:accent4>
      <a:accent5>
        <a:srgbClr val="FF0000"/>
      </a:accent5>
      <a:accent6>
        <a:srgbClr val="7030A0"/>
      </a:accent6>
      <a:hlink>
        <a:srgbClr val="000000"/>
      </a:hlink>
      <a:folHlink>
        <a:srgbClr val="00000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Presentation 2021 Confidential (1)" id="{BCE29331-CD87-4C7F-9347-8FFC45714815}" vid="{9A4FE274-3FD9-4EEB-80C5-5F4C7627D6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22542</TotalTime>
  <Words>49</Words>
  <Application>Microsoft Office PowerPoint</Application>
  <PresentationFormat>Widescreen</PresentationFormat>
  <Paragraphs>49</Paragraphs>
  <Slides>46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2" baseType="lpstr">
      <vt:lpstr>Arial</vt:lpstr>
      <vt:lpstr>Calibri</vt:lpstr>
      <vt:lpstr>Courier New</vt:lpstr>
      <vt:lpstr>Source Sans Pro</vt:lpstr>
      <vt:lpstr>Wingdings</vt:lpstr>
      <vt:lpstr>Ansys -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Hello, World!</dc:title>
  <dc:subject/>
  <dc:creator>Visesh Rajendraprasad</dc:creator>
  <cp:keywords/>
  <dc:description>generated using python-pptx</dc:description>
  <cp:lastModifiedBy>Chris Tevere</cp:lastModifiedBy>
  <cp:revision>166</cp:revision>
  <dcterms:created xsi:type="dcterms:W3CDTF">2013-01-27T09:14:16Z</dcterms:created>
  <dcterms:modified xsi:type="dcterms:W3CDTF">2024-08-23T14:00:08Z</dcterms:modified>
  <cp:category/>
</cp:coreProperties>
</file>