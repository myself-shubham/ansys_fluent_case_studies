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341" r:id="rId2"/>
    <p:sldId id="336" r:id="rId3"/>
    <p:sldId id="315" r:id="rId4"/>
    <p:sldId id="316" r:id="rId5"/>
    <p:sldId id="340" r:id="rId6"/>
    <p:sldId id="317" r:id="rId7"/>
    <p:sldId id="268" r:id="rId8"/>
    <p:sldId id="269" r:id="rId9"/>
    <p:sldId id="342" r:id="rId10"/>
    <p:sldId id="343" r:id="rId11"/>
    <p:sldId id="270" r:id="rId12"/>
    <p:sldId id="308" r:id="rId13"/>
    <p:sldId id="309" r:id="rId14"/>
    <p:sldId id="310" r:id="rId15"/>
    <p:sldId id="350" r:id="rId26"/>
    <p:sldId id="351" r:id="rId27"/>
    <p:sldId id="274" r:id="rId16"/>
    <p:sldId id="311" r:id="rId17"/>
    <p:sldId id="352" r:id="rId34"/>
    <p:sldId id="353" r:id="rId35"/>
    <p:sldId id="276" r:id="rId18"/>
    <p:sldId id="278" r:id="rId19"/>
    <p:sldId id="279" r:id="rId20"/>
    <p:sldId id="313" r:id="rId21"/>
    <p:sldId id="344" r:id="rId22"/>
    <p:sldId id="281" r:id="rId23"/>
    <p:sldId id="345" r:id="rId24"/>
    <p:sldId id="322" r:id="rId25"/>
    <p:sldId id="347" r:id="rId28"/>
    <p:sldId id="283" r:id="rId29"/>
    <p:sldId id="354" r:id="rId36"/>
    <p:sldId id="355" r:id="rId37"/>
    <p:sldId id="348" r:id="rId30"/>
    <p:sldId id="284" r:id="rId31"/>
    <p:sldId id="349" r:id="rId32"/>
    <p:sldId id="285" r:id="rId33"/>
    <p:sldId id="356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 autoAdjust="0"/>
    <p:restoredTop sz="86389" autoAdjust="0"/>
  </p:normalViewPr>
  <p:slideViewPr>
    <p:cSldViewPr snapToGrid="0" snapToObjects="1">
      <p:cViewPr varScale="1">
        <p:scale>
          <a:sx n="79" d="100"/>
          <a:sy n="79" d="100"/>
        </p:scale>
        <p:origin x="132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16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29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28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slide" Target="slides/slide27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0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5.xml"/><Relationship Id="rId49" Type="http://schemas.openxmlformats.org/officeDocument/2006/relationships/handoutMaster" Target="handoutMasters/handoutMaster1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Residuals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continuity</c:v>
                </c:pt>
              </c:strCache>
            </c:strRef>
          </c:tx>
          <c:xVal>
            <c:numRef>
              <c:f>Sheet1!$A$2:$A$974</c:f>
              <c:numCache>
                <c:formatCode>General</c:formatCode>
                <c:ptCount val="973"/>
                <c:pt idx="0">
                  <c:v>512.0</c:v>
                </c:pt>
                <c:pt idx="1">
                  <c:v>1012.0</c:v>
                </c:pt>
                <c:pt idx="2">
                  <c:v>1268.0</c:v>
                </c:pt>
                <c:pt idx="3">
                  <c:v>1512.0</c:v>
                </c:pt>
                <c:pt idx="4">
                  <c:v>1640.0</c:v>
                </c:pt>
                <c:pt idx="5">
                  <c:v>1768.0</c:v>
                </c:pt>
                <c:pt idx="6">
                  <c:v>1896.0</c:v>
                </c:pt>
                <c:pt idx="7">
                  <c:v>2012.0</c:v>
                </c:pt>
                <c:pt idx="8">
                  <c:v>2076.0</c:v>
                </c:pt>
                <c:pt idx="9">
                  <c:v>2140.0</c:v>
                </c:pt>
                <c:pt idx="10">
                  <c:v>2204.0</c:v>
                </c:pt>
                <c:pt idx="11">
                  <c:v>2268.0</c:v>
                </c:pt>
                <c:pt idx="12">
                  <c:v>2332.0</c:v>
                </c:pt>
                <c:pt idx="13">
                  <c:v>2396.0</c:v>
                </c:pt>
                <c:pt idx="14">
                  <c:v>2460.0</c:v>
                </c:pt>
                <c:pt idx="15">
                  <c:v>2512.0</c:v>
                </c:pt>
                <c:pt idx="16">
                  <c:v>2544.0</c:v>
                </c:pt>
                <c:pt idx="17">
                  <c:v>2576.0</c:v>
                </c:pt>
                <c:pt idx="18">
                  <c:v>2608.0</c:v>
                </c:pt>
                <c:pt idx="19">
                  <c:v>2640.0</c:v>
                </c:pt>
                <c:pt idx="20">
                  <c:v>2672.0</c:v>
                </c:pt>
                <c:pt idx="21">
                  <c:v>2704.0</c:v>
                </c:pt>
                <c:pt idx="22">
                  <c:v>2736.0</c:v>
                </c:pt>
                <c:pt idx="23">
                  <c:v>2768.0</c:v>
                </c:pt>
                <c:pt idx="24">
                  <c:v>2800.0</c:v>
                </c:pt>
                <c:pt idx="25">
                  <c:v>2832.0</c:v>
                </c:pt>
                <c:pt idx="26">
                  <c:v>2864.0</c:v>
                </c:pt>
                <c:pt idx="27">
                  <c:v>2896.0</c:v>
                </c:pt>
                <c:pt idx="28">
                  <c:v>2928.0</c:v>
                </c:pt>
                <c:pt idx="29">
                  <c:v>2960.0</c:v>
                </c:pt>
                <c:pt idx="30">
                  <c:v>2992.0</c:v>
                </c:pt>
                <c:pt idx="31">
                  <c:v>3012.0</c:v>
                </c:pt>
                <c:pt idx="32">
                  <c:v>3028.0</c:v>
                </c:pt>
                <c:pt idx="33">
                  <c:v>3044.0</c:v>
                </c:pt>
                <c:pt idx="34">
                  <c:v>3060.0</c:v>
                </c:pt>
                <c:pt idx="35">
                  <c:v>3076.0</c:v>
                </c:pt>
                <c:pt idx="36">
                  <c:v>3092.0</c:v>
                </c:pt>
                <c:pt idx="37">
                  <c:v>3108.0</c:v>
                </c:pt>
                <c:pt idx="38">
                  <c:v>3124.0</c:v>
                </c:pt>
                <c:pt idx="39">
                  <c:v>3140.0</c:v>
                </c:pt>
                <c:pt idx="40">
                  <c:v>3156.0</c:v>
                </c:pt>
                <c:pt idx="41">
                  <c:v>3172.0</c:v>
                </c:pt>
                <c:pt idx="42">
                  <c:v>3188.0</c:v>
                </c:pt>
                <c:pt idx="43">
                  <c:v>3204.0</c:v>
                </c:pt>
                <c:pt idx="44">
                  <c:v>3220.0</c:v>
                </c:pt>
                <c:pt idx="45">
                  <c:v>3236.0</c:v>
                </c:pt>
                <c:pt idx="46">
                  <c:v>3252.0</c:v>
                </c:pt>
                <c:pt idx="47">
                  <c:v>3268.0</c:v>
                </c:pt>
                <c:pt idx="48">
                  <c:v>3284.0</c:v>
                </c:pt>
                <c:pt idx="49">
                  <c:v>3300.0</c:v>
                </c:pt>
                <c:pt idx="50">
                  <c:v>3316.0</c:v>
                </c:pt>
                <c:pt idx="51">
                  <c:v>3332.0</c:v>
                </c:pt>
                <c:pt idx="52">
                  <c:v>3348.0</c:v>
                </c:pt>
                <c:pt idx="53">
                  <c:v>3364.0</c:v>
                </c:pt>
                <c:pt idx="54">
                  <c:v>3380.0</c:v>
                </c:pt>
                <c:pt idx="55">
                  <c:v>3396.0</c:v>
                </c:pt>
                <c:pt idx="56">
                  <c:v>3412.0</c:v>
                </c:pt>
                <c:pt idx="57">
                  <c:v>3428.0</c:v>
                </c:pt>
                <c:pt idx="58">
                  <c:v>3444.0</c:v>
                </c:pt>
                <c:pt idx="59">
                  <c:v>3460.0</c:v>
                </c:pt>
                <c:pt idx="60">
                  <c:v>3476.0</c:v>
                </c:pt>
                <c:pt idx="61">
                  <c:v>3492.0</c:v>
                </c:pt>
                <c:pt idx="62">
                  <c:v>3504.0</c:v>
                </c:pt>
                <c:pt idx="63">
                  <c:v>3512.0</c:v>
                </c:pt>
                <c:pt idx="64">
                  <c:v>3520.0</c:v>
                </c:pt>
                <c:pt idx="65">
                  <c:v>3528.0</c:v>
                </c:pt>
                <c:pt idx="66">
                  <c:v>3536.0</c:v>
                </c:pt>
                <c:pt idx="67">
                  <c:v>3544.0</c:v>
                </c:pt>
                <c:pt idx="68">
                  <c:v>3552.0</c:v>
                </c:pt>
                <c:pt idx="69">
                  <c:v>3560.0</c:v>
                </c:pt>
                <c:pt idx="70">
                  <c:v>3568.0</c:v>
                </c:pt>
                <c:pt idx="71">
                  <c:v>3576.0</c:v>
                </c:pt>
                <c:pt idx="72">
                  <c:v>3584.0</c:v>
                </c:pt>
                <c:pt idx="73">
                  <c:v>3592.0</c:v>
                </c:pt>
                <c:pt idx="74">
                  <c:v>3600.0</c:v>
                </c:pt>
                <c:pt idx="75">
                  <c:v>3608.0</c:v>
                </c:pt>
                <c:pt idx="76">
                  <c:v>3616.0</c:v>
                </c:pt>
                <c:pt idx="77">
                  <c:v>3624.0</c:v>
                </c:pt>
                <c:pt idx="78">
                  <c:v>3632.0</c:v>
                </c:pt>
                <c:pt idx="79">
                  <c:v>3640.0</c:v>
                </c:pt>
                <c:pt idx="80">
                  <c:v>3648.0</c:v>
                </c:pt>
                <c:pt idx="81">
                  <c:v>3656.0</c:v>
                </c:pt>
                <c:pt idx="82">
                  <c:v>3664.0</c:v>
                </c:pt>
                <c:pt idx="83">
                  <c:v>3672.0</c:v>
                </c:pt>
                <c:pt idx="84">
                  <c:v>3680.0</c:v>
                </c:pt>
                <c:pt idx="85">
                  <c:v>3688.0</c:v>
                </c:pt>
                <c:pt idx="86">
                  <c:v>3696.0</c:v>
                </c:pt>
                <c:pt idx="87">
                  <c:v>3704.0</c:v>
                </c:pt>
                <c:pt idx="88">
                  <c:v>3712.0</c:v>
                </c:pt>
                <c:pt idx="89">
                  <c:v>3720.0</c:v>
                </c:pt>
                <c:pt idx="90">
                  <c:v>3728.0</c:v>
                </c:pt>
                <c:pt idx="91">
                  <c:v>3736.0</c:v>
                </c:pt>
                <c:pt idx="92">
                  <c:v>3744.0</c:v>
                </c:pt>
                <c:pt idx="93">
                  <c:v>3752.0</c:v>
                </c:pt>
                <c:pt idx="94">
                  <c:v>3760.0</c:v>
                </c:pt>
                <c:pt idx="95">
                  <c:v>3768.0</c:v>
                </c:pt>
                <c:pt idx="96">
                  <c:v>3776.0</c:v>
                </c:pt>
                <c:pt idx="97">
                  <c:v>3784.0</c:v>
                </c:pt>
                <c:pt idx="98">
                  <c:v>3792.0</c:v>
                </c:pt>
                <c:pt idx="99">
                  <c:v>3800.0</c:v>
                </c:pt>
                <c:pt idx="100">
                  <c:v>3808.0</c:v>
                </c:pt>
                <c:pt idx="101">
                  <c:v>3816.0</c:v>
                </c:pt>
                <c:pt idx="102">
                  <c:v>3824.0</c:v>
                </c:pt>
                <c:pt idx="103">
                  <c:v>3832.0</c:v>
                </c:pt>
                <c:pt idx="104">
                  <c:v>3840.0</c:v>
                </c:pt>
                <c:pt idx="105">
                  <c:v>3848.0</c:v>
                </c:pt>
                <c:pt idx="106">
                  <c:v>3856.0</c:v>
                </c:pt>
                <c:pt idx="107">
                  <c:v>3864.0</c:v>
                </c:pt>
                <c:pt idx="108">
                  <c:v>3872.0</c:v>
                </c:pt>
                <c:pt idx="109">
                  <c:v>3880.0</c:v>
                </c:pt>
                <c:pt idx="110">
                  <c:v>3888.0</c:v>
                </c:pt>
                <c:pt idx="111">
                  <c:v>3896.0</c:v>
                </c:pt>
                <c:pt idx="112">
                  <c:v>3904.0</c:v>
                </c:pt>
                <c:pt idx="113">
                  <c:v>3912.0</c:v>
                </c:pt>
                <c:pt idx="114">
                  <c:v>3920.0</c:v>
                </c:pt>
                <c:pt idx="115">
                  <c:v>3928.0</c:v>
                </c:pt>
                <c:pt idx="116">
                  <c:v>3936.0</c:v>
                </c:pt>
                <c:pt idx="117">
                  <c:v>3944.0</c:v>
                </c:pt>
                <c:pt idx="118">
                  <c:v>3952.0</c:v>
                </c:pt>
                <c:pt idx="119">
                  <c:v>3960.0</c:v>
                </c:pt>
                <c:pt idx="120">
                  <c:v>3968.0</c:v>
                </c:pt>
                <c:pt idx="121">
                  <c:v>3976.0</c:v>
                </c:pt>
                <c:pt idx="122">
                  <c:v>3984.0</c:v>
                </c:pt>
                <c:pt idx="123">
                  <c:v>3992.0</c:v>
                </c:pt>
                <c:pt idx="124">
                  <c:v>4000.0</c:v>
                </c:pt>
                <c:pt idx="125">
                  <c:v>4004.0</c:v>
                </c:pt>
                <c:pt idx="126">
                  <c:v>4008.0</c:v>
                </c:pt>
                <c:pt idx="127">
                  <c:v>4012.0</c:v>
                </c:pt>
                <c:pt idx="128">
                  <c:v>4016.0</c:v>
                </c:pt>
                <c:pt idx="129">
                  <c:v>4020.0</c:v>
                </c:pt>
                <c:pt idx="130">
                  <c:v>4024.0</c:v>
                </c:pt>
                <c:pt idx="131">
                  <c:v>4028.0</c:v>
                </c:pt>
                <c:pt idx="132">
                  <c:v>4032.0</c:v>
                </c:pt>
                <c:pt idx="133">
                  <c:v>4036.0</c:v>
                </c:pt>
                <c:pt idx="134">
                  <c:v>4040.0</c:v>
                </c:pt>
                <c:pt idx="135">
                  <c:v>4044.0</c:v>
                </c:pt>
                <c:pt idx="136">
                  <c:v>4048.0</c:v>
                </c:pt>
                <c:pt idx="137">
                  <c:v>4052.0</c:v>
                </c:pt>
                <c:pt idx="138">
                  <c:v>4056.0</c:v>
                </c:pt>
                <c:pt idx="139">
                  <c:v>4060.0</c:v>
                </c:pt>
                <c:pt idx="140">
                  <c:v>4064.0</c:v>
                </c:pt>
                <c:pt idx="141">
                  <c:v>4068.0</c:v>
                </c:pt>
                <c:pt idx="142">
                  <c:v>4072.0</c:v>
                </c:pt>
                <c:pt idx="143">
                  <c:v>4076.0</c:v>
                </c:pt>
                <c:pt idx="144">
                  <c:v>4080.0</c:v>
                </c:pt>
                <c:pt idx="145">
                  <c:v>4084.0</c:v>
                </c:pt>
                <c:pt idx="146">
                  <c:v>4088.0</c:v>
                </c:pt>
                <c:pt idx="147">
                  <c:v>4092.0</c:v>
                </c:pt>
                <c:pt idx="148">
                  <c:v>4096.0</c:v>
                </c:pt>
                <c:pt idx="149">
                  <c:v>4100.0</c:v>
                </c:pt>
                <c:pt idx="150">
                  <c:v>4104.0</c:v>
                </c:pt>
                <c:pt idx="151">
                  <c:v>4108.0</c:v>
                </c:pt>
                <c:pt idx="152">
                  <c:v>4112.0</c:v>
                </c:pt>
                <c:pt idx="153">
                  <c:v>4116.0</c:v>
                </c:pt>
                <c:pt idx="154">
                  <c:v>4120.0</c:v>
                </c:pt>
                <c:pt idx="155">
                  <c:v>4124.0</c:v>
                </c:pt>
                <c:pt idx="156">
                  <c:v>4128.0</c:v>
                </c:pt>
                <c:pt idx="157">
                  <c:v>4132.0</c:v>
                </c:pt>
                <c:pt idx="158">
                  <c:v>4136.0</c:v>
                </c:pt>
                <c:pt idx="159">
                  <c:v>4140.0</c:v>
                </c:pt>
                <c:pt idx="160">
                  <c:v>4144.0</c:v>
                </c:pt>
                <c:pt idx="161">
                  <c:v>4148.0</c:v>
                </c:pt>
                <c:pt idx="162">
                  <c:v>4152.0</c:v>
                </c:pt>
                <c:pt idx="163">
                  <c:v>4156.0</c:v>
                </c:pt>
                <c:pt idx="164">
                  <c:v>4160.0</c:v>
                </c:pt>
                <c:pt idx="165">
                  <c:v>4164.0</c:v>
                </c:pt>
                <c:pt idx="166">
                  <c:v>4168.0</c:v>
                </c:pt>
                <c:pt idx="167">
                  <c:v>4172.0</c:v>
                </c:pt>
                <c:pt idx="168">
                  <c:v>4176.0</c:v>
                </c:pt>
                <c:pt idx="169">
                  <c:v>4180.0</c:v>
                </c:pt>
                <c:pt idx="170">
                  <c:v>4184.0</c:v>
                </c:pt>
                <c:pt idx="171">
                  <c:v>4188.0</c:v>
                </c:pt>
                <c:pt idx="172">
                  <c:v>4192.0</c:v>
                </c:pt>
                <c:pt idx="173">
                  <c:v>4196.0</c:v>
                </c:pt>
                <c:pt idx="174">
                  <c:v>4200.0</c:v>
                </c:pt>
                <c:pt idx="175">
                  <c:v>4204.0</c:v>
                </c:pt>
                <c:pt idx="176">
                  <c:v>4208.0</c:v>
                </c:pt>
                <c:pt idx="177">
                  <c:v>4212.0</c:v>
                </c:pt>
                <c:pt idx="178">
                  <c:v>4216.0</c:v>
                </c:pt>
                <c:pt idx="179">
                  <c:v>4220.0</c:v>
                </c:pt>
                <c:pt idx="180">
                  <c:v>4224.0</c:v>
                </c:pt>
                <c:pt idx="181">
                  <c:v>4228.0</c:v>
                </c:pt>
                <c:pt idx="182">
                  <c:v>4232.0</c:v>
                </c:pt>
                <c:pt idx="183">
                  <c:v>4236.0</c:v>
                </c:pt>
                <c:pt idx="184">
                  <c:v>4240.0</c:v>
                </c:pt>
                <c:pt idx="185">
                  <c:v>4244.0</c:v>
                </c:pt>
                <c:pt idx="186">
                  <c:v>4248.0</c:v>
                </c:pt>
                <c:pt idx="187">
                  <c:v>4252.0</c:v>
                </c:pt>
                <c:pt idx="188">
                  <c:v>4256.0</c:v>
                </c:pt>
                <c:pt idx="189">
                  <c:v>4260.0</c:v>
                </c:pt>
                <c:pt idx="190">
                  <c:v>4264.0</c:v>
                </c:pt>
                <c:pt idx="191">
                  <c:v>4268.0</c:v>
                </c:pt>
                <c:pt idx="192">
                  <c:v>4272.0</c:v>
                </c:pt>
                <c:pt idx="193">
                  <c:v>4276.0</c:v>
                </c:pt>
                <c:pt idx="194">
                  <c:v>4280.0</c:v>
                </c:pt>
                <c:pt idx="195">
                  <c:v>4284.0</c:v>
                </c:pt>
                <c:pt idx="196">
                  <c:v>4288.0</c:v>
                </c:pt>
                <c:pt idx="197">
                  <c:v>4292.0</c:v>
                </c:pt>
                <c:pt idx="198">
                  <c:v>4296.0</c:v>
                </c:pt>
                <c:pt idx="199">
                  <c:v>4300.0</c:v>
                </c:pt>
                <c:pt idx="200">
                  <c:v>4304.0</c:v>
                </c:pt>
                <c:pt idx="201">
                  <c:v>4308.0</c:v>
                </c:pt>
                <c:pt idx="202">
                  <c:v>4312.0</c:v>
                </c:pt>
                <c:pt idx="203">
                  <c:v>4316.0</c:v>
                </c:pt>
                <c:pt idx="204">
                  <c:v>4320.0</c:v>
                </c:pt>
                <c:pt idx="205">
                  <c:v>4324.0</c:v>
                </c:pt>
                <c:pt idx="206">
                  <c:v>4328.0</c:v>
                </c:pt>
                <c:pt idx="207">
                  <c:v>4332.0</c:v>
                </c:pt>
                <c:pt idx="208">
                  <c:v>4336.0</c:v>
                </c:pt>
                <c:pt idx="209">
                  <c:v>4340.0</c:v>
                </c:pt>
                <c:pt idx="210">
                  <c:v>4344.0</c:v>
                </c:pt>
                <c:pt idx="211">
                  <c:v>4348.0</c:v>
                </c:pt>
                <c:pt idx="212">
                  <c:v>4352.0</c:v>
                </c:pt>
                <c:pt idx="213">
                  <c:v>4356.0</c:v>
                </c:pt>
                <c:pt idx="214">
                  <c:v>4360.0</c:v>
                </c:pt>
                <c:pt idx="215">
                  <c:v>4364.0</c:v>
                </c:pt>
                <c:pt idx="216">
                  <c:v>4368.0</c:v>
                </c:pt>
                <c:pt idx="217">
                  <c:v>4372.0</c:v>
                </c:pt>
                <c:pt idx="218">
                  <c:v>4376.0</c:v>
                </c:pt>
                <c:pt idx="219">
                  <c:v>4380.0</c:v>
                </c:pt>
                <c:pt idx="220">
                  <c:v>4384.0</c:v>
                </c:pt>
                <c:pt idx="221">
                  <c:v>4388.0</c:v>
                </c:pt>
                <c:pt idx="222">
                  <c:v>4392.0</c:v>
                </c:pt>
                <c:pt idx="223">
                  <c:v>4396.0</c:v>
                </c:pt>
                <c:pt idx="224">
                  <c:v>4400.0</c:v>
                </c:pt>
                <c:pt idx="225">
                  <c:v>4404.0</c:v>
                </c:pt>
                <c:pt idx="226">
                  <c:v>4408.0</c:v>
                </c:pt>
                <c:pt idx="227">
                  <c:v>4412.0</c:v>
                </c:pt>
                <c:pt idx="228">
                  <c:v>4416.0</c:v>
                </c:pt>
                <c:pt idx="229">
                  <c:v>4420.0</c:v>
                </c:pt>
                <c:pt idx="230">
                  <c:v>4424.0</c:v>
                </c:pt>
                <c:pt idx="231">
                  <c:v>4428.0</c:v>
                </c:pt>
                <c:pt idx="232">
                  <c:v>4432.0</c:v>
                </c:pt>
                <c:pt idx="233">
                  <c:v>4436.0</c:v>
                </c:pt>
                <c:pt idx="234">
                  <c:v>4440.0</c:v>
                </c:pt>
                <c:pt idx="235">
                  <c:v>4444.0</c:v>
                </c:pt>
                <c:pt idx="236">
                  <c:v>4448.0</c:v>
                </c:pt>
                <c:pt idx="237">
                  <c:v>4452.0</c:v>
                </c:pt>
                <c:pt idx="238">
                  <c:v>4456.0</c:v>
                </c:pt>
                <c:pt idx="239">
                  <c:v>4460.0</c:v>
                </c:pt>
                <c:pt idx="240">
                  <c:v>4464.0</c:v>
                </c:pt>
                <c:pt idx="241">
                  <c:v>4468.0</c:v>
                </c:pt>
                <c:pt idx="242">
                  <c:v>4472.0</c:v>
                </c:pt>
                <c:pt idx="243">
                  <c:v>4476.0</c:v>
                </c:pt>
                <c:pt idx="244">
                  <c:v>4480.0</c:v>
                </c:pt>
                <c:pt idx="245">
                  <c:v>4484.0</c:v>
                </c:pt>
                <c:pt idx="246">
                  <c:v>4488.0</c:v>
                </c:pt>
                <c:pt idx="247">
                  <c:v>4492.0</c:v>
                </c:pt>
                <c:pt idx="248">
                  <c:v>4496.0</c:v>
                </c:pt>
                <c:pt idx="249">
                  <c:v>4500.0</c:v>
                </c:pt>
                <c:pt idx="250">
                  <c:v>4502.0</c:v>
                </c:pt>
                <c:pt idx="251">
                  <c:v>4504.0</c:v>
                </c:pt>
                <c:pt idx="252">
                  <c:v>4506.0</c:v>
                </c:pt>
                <c:pt idx="253">
                  <c:v>4508.0</c:v>
                </c:pt>
                <c:pt idx="254">
                  <c:v>4510.0</c:v>
                </c:pt>
                <c:pt idx="255">
                  <c:v>4512.0</c:v>
                </c:pt>
                <c:pt idx="256">
                  <c:v>4514.0</c:v>
                </c:pt>
                <c:pt idx="257">
                  <c:v>4516.0</c:v>
                </c:pt>
                <c:pt idx="258">
                  <c:v>4518.0</c:v>
                </c:pt>
                <c:pt idx="259">
                  <c:v>4520.0</c:v>
                </c:pt>
                <c:pt idx="260">
                  <c:v>4522.0</c:v>
                </c:pt>
                <c:pt idx="261">
                  <c:v>4524.0</c:v>
                </c:pt>
                <c:pt idx="262">
                  <c:v>4526.0</c:v>
                </c:pt>
                <c:pt idx="263">
                  <c:v>4528.0</c:v>
                </c:pt>
                <c:pt idx="264">
                  <c:v>4530.0</c:v>
                </c:pt>
                <c:pt idx="265">
                  <c:v>4532.0</c:v>
                </c:pt>
                <c:pt idx="266">
                  <c:v>4534.0</c:v>
                </c:pt>
                <c:pt idx="267">
                  <c:v>4536.0</c:v>
                </c:pt>
                <c:pt idx="268">
                  <c:v>4538.0</c:v>
                </c:pt>
                <c:pt idx="269">
                  <c:v>4540.0</c:v>
                </c:pt>
                <c:pt idx="270">
                  <c:v>4542.0</c:v>
                </c:pt>
                <c:pt idx="271">
                  <c:v>4544.0</c:v>
                </c:pt>
                <c:pt idx="272">
                  <c:v>4546.0</c:v>
                </c:pt>
                <c:pt idx="273">
                  <c:v>4548.0</c:v>
                </c:pt>
                <c:pt idx="274">
                  <c:v>4550.0</c:v>
                </c:pt>
                <c:pt idx="275">
                  <c:v>4552.0</c:v>
                </c:pt>
                <c:pt idx="276">
                  <c:v>4554.0</c:v>
                </c:pt>
                <c:pt idx="277">
                  <c:v>4556.0</c:v>
                </c:pt>
                <c:pt idx="278">
                  <c:v>4558.0</c:v>
                </c:pt>
                <c:pt idx="279">
                  <c:v>4560.0</c:v>
                </c:pt>
                <c:pt idx="280">
                  <c:v>4562.0</c:v>
                </c:pt>
                <c:pt idx="281">
                  <c:v>4564.0</c:v>
                </c:pt>
                <c:pt idx="282">
                  <c:v>4566.0</c:v>
                </c:pt>
                <c:pt idx="283">
                  <c:v>4568.0</c:v>
                </c:pt>
                <c:pt idx="284">
                  <c:v>4570.0</c:v>
                </c:pt>
                <c:pt idx="285">
                  <c:v>4572.0</c:v>
                </c:pt>
                <c:pt idx="286">
                  <c:v>4574.0</c:v>
                </c:pt>
                <c:pt idx="287">
                  <c:v>4576.0</c:v>
                </c:pt>
                <c:pt idx="288">
                  <c:v>4578.0</c:v>
                </c:pt>
                <c:pt idx="289">
                  <c:v>4580.0</c:v>
                </c:pt>
                <c:pt idx="290">
                  <c:v>4582.0</c:v>
                </c:pt>
                <c:pt idx="291">
                  <c:v>4584.0</c:v>
                </c:pt>
                <c:pt idx="292">
                  <c:v>4586.0</c:v>
                </c:pt>
                <c:pt idx="293">
                  <c:v>4588.0</c:v>
                </c:pt>
                <c:pt idx="294">
                  <c:v>4590.0</c:v>
                </c:pt>
                <c:pt idx="295">
                  <c:v>4592.0</c:v>
                </c:pt>
                <c:pt idx="296">
                  <c:v>4594.0</c:v>
                </c:pt>
                <c:pt idx="297">
                  <c:v>4596.0</c:v>
                </c:pt>
                <c:pt idx="298">
                  <c:v>4598.0</c:v>
                </c:pt>
                <c:pt idx="299">
                  <c:v>4600.0</c:v>
                </c:pt>
                <c:pt idx="300">
                  <c:v>4602.0</c:v>
                </c:pt>
                <c:pt idx="301">
                  <c:v>4604.0</c:v>
                </c:pt>
                <c:pt idx="302">
                  <c:v>4606.0</c:v>
                </c:pt>
                <c:pt idx="303">
                  <c:v>4608.0</c:v>
                </c:pt>
                <c:pt idx="304">
                  <c:v>4610.0</c:v>
                </c:pt>
                <c:pt idx="305">
                  <c:v>4612.0</c:v>
                </c:pt>
                <c:pt idx="306">
                  <c:v>4614.0</c:v>
                </c:pt>
                <c:pt idx="307">
                  <c:v>4616.0</c:v>
                </c:pt>
                <c:pt idx="308">
                  <c:v>4618.0</c:v>
                </c:pt>
                <c:pt idx="309">
                  <c:v>4620.0</c:v>
                </c:pt>
                <c:pt idx="310">
                  <c:v>4622.0</c:v>
                </c:pt>
                <c:pt idx="311">
                  <c:v>4624.0</c:v>
                </c:pt>
                <c:pt idx="312">
                  <c:v>4626.0</c:v>
                </c:pt>
                <c:pt idx="313">
                  <c:v>4628.0</c:v>
                </c:pt>
                <c:pt idx="314">
                  <c:v>4630.0</c:v>
                </c:pt>
                <c:pt idx="315">
                  <c:v>4632.0</c:v>
                </c:pt>
                <c:pt idx="316">
                  <c:v>4634.0</c:v>
                </c:pt>
                <c:pt idx="317">
                  <c:v>4636.0</c:v>
                </c:pt>
                <c:pt idx="318">
                  <c:v>4638.0</c:v>
                </c:pt>
                <c:pt idx="319">
                  <c:v>4640.0</c:v>
                </c:pt>
                <c:pt idx="320">
                  <c:v>4642.0</c:v>
                </c:pt>
                <c:pt idx="321">
                  <c:v>4644.0</c:v>
                </c:pt>
                <c:pt idx="322">
                  <c:v>4646.0</c:v>
                </c:pt>
                <c:pt idx="323">
                  <c:v>4648.0</c:v>
                </c:pt>
                <c:pt idx="324">
                  <c:v>4650.0</c:v>
                </c:pt>
                <c:pt idx="325">
                  <c:v>4652.0</c:v>
                </c:pt>
                <c:pt idx="326">
                  <c:v>4654.0</c:v>
                </c:pt>
                <c:pt idx="327">
                  <c:v>4656.0</c:v>
                </c:pt>
                <c:pt idx="328">
                  <c:v>4658.0</c:v>
                </c:pt>
                <c:pt idx="329">
                  <c:v>4660.0</c:v>
                </c:pt>
                <c:pt idx="330">
                  <c:v>4662.0</c:v>
                </c:pt>
                <c:pt idx="331">
                  <c:v>4664.0</c:v>
                </c:pt>
                <c:pt idx="332">
                  <c:v>4666.0</c:v>
                </c:pt>
                <c:pt idx="333">
                  <c:v>4668.0</c:v>
                </c:pt>
                <c:pt idx="334">
                  <c:v>4670.0</c:v>
                </c:pt>
                <c:pt idx="335">
                  <c:v>4672.0</c:v>
                </c:pt>
                <c:pt idx="336">
                  <c:v>4674.0</c:v>
                </c:pt>
                <c:pt idx="337">
                  <c:v>4676.0</c:v>
                </c:pt>
                <c:pt idx="338">
                  <c:v>4678.0</c:v>
                </c:pt>
                <c:pt idx="339">
                  <c:v>4680.0</c:v>
                </c:pt>
                <c:pt idx="340">
                  <c:v>4682.0</c:v>
                </c:pt>
                <c:pt idx="341">
                  <c:v>4684.0</c:v>
                </c:pt>
                <c:pt idx="342">
                  <c:v>4686.0</c:v>
                </c:pt>
                <c:pt idx="343">
                  <c:v>4688.0</c:v>
                </c:pt>
                <c:pt idx="344">
                  <c:v>4690.0</c:v>
                </c:pt>
                <c:pt idx="345">
                  <c:v>4692.0</c:v>
                </c:pt>
                <c:pt idx="346">
                  <c:v>4694.0</c:v>
                </c:pt>
                <c:pt idx="347">
                  <c:v>4696.0</c:v>
                </c:pt>
                <c:pt idx="348">
                  <c:v>4698.0</c:v>
                </c:pt>
                <c:pt idx="349">
                  <c:v>4700.0</c:v>
                </c:pt>
                <c:pt idx="350">
                  <c:v>4702.0</c:v>
                </c:pt>
                <c:pt idx="351">
                  <c:v>4704.0</c:v>
                </c:pt>
                <c:pt idx="352">
                  <c:v>4706.0</c:v>
                </c:pt>
                <c:pt idx="353">
                  <c:v>4708.0</c:v>
                </c:pt>
                <c:pt idx="354">
                  <c:v>4710.0</c:v>
                </c:pt>
                <c:pt idx="355">
                  <c:v>4712.0</c:v>
                </c:pt>
                <c:pt idx="356">
                  <c:v>4714.0</c:v>
                </c:pt>
                <c:pt idx="357">
                  <c:v>4716.0</c:v>
                </c:pt>
                <c:pt idx="358">
                  <c:v>4718.0</c:v>
                </c:pt>
                <c:pt idx="359">
                  <c:v>4720.0</c:v>
                </c:pt>
                <c:pt idx="360">
                  <c:v>4722.0</c:v>
                </c:pt>
                <c:pt idx="361">
                  <c:v>4724.0</c:v>
                </c:pt>
                <c:pt idx="362">
                  <c:v>4726.0</c:v>
                </c:pt>
                <c:pt idx="363">
                  <c:v>4728.0</c:v>
                </c:pt>
                <c:pt idx="364">
                  <c:v>4730.0</c:v>
                </c:pt>
                <c:pt idx="365">
                  <c:v>4732.0</c:v>
                </c:pt>
                <c:pt idx="366">
                  <c:v>4734.0</c:v>
                </c:pt>
                <c:pt idx="367">
                  <c:v>4736.0</c:v>
                </c:pt>
                <c:pt idx="368">
                  <c:v>4738.0</c:v>
                </c:pt>
                <c:pt idx="369">
                  <c:v>4740.0</c:v>
                </c:pt>
                <c:pt idx="370">
                  <c:v>4742.0</c:v>
                </c:pt>
                <c:pt idx="371">
                  <c:v>4744.0</c:v>
                </c:pt>
                <c:pt idx="372">
                  <c:v>4746.0</c:v>
                </c:pt>
                <c:pt idx="373">
                  <c:v>4748.0</c:v>
                </c:pt>
                <c:pt idx="374">
                  <c:v>4750.0</c:v>
                </c:pt>
                <c:pt idx="375">
                  <c:v>4752.0</c:v>
                </c:pt>
                <c:pt idx="376">
                  <c:v>4754.0</c:v>
                </c:pt>
                <c:pt idx="377">
                  <c:v>4756.0</c:v>
                </c:pt>
                <c:pt idx="378">
                  <c:v>4758.0</c:v>
                </c:pt>
                <c:pt idx="379">
                  <c:v>4760.0</c:v>
                </c:pt>
                <c:pt idx="380">
                  <c:v>4762.0</c:v>
                </c:pt>
                <c:pt idx="381">
                  <c:v>4764.0</c:v>
                </c:pt>
                <c:pt idx="382">
                  <c:v>4766.0</c:v>
                </c:pt>
                <c:pt idx="383">
                  <c:v>4768.0</c:v>
                </c:pt>
                <c:pt idx="384">
                  <c:v>4770.0</c:v>
                </c:pt>
                <c:pt idx="385">
                  <c:v>4772.0</c:v>
                </c:pt>
                <c:pt idx="386">
                  <c:v>4774.0</c:v>
                </c:pt>
                <c:pt idx="387">
                  <c:v>4776.0</c:v>
                </c:pt>
                <c:pt idx="388">
                  <c:v>4778.0</c:v>
                </c:pt>
                <c:pt idx="389">
                  <c:v>4780.0</c:v>
                </c:pt>
                <c:pt idx="390">
                  <c:v>4782.0</c:v>
                </c:pt>
                <c:pt idx="391">
                  <c:v>4784.0</c:v>
                </c:pt>
                <c:pt idx="392">
                  <c:v>4786.0</c:v>
                </c:pt>
                <c:pt idx="393">
                  <c:v>4788.0</c:v>
                </c:pt>
                <c:pt idx="394">
                  <c:v>4790.0</c:v>
                </c:pt>
                <c:pt idx="395">
                  <c:v>4792.0</c:v>
                </c:pt>
                <c:pt idx="396">
                  <c:v>4794.0</c:v>
                </c:pt>
                <c:pt idx="397">
                  <c:v>4796.0</c:v>
                </c:pt>
                <c:pt idx="398">
                  <c:v>4798.0</c:v>
                </c:pt>
                <c:pt idx="399">
                  <c:v>4800.0</c:v>
                </c:pt>
                <c:pt idx="400">
                  <c:v>4802.0</c:v>
                </c:pt>
                <c:pt idx="401">
                  <c:v>4804.0</c:v>
                </c:pt>
                <c:pt idx="402">
                  <c:v>4806.0</c:v>
                </c:pt>
                <c:pt idx="403">
                  <c:v>4808.0</c:v>
                </c:pt>
                <c:pt idx="404">
                  <c:v>4810.0</c:v>
                </c:pt>
                <c:pt idx="405">
                  <c:v>4812.0</c:v>
                </c:pt>
                <c:pt idx="406">
                  <c:v>4814.0</c:v>
                </c:pt>
                <c:pt idx="407">
                  <c:v>4816.0</c:v>
                </c:pt>
                <c:pt idx="408">
                  <c:v>4818.0</c:v>
                </c:pt>
                <c:pt idx="409">
                  <c:v>4820.0</c:v>
                </c:pt>
                <c:pt idx="410">
                  <c:v>4822.0</c:v>
                </c:pt>
                <c:pt idx="411">
                  <c:v>4824.0</c:v>
                </c:pt>
                <c:pt idx="412">
                  <c:v>4826.0</c:v>
                </c:pt>
                <c:pt idx="413">
                  <c:v>4828.0</c:v>
                </c:pt>
                <c:pt idx="414">
                  <c:v>4830.0</c:v>
                </c:pt>
                <c:pt idx="415">
                  <c:v>4832.0</c:v>
                </c:pt>
                <c:pt idx="416">
                  <c:v>4834.0</c:v>
                </c:pt>
                <c:pt idx="417">
                  <c:v>4836.0</c:v>
                </c:pt>
                <c:pt idx="418">
                  <c:v>4838.0</c:v>
                </c:pt>
                <c:pt idx="419">
                  <c:v>4840.0</c:v>
                </c:pt>
                <c:pt idx="420">
                  <c:v>4842.0</c:v>
                </c:pt>
                <c:pt idx="421">
                  <c:v>4844.0</c:v>
                </c:pt>
                <c:pt idx="422">
                  <c:v>4846.0</c:v>
                </c:pt>
                <c:pt idx="423">
                  <c:v>4848.0</c:v>
                </c:pt>
                <c:pt idx="424">
                  <c:v>4850.0</c:v>
                </c:pt>
                <c:pt idx="425">
                  <c:v>4852.0</c:v>
                </c:pt>
                <c:pt idx="426">
                  <c:v>4854.0</c:v>
                </c:pt>
                <c:pt idx="427">
                  <c:v>4856.0</c:v>
                </c:pt>
                <c:pt idx="428">
                  <c:v>4858.0</c:v>
                </c:pt>
                <c:pt idx="429">
                  <c:v>4860.0</c:v>
                </c:pt>
                <c:pt idx="430">
                  <c:v>4862.0</c:v>
                </c:pt>
                <c:pt idx="431">
                  <c:v>4864.0</c:v>
                </c:pt>
                <c:pt idx="432">
                  <c:v>4866.0</c:v>
                </c:pt>
                <c:pt idx="433">
                  <c:v>4868.0</c:v>
                </c:pt>
                <c:pt idx="434">
                  <c:v>4870.0</c:v>
                </c:pt>
                <c:pt idx="435">
                  <c:v>4872.0</c:v>
                </c:pt>
                <c:pt idx="436">
                  <c:v>4874.0</c:v>
                </c:pt>
                <c:pt idx="437">
                  <c:v>4876.0</c:v>
                </c:pt>
                <c:pt idx="438">
                  <c:v>4878.0</c:v>
                </c:pt>
                <c:pt idx="439">
                  <c:v>4880.0</c:v>
                </c:pt>
                <c:pt idx="440">
                  <c:v>4882.0</c:v>
                </c:pt>
                <c:pt idx="441">
                  <c:v>4884.0</c:v>
                </c:pt>
                <c:pt idx="442">
                  <c:v>4886.0</c:v>
                </c:pt>
                <c:pt idx="443">
                  <c:v>4888.0</c:v>
                </c:pt>
                <c:pt idx="444">
                  <c:v>4890.0</c:v>
                </c:pt>
                <c:pt idx="445">
                  <c:v>4892.0</c:v>
                </c:pt>
                <c:pt idx="446">
                  <c:v>4894.0</c:v>
                </c:pt>
                <c:pt idx="447">
                  <c:v>4896.0</c:v>
                </c:pt>
                <c:pt idx="448">
                  <c:v>4898.0</c:v>
                </c:pt>
                <c:pt idx="449">
                  <c:v>4900.0</c:v>
                </c:pt>
                <c:pt idx="450">
                  <c:v>4902.0</c:v>
                </c:pt>
                <c:pt idx="451">
                  <c:v>4904.0</c:v>
                </c:pt>
                <c:pt idx="452">
                  <c:v>4906.0</c:v>
                </c:pt>
                <c:pt idx="453">
                  <c:v>4908.0</c:v>
                </c:pt>
                <c:pt idx="454">
                  <c:v>4910.0</c:v>
                </c:pt>
                <c:pt idx="455">
                  <c:v>4912.0</c:v>
                </c:pt>
                <c:pt idx="456">
                  <c:v>4914.0</c:v>
                </c:pt>
                <c:pt idx="457">
                  <c:v>4916.0</c:v>
                </c:pt>
                <c:pt idx="458">
                  <c:v>4918.0</c:v>
                </c:pt>
                <c:pt idx="459">
                  <c:v>4920.0</c:v>
                </c:pt>
                <c:pt idx="460">
                  <c:v>4922.0</c:v>
                </c:pt>
                <c:pt idx="461">
                  <c:v>4924.0</c:v>
                </c:pt>
                <c:pt idx="462">
                  <c:v>4926.0</c:v>
                </c:pt>
                <c:pt idx="463">
                  <c:v>4928.0</c:v>
                </c:pt>
                <c:pt idx="464">
                  <c:v>4930.0</c:v>
                </c:pt>
                <c:pt idx="465">
                  <c:v>4932.0</c:v>
                </c:pt>
                <c:pt idx="466">
                  <c:v>4934.0</c:v>
                </c:pt>
                <c:pt idx="467">
                  <c:v>4936.0</c:v>
                </c:pt>
                <c:pt idx="468">
                  <c:v>4938.0</c:v>
                </c:pt>
                <c:pt idx="469">
                  <c:v>4940.0</c:v>
                </c:pt>
                <c:pt idx="470">
                  <c:v>4942.0</c:v>
                </c:pt>
                <c:pt idx="471">
                  <c:v>4944.0</c:v>
                </c:pt>
                <c:pt idx="472">
                  <c:v>4946.0</c:v>
                </c:pt>
                <c:pt idx="473">
                  <c:v>4948.0</c:v>
                </c:pt>
                <c:pt idx="474">
                  <c:v>4950.0</c:v>
                </c:pt>
                <c:pt idx="475">
                  <c:v>4952.0</c:v>
                </c:pt>
                <c:pt idx="476">
                  <c:v>4954.0</c:v>
                </c:pt>
                <c:pt idx="477">
                  <c:v>4956.0</c:v>
                </c:pt>
                <c:pt idx="478">
                  <c:v>4958.0</c:v>
                </c:pt>
                <c:pt idx="479">
                  <c:v>4960.0</c:v>
                </c:pt>
                <c:pt idx="480">
                  <c:v>4962.0</c:v>
                </c:pt>
                <c:pt idx="481">
                  <c:v>4964.0</c:v>
                </c:pt>
                <c:pt idx="482">
                  <c:v>4966.0</c:v>
                </c:pt>
                <c:pt idx="483">
                  <c:v>4968.0</c:v>
                </c:pt>
                <c:pt idx="484">
                  <c:v>4970.0</c:v>
                </c:pt>
                <c:pt idx="485">
                  <c:v>4972.0</c:v>
                </c:pt>
                <c:pt idx="486">
                  <c:v>4974.0</c:v>
                </c:pt>
                <c:pt idx="487">
                  <c:v>4976.0</c:v>
                </c:pt>
                <c:pt idx="488">
                  <c:v>4978.0</c:v>
                </c:pt>
                <c:pt idx="489">
                  <c:v>4980.0</c:v>
                </c:pt>
                <c:pt idx="490">
                  <c:v>4982.0</c:v>
                </c:pt>
                <c:pt idx="491">
                  <c:v>4984.0</c:v>
                </c:pt>
                <c:pt idx="492">
                  <c:v>4986.0</c:v>
                </c:pt>
                <c:pt idx="493">
                  <c:v>4988.0</c:v>
                </c:pt>
                <c:pt idx="494">
                  <c:v>4990.0</c:v>
                </c:pt>
                <c:pt idx="495">
                  <c:v>4992.0</c:v>
                </c:pt>
                <c:pt idx="496">
                  <c:v>4994.0</c:v>
                </c:pt>
                <c:pt idx="497">
                  <c:v>4996.0</c:v>
                </c:pt>
                <c:pt idx="498">
                  <c:v>4998.0</c:v>
                </c:pt>
                <c:pt idx="499">
                  <c:v>5000.0</c:v>
                </c:pt>
                <c:pt idx="500">
                  <c:v>5001.0</c:v>
                </c:pt>
                <c:pt idx="501">
                  <c:v>5002.0</c:v>
                </c:pt>
                <c:pt idx="502">
                  <c:v>5003.0</c:v>
                </c:pt>
                <c:pt idx="503">
                  <c:v>5004.0</c:v>
                </c:pt>
                <c:pt idx="504">
                  <c:v>5005.0</c:v>
                </c:pt>
                <c:pt idx="505">
                  <c:v>5006.0</c:v>
                </c:pt>
                <c:pt idx="506">
                  <c:v>5007.0</c:v>
                </c:pt>
                <c:pt idx="507">
                  <c:v>5008.0</c:v>
                </c:pt>
                <c:pt idx="508">
                  <c:v>5009.0</c:v>
                </c:pt>
                <c:pt idx="509">
                  <c:v>5010.0</c:v>
                </c:pt>
                <c:pt idx="510">
                  <c:v>5011.0</c:v>
                </c:pt>
                <c:pt idx="511">
                  <c:v>5012.0</c:v>
                </c:pt>
                <c:pt idx="512">
                  <c:v>5013.0</c:v>
                </c:pt>
                <c:pt idx="513">
                  <c:v>5014.0</c:v>
                </c:pt>
                <c:pt idx="514">
                  <c:v>5015.0</c:v>
                </c:pt>
                <c:pt idx="515">
                  <c:v>5016.0</c:v>
                </c:pt>
                <c:pt idx="516">
                  <c:v>5017.0</c:v>
                </c:pt>
                <c:pt idx="517">
                  <c:v>5018.0</c:v>
                </c:pt>
                <c:pt idx="518">
                  <c:v>5019.0</c:v>
                </c:pt>
                <c:pt idx="519">
                  <c:v>5020.0</c:v>
                </c:pt>
                <c:pt idx="520">
                  <c:v>5021.0</c:v>
                </c:pt>
                <c:pt idx="521">
                  <c:v>5022.0</c:v>
                </c:pt>
                <c:pt idx="522">
                  <c:v>5023.0</c:v>
                </c:pt>
                <c:pt idx="523">
                  <c:v>5024.0</c:v>
                </c:pt>
                <c:pt idx="524">
                  <c:v>5025.0</c:v>
                </c:pt>
                <c:pt idx="525">
                  <c:v>5026.0</c:v>
                </c:pt>
                <c:pt idx="526">
                  <c:v>5027.0</c:v>
                </c:pt>
                <c:pt idx="527">
                  <c:v>5028.0</c:v>
                </c:pt>
                <c:pt idx="528">
                  <c:v>5029.0</c:v>
                </c:pt>
                <c:pt idx="529">
                  <c:v>5030.0</c:v>
                </c:pt>
                <c:pt idx="530">
                  <c:v>5031.0</c:v>
                </c:pt>
                <c:pt idx="531">
                  <c:v>5032.0</c:v>
                </c:pt>
                <c:pt idx="532">
                  <c:v>5033.0</c:v>
                </c:pt>
                <c:pt idx="533">
                  <c:v>5034.0</c:v>
                </c:pt>
                <c:pt idx="534">
                  <c:v>5035.0</c:v>
                </c:pt>
                <c:pt idx="535">
                  <c:v>5036.0</c:v>
                </c:pt>
                <c:pt idx="536">
                  <c:v>5037.0</c:v>
                </c:pt>
                <c:pt idx="537">
                  <c:v>5038.0</c:v>
                </c:pt>
                <c:pt idx="538">
                  <c:v>5039.0</c:v>
                </c:pt>
                <c:pt idx="539">
                  <c:v>5040.0</c:v>
                </c:pt>
                <c:pt idx="540">
                  <c:v>5041.0</c:v>
                </c:pt>
                <c:pt idx="541">
                  <c:v>5042.0</c:v>
                </c:pt>
                <c:pt idx="542">
                  <c:v>5043.0</c:v>
                </c:pt>
                <c:pt idx="543">
                  <c:v>5044.0</c:v>
                </c:pt>
                <c:pt idx="544">
                  <c:v>5045.0</c:v>
                </c:pt>
                <c:pt idx="545">
                  <c:v>5046.0</c:v>
                </c:pt>
                <c:pt idx="546">
                  <c:v>5047.0</c:v>
                </c:pt>
                <c:pt idx="547">
                  <c:v>5048.0</c:v>
                </c:pt>
                <c:pt idx="548">
                  <c:v>5049.0</c:v>
                </c:pt>
                <c:pt idx="549">
                  <c:v>5050.0</c:v>
                </c:pt>
                <c:pt idx="550">
                  <c:v>5051.0</c:v>
                </c:pt>
                <c:pt idx="551">
                  <c:v>5052.0</c:v>
                </c:pt>
                <c:pt idx="552">
                  <c:v>5053.0</c:v>
                </c:pt>
                <c:pt idx="553">
                  <c:v>5054.0</c:v>
                </c:pt>
                <c:pt idx="554">
                  <c:v>5055.0</c:v>
                </c:pt>
                <c:pt idx="555">
                  <c:v>5056.0</c:v>
                </c:pt>
                <c:pt idx="556">
                  <c:v>5057.0</c:v>
                </c:pt>
                <c:pt idx="557">
                  <c:v>5058.0</c:v>
                </c:pt>
                <c:pt idx="558">
                  <c:v>5059.0</c:v>
                </c:pt>
                <c:pt idx="559">
                  <c:v>5060.0</c:v>
                </c:pt>
                <c:pt idx="560">
                  <c:v>5061.0</c:v>
                </c:pt>
                <c:pt idx="561">
                  <c:v>5062.0</c:v>
                </c:pt>
                <c:pt idx="562">
                  <c:v>5063.0</c:v>
                </c:pt>
                <c:pt idx="563">
                  <c:v>5064.0</c:v>
                </c:pt>
                <c:pt idx="564">
                  <c:v>5065.0</c:v>
                </c:pt>
                <c:pt idx="565">
                  <c:v>5066.0</c:v>
                </c:pt>
                <c:pt idx="566">
                  <c:v>5067.0</c:v>
                </c:pt>
                <c:pt idx="567">
                  <c:v>5068.0</c:v>
                </c:pt>
                <c:pt idx="568">
                  <c:v>5069.0</c:v>
                </c:pt>
                <c:pt idx="569">
                  <c:v>5070.0</c:v>
                </c:pt>
                <c:pt idx="570">
                  <c:v>5071.0</c:v>
                </c:pt>
                <c:pt idx="571">
                  <c:v>5072.0</c:v>
                </c:pt>
                <c:pt idx="572">
                  <c:v>5073.0</c:v>
                </c:pt>
                <c:pt idx="573">
                  <c:v>5074.0</c:v>
                </c:pt>
                <c:pt idx="574">
                  <c:v>5075.0</c:v>
                </c:pt>
                <c:pt idx="575">
                  <c:v>5076.0</c:v>
                </c:pt>
                <c:pt idx="576">
                  <c:v>5077.0</c:v>
                </c:pt>
                <c:pt idx="577">
                  <c:v>5078.0</c:v>
                </c:pt>
                <c:pt idx="578">
                  <c:v>5079.0</c:v>
                </c:pt>
                <c:pt idx="579">
                  <c:v>5080.0</c:v>
                </c:pt>
                <c:pt idx="580">
                  <c:v>5081.0</c:v>
                </c:pt>
                <c:pt idx="581">
                  <c:v>5082.0</c:v>
                </c:pt>
                <c:pt idx="582">
                  <c:v>5083.0</c:v>
                </c:pt>
                <c:pt idx="583">
                  <c:v>5084.0</c:v>
                </c:pt>
                <c:pt idx="584">
                  <c:v>5085.0</c:v>
                </c:pt>
                <c:pt idx="585">
                  <c:v>5086.0</c:v>
                </c:pt>
                <c:pt idx="586">
                  <c:v>5087.0</c:v>
                </c:pt>
                <c:pt idx="587">
                  <c:v>5088.0</c:v>
                </c:pt>
                <c:pt idx="588">
                  <c:v>5089.0</c:v>
                </c:pt>
                <c:pt idx="589">
                  <c:v>5090.0</c:v>
                </c:pt>
                <c:pt idx="590">
                  <c:v>5091.0</c:v>
                </c:pt>
                <c:pt idx="591">
                  <c:v>5092.0</c:v>
                </c:pt>
                <c:pt idx="592">
                  <c:v>5093.0</c:v>
                </c:pt>
                <c:pt idx="593">
                  <c:v>5094.0</c:v>
                </c:pt>
                <c:pt idx="594">
                  <c:v>5095.0</c:v>
                </c:pt>
                <c:pt idx="595">
                  <c:v>5096.0</c:v>
                </c:pt>
                <c:pt idx="596">
                  <c:v>5097.0</c:v>
                </c:pt>
                <c:pt idx="597">
                  <c:v>5098.0</c:v>
                </c:pt>
                <c:pt idx="598">
                  <c:v>5099.0</c:v>
                </c:pt>
                <c:pt idx="599">
                  <c:v>5100.0</c:v>
                </c:pt>
                <c:pt idx="600">
                  <c:v>5101.0</c:v>
                </c:pt>
                <c:pt idx="601">
                  <c:v>5102.0</c:v>
                </c:pt>
                <c:pt idx="602">
                  <c:v>5103.0</c:v>
                </c:pt>
                <c:pt idx="603">
                  <c:v>5104.0</c:v>
                </c:pt>
                <c:pt idx="604">
                  <c:v>5105.0</c:v>
                </c:pt>
                <c:pt idx="605">
                  <c:v>5106.0</c:v>
                </c:pt>
                <c:pt idx="606">
                  <c:v>5107.0</c:v>
                </c:pt>
                <c:pt idx="607">
                  <c:v>5108.0</c:v>
                </c:pt>
                <c:pt idx="608">
                  <c:v>5109.0</c:v>
                </c:pt>
                <c:pt idx="609">
                  <c:v>5110.0</c:v>
                </c:pt>
                <c:pt idx="610">
                  <c:v>5111.0</c:v>
                </c:pt>
                <c:pt idx="611">
                  <c:v>5112.0</c:v>
                </c:pt>
                <c:pt idx="612">
                  <c:v>5113.0</c:v>
                </c:pt>
                <c:pt idx="613">
                  <c:v>5114.0</c:v>
                </c:pt>
                <c:pt idx="614">
                  <c:v>5115.0</c:v>
                </c:pt>
                <c:pt idx="615">
                  <c:v>5116.0</c:v>
                </c:pt>
                <c:pt idx="616">
                  <c:v>5117.0</c:v>
                </c:pt>
                <c:pt idx="617">
                  <c:v>5118.0</c:v>
                </c:pt>
                <c:pt idx="618">
                  <c:v>5119.0</c:v>
                </c:pt>
                <c:pt idx="619">
                  <c:v>5120.0</c:v>
                </c:pt>
                <c:pt idx="620">
                  <c:v>5121.0</c:v>
                </c:pt>
                <c:pt idx="621">
                  <c:v>5122.0</c:v>
                </c:pt>
                <c:pt idx="622">
                  <c:v>5123.0</c:v>
                </c:pt>
                <c:pt idx="623">
                  <c:v>5124.0</c:v>
                </c:pt>
                <c:pt idx="624">
                  <c:v>5125.0</c:v>
                </c:pt>
                <c:pt idx="625">
                  <c:v>5126.0</c:v>
                </c:pt>
                <c:pt idx="626">
                  <c:v>5127.0</c:v>
                </c:pt>
                <c:pt idx="627">
                  <c:v>5128.0</c:v>
                </c:pt>
                <c:pt idx="628">
                  <c:v>5129.0</c:v>
                </c:pt>
                <c:pt idx="629">
                  <c:v>5130.0</c:v>
                </c:pt>
                <c:pt idx="630">
                  <c:v>5131.0</c:v>
                </c:pt>
                <c:pt idx="631">
                  <c:v>5132.0</c:v>
                </c:pt>
                <c:pt idx="632">
                  <c:v>5133.0</c:v>
                </c:pt>
                <c:pt idx="633">
                  <c:v>5134.0</c:v>
                </c:pt>
                <c:pt idx="634">
                  <c:v>5135.0</c:v>
                </c:pt>
                <c:pt idx="635">
                  <c:v>5136.0</c:v>
                </c:pt>
                <c:pt idx="636">
                  <c:v>5137.0</c:v>
                </c:pt>
                <c:pt idx="637">
                  <c:v>5138.0</c:v>
                </c:pt>
                <c:pt idx="638">
                  <c:v>5139.0</c:v>
                </c:pt>
                <c:pt idx="639">
                  <c:v>5140.0</c:v>
                </c:pt>
                <c:pt idx="640">
                  <c:v>5141.0</c:v>
                </c:pt>
                <c:pt idx="641">
                  <c:v>5142.0</c:v>
                </c:pt>
                <c:pt idx="642">
                  <c:v>5143.0</c:v>
                </c:pt>
                <c:pt idx="643">
                  <c:v>5144.0</c:v>
                </c:pt>
                <c:pt idx="644">
                  <c:v>5145.0</c:v>
                </c:pt>
                <c:pt idx="645">
                  <c:v>5146.0</c:v>
                </c:pt>
                <c:pt idx="646">
                  <c:v>5147.0</c:v>
                </c:pt>
                <c:pt idx="647">
                  <c:v>5148.0</c:v>
                </c:pt>
                <c:pt idx="648">
                  <c:v>5149.0</c:v>
                </c:pt>
                <c:pt idx="649">
                  <c:v>5150.0</c:v>
                </c:pt>
                <c:pt idx="650">
                  <c:v>5151.0</c:v>
                </c:pt>
                <c:pt idx="651">
                  <c:v>5152.0</c:v>
                </c:pt>
                <c:pt idx="652">
                  <c:v>5153.0</c:v>
                </c:pt>
                <c:pt idx="653">
                  <c:v>5154.0</c:v>
                </c:pt>
                <c:pt idx="654">
                  <c:v>5155.0</c:v>
                </c:pt>
                <c:pt idx="655">
                  <c:v>5156.0</c:v>
                </c:pt>
                <c:pt idx="656">
                  <c:v>5157.0</c:v>
                </c:pt>
                <c:pt idx="657">
                  <c:v>5158.0</c:v>
                </c:pt>
                <c:pt idx="658">
                  <c:v>5159.0</c:v>
                </c:pt>
                <c:pt idx="659">
                  <c:v>5160.0</c:v>
                </c:pt>
                <c:pt idx="660">
                  <c:v>5161.0</c:v>
                </c:pt>
                <c:pt idx="661">
                  <c:v>5162.0</c:v>
                </c:pt>
                <c:pt idx="662">
                  <c:v>5163.0</c:v>
                </c:pt>
                <c:pt idx="663">
                  <c:v>5164.0</c:v>
                </c:pt>
                <c:pt idx="664">
                  <c:v>5165.0</c:v>
                </c:pt>
                <c:pt idx="665">
                  <c:v>5166.0</c:v>
                </c:pt>
                <c:pt idx="666">
                  <c:v>5167.0</c:v>
                </c:pt>
                <c:pt idx="667">
                  <c:v>5168.0</c:v>
                </c:pt>
                <c:pt idx="668">
                  <c:v>5169.0</c:v>
                </c:pt>
                <c:pt idx="669">
                  <c:v>5170.0</c:v>
                </c:pt>
                <c:pt idx="670">
                  <c:v>5171.0</c:v>
                </c:pt>
                <c:pt idx="671">
                  <c:v>5172.0</c:v>
                </c:pt>
                <c:pt idx="672">
                  <c:v>5173.0</c:v>
                </c:pt>
                <c:pt idx="673">
                  <c:v>5174.0</c:v>
                </c:pt>
                <c:pt idx="674">
                  <c:v>5175.0</c:v>
                </c:pt>
                <c:pt idx="675">
                  <c:v>5176.0</c:v>
                </c:pt>
                <c:pt idx="676">
                  <c:v>5177.0</c:v>
                </c:pt>
                <c:pt idx="677">
                  <c:v>5178.0</c:v>
                </c:pt>
                <c:pt idx="678">
                  <c:v>5179.0</c:v>
                </c:pt>
                <c:pt idx="679">
                  <c:v>5180.0</c:v>
                </c:pt>
                <c:pt idx="680">
                  <c:v>5181.0</c:v>
                </c:pt>
                <c:pt idx="681">
                  <c:v>5182.0</c:v>
                </c:pt>
                <c:pt idx="682">
                  <c:v>5183.0</c:v>
                </c:pt>
                <c:pt idx="683">
                  <c:v>5184.0</c:v>
                </c:pt>
                <c:pt idx="684">
                  <c:v>5185.0</c:v>
                </c:pt>
                <c:pt idx="685">
                  <c:v>5186.0</c:v>
                </c:pt>
                <c:pt idx="686">
                  <c:v>5187.0</c:v>
                </c:pt>
                <c:pt idx="687">
                  <c:v>5188.0</c:v>
                </c:pt>
                <c:pt idx="688">
                  <c:v>5189.0</c:v>
                </c:pt>
                <c:pt idx="689">
                  <c:v>5190.0</c:v>
                </c:pt>
                <c:pt idx="690">
                  <c:v>5191.0</c:v>
                </c:pt>
                <c:pt idx="691">
                  <c:v>5192.0</c:v>
                </c:pt>
                <c:pt idx="692">
                  <c:v>5193.0</c:v>
                </c:pt>
                <c:pt idx="693">
                  <c:v>5194.0</c:v>
                </c:pt>
                <c:pt idx="694">
                  <c:v>5195.0</c:v>
                </c:pt>
                <c:pt idx="695">
                  <c:v>5196.0</c:v>
                </c:pt>
                <c:pt idx="696">
                  <c:v>5197.0</c:v>
                </c:pt>
                <c:pt idx="697">
                  <c:v>5198.0</c:v>
                </c:pt>
                <c:pt idx="698">
                  <c:v>5199.0</c:v>
                </c:pt>
                <c:pt idx="699">
                  <c:v>5200.0</c:v>
                </c:pt>
                <c:pt idx="700">
                  <c:v>5201.0</c:v>
                </c:pt>
                <c:pt idx="701">
                  <c:v>5202.0</c:v>
                </c:pt>
                <c:pt idx="702">
                  <c:v>5203.0</c:v>
                </c:pt>
                <c:pt idx="703">
                  <c:v>5204.0</c:v>
                </c:pt>
                <c:pt idx="704">
                  <c:v>5205.0</c:v>
                </c:pt>
                <c:pt idx="705">
                  <c:v>5206.0</c:v>
                </c:pt>
                <c:pt idx="706">
                  <c:v>5207.0</c:v>
                </c:pt>
                <c:pt idx="707">
                  <c:v>5208.0</c:v>
                </c:pt>
                <c:pt idx="708">
                  <c:v>5209.0</c:v>
                </c:pt>
                <c:pt idx="709">
                  <c:v>5210.0</c:v>
                </c:pt>
                <c:pt idx="710">
                  <c:v>5211.0</c:v>
                </c:pt>
                <c:pt idx="711">
                  <c:v>5212.0</c:v>
                </c:pt>
                <c:pt idx="712">
                  <c:v>5213.0</c:v>
                </c:pt>
                <c:pt idx="713">
                  <c:v>5214.0</c:v>
                </c:pt>
                <c:pt idx="714">
                  <c:v>5215.0</c:v>
                </c:pt>
                <c:pt idx="715">
                  <c:v>5216.0</c:v>
                </c:pt>
                <c:pt idx="716">
                  <c:v>5217.0</c:v>
                </c:pt>
                <c:pt idx="717">
                  <c:v>5218.0</c:v>
                </c:pt>
                <c:pt idx="718">
                  <c:v>5219.0</c:v>
                </c:pt>
                <c:pt idx="719">
                  <c:v>5220.0</c:v>
                </c:pt>
                <c:pt idx="720">
                  <c:v>5221.0</c:v>
                </c:pt>
                <c:pt idx="721">
                  <c:v>5222.0</c:v>
                </c:pt>
                <c:pt idx="722">
                  <c:v>5223.0</c:v>
                </c:pt>
                <c:pt idx="723">
                  <c:v>5224.0</c:v>
                </c:pt>
                <c:pt idx="724">
                  <c:v>5225.0</c:v>
                </c:pt>
                <c:pt idx="725">
                  <c:v>5226.0</c:v>
                </c:pt>
                <c:pt idx="726">
                  <c:v>5227.0</c:v>
                </c:pt>
                <c:pt idx="727">
                  <c:v>5228.0</c:v>
                </c:pt>
                <c:pt idx="728">
                  <c:v>5229.0</c:v>
                </c:pt>
                <c:pt idx="729">
                  <c:v>5230.0</c:v>
                </c:pt>
                <c:pt idx="730">
                  <c:v>5231.0</c:v>
                </c:pt>
                <c:pt idx="731">
                  <c:v>5232.0</c:v>
                </c:pt>
                <c:pt idx="732">
                  <c:v>5233.0</c:v>
                </c:pt>
                <c:pt idx="733">
                  <c:v>5234.0</c:v>
                </c:pt>
                <c:pt idx="734">
                  <c:v>5235.0</c:v>
                </c:pt>
                <c:pt idx="735">
                  <c:v>5236.0</c:v>
                </c:pt>
                <c:pt idx="736">
                  <c:v>5237.0</c:v>
                </c:pt>
                <c:pt idx="737">
                  <c:v>5238.0</c:v>
                </c:pt>
                <c:pt idx="738">
                  <c:v>5239.0</c:v>
                </c:pt>
                <c:pt idx="739">
                  <c:v>5240.0</c:v>
                </c:pt>
                <c:pt idx="740">
                  <c:v>5241.0</c:v>
                </c:pt>
                <c:pt idx="741">
                  <c:v>5242.0</c:v>
                </c:pt>
                <c:pt idx="742">
                  <c:v>5243.0</c:v>
                </c:pt>
                <c:pt idx="743">
                  <c:v>5244.0</c:v>
                </c:pt>
                <c:pt idx="744">
                  <c:v>5245.0</c:v>
                </c:pt>
                <c:pt idx="745">
                  <c:v>5246.0</c:v>
                </c:pt>
                <c:pt idx="746">
                  <c:v>5247.0</c:v>
                </c:pt>
                <c:pt idx="747">
                  <c:v>5248.0</c:v>
                </c:pt>
                <c:pt idx="748">
                  <c:v>5249.0</c:v>
                </c:pt>
                <c:pt idx="749">
                  <c:v>5250.0</c:v>
                </c:pt>
                <c:pt idx="750">
                  <c:v>5251.0</c:v>
                </c:pt>
                <c:pt idx="751">
                  <c:v>5252.0</c:v>
                </c:pt>
                <c:pt idx="752">
                  <c:v>5253.0</c:v>
                </c:pt>
                <c:pt idx="753">
                  <c:v>5254.0</c:v>
                </c:pt>
                <c:pt idx="754">
                  <c:v>5255.0</c:v>
                </c:pt>
                <c:pt idx="755">
                  <c:v>5256.0</c:v>
                </c:pt>
                <c:pt idx="756">
                  <c:v>5257.0</c:v>
                </c:pt>
                <c:pt idx="757">
                  <c:v>5258.0</c:v>
                </c:pt>
                <c:pt idx="758">
                  <c:v>5259.0</c:v>
                </c:pt>
                <c:pt idx="759">
                  <c:v>5260.0</c:v>
                </c:pt>
                <c:pt idx="760">
                  <c:v>5261.0</c:v>
                </c:pt>
                <c:pt idx="761">
                  <c:v>5262.0</c:v>
                </c:pt>
                <c:pt idx="762">
                  <c:v>5263.0</c:v>
                </c:pt>
                <c:pt idx="763">
                  <c:v>5264.0</c:v>
                </c:pt>
                <c:pt idx="764">
                  <c:v>5265.0</c:v>
                </c:pt>
                <c:pt idx="765">
                  <c:v>5266.0</c:v>
                </c:pt>
                <c:pt idx="766">
                  <c:v>5267.0</c:v>
                </c:pt>
                <c:pt idx="767">
                  <c:v>5268.0</c:v>
                </c:pt>
                <c:pt idx="768">
                  <c:v>5269.0</c:v>
                </c:pt>
                <c:pt idx="769">
                  <c:v>5270.0</c:v>
                </c:pt>
                <c:pt idx="770">
                  <c:v>5271.0</c:v>
                </c:pt>
                <c:pt idx="771">
                  <c:v>5272.0</c:v>
                </c:pt>
                <c:pt idx="772">
                  <c:v>5273.0</c:v>
                </c:pt>
                <c:pt idx="773">
                  <c:v>5274.0</c:v>
                </c:pt>
                <c:pt idx="774">
                  <c:v>5275.0</c:v>
                </c:pt>
                <c:pt idx="775">
                  <c:v>5276.0</c:v>
                </c:pt>
                <c:pt idx="776">
                  <c:v>5277.0</c:v>
                </c:pt>
                <c:pt idx="777">
                  <c:v>5278.0</c:v>
                </c:pt>
                <c:pt idx="778">
                  <c:v>5279.0</c:v>
                </c:pt>
                <c:pt idx="779">
                  <c:v>5280.0</c:v>
                </c:pt>
                <c:pt idx="780">
                  <c:v>5281.0</c:v>
                </c:pt>
                <c:pt idx="781">
                  <c:v>5282.0</c:v>
                </c:pt>
                <c:pt idx="782">
                  <c:v>5283.0</c:v>
                </c:pt>
                <c:pt idx="783">
                  <c:v>5284.0</c:v>
                </c:pt>
                <c:pt idx="784">
                  <c:v>5285.0</c:v>
                </c:pt>
                <c:pt idx="785">
                  <c:v>5286.0</c:v>
                </c:pt>
                <c:pt idx="786">
                  <c:v>5287.0</c:v>
                </c:pt>
                <c:pt idx="787">
                  <c:v>5288.0</c:v>
                </c:pt>
                <c:pt idx="788">
                  <c:v>5289.0</c:v>
                </c:pt>
                <c:pt idx="789">
                  <c:v>5290.0</c:v>
                </c:pt>
                <c:pt idx="790">
                  <c:v>5291.0</c:v>
                </c:pt>
                <c:pt idx="791">
                  <c:v>5292.0</c:v>
                </c:pt>
                <c:pt idx="792">
                  <c:v>5293.0</c:v>
                </c:pt>
                <c:pt idx="793">
                  <c:v>5294.0</c:v>
                </c:pt>
                <c:pt idx="794">
                  <c:v>5295.0</c:v>
                </c:pt>
                <c:pt idx="795">
                  <c:v>5296.0</c:v>
                </c:pt>
                <c:pt idx="796">
                  <c:v>5297.0</c:v>
                </c:pt>
                <c:pt idx="797">
                  <c:v>5298.0</c:v>
                </c:pt>
                <c:pt idx="798">
                  <c:v>5299.0</c:v>
                </c:pt>
                <c:pt idx="799">
                  <c:v>5300.0</c:v>
                </c:pt>
                <c:pt idx="800">
                  <c:v>5301.0</c:v>
                </c:pt>
                <c:pt idx="801">
                  <c:v>5302.0</c:v>
                </c:pt>
                <c:pt idx="802">
                  <c:v>5303.0</c:v>
                </c:pt>
                <c:pt idx="803">
                  <c:v>5304.0</c:v>
                </c:pt>
                <c:pt idx="804">
                  <c:v>5305.0</c:v>
                </c:pt>
                <c:pt idx="805">
                  <c:v>5306.0</c:v>
                </c:pt>
                <c:pt idx="806">
                  <c:v>5307.0</c:v>
                </c:pt>
                <c:pt idx="807">
                  <c:v>5308.0</c:v>
                </c:pt>
                <c:pt idx="808">
                  <c:v>5309.0</c:v>
                </c:pt>
                <c:pt idx="809">
                  <c:v>5310.0</c:v>
                </c:pt>
                <c:pt idx="810">
                  <c:v>5311.0</c:v>
                </c:pt>
                <c:pt idx="811">
                  <c:v>5312.0</c:v>
                </c:pt>
                <c:pt idx="812">
                  <c:v>5313.0</c:v>
                </c:pt>
                <c:pt idx="813">
                  <c:v>5314.0</c:v>
                </c:pt>
                <c:pt idx="814">
                  <c:v>5315.0</c:v>
                </c:pt>
                <c:pt idx="815">
                  <c:v>5316.0</c:v>
                </c:pt>
                <c:pt idx="816">
                  <c:v>5317.0</c:v>
                </c:pt>
                <c:pt idx="817">
                  <c:v>5318.0</c:v>
                </c:pt>
                <c:pt idx="818">
                  <c:v>5319.0</c:v>
                </c:pt>
                <c:pt idx="819">
                  <c:v>5320.0</c:v>
                </c:pt>
                <c:pt idx="820">
                  <c:v>5321.0</c:v>
                </c:pt>
                <c:pt idx="821">
                  <c:v>5322.0</c:v>
                </c:pt>
                <c:pt idx="822">
                  <c:v>5323.0</c:v>
                </c:pt>
                <c:pt idx="823">
                  <c:v>5324.0</c:v>
                </c:pt>
                <c:pt idx="824">
                  <c:v>5325.0</c:v>
                </c:pt>
                <c:pt idx="825">
                  <c:v>5326.0</c:v>
                </c:pt>
                <c:pt idx="826">
                  <c:v>5327.0</c:v>
                </c:pt>
                <c:pt idx="827">
                  <c:v>5328.0</c:v>
                </c:pt>
                <c:pt idx="828">
                  <c:v>5329.0</c:v>
                </c:pt>
                <c:pt idx="829">
                  <c:v>5330.0</c:v>
                </c:pt>
                <c:pt idx="830">
                  <c:v>5331.0</c:v>
                </c:pt>
                <c:pt idx="831">
                  <c:v>5332.0</c:v>
                </c:pt>
                <c:pt idx="832">
                  <c:v>5333.0</c:v>
                </c:pt>
                <c:pt idx="833">
                  <c:v>5334.0</c:v>
                </c:pt>
                <c:pt idx="834">
                  <c:v>5335.0</c:v>
                </c:pt>
                <c:pt idx="835">
                  <c:v>5336.0</c:v>
                </c:pt>
                <c:pt idx="836">
                  <c:v>5337.0</c:v>
                </c:pt>
                <c:pt idx="837">
                  <c:v>5338.0</c:v>
                </c:pt>
                <c:pt idx="838">
                  <c:v>5339.0</c:v>
                </c:pt>
                <c:pt idx="839">
                  <c:v>5340.0</c:v>
                </c:pt>
                <c:pt idx="840">
                  <c:v>5341.0</c:v>
                </c:pt>
                <c:pt idx="841">
                  <c:v>5342.0</c:v>
                </c:pt>
                <c:pt idx="842">
                  <c:v>5343.0</c:v>
                </c:pt>
                <c:pt idx="843">
                  <c:v>5344.0</c:v>
                </c:pt>
                <c:pt idx="844">
                  <c:v>5345.0</c:v>
                </c:pt>
                <c:pt idx="845">
                  <c:v>5346.0</c:v>
                </c:pt>
                <c:pt idx="846">
                  <c:v>5347.0</c:v>
                </c:pt>
                <c:pt idx="847">
                  <c:v>5348.0</c:v>
                </c:pt>
                <c:pt idx="848">
                  <c:v>5349.0</c:v>
                </c:pt>
                <c:pt idx="849">
                  <c:v>5350.0</c:v>
                </c:pt>
                <c:pt idx="850">
                  <c:v>5351.0</c:v>
                </c:pt>
                <c:pt idx="851">
                  <c:v>5352.0</c:v>
                </c:pt>
                <c:pt idx="852">
                  <c:v>5353.0</c:v>
                </c:pt>
                <c:pt idx="853">
                  <c:v>5354.0</c:v>
                </c:pt>
                <c:pt idx="854">
                  <c:v>5355.0</c:v>
                </c:pt>
                <c:pt idx="855">
                  <c:v>5356.0</c:v>
                </c:pt>
                <c:pt idx="856">
                  <c:v>5357.0</c:v>
                </c:pt>
                <c:pt idx="857">
                  <c:v>5358.0</c:v>
                </c:pt>
                <c:pt idx="858">
                  <c:v>5359.0</c:v>
                </c:pt>
                <c:pt idx="859">
                  <c:v>5360.0</c:v>
                </c:pt>
                <c:pt idx="860">
                  <c:v>5361.0</c:v>
                </c:pt>
                <c:pt idx="861">
                  <c:v>5362.0</c:v>
                </c:pt>
                <c:pt idx="862">
                  <c:v>5363.0</c:v>
                </c:pt>
                <c:pt idx="863">
                  <c:v>5364.0</c:v>
                </c:pt>
                <c:pt idx="864">
                  <c:v>5365.0</c:v>
                </c:pt>
                <c:pt idx="865">
                  <c:v>5366.0</c:v>
                </c:pt>
                <c:pt idx="866">
                  <c:v>5367.0</c:v>
                </c:pt>
                <c:pt idx="867">
                  <c:v>5368.0</c:v>
                </c:pt>
                <c:pt idx="868">
                  <c:v>5369.0</c:v>
                </c:pt>
                <c:pt idx="869">
                  <c:v>5370.0</c:v>
                </c:pt>
                <c:pt idx="870">
                  <c:v>5371.0</c:v>
                </c:pt>
                <c:pt idx="871">
                  <c:v>5372.0</c:v>
                </c:pt>
                <c:pt idx="872">
                  <c:v>5373.0</c:v>
                </c:pt>
                <c:pt idx="873">
                  <c:v>5374.0</c:v>
                </c:pt>
                <c:pt idx="874">
                  <c:v>5375.0</c:v>
                </c:pt>
                <c:pt idx="875">
                  <c:v>5376.0</c:v>
                </c:pt>
                <c:pt idx="876">
                  <c:v>5377.0</c:v>
                </c:pt>
                <c:pt idx="877">
                  <c:v>5378.0</c:v>
                </c:pt>
                <c:pt idx="878">
                  <c:v>5379.0</c:v>
                </c:pt>
                <c:pt idx="879">
                  <c:v>5380.0</c:v>
                </c:pt>
                <c:pt idx="880">
                  <c:v>5381.0</c:v>
                </c:pt>
                <c:pt idx="881">
                  <c:v>5382.0</c:v>
                </c:pt>
                <c:pt idx="882">
                  <c:v>5383.0</c:v>
                </c:pt>
                <c:pt idx="883">
                  <c:v>5384.0</c:v>
                </c:pt>
                <c:pt idx="884">
                  <c:v>5385.0</c:v>
                </c:pt>
                <c:pt idx="885">
                  <c:v>5386.0</c:v>
                </c:pt>
                <c:pt idx="886">
                  <c:v>5387.0</c:v>
                </c:pt>
                <c:pt idx="887">
                  <c:v>5388.0</c:v>
                </c:pt>
                <c:pt idx="888">
                  <c:v>5389.0</c:v>
                </c:pt>
                <c:pt idx="889">
                  <c:v>5390.0</c:v>
                </c:pt>
                <c:pt idx="890">
                  <c:v>5391.0</c:v>
                </c:pt>
                <c:pt idx="891">
                  <c:v>5392.0</c:v>
                </c:pt>
                <c:pt idx="892">
                  <c:v>5393.0</c:v>
                </c:pt>
                <c:pt idx="893">
                  <c:v>5394.0</c:v>
                </c:pt>
                <c:pt idx="894">
                  <c:v>5395.0</c:v>
                </c:pt>
                <c:pt idx="895">
                  <c:v>5396.0</c:v>
                </c:pt>
                <c:pt idx="896">
                  <c:v>5397.0</c:v>
                </c:pt>
                <c:pt idx="897">
                  <c:v>5398.0</c:v>
                </c:pt>
                <c:pt idx="898">
                  <c:v>5399.0</c:v>
                </c:pt>
                <c:pt idx="899">
                  <c:v>5400.0</c:v>
                </c:pt>
                <c:pt idx="900">
                  <c:v>5401.0</c:v>
                </c:pt>
                <c:pt idx="901">
                  <c:v>5402.0</c:v>
                </c:pt>
                <c:pt idx="902">
                  <c:v>5403.0</c:v>
                </c:pt>
                <c:pt idx="903">
                  <c:v>5404.0</c:v>
                </c:pt>
                <c:pt idx="904">
                  <c:v>5405.0</c:v>
                </c:pt>
                <c:pt idx="905">
                  <c:v>5406.0</c:v>
                </c:pt>
                <c:pt idx="906">
                  <c:v>5407.0</c:v>
                </c:pt>
                <c:pt idx="907">
                  <c:v>5408.0</c:v>
                </c:pt>
                <c:pt idx="908">
                  <c:v>5409.0</c:v>
                </c:pt>
                <c:pt idx="909">
                  <c:v>5410.0</c:v>
                </c:pt>
                <c:pt idx="910">
                  <c:v>5411.0</c:v>
                </c:pt>
                <c:pt idx="911">
                  <c:v>5412.0</c:v>
                </c:pt>
                <c:pt idx="912">
                  <c:v>5413.0</c:v>
                </c:pt>
                <c:pt idx="913">
                  <c:v>5414.0</c:v>
                </c:pt>
                <c:pt idx="914">
                  <c:v>5415.0</c:v>
                </c:pt>
                <c:pt idx="915">
                  <c:v>5416.0</c:v>
                </c:pt>
                <c:pt idx="916">
                  <c:v>5417.0</c:v>
                </c:pt>
                <c:pt idx="917">
                  <c:v>5418.0</c:v>
                </c:pt>
                <c:pt idx="918">
                  <c:v>5419.0</c:v>
                </c:pt>
                <c:pt idx="919">
                  <c:v>5420.0</c:v>
                </c:pt>
                <c:pt idx="920">
                  <c:v>5421.0</c:v>
                </c:pt>
                <c:pt idx="921">
                  <c:v>5422.0</c:v>
                </c:pt>
                <c:pt idx="922">
                  <c:v>5423.0</c:v>
                </c:pt>
                <c:pt idx="923">
                  <c:v>5424.0</c:v>
                </c:pt>
                <c:pt idx="924">
                  <c:v>5425.0</c:v>
                </c:pt>
                <c:pt idx="925">
                  <c:v>5426.0</c:v>
                </c:pt>
                <c:pt idx="926">
                  <c:v>5427.0</c:v>
                </c:pt>
                <c:pt idx="927">
                  <c:v>5428.0</c:v>
                </c:pt>
                <c:pt idx="928">
                  <c:v>5429.0</c:v>
                </c:pt>
                <c:pt idx="929">
                  <c:v>5430.0</c:v>
                </c:pt>
                <c:pt idx="930">
                  <c:v>5431.0</c:v>
                </c:pt>
                <c:pt idx="931">
                  <c:v>5432.0</c:v>
                </c:pt>
                <c:pt idx="932">
                  <c:v>5433.0</c:v>
                </c:pt>
                <c:pt idx="933">
                  <c:v>5434.0</c:v>
                </c:pt>
                <c:pt idx="934">
                  <c:v>5435.0</c:v>
                </c:pt>
                <c:pt idx="935">
                  <c:v>5436.0</c:v>
                </c:pt>
                <c:pt idx="936">
                  <c:v>5437.0</c:v>
                </c:pt>
                <c:pt idx="937">
                  <c:v>5438.0</c:v>
                </c:pt>
                <c:pt idx="938">
                  <c:v>5439.0</c:v>
                </c:pt>
                <c:pt idx="939">
                  <c:v>5440.0</c:v>
                </c:pt>
                <c:pt idx="940">
                  <c:v>5441.0</c:v>
                </c:pt>
                <c:pt idx="941">
                  <c:v>5442.0</c:v>
                </c:pt>
                <c:pt idx="942">
                  <c:v>5443.0</c:v>
                </c:pt>
                <c:pt idx="943">
                  <c:v>5444.0</c:v>
                </c:pt>
                <c:pt idx="944">
                  <c:v>5445.0</c:v>
                </c:pt>
                <c:pt idx="945">
                  <c:v>5446.0</c:v>
                </c:pt>
                <c:pt idx="946">
                  <c:v>5447.0</c:v>
                </c:pt>
                <c:pt idx="947">
                  <c:v>5448.0</c:v>
                </c:pt>
                <c:pt idx="948">
                  <c:v>5449.0</c:v>
                </c:pt>
                <c:pt idx="949">
                  <c:v>5450.0</c:v>
                </c:pt>
                <c:pt idx="950">
                  <c:v>5451.0</c:v>
                </c:pt>
                <c:pt idx="951">
                  <c:v>5452.0</c:v>
                </c:pt>
                <c:pt idx="952">
                  <c:v>5453.0</c:v>
                </c:pt>
                <c:pt idx="953">
                  <c:v>5454.0</c:v>
                </c:pt>
                <c:pt idx="954">
                  <c:v>5455.0</c:v>
                </c:pt>
                <c:pt idx="955">
                  <c:v>5456.0</c:v>
                </c:pt>
                <c:pt idx="956">
                  <c:v>5457.0</c:v>
                </c:pt>
                <c:pt idx="957">
                  <c:v>5458.0</c:v>
                </c:pt>
                <c:pt idx="958">
                  <c:v>5459.0</c:v>
                </c:pt>
                <c:pt idx="959">
                  <c:v>5460.0</c:v>
                </c:pt>
                <c:pt idx="960">
                  <c:v>5461.0</c:v>
                </c:pt>
                <c:pt idx="961">
                  <c:v>5462.0</c:v>
                </c:pt>
                <c:pt idx="962">
                  <c:v>5463.0</c:v>
                </c:pt>
                <c:pt idx="963">
                  <c:v>5464.0</c:v>
                </c:pt>
                <c:pt idx="964">
                  <c:v>5465.0</c:v>
                </c:pt>
                <c:pt idx="965">
                  <c:v>5466.0</c:v>
                </c:pt>
                <c:pt idx="966">
                  <c:v>5467.0</c:v>
                </c:pt>
                <c:pt idx="967">
                  <c:v>5468.0</c:v>
                </c:pt>
                <c:pt idx="968">
                  <c:v>5469.0</c:v>
                </c:pt>
                <c:pt idx="969">
                  <c:v>5470.0</c:v>
                </c:pt>
                <c:pt idx="970">
                  <c:v>5471.0</c:v>
                </c:pt>
                <c:pt idx="971">
                  <c:v>5472.0</c:v>
                </c:pt>
                <c:pt idx="972">
                  <c:v>5473.0</c:v>
                </c:pt>
              </c:numCache>
            </c:numRef>
          </c:xVal>
          <c:yVal>
            <c:numRef>
              <c:f>Sheet1!$B$2:$B$974</c:f>
              <c:numCache>
                <c:formatCode>General</c:formatCode>
                <c:ptCount val="973"/>
                <c:pt idx="0">
                  <c:v>0.064363673</c:v>
                </c:pt>
                <c:pt idx="1">
                  <c:v>0.060511754</c:v>
                </c:pt>
                <c:pt idx="2">
                  <c:v>0.039935542</c:v>
                </c:pt>
                <c:pt idx="3">
                  <c:v>0.02749086</c:v>
                </c:pt>
                <c:pt idx="4">
                  <c:v>0.019385191</c:v>
                </c:pt>
                <c:pt idx="5">
                  <c:v>0.022345271</c:v>
                </c:pt>
                <c:pt idx="6">
                  <c:v>0.017673945</c:v>
                </c:pt>
                <c:pt idx="7">
                  <c:v>0.011829406</c:v>
                </c:pt>
                <c:pt idx="8">
                  <c:v>0.011858822</c:v>
                </c:pt>
                <c:pt idx="9">
                  <c:v>0.012824106</c:v>
                </c:pt>
                <c:pt idx="10">
                  <c:v>0.013231413</c:v>
                </c:pt>
                <c:pt idx="11">
                  <c:v>0.012239237</c:v>
                </c:pt>
                <c:pt idx="12">
                  <c:v>0.010362797</c:v>
                </c:pt>
                <c:pt idx="13">
                  <c:v>0.010413199</c:v>
                </c:pt>
                <c:pt idx="14">
                  <c:v>0.0092527962</c:v>
                </c:pt>
                <c:pt idx="15">
                  <c:v>0.0083381375</c:v>
                </c:pt>
                <c:pt idx="16">
                  <c:v>0.0080647497</c:v>
                </c:pt>
                <c:pt idx="17">
                  <c:v>0.0081822182</c:v>
                </c:pt>
                <c:pt idx="18">
                  <c:v>0.0086548223</c:v>
                </c:pt>
                <c:pt idx="19">
                  <c:v>0.0090707861</c:v>
                </c:pt>
                <c:pt idx="20">
                  <c:v>0.009164914</c:v>
                </c:pt>
                <c:pt idx="21">
                  <c:v>0.0089082957</c:v>
                </c:pt>
                <c:pt idx="22">
                  <c:v>0.0083133567</c:v>
                </c:pt>
                <c:pt idx="23">
                  <c:v>0.0074960958</c:v>
                </c:pt>
                <c:pt idx="24">
                  <c:v>0.0067025652</c:v>
                </c:pt>
                <c:pt idx="25">
                  <c:v>0.0061898363</c:v>
                </c:pt>
                <c:pt idx="26">
                  <c:v>0.0059105578</c:v>
                </c:pt>
                <c:pt idx="27">
                  <c:v>0.0060568391</c:v>
                </c:pt>
                <c:pt idx="28">
                  <c:v>0.0066289621</c:v>
                </c:pt>
                <c:pt idx="29">
                  <c:v>0.0072268242</c:v>
                </c:pt>
                <c:pt idx="30">
                  <c:v>0.0072007674</c:v>
                </c:pt>
                <c:pt idx="31">
                  <c:v>0.0067101422</c:v>
                </c:pt>
                <c:pt idx="32">
                  <c:v>0.00620754</c:v>
                </c:pt>
                <c:pt idx="33">
                  <c:v>0.0057543573</c:v>
                </c:pt>
                <c:pt idx="34">
                  <c:v>0.0054481682</c:v>
                </c:pt>
                <c:pt idx="35">
                  <c:v>0.0052913695</c:v>
                </c:pt>
                <c:pt idx="36">
                  <c:v>0.005190786</c:v>
                </c:pt>
                <c:pt idx="37">
                  <c:v>0.0050632127</c:v>
                </c:pt>
                <c:pt idx="38">
                  <c:v>0.0048965575</c:v>
                </c:pt>
                <c:pt idx="39">
                  <c:v>0.004692099</c:v>
                </c:pt>
                <c:pt idx="40">
                  <c:v>0.0044224743</c:v>
                </c:pt>
                <c:pt idx="41">
                  <c:v>0.0040874716</c:v>
                </c:pt>
                <c:pt idx="42">
                  <c:v>0.0037398074</c:v>
                </c:pt>
                <c:pt idx="43">
                  <c:v>0.0034431865</c:v>
                </c:pt>
                <c:pt idx="44">
                  <c:v>0.00324433</c:v>
                </c:pt>
                <c:pt idx="45">
                  <c:v>0.0031940155</c:v>
                </c:pt>
                <c:pt idx="46">
                  <c:v>0.0032776462</c:v>
                </c:pt>
                <c:pt idx="47">
                  <c:v>0.0034171113</c:v>
                </c:pt>
                <c:pt idx="48">
                  <c:v>0.0035417944</c:v>
                </c:pt>
                <c:pt idx="49">
                  <c:v>0.0036273996</c:v>
                </c:pt>
                <c:pt idx="50">
                  <c:v>0.0036735646</c:v>
                </c:pt>
                <c:pt idx="51">
                  <c:v>0.003698085</c:v>
                </c:pt>
                <c:pt idx="52">
                  <c:v>0.0037087987</c:v>
                </c:pt>
                <c:pt idx="53">
                  <c:v>0.0037088677</c:v>
                </c:pt>
                <c:pt idx="54">
                  <c:v>0.0036906539</c:v>
                </c:pt>
                <c:pt idx="55">
                  <c:v>0.003645994</c:v>
                </c:pt>
                <c:pt idx="56">
                  <c:v>0.0035708092</c:v>
                </c:pt>
                <c:pt idx="57">
                  <c:v>0.0034601913</c:v>
                </c:pt>
                <c:pt idx="58">
                  <c:v>0.0033253561</c:v>
                </c:pt>
                <c:pt idx="59">
                  <c:v>0.0031846367</c:v>
                </c:pt>
                <c:pt idx="60">
                  <c:v>0.0030527212</c:v>
                </c:pt>
                <c:pt idx="61">
                  <c:v>0.002937582</c:v>
                </c:pt>
                <c:pt idx="62">
                  <c:v>0.0028666194</c:v>
                </c:pt>
                <c:pt idx="63">
                  <c:v>0.0028282351</c:v>
                </c:pt>
                <c:pt idx="64">
                  <c:v>0.0027992178</c:v>
                </c:pt>
                <c:pt idx="65">
                  <c:v>0.0027804301</c:v>
                </c:pt>
                <c:pt idx="66">
                  <c:v>0.0027724757</c:v>
                </c:pt>
                <c:pt idx="67">
                  <c:v>0.0027717925</c:v>
                </c:pt>
                <c:pt idx="68">
                  <c:v>0.0027827481</c:v>
                </c:pt>
                <c:pt idx="69">
                  <c:v>0.0028020519</c:v>
                </c:pt>
                <c:pt idx="70">
                  <c:v>0.0028254323</c:v>
                </c:pt>
                <c:pt idx="71">
                  <c:v>0.0028577747</c:v>
                </c:pt>
                <c:pt idx="72">
                  <c:v>0.0029016589</c:v>
                </c:pt>
                <c:pt idx="73">
                  <c:v>0.00295975</c:v>
                </c:pt>
                <c:pt idx="74">
                  <c:v>0.0030227668</c:v>
                </c:pt>
                <c:pt idx="75">
                  <c:v>0.0030874406</c:v>
                </c:pt>
                <c:pt idx="76">
                  <c:v>0.0031546957</c:v>
                </c:pt>
                <c:pt idx="77">
                  <c:v>0.0032218749</c:v>
                </c:pt>
                <c:pt idx="78">
                  <c:v>0.003293689</c:v>
                </c:pt>
                <c:pt idx="79">
                  <c:v>0.0033725132</c:v>
                </c:pt>
                <c:pt idx="80">
                  <c:v>0.0034557448</c:v>
                </c:pt>
                <c:pt idx="81">
                  <c:v>0.0035351558</c:v>
                </c:pt>
                <c:pt idx="82">
                  <c:v>0.0035995281</c:v>
                </c:pt>
                <c:pt idx="83">
                  <c:v>0.0036355992</c:v>
                </c:pt>
                <c:pt idx="84">
                  <c:v>0.0036362356</c:v>
                </c:pt>
                <c:pt idx="85">
                  <c:v>0.0035988907</c:v>
                </c:pt>
                <c:pt idx="86">
                  <c:v>0.003526172</c:v>
                </c:pt>
                <c:pt idx="87">
                  <c:v>0.003418931</c:v>
                </c:pt>
                <c:pt idx="88">
                  <c:v>0.0032867022</c:v>
                </c:pt>
                <c:pt idx="89">
                  <c:v>0.0031467921</c:v>
                </c:pt>
                <c:pt idx="90">
                  <c:v>0.0030139147</c:v>
                </c:pt>
                <c:pt idx="91">
                  <c:v>0.0028965294</c:v>
                </c:pt>
                <c:pt idx="92">
                  <c:v>0.0028092857</c:v>
                </c:pt>
                <c:pt idx="93">
                  <c:v>0.0027555765</c:v>
                </c:pt>
                <c:pt idx="94">
                  <c:v>0.0027359708</c:v>
                </c:pt>
                <c:pt idx="95">
                  <c:v>0.0027474446</c:v>
                </c:pt>
                <c:pt idx="96">
                  <c:v>0.0027781489</c:v>
                </c:pt>
                <c:pt idx="97">
                  <c:v>0.002819282</c:v>
                </c:pt>
                <c:pt idx="98">
                  <c:v>0.0028626186</c:v>
                </c:pt>
                <c:pt idx="99">
                  <c:v>0.0028972481</c:v>
                </c:pt>
                <c:pt idx="100">
                  <c:v>0.0029220259</c:v>
                </c:pt>
                <c:pt idx="101">
                  <c:v>0.0029356717</c:v>
                </c:pt>
                <c:pt idx="102">
                  <c:v>0.0029352492</c:v>
                </c:pt>
                <c:pt idx="103">
                  <c:v>0.0029185296</c:v>
                </c:pt>
                <c:pt idx="104">
                  <c:v>0.0028834738</c:v>
                </c:pt>
                <c:pt idx="105">
                  <c:v>0.0028342923</c:v>
                </c:pt>
                <c:pt idx="106">
                  <c:v>0.0027748802</c:v>
                </c:pt>
                <c:pt idx="107">
                  <c:v>0.0027086721</c:v>
                </c:pt>
                <c:pt idx="108">
                  <c:v>0.0026379846</c:v>
                </c:pt>
                <c:pt idx="109">
                  <c:v>0.0025610654</c:v>
                </c:pt>
                <c:pt idx="110">
                  <c:v>0.002484001</c:v>
                </c:pt>
                <c:pt idx="111">
                  <c:v>0.002408818</c:v>
                </c:pt>
                <c:pt idx="112">
                  <c:v>0.0023360296</c:v>
                </c:pt>
                <c:pt idx="113">
                  <c:v>0.0022674673</c:v>
                </c:pt>
                <c:pt idx="114">
                  <c:v>0.0022051397</c:v>
                </c:pt>
                <c:pt idx="115">
                  <c:v>0.0021486126</c:v>
                </c:pt>
                <c:pt idx="116">
                  <c:v>0.0020963875</c:v>
                </c:pt>
                <c:pt idx="117">
                  <c:v>0.0020521654</c:v>
                </c:pt>
                <c:pt idx="118">
                  <c:v>0.0020173111</c:v>
                </c:pt>
                <c:pt idx="119">
                  <c:v>0.0019921468</c:v>
                </c:pt>
                <c:pt idx="120">
                  <c:v>0.0019853697</c:v>
                </c:pt>
                <c:pt idx="121">
                  <c:v>0.0019935973</c:v>
                </c:pt>
                <c:pt idx="122">
                  <c:v>0.0020141498</c:v>
                </c:pt>
                <c:pt idx="123">
                  <c:v>0.0020422401</c:v>
                </c:pt>
                <c:pt idx="124">
                  <c:v>0.0020717473</c:v>
                </c:pt>
                <c:pt idx="125">
                  <c:v>0.002085203</c:v>
                </c:pt>
                <c:pt idx="126">
                  <c:v>0.0020980351</c:v>
                </c:pt>
                <c:pt idx="127">
                  <c:v>0.0021108002</c:v>
                </c:pt>
                <c:pt idx="128">
                  <c:v>0.002122817</c:v>
                </c:pt>
                <c:pt idx="129">
                  <c:v>0.0021343811</c:v>
                </c:pt>
                <c:pt idx="130">
                  <c:v>0.0021453003</c:v>
                </c:pt>
                <c:pt idx="131">
                  <c:v>0.0021552434</c:v>
                </c:pt>
                <c:pt idx="132">
                  <c:v>0.0021640006</c:v>
                </c:pt>
                <c:pt idx="133">
                  <c:v>0.0021715079</c:v>
                </c:pt>
                <c:pt idx="134">
                  <c:v>0.0021770959</c:v>
                </c:pt>
                <c:pt idx="135">
                  <c:v>0.0021802983</c:v>
                </c:pt>
                <c:pt idx="136">
                  <c:v>0.0021809259</c:v>
                </c:pt>
                <c:pt idx="137">
                  <c:v>0.0021790935</c:v>
                </c:pt>
                <c:pt idx="138">
                  <c:v>0.0021750241</c:v>
                </c:pt>
                <c:pt idx="139">
                  <c:v>0.0021685532</c:v>
                </c:pt>
                <c:pt idx="140">
                  <c:v>0.0021598319</c:v>
                </c:pt>
                <c:pt idx="141">
                  <c:v>0.0021488664</c:v>
                </c:pt>
                <c:pt idx="142">
                  <c:v>0.0021358799</c:v>
                </c:pt>
                <c:pt idx="143">
                  <c:v>0.0021210883</c:v>
                </c:pt>
                <c:pt idx="144">
                  <c:v>0.0021047002</c:v>
                </c:pt>
                <c:pt idx="145">
                  <c:v>0.0020872613</c:v>
                </c:pt>
                <c:pt idx="146">
                  <c:v>0.002069068</c:v>
                </c:pt>
                <c:pt idx="147">
                  <c:v>0.0020504963</c:v>
                </c:pt>
                <c:pt idx="148">
                  <c:v>0.0020318714</c:v>
                </c:pt>
                <c:pt idx="149">
                  <c:v>0.0020135255</c:v>
                </c:pt>
                <c:pt idx="150">
                  <c:v>0.00199528</c:v>
                </c:pt>
                <c:pt idx="151">
                  <c:v>0.0019778468</c:v>
                </c:pt>
                <c:pt idx="152">
                  <c:v>0.0019613103</c:v>
                </c:pt>
                <c:pt idx="153">
                  <c:v>0.0019459513</c:v>
                </c:pt>
                <c:pt idx="154">
                  <c:v>0.0019319814</c:v>
                </c:pt>
                <c:pt idx="155">
                  <c:v>0.0019194385</c:v>
                </c:pt>
                <c:pt idx="156">
                  <c:v>0.0019083737</c:v>
                </c:pt>
                <c:pt idx="157">
                  <c:v>0.0018989197</c:v>
                </c:pt>
                <c:pt idx="158">
                  <c:v>0.0018911405</c:v>
                </c:pt>
                <c:pt idx="159">
                  <c:v>0.0018848417</c:v>
                </c:pt>
                <c:pt idx="160">
                  <c:v>0.0018798469</c:v>
                </c:pt>
                <c:pt idx="161">
                  <c:v>0.001876144</c:v>
                </c:pt>
                <c:pt idx="162">
                  <c:v>0.0018733804</c:v>
                </c:pt>
                <c:pt idx="163">
                  <c:v>0.0018711579</c:v>
                </c:pt>
                <c:pt idx="164">
                  <c:v>0.0018693084</c:v>
                </c:pt>
                <c:pt idx="165">
                  <c:v>0.0018676176</c:v>
                </c:pt>
                <c:pt idx="166">
                  <c:v>0.0018658832</c:v>
                </c:pt>
                <c:pt idx="167">
                  <c:v>0.0018639603</c:v>
                </c:pt>
                <c:pt idx="168">
                  <c:v>0.0018614546</c:v>
                </c:pt>
                <c:pt idx="169">
                  <c:v>0.0018585299</c:v>
                </c:pt>
                <c:pt idx="170">
                  <c:v>0.0018548128</c:v>
                </c:pt>
                <c:pt idx="171">
                  <c:v>0.001850424</c:v>
                </c:pt>
                <c:pt idx="172">
                  <c:v>0.0018452507</c:v>
                </c:pt>
                <c:pt idx="173">
                  <c:v>0.0018394269</c:v>
                </c:pt>
                <c:pt idx="174">
                  <c:v>0.0018326924</c:v>
                </c:pt>
                <c:pt idx="175">
                  <c:v>0.0018250854</c:v>
                </c:pt>
                <c:pt idx="176">
                  <c:v>0.001816519</c:v>
                </c:pt>
                <c:pt idx="177">
                  <c:v>0.0018068677</c:v>
                </c:pt>
                <c:pt idx="178">
                  <c:v>0.0017964549</c:v>
                </c:pt>
                <c:pt idx="179">
                  <c:v>0.0017851863</c:v>
                </c:pt>
                <c:pt idx="180">
                  <c:v>0.0017727495</c:v>
                </c:pt>
                <c:pt idx="181">
                  <c:v>0.0017595016</c:v>
                </c:pt>
                <c:pt idx="182">
                  <c:v>0.0017456691</c:v>
                </c:pt>
                <c:pt idx="183">
                  <c:v>0.0017310533</c:v>
                </c:pt>
                <c:pt idx="184">
                  <c:v>0.0017159033</c:v>
                </c:pt>
                <c:pt idx="185">
                  <c:v>0.0017001123</c:v>
                </c:pt>
                <c:pt idx="186">
                  <c:v>0.0016841259</c:v>
                </c:pt>
                <c:pt idx="187">
                  <c:v>0.0016681414</c:v>
                </c:pt>
                <c:pt idx="188">
                  <c:v>0.0016524966</c:v>
                </c:pt>
                <c:pt idx="189">
                  <c:v>0.0016372912</c:v>
                </c:pt>
                <c:pt idx="190">
                  <c:v>0.0016226271</c:v>
                </c:pt>
                <c:pt idx="191">
                  <c:v>0.0016086509</c:v>
                </c:pt>
                <c:pt idx="192">
                  <c:v>0.0015954507</c:v>
                </c:pt>
                <c:pt idx="193">
                  <c:v>0.0015829462</c:v>
                </c:pt>
                <c:pt idx="194">
                  <c:v>0.0015710535</c:v>
                </c:pt>
                <c:pt idx="195">
                  <c:v>0.0015599716</c:v>
                </c:pt>
                <c:pt idx="196">
                  <c:v>0.0015497838</c:v>
                </c:pt>
                <c:pt idx="197">
                  <c:v>0.0015404464</c:v>
                </c:pt>
                <c:pt idx="198">
                  <c:v>0.0015320519</c:v>
                </c:pt>
                <c:pt idx="199">
                  <c:v>0.0015237872</c:v>
                </c:pt>
                <c:pt idx="200">
                  <c:v>0.0015159524</c:v>
                </c:pt>
                <c:pt idx="201">
                  <c:v>0.0015087994</c:v>
                </c:pt>
                <c:pt idx="202">
                  <c:v>0.0015025385</c:v>
                </c:pt>
                <c:pt idx="203">
                  <c:v>0.001496972</c:v>
                </c:pt>
                <c:pt idx="204">
                  <c:v>0.0014914645</c:v>
                </c:pt>
                <c:pt idx="205">
                  <c:v>0.0014859165</c:v>
                </c:pt>
                <c:pt idx="206">
                  <c:v>0.0014804705</c:v>
                </c:pt>
                <c:pt idx="207">
                  <c:v>0.0014749766</c:v>
                </c:pt>
                <c:pt idx="208">
                  <c:v>0.001469332</c:v>
                </c:pt>
                <c:pt idx="209">
                  <c:v>0.0014633305</c:v>
                </c:pt>
                <c:pt idx="210">
                  <c:v>0.0014570748</c:v>
                </c:pt>
                <c:pt idx="211">
                  <c:v>0.0014508598</c:v>
                </c:pt>
                <c:pt idx="212">
                  <c:v>0.0014446438</c:v>
                </c:pt>
                <c:pt idx="213">
                  <c:v>0.0014382442</c:v>
                </c:pt>
                <c:pt idx="214">
                  <c:v>0.001431887</c:v>
                </c:pt>
                <c:pt idx="215">
                  <c:v>0.0014254825</c:v>
                </c:pt>
                <c:pt idx="216">
                  <c:v>0.001419073</c:v>
                </c:pt>
                <c:pt idx="217">
                  <c:v>0.0014125905</c:v>
                </c:pt>
                <c:pt idx="218">
                  <c:v>0.0014062452</c:v>
                </c:pt>
                <c:pt idx="219">
                  <c:v>0.0013997868</c:v>
                </c:pt>
                <c:pt idx="220">
                  <c:v>0.0013931199</c:v>
                </c:pt>
                <c:pt idx="221">
                  <c:v>0.0013862758</c:v>
                </c:pt>
                <c:pt idx="222">
                  <c:v>0.001379223</c:v>
                </c:pt>
                <c:pt idx="223">
                  <c:v>0.001372074</c:v>
                </c:pt>
                <c:pt idx="224">
                  <c:v>0.0013648074</c:v>
                </c:pt>
                <c:pt idx="225">
                  <c:v>0.0013575339</c:v>
                </c:pt>
                <c:pt idx="226">
                  <c:v>0.0013501019</c:v>
                </c:pt>
                <c:pt idx="227">
                  <c:v>0.001342857</c:v>
                </c:pt>
                <c:pt idx="228">
                  <c:v>0.0013356825</c:v>
                </c:pt>
                <c:pt idx="229">
                  <c:v>0.0013287092</c:v>
                </c:pt>
                <c:pt idx="230">
                  <c:v>0.0013218563</c:v>
                </c:pt>
                <c:pt idx="231">
                  <c:v>0.0013152738</c:v>
                </c:pt>
                <c:pt idx="232">
                  <c:v>0.0013088319</c:v>
                </c:pt>
                <c:pt idx="233">
                  <c:v>0.001302691</c:v>
                </c:pt>
                <c:pt idx="234">
                  <c:v>0.0012966898</c:v>
                </c:pt>
                <c:pt idx="235">
                  <c:v>0.0012908256</c:v>
                </c:pt>
                <c:pt idx="236">
                  <c:v>0.0012849923</c:v>
                </c:pt>
                <c:pt idx="237">
                  <c:v>0.0012792177</c:v>
                </c:pt>
                <c:pt idx="238">
                  <c:v>0.0012735653</c:v>
                </c:pt>
                <c:pt idx="239">
                  <c:v>0.0012679006</c:v>
                </c:pt>
                <c:pt idx="240">
                  <c:v>0.0012622702</c:v>
                </c:pt>
                <c:pt idx="241">
                  <c:v>0.0012565786</c:v>
                </c:pt>
                <c:pt idx="242">
                  <c:v>0.0012508852</c:v>
                </c:pt>
                <c:pt idx="243">
                  <c:v>0.001245034</c:v>
                </c:pt>
                <c:pt idx="244">
                  <c:v>0.0012391386</c:v>
                </c:pt>
                <c:pt idx="245">
                  <c:v>0.0012331861</c:v>
                </c:pt>
                <c:pt idx="246">
                  <c:v>0.001226787</c:v>
                </c:pt>
                <c:pt idx="247">
                  <c:v>0.0012196911</c:v>
                </c:pt>
                <c:pt idx="248">
                  <c:v>0.0012121176</c:v>
                </c:pt>
                <c:pt idx="249">
                  <c:v>0.0012039266</c:v>
                </c:pt>
                <c:pt idx="250">
                  <c:v>0.0011994507</c:v>
                </c:pt>
                <c:pt idx="251">
                  <c:v>0.0011950497</c:v>
                </c:pt>
                <c:pt idx="252">
                  <c:v>0.0011906281</c:v>
                </c:pt>
                <c:pt idx="253">
                  <c:v>0.0011861113</c:v>
                </c:pt>
                <c:pt idx="254">
                  <c:v>0.0011814829</c:v>
                </c:pt>
                <c:pt idx="255">
                  <c:v>0.0011770673</c:v>
                </c:pt>
                <c:pt idx="256">
                  <c:v>0.0011725026</c:v>
                </c:pt>
                <c:pt idx="257">
                  <c:v>0.0011680019</c:v>
                </c:pt>
                <c:pt idx="258">
                  <c:v>0.0011634461</c:v>
                </c:pt>
                <c:pt idx="259">
                  <c:v>0.0011588459</c:v>
                </c:pt>
                <c:pt idx="260">
                  <c:v>0.0011541235</c:v>
                </c:pt>
                <c:pt idx="261">
                  <c:v>0.0011493406</c:v>
                </c:pt>
                <c:pt idx="262">
                  <c:v>0.0011446269</c:v>
                </c:pt>
                <c:pt idx="263">
                  <c:v>0.0011398463</c:v>
                </c:pt>
                <c:pt idx="264">
                  <c:v>0.0011351502</c:v>
                </c:pt>
                <c:pt idx="265">
                  <c:v>0.0011305016</c:v>
                </c:pt>
                <c:pt idx="266">
                  <c:v>0.0011260262</c:v>
                </c:pt>
                <c:pt idx="267">
                  <c:v>0.0011213429</c:v>
                </c:pt>
                <c:pt idx="268">
                  <c:v>0.0011165654</c:v>
                </c:pt>
                <c:pt idx="269">
                  <c:v>0.0011120108</c:v>
                </c:pt>
                <c:pt idx="270">
                  <c:v>0.0011075923</c:v>
                </c:pt>
                <c:pt idx="271">
                  <c:v>0.0011032667</c:v>
                </c:pt>
                <c:pt idx="272">
                  <c:v>0.0010989618</c:v>
                </c:pt>
                <c:pt idx="273">
                  <c:v>0.0010947593</c:v>
                </c:pt>
                <c:pt idx="274">
                  <c:v>0.0010907897</c:v>
                </c:pt>
                <c:pt idx="275">
                  <c:v>0.0010867582</c:v>
                </c:pt>
                <c:pt idx="276">
                  <c:v>0.0010829481</c:v>
                </c:pt>
                <c:pt idx="277">
                  <c:v>0.0010793628</c:v>
                </c:pt>
                <c:pt idx="278">
                  <c:v>0.0010758703</c:v>
                </c:pt>
                <c:pt idx="279">
                  <c:v>0.0010725877</c:v>
                </c:pt>
                <c:pt idx="280">
                  <c:v>0.0010691876</c:v>
                </c:pt>
                <c:pt idx="281">
                  <c:v>0.0010659497</c:v>
                </c:pt>
                <c:pt idx="282">
                  <c:v>0.001062792</c:v>
                </c:pt>
                <c:pt idx="283">
                  <c:v>0.0010598837</c:v>
                </c:pt>
                <c:pt idx="284">
                  <c:v>0.0010573247</c:v>
                </c:pt>
                <c:pt idx="285">
                  <c:v>0.0010548888</c:v>
                </c:pt>
                <c:pt idx="286">
                  <c:v>0.0010526048</c:v>
                </c:pt>
                <c:pt idx="287">
                  <c:v>0.0010504306</c:v>
                </c:pt>
                <c:pt idx="288">
                  <c:v>0.0010485052</c:v>
                </c:pt>
                <c:pt idx="289">
                  <c:v>0.0010465011</c:v>
                </c:pt>
                <c:pt idx="290">
                  <c:v>0.0010445068</c:v>
                </c:pt>
                <c:pt idx="291">
                  <c:v>0.0010425266</c:v>
                </c:pt>
                <c:pt idx="292">
                  <c:v>0.0010405805</c:v>
                </c:pt>
                <c:pt idx="293">
                  <c:v>0.0010389336</c:v>
                </c:pt>
                <c:pt idx="294">
                  <c:v>0.0010375944</c:v>
                </c:pt>
                <c:pt idx="295">
                  <c:v>0.0010362753</c:v>
                </c:pt>
                <c:pt idx="296">
                  <c:v>0.0010350578</c:v>
                </c:pt>
                <c:pt idx="297">
                  <c:v>0.0010339869</c:v>
                </c:pt>
                <c:pt idx="298">
                  <c:v>0.0010329949</c:v>
                </c:pt>
                <c:pt idx="299">
                  <c:v>0.0010322359</c:v>
                </c:pt>
                <c:pt idx="300">
                  <c:v>0.0010317686</c:v>
                </c:pt>
                <c:pt idx="301">
                  <c:v>0.0010316074</c:v>
                </c:pt>
                <c:pt idx="302">
                  <c:v>0.0010315497</c:v>
                </c:pt>
                <c:pt idx="303">
                  <c:v>0.0010311155</c:v>
                </c:pt>
                <c:pt idx="304">
                  <c:v>0.001030883</c:v>
                </c:pt>
                <c:pt idx="305">
                  <c:v>0.0010309207</c:v>
                </c:pt>
                <c:pt idx="306">
                  <c:v>0.0010312465</c:v>
                </c:pt>
                <c:pt idx="307">
                  <c:v>0.0010317613</c:v>
                </c:pt>
                <c:pt idx="308">
                  <c:v>0.0010325185</c:v>
                </c:pt>
                <c:pt idx="309">
                  <c:v>0.001033586</c:v>
                </c:pt>
                <c:pt idx="310">
                  <c:v>0.0010348613</c:v>
                </c:pt>
                <c:pt idx="311">
                  <c:v>0.0010366673</c:v>
                </c:pt>
                <c:pt idx="312">
                  <c:v>0.0010388797</c:v>
                </c:pt>
                <c:pt idx="313">
                  <c:v>0.0010418485</c:v>
                </c:pt>
                <c:pt idx="314">
                  <c:v>0.0010454454</c:v>
                </c:pt>
                <c:pt idx="315">
                  <c:v>0.0010494507</c:v>
                </c:pt>
                <c:pt idx="316">
                  <c:v>0.0010540384</c:v>
                </c:pt>
                <c:pt idx="317">
                  <c:v>0.001059234</c:v>
                </c:pt>
                <c:pt idx="318">
                  <c:v>0.0010649895</c:v>
                </c:pt>
                <c:pt idx="319">
                  <c:v>0.0010711457</c:v>
                </c:pt>
                <c:pt idx="320">
                  <c:v>0.001077788</c:v>
                </c:pt>
                <c:pt idx="321">
                  <c:v>0.0010847484</c:v>
                </c:pt>
                <c:pt idx="322">
                  <c:v>0.0010921304</c:v>
                </c:pt>
                <c:pt idx="323">
                  <c:v>0.001099884</c:v>
                </c:pt>
                <c:pt idx="324">
                  <c:v>0.001108012</c:v>
                </c:pt>
                <c:pt idx="325">
                  <c:v>0.0011163412</c:v>
                </c:pt>
                <c:pt idx="326">
                  <c:v>0.0011248522</c:v>
                </c:pt>
                <c:pt idx="327">
                  <c:v>0.0011335685</c:v>
                </c:pt>
                <c:pt idx="328">
                  <c:v>0.001142232</c:v>
                </c:pt>
                <c:pt idx="329">
                  <c:v>0.0011510081</c:v>
                </c:pt>
                <c:pt idx="330">
                  <c:v>0.0011597198</c:v>
                </c:pt>
                <c:pt idx="331">
                  <c:v>0.0011684013</c:v>
                </c:pt>
                <c:pt idx="332">
                  <c:v>0.0011770155</c:v>
                </c:pt>
                <c:pt idx="333">
                  <c:v>0.0011855712</c:v>
                </c:pt>
                <c:pt idx="334">
                  <c:v>0.0011940935</c:v>
                </c:pt>
                <c:pt idx="335">
                  <c:v>0.0012023109</c:v>
                </c:pt>
                <c:pt idx="336">
                  <c:v>0.0012104358</c:v>
                </c:pt>
                <c:pt idx="337">
                  <c:v>0.0012183068</c:v>
                </c:pt>
                <c:pt idx="338">
                  <c:v>0.001225919</c:v>
                </c:pt>
                <c:pt idx="339">
                  <c:v>0.0012332789</c:v>
                </c:pt>
                <c:pt idx="340">
                  <c:v>0.0012402817</c:v>
                </c:pt>
                <c:pt idx="341">
                  <c:v>0.0012469747</c:v>
                </c:pt>
                <c:pt idx="342">
                  <c:v>0.0012533194</c:v>
                </c:pt>
                <c:pt idx="343">
                  <c:v>0.0012593298</c:v>
                </c:pt>
                <c:pt idx="344">
                  <c:v>0.0012649662</c:v>
                </c:pt>
                <c:pt idx="345">
                  <c:v>0.0012702003</c:v>
                </c:pt>
                <c:pt idx="346">
                  <c:v>0.0012750697</c:v>
                </c:pt>
                <c:pt idx="347">
                  <c:v>0.0012795493</c:v>
                </c:pt>
                <c:pt idx="348">
                  <c:v>0.0012836571</c:v>
                </c:pt>
                <c:pt idx="349">
                  <c:v>0.0012874087</c:v>
                </c:pt>
                <c:pt idx="350">
                  <c:v>0.0012908146</c:v>
                </c:pt>
                <c:pt idx="351">
                  <c:v>0.0012939069</c:v>
                </c:pt>
                <c:pt idx="352">
                  <c:v>0.0012966478</c:v>
                </c:pt>
                <c:pt idx="353">
                  <c:v>0.0012989684</c:v>
                </c:pt>
                <c:pt idx="354">
                  <c:v>0.0013009932</c:v>
                </c:pt>
                <c:pt idx="355">
                  <c:v>0.0013027415</c:v>
                </c:pt>
                <c:pt idx="356">
                  <c:v>0.0013041228</c:v>
                </c:pt>
                <c:pt idx="357">
                  <c:v>0.0013050037</c:v>
                </c:pt>
                <c:pt idx="358">
                  <c:v>0.001304945</c:v>
                </c:pt>
                <c:pt idx="359">
                  <c:v>0.0013043281</c:v>
                </c:pt>
                <c:pt idx="360">
                  <c:v>0.0013033283</c:v>
                </c:pt>
                <c:pt idx="361">
                  <c:v>0.0013018133</c:v>
                </c:pt>
                <c:pt idx="362">
                  <c:v>0.0013000184</c:v>
                </c:pt>
                <c:pt idx="363">
                  <c:v>0.0012979299</c:v>
                </c:pt>
                <c:pt idx="364">
                  <c:v>0.0012950813</c:v>
                </c:pt>
                <c:pt idx="365">
                  <c:v>0.001291559</c:v>
                </c:pt>
                <c:pt idx="366">
                  <c:v>0.0012876821</c:v>
                </c:pt>
                <c:pt idx="367">
                  <c:v>0.0012834153</c:v>
                </c:pt>
                <c:pt idx="368">
                  <c:v>0.0012788216</c:v>
                </c:pt>
                <c:pt idx="369">
                  <c:v>0.0012739296</c:v>
                </c:pt>
                <c:pt idx="370">
                  <c:v>0.0012687884</c:v>
                </c:pt>
                <c:pt idx="371">
                  <c:v>0.0012632088</c:v>
                </c:pt>
                <c:pt idx="372">
                  <c:v>0.0012574182</c:v>
                </c:pt>
                <c:pt idx="373">
                  <c:v>0.0012514556</c:v>
                </c:pt>
                <c:pt idx="374">
                  <c:v>0.0012451803</c:v>
                </c:pt>
                <c:pt idx="375">
                  <c:v>0.0012389183</c:v>
                </c:pt>
                <c:pt idx="376">
                  <c:v>0.0012324368</c:v>
                </c:pt>
                <c:pt idx="377">
                  <c:v>0.0012259601</c:v>
                </c:pt>
                <c:pt idx="378">
                  <c:v>0.0012195805</c:v>
                </c:pt>
                <c:pt idx="379">
                  <c:v>0.0012130014</c:v>
                </c:pt>
                <c:pt idx="380">
                  <c:v>0.0012065865</c:v>
                </c:pt>
                <c:pt idx="381">
                  <c:v>0.0012000445</c:v>
                </c:pt>
                <c:pt idx="382">
                  <c:v>0.0011936421</c:v>
                </c:pt>
                <c:pt idx="383">
                  <c:v>0.0011874686</c:v>
                </c:pt>
                <c:pt idx="384">
                  <c:v>0.0011813549</c:v>
                </c:pt>
                <c:pt idx="385">
                  <c:v>0.0011754488</c:v>
                </c:pt>
                <c:pt idx="386">
                  <c:v>0.0011697913</c:v>
                </c:pt>
                <c:pt idx="387">
                  <c:v>0.0011643172</c:v>
                </c:pt>
                <c:pt idx="388">
                  <c:v>0.0011590571</c:v>
                </c:pt>
                <c:pt idx="389">
                  <c:v>0.0011539639</c:v>
                </c:pt>
                <c:pt idx="390">
                  <c:v>0.001149133</c:v>
                </c:pt>
                <c:pt idx="391">
                  <c:v>0.0011446272</c:v>
                </c:pt>
                <c:pt idx="392">
                  <c:v>0.0011403648</c:v>
                </c:pt>
                <c:pt idx="393">
                  <c:v>0.0011364299</c:v>
                </c:pt>
                <c:pt idx="394">
                  <c:v>0.0011330305</c:v>
                </c:pt>
                <c:pt idx="395">
                  <c:v>0.0011297486</c:v>
                </c:pt>
                <c:pt idx="396">
                  <c:v>0.0011269912</c:v>
                </c:pt>
                <c:pt idx="397">
                  <c:v>0.0011244553</c:v>
                </c:pt>
                <c:pt idx="398">
                  <c:v>0.001122154</c:v>
                </c:pt>
                <c:pt idx="399">
                  <c:v>0.0011202159</c:v>
                </c:pt>
                <c:pt idx="400">
                  <c:v>0.0011184561</c:v>
                </c:pt>
                <c:pt idx="401">
                  <c:v>0.0011167388</c:v>
                </c:pt>
                <c:pt idx="402">
                  <c:v>0.0011153145</c:v>
                </c:pt>
                <c:pt idx="403">
                  <c:v>0.0011141654</c:v>
                </c:pt>
                <c:pt idx="404">
                  <c:v>0.0011132413</c:v>
                </c:pt>
                <c:pt idx="405">
                  <c:v>0.0011124989</c:v>
                </c:pt>
                <c:pt idx="406">
                  <c:v>0.0011120193</c:v>
                </c:pt>
                <c:pt idx="407">
                  <c:v>0.0011119752</c:v>
                </c:pt>
                <c:pt idx="408">
                  <c:v>0.0011123198</c:v>
                </c:pt>
                <c:pt idx="409">
                  <c:v>0.0011127178</c:v>
                </c:pt>
                <c:pt idx="410">
                  <c:v>0.0011135026</c:v>
                </c:pt>
                <c:pt idx="411">
                  <c:v>0.001114369</c:v>
                </c:pt>
                <c:pt idx="412">
                  <c:v>0.0011154519</c:v>
                </c:pt>
                <c:pt idx="413">
                  <c:v>0.0011166454</c:v>
                </c:pt>
                <c:pt idx="414">
                  <c:v>0.0011180464</c:v>
                </c:pt>
                <c:pt idx="415">
                  <c:v>0.0011194715</c:v>
                </c:pt>
                <c:pt idx="416">
                  <c:v>0.0011212017</c:v>
                </c:pt>
                <c:pt idx="417">
                  <c:v>0.0011232044</c:v>
                </c:pt>
                <c:pt idx="418">
                  <c:v>0.0011248965</c:v>
                </c:pt>
                <c:pt idx="419">
                  <c:v>0.0011267408</c:v>
                </c:pt>
                <c:pt idx="420">
                  <c:v>0.001128794</c:v>
                </c:pt>
                <c:pt idx="421">
                  <c:v>0.0011306314</c:v>
                </c:pt>
                <c:pt idx="422">
                  <c:v>0.0011326521</c:v>
                </c:pt>
                <c:pt idx="423">
                  <c:v>0.001134768</c:v>
                </c:pt>
                <c:pt idx="424">
                  <c:v>0.0011367295</c:v>
                </c:pt>
                <c:pt idx="425">
                  <c:v>0.0011387965</c:v>
                </c:pt>
                <c:pt idx="426">
                  <c:v>0.001141006</c:v>
                </c:pt>
                <c:pt idx="427">
                  <c:v>0.0011428778</c:v>
                </c:pt>
                <c:pt idx="428">
                  <c:v>0.0011448328</c:v>
                </c:pt>
                <c:pt idx="429">
                  <c:v>0.0011469199</c:v>
                </c:pt>
                <c:pt idx="430">
                  <c:v>0.0011487958</c:v>
                </c:pt>
                <c:pt idx="431">
                  <c:v>0.0011507843</c:v>
                </c:pt>
                <c:pt idx="432">
                  <c:v>0.0011528716</c:v>
                </c:pt>
                <c:pt idx="433">
                  <c:v>0.0011547812</c:v>
                </c:pt>
                <c:pt idx="434">
                  <c:v>0.0011567773</c:v>
                </c:pt>
                <c:pt idx="435">
                  <c:v>0.0011588393</c:v>
                </c:pt>
                <c:pt idx="436">
                  <c:v>0.0011606328</c:v>
                </c:pt>
                <c:pt idx="437">
                  <c:v>0.0011624723</c:v>
                </c:pt>
                <c:pt idx="438">
                  <c:v>0.0011642988</c:v>
                </c:pt>
                <c:pt idx="439">
                  <c:v>0.0011662065</c:v>
                </c:pt>
                <c:pt idx="440">
                  <c:v>0.0011679372</c:v>
                </c:pt>
                <c:pt idx="441">
                  <c:v>0.0011697603</c:v>
                </c:pt>
                <c:pt idx="442">
                  <c:v>0.001171626</c:v>
                </c:pt>
                <c:pt idx="443">
                  <c:v>0.0011733821</c:v>
                </c:pt>
                <c:pt idx="444">
                  <c:v>0.0011751218</c:v>
                </c:pt>
                <c:pt idx="445">
                  <c:v>0.0011768807</c:v>
                </c:pt>
                <c:pt idx="446">
                  <c:v>0.0011784135</c:v>
                </c:pt>
                <c:pt idx="447">
                  <c:v>0.0011799533</c:v>
                </c:pt>
                <c:pt idx="448">
                  <c:v>0.0011813855</c:v>
                </c:pt>
                <c:pt idx="449">
                  <c:v>0.0011826841</c:v>
                </c:pt>
                <c:pt idx="450">
                  <c:v>0.0011839513</c:v>
                </c:pt>
                <c:pt idx="451">
                  <c:v>0.0011850038</c:v>
                </c:pt>
                <c:pt idx="452">
                  <c:v>0.0011859804</c:v>
                </c:pt>
                <c:pt idx="453">
                  <c:v>0.0011869105</c:v>
                </c:pt>
                <c:pt idx="454">
                  <c:v>0.0011877603</c:v>
                </c:pt>
                <c:pt idx="455">
                  <c:v>0.0011885117</c:v>
                </c:pt>
                <c:pt idx="456">
                  <c:v>0.0011892432</c:v>
                </c:pt>
                <c:pt idx="457">
                  <c:v>0.0011899373</c:v>
                </c:pt>
                <c:pt idx="458">
                  <c:v>0.0011906496</c:v>
                </c:pt>
                <c:pt idx="459">
                  <c:v>0.001191266</c:v>
                </c:pt>
                <c:pt idx="460">
                  <c:v>0.0011918658</c:v>
                </c:pt>
                <c:pt idx="461">
                  <c:v>0.0011924409</c:v>
                </c:pt>
                <c:pt idx="462">
                  <c:v>0.0011930368</c:v>
                </c:pt>
                <c:pt idx="463">
                  <c:v>0.0011935943</c:v>
                </c:pt>
                <c:pt idx="464">
                  <c:v>0.0011941937</c:v>
                </c:pt>
                <c:pt idx="465">
                  <c:v>0.0011947126</c:v>
                </c:pt>
                <c:pt idx="466">
                  <c:v>0.0011953846</c:v>
                </c:pt>
                <c:pt idx="467">
                  <c:v>0.0011959</c:v>
                </c:pt>
                <c:pt idx="468">
                  <c:v>0.0011965108</c:v>
                </c:pt>
                <c:pt idx="469">
                  <c:v>0.0011971623</c:v>
                </c:pt>
                <c:pt idx="470">
                  <c:v>0.0011979675</c:v>
                </c:pt>
                <c:pt idx="471">
                  <c:v>0.0011986072</c:v>
                </c:pt>
                <c:pt idx="472">
                  <c:v>0.0011992786</c:v>
                </c:pt>
                <c:pt idx="473">
                  <c:v>0.0012000443</c:v>
                </c:pt>
                <c:pt idx="474">
                  <c:v>0.0012007276</c:v>
                </c:pt>
                <c:pt idx="475">
                  <c:v>0.0012016639</c:v>
                </c:pt>
                <c:pt idx="476">
                  <c:v>0.0012025011</c:v>
                </c:pt>
                <c:pt idx="477">
                  <c:v>0.0012035329</c:v>
                </c:pt>
                <c:pt idx="478">
                  <c:v>0.0012046052</c:v>
                </c:pt>
                <c:pt idx="479">
                  <c:v>0.0012057524</c:v>
                </c:pt>
                <c:pt idx="480">
                  <c:v>0.0012070636</c:v>
                </c:pt>
                <c:pt idx="481">
                  <c:v>0.0012084656</c:v>
                </c:pt>
                <c:pt idx="482">
                  <c:v>0.0012098055</c:v>
                </c:pt>
                <c:pt idx="483">
                  <c:v>0.0012113816</c:v>
                </c:pt>
                <c:pt idx="484">
                  <c:v>0.0012130405</c:v>
                </c:pt>
                <c:pt idx="485">
                  <c:v>0.0012147198</c:v>
                </c:pt>
                <c:pt idx="486">
                  <c:v>0.0012166083</c:v>
                </c:pt>
                <c:pt idx="487">
                  <c:v>0.0012186879</c:v>
                </c:pt>
                <c:pt idx="488">
                  <c:v>0.0012206486</c:v>
                </c:pt>
                <c:pt idx="489">
                  <c:v>0.0012227853</c:v>
                </c:pt>
                <c:pt idx="490">
                  <c:v>0.0012252147</c:v>
                </c:pt>
                <c:pt idx="491">
                  <c:v>0.0012275431</c:v>
                </c:pt>
                <c:pt idx="492">
                  <c:v>0.0012301153</c:v>
                </c:pt>
                <c:pt idx="493">
                  <c:v>0.0012328289</c:v>
                </c:pt>
                <c:pt idx="494">
                  <c:v>0.0012354311</c:v>
                </c:pt>
                <c:pt idx="495">
                  <c:v>0.0012382627</c:v>
                </c:pt>
                <c:pt idx="496">
                  <c:v>0.0012413233</c:v>
                </c:pt>
                <c:pt idx="497">
                  <c:v>0.0012442701</c:v>
                </c:pt>
                <c:pt idx="498">
                  <c:v>0.0012474846</c:v>
                </c:pt>
                <c:pt idx="499">
                  <c:v>0.0012509585</c:v>
                </c:pt>
                <c:pt idx="500">
                  <c:v>0.0012526659</c:v>
                </c:pt>
                <c:pt idx="501">
                  <c:v>0.0012545043</c:v>
                </c:pt>
                <c:pt idx="502">
                  <c:v>0.0012561947</c:v>
                </c:pt>
                <c:pt idx="503">
                  <c:v>0.0012579052</c:v>
                </c:pt>
                <c:pt idx="504">
                  <c:v>0.0012595606</c:v>
                </c:pt>
                <c:pt idx="505">
                  <c:v>0.0012613192</c:v>
                </c:pt>
                <c:pt idx="506">
                  <c:v>0.0012631286</c:v>
                </c:pt>
                <c:pt idx="507">
                  <c:v>0.0012649744</c:v>
                </c:pt>
                <c:pt idx="508">
                  <c:v>0.0012669446</c:v>
                </c:pt>
                <c:pt idx="509">
                  <c:v>0.0012687497</c:v>
                </c:pt>
                <c:pt idx="510">
                  <c:v>0.0012706945</c:v>
                </c:pt>
                <c:pt idx="511">
                  <c:v>0.0012726603</c:v>
                </c:pt>
                <c:pt idx="512">
                  <c:v>0.0012746489</c:v>
                </c:pt>
                <c:pt idx="513">
                  <c:v>0.0012767185</c:v>
                </c:pt>
                <c:pt idx="514">
                  <c:v>0.0012788855</c:v>
                </c:pt>
                <c:pt idx="515">
                  <c:v>0.0012808684</c:v>
                </c:pt>
                <c:pt idx="516">
                  <c:v>0.0012829426</c:v>
                </c:pt>
                <c:pt idx="517">
                  <c:v>0.0012849949</c:v>
                </c:pt>
                <c:pt idx="518">
                  <c:v>0.0012869481</c:v>
                </c:pt>
                <c:pt idx="519">
                  <c:v>0.0012889892</c:v>
                </c:pt>
                <c:pt idx="520">
                  <c:v>0.0012910477</c:v>
                </c:pt>
                <c:pt idx="521">
                  <c:v>0.0012931234</c:v>
                </c:pt>
                <c:pt idx="522">
                  <c:v>0.0012952246</c:v>
                </c:pt>
                <c:pt idx="523">
                  <c:v>0.0012971863</c:v>
                </c:pt>
                <c:pt idx="524">
                  <c:v>0.0012991501</c:v>
                </c:pt>
                <c:pt idx="525">
                  <c:v>0.0013012184</c:v>
                </c:pt>
                <c:pt idx="526">
                  <c:v>0.0013031701</c:v>
                </c:pt>
                <c:pt idx="527">
                  <c:v>0.0013051947</c:v>
                </c:pt>
                <c:pt idx="528">
                  <c:v>0.0013073009</c:v>
                </c:pt>
                <c:pt idx="529">
                  <c:v>0.0013093054</c:v>
                </c:pt>
                <c:pt idx="530">
                  <c:v>0.0013113597</c:v>
                </c:pt>
                <c:pt idx="531">
                  <c:v>0.0013134225</c:v>
                </c:pt>
                <c:pt idx="532">
                  <c:v>0.0013153926</c:v>
                </c:pt>
                <c:pt idx="533">
                  <c:v>0.001317429</c:v>
                </c:pt>
                <c:pt idx="534">
                  <c:v>0.0013195303</c:v>
                </c:pt>
                <c:pt idx="535">
                  <c:v>0.0013214222</c:v>
                </c:pt>
                <c:pt idx="536">
                  <c:v>0.0013233478</c:v>
                </c:pt>
                <c:pt idx="537">
                  <c:v>0.0013252122</c:v>
                </c:pt>
                <c:pt idx="538">
                  <c:v>0.001326944</c:v>
                </c:pt>
                <c:pt idx="539">
                  <c:v>0.0013287083</c:v>
                </c:pt>
                <c:pt idx="540">
                  <c:v>0.0013304113</c:v>
                </c:pt>
                <c:pt idx="541">
                  <c:v>0.0013321778</c:v>
                </c:pt>
                <c:pt idx="542">
                  <c:v>0.0013340249</c:v>
                </c:pt>
                <c:pt idx="543">
                  <c:v>0.0013357098</c:v>
                </c:pt>
                <c:pt idx="544">
                  <c:v>0.0013374564</c:v>
                </c:pt>
                <c:pt idx="545">
                  <c:v>0.0013393014</c:v>
                </c:pt>
                <c:pt idx="546">
                  <c:v>0.0013410136</c:v>
                </c:pt>
                <c:pt idx="547">
                  <c:v>0.0013427897</c:v>
                </c:pt>
                <c:pt idx="548">
                  <c:v>0.0013443723</c:v>
                </c:pt>
                <c:pt idx="549">
                  <c:v>0.0013459963</c:v>
                </c:pt>
                <c:pt idx="550">
                  <c:v>0.0013476184</c:v>
                </c:pt>
                <c:pt idx="551">
                  <c:v>0.0013491166</c:v>
                </c:pt>
                <c:pt idx="552">
                  <c:v>0.0013507092</c:v>
                </c:pt>
                <c:pt idx="553">
                  <c:v>0.0013523879</c:v>
                </c:pt>
                <c:pt idx="554">
                  <c:v>0.0013539273</c:v>
                </c:pt>
                <c:pt idx="555">
                  <c:v>0.0013555629</c:v>
                </c:pt>
                <c:pt idx="556">
                  <c:v>0.0013570663</c:v>
                </c:pt>
                <c:pt idx="557">
                  <c:v>0.0013585996</c:v>
                </c:pt>
                <c:pt idx="558">
                  <c:v>0.0013600338</c:v>
                </c:pt>
                <c:pt idx="559">
                  <c:v>0.0013614513</c:v>
                </c:pt>
                <c:pt idx="560">
                  <c:v>0.0013627006</c:v>
                </c:pt>
                <c:pt idx="561">
                  <c:v>0.0013640454</c:v>
                </c:pt>
                <c:pt idx="562">
                  <c:v>0.001365416</c:v>
                </c:pt>
                <c:pt idx="563">
                  <c:v>0.0013666273</c:v>
                </c:pt>
                <c:pt idx="564">
                  <c:v>0.0013678063</c:v>
                </c:pt>
                <c:pt idx="565">
                  <c:v>0.0013689991</c:v>
                </c:pt>
                <c:pt idx="566">
                  <c:v>0.0013701041</c:v>
                </c:pt>
                <c:pt idx="567">
                  <c:v>0.001371225</c:v>
                </c:pt>
                <c:pt idx="568">
                  <c:v>0.0013724333</c:v>
                </c:pt>
                <c:pt idx="569">
                  <c:v>0.0013734937</c:v>
                </c:pt>
                <c:pt idx="570">
                  <c:v>0.0013746332</c:v>
                </c:pt>
                <c:pt idx="571">
                  <c:v>0.0013756297</c:v>
                </c:pt>
                <c:pt idx="572">
                  <c:v>0.0013763362</c:v>
                </c:pt>
                <c:pt idx="573">
                  <c:v>0.0013770573</c:v>
                </c:pt>
                <c:pt idx="574">
                  <c:v>0.0013777948</c:v>
                </c:pt>
                <c:pt idx="575">
                  <c:v>0.0013783906</c:v>
                </c:pt>
                <c:pt idx="576">
                  <c:v>0.0013790509</c:v>
                </c:pt>
                <c:pt idx="577">
                  <c:v>0.0013795928</c:v>
                </c:pt>
                <c:pt idx="578">
                  <c:v>0.0013800524</c:v>
                </c:pt>
                <c:pt idx="579">
                  <c:v>0.0013805468</c:v>
                </c:pt>
                <c:pt idx="580">
                  <c:v>0.0013808861</c:v>
                </c:pt>
                <c:pt idx="581">
                  <c:v>0.0013812284</c:v>
                </c:pt>
                <c:pt idx="582">
                  <c:v>0.0013814798</c:v>
                </c:pt>
                <c:pt idx="583">
                  <c:v>0.0013816325</c:v>
                </c:pt>
                <c:pt idx="584">
                  <c:v>0.0013818704</c:v>
                </c:pt>
                <c:pt idx="585">
                  <c:v>0.0013819579</c:v>
                </c:pt>
                <c:pt idx="586">
                  <c:v>0.0013820573</c:v>
                </c:pt>
                <c:pt idx="587">
                  <c:v>0.0013821443</c:v>
                </c:pt>
                <c:pt idx="588">
                  <c:v>0.0013820446</c:v>
                </c:pt>
                <c:pt idx="589">
                  <c:v>0.0013819382</c:v>
                </c:pt>
                <c:pt idx="590">
                  <c:v>0.0013817071</c:v>
                </c:pt>
                <c:pt idx="591">
                  <c:v>0.0013814752</c:v>
                </c:pt>
                <c:pt idx="592">
                  <c:v>0.0013810665</c:v>
                </c:pt>
                <c:pt idx="593">
                  <c:v>0.0013806243</c:v>
                </c:pt>
                <c:pt idx="594">
                  <c:v>0.0013801657</c:v>
                </c:pt>
                <c:pt idx="595">
                  <c:v>0.0013796718</c:v>
                </c:pt>
                <c:pt idx="596">
                  <c:v>0.0013791367</c:v>
                </c:pt>
                <c:pt idx="597">
                  <c:v>0.0013785486</c:v>
                </c:pt>
                <c:pt idx="598">
                  <c:v>0.0013778478</c:v>
                </c:pt>
                <c:pt idx="599">
                  <c:v>0.0013770939</c:v>
                </c:pt>
                <c:pt idx="600">
                  <c:v>0.0013763541</c:v>
                </c:pt>
                <c:pt idx="601">
                  <c:v>0.0013755374</c:v>
                </c:pt>
                <c:pt idx="602">
                  <c:v>0.0013746599</c:v>
                </c:pt>
                <c:pt idx="603">
                  <c:v>0.0013736313</c:v>
                </c:pt>
                <c:pt idx="604">
                  <c:v>0.0013726372</c:v>
                </c:pt>
                <c:pt idx="605">
                  <c:v>0.0013716185</c:v>
                </c:pt>
                <c:pt idx="606">
                  <c:v>0.0013703753</c:v>
                </c:pt>
                <c:pt idx="607">
                  <c:v>0.0013691645</c:v>
                </c:pt>
                <c:pt idx="608">
                  <c:v>0.0013679286</c:v>
                </c:pt>
                <c:pt idx="609">
                  <c:v>0.0013666491</c:v>
                </c:pt>
                <c:pt idx="610">
                  <c:v>0.0013653386</c:v>
                </c:pt>
                <c:pt idx="611">
                  <c:v>0.0013638862</c:v>
                </c:pt>
                <c:pt idx="612">
                  <c:v>0.0013624166</c:v>
                </c:pt>
                <c:pt idx="613">
                  <c:v>0.0013609194</c:v>
                </c:pt>
                <c:pt idx="614">
                  <c:v>0.0013593836</c:v>
                </c:pt>
                <c:pt idx="615">
                  <c:v>0.001357735</c:v>
                </c:pt>
                <c:pt idx="616">
                  <c:v>0.0013561218</c:v>
                </c:pt>
                <c:pt idx="617">
                  <c:v>0.0013544995</c:v>
                </c:pt>
                <c:pt idx="618">
                  <c:v>0.0013528951</c:v>
                </c:pt>
                <c:pt idx="619">
                  <c:v>0.001351311</c:v>
                </c:pt>
                <c:pt idx="620">
                  <c:v>0.0013496282</c:v>
                </c:pt>
                <c:pt idx="621">
                  <c:v>0.0013479246</c:v>
                </c:pt>
                <c:pt idx="622">
                  <c:v>0.0013461357</c:v>
                </c:pt>
                <c:pt idx="623">
                  <c:v>0.001344255</c:v>
                </c:pt>
                <c:pt idx="624">
                  <c:v>0.0013423</c:v>
                </c:pt>
                <c:pt idx="625">
                  <c:v>0.0013403258</c:v>
                </c:pt>
                <c:pt idx="626">
                  <c:v>0.0013382643</c:v>
                </c:pt>
                <c:pt idx="627">
                  <c:v>0.0013362772</c:v>
                </c:pt>
                <c:pt idx="628">
                  <c:v>0.0013343292</c:v>
                </c:pt>
                <c:pt idx="629">
                  <c:v>0.0013323689</c:v>
                </c:pt>
                <c:pt idx="630">
                  <c:v>0.001330264</c:v>
                </c:pt>
                <c:pt idx="631">
                  <c:v>0.0013281254</c:v>
                </c:pt>
                <c:pt idx="632">
                  <c:v>0.0013259511</c:v>
                </c:pt>
                <c:pt idx="633">
                  <c:v>0.0013237377</c:v>
                </c:pt>
                <c:pt idx="634">
                  <c:v>0.0013215582</c:v>
                </c:pt>
                <c:pt idx="635">
                  <c:v>0.0013193987</c:v>
                </c:pt>
                <c:pt idx="636">
                  <c:v>0.0013172524</c:v>
                </c:pt>
                <c:pt idx="637">
                  <c:v>0.0013151351</c:v>
                </c:pt>
                <c:pt idx="638">
                  <c:v>0.001313101</c:v>
                </c:pt>
                <c:pt idx="639">
                  <c:v>0.0013109695</c:v>
                </c:pt>
                <c:pt idx="640">
                  <c:v>0.0013089478</c:v>
                </c:pt>
                <c:pt idx="641">
                  <c:v>0.0013068564</c:v>
                </c:pt>
                <c:pt idx="642">
                  <c:v>0.0013048155</c:v>
                </c:pt>
                <c:pt idx="643">
                  <c:v>0.0013026612</c:v>
                </c:pt>
                <c:pt idx="644">
                  <c:v>0.0013005898</c:v>
                </c:pt>
                <c:pt idx="645">
                  <c:v>0.00129854</c:v>
                </c:pt>
                <c:pt idx="646">
                  <c:v>0.0012965318</c:v>
                </c:pt>
                <c:pt idx="647">
                  <c:v>0.0012944648</c:v>
                </c:pt>
                <c:pt idx="648">
                  <c:v>0.0012924083</c:v>
                </c:pt>
                <c:pt idx="649">
                  <c:v>0.0012903467</c:v>
                </c:pt>
                <c:pt idx="650">
                  <c:v>0.0012882895</c:v>
                </c:pt>
                <c:pt idx="651">
                  <c:v>0.0012861254</c:v>
                </c:pt>
                <c:pt idx="652">
                  <c:v>0.0012840673</c:v>
                </c:pt>
                <c:pt idx="653">
                  <c:v>0.0012820182</c:v>
                </c:pt>
                <c:pt idx="654">
                  <c:v>0.0012800366</c:v>
                </c:pt>
                <c:pt idx="655">
                  <c:v>0.0012780417</c:v>
                </c:pt>
                <c:pt idx="656">
                  <c:v>0.001276021</c:v>
                </c:pt>
                <c:pt idx="657">
                  <c:v>0.0012739752</c:v>
                </c:pt>
                <c:pt idx="658">
                  <c:v>0.0012719608</c:v>
                </c:pt>
                <c:pt idx="659">
                  <c:v>0.0012700101</c:v>
                </c:pt>
                <c:pt idx="660">
                  <c:v>0.0012680848</c:v>
                </c:pt>
                <c:pt idx="661">
                  <c:v>0.0012659755</c:v>
                </c:pt>
                <c:pt idx="662">
                  <c:v>0.0012637442</c:v>
                </c:pt>
                <c:pt idx="663">
                  <c:v>0.0012613406</c:v>
                </c:pt>
                <c:pt idx="664">
                  <c:v>0.0012589784</c:v>
                </c:pt>
                <c:pt idx="665">
                  <c:v>0.0012566166</c:v>
                </c:pt>
                <c:pt idx="666">
                  <c:v>0.0012543497</c:v>
                </c:pt>
                <c:pt idx="667">
                  <c:v>0.0012520585</c:v>
                </c:pt>
                <c:pt idx="668">
                  <c:v>0.0012498755</c:v>
                </c:pt>
                <c:pt idx="669">
                  <c:v>0.0012477393</c:v>
                </c:pt>
                <c:pt idx="670">
                  <c:v>0.0012456826</c:v>
                </c:pt>
                <c:pt idx="671">
                  <c:v>0.0012436614</c:v>
                </c:pt>
                <c:pt idx="672">
                  <c:v>0.0012416321</c:v>
                </c:pt>
                <c:pt idx="673">
                  <c:v>0.0012395119</c:v>
                </c:pt>
                <c:pt idx="674">
                  <c:v>0.0012374758</c:v>
                </c:pt>
                <c:pt idx="675">
                  <c:v>0.0012354743</c:v>
                </c:pt>
                <c:pt idx="676">
                  <c:v>0.0012335184</c:v>
                </c:pt>
                <c:pt idx="677">
                  <c:v>0.0012316546</c:v>
                </c:pt>
                <c:pt idx="678">
                  <c:v>0.001229725</c:v>
                </c:pt>
                <c:pt idx="679">
                  <c:v>0.0012278948</c:v>
                </c:pt>
                <c:pt idx="680">
                  <c:v>0.0012260883</c:v>
                </c:pt>
                <c:pt idx="681">
                  <c:v>0.0012244086</c:v>
                </c:pt>
                <c:pt idx="682">
                  <c:v>0.0012226638</c:v>
                </c:pt>
                <c:pt idx="683">
                  <c:v>0.001221043</c:v>
                </c:pt>
                <c:pt idx="684">
                  <c:v>0.0012194688</c:v>
                </c:pt>
                <c:pt idx="685">
                  <c:v>0.0012179481</c:v>
                </c:pt>
                <c:pt idx="686">
                  <c:v>0.001216482</c:v>
                </c:pt>
                <c:pt idx="687">
                  <c:v>0.0012150832</c:v>
                </c:pt>
                <c:pt idx="688">
                  <c:v>0.0012137573</c:v>
                </c:pt>
                <c:pt idx="689">
                  <c:v>0.0012125387</c:v>
                </c:pt>
                <c:pt idx="690">
                  <c:v>0.0012112868</c:v>
                </c:pt>
                <c:pt idx="691">
                  <c:v>0.0012101363</c:v>
                </c:pt>
                <c:pt idx="692">
                  <c:v>0.0012090523</c:v>
                </c:pt>
                <c:pt idx="693">
                  <c:v>0.0012080213</c:v>
                </c:pt>
                <c:pt idx="694">
                  <c:v>0.001207089</c:v>
                </c:pt>
                <c:pt idx="695">
                  <c:v>0.0012061035</c:v>
                </c:pt>
                <c:pt idx="696">
                  <c:v>0.0012052124</c:v>
                </c:pt>
                <c:pt idx="697">
                  <c:v>0.0012043837</c:v>
                </c:pt>
                <c:pt idx="698">
                  <c:v>0.0012036029</c:v>
                </c:pt>
                <c:pt idx="699">
                  <c:v>0.0012029323</c:v>
                </c:pt>
                <c:pt idx="700">
                  <c:v>0.0012022028</c:v>
                </c:pt>
                <c:pt idx="701">
                  <c:v>0.0012015733</c:v>
                </c:pt>
                <c:pt idx="702">
                  <c:v>0.0012009895</c:v>
                </c:pt>
                <c:pt idx="703">
                  <c:v>0.0012004316</c:v>
                </c:pt>
                <c:pt idx="704">
                  <c:v>0.001199964</c:v>
                </c:pt>
                <c:pt idx="705">
                  <c:v>0.0011994206</c:v>
                </c:pt>
                <c:pt idx="706">
                  <c:v>0.0011989632</c:v>
                </c:pt>
                <c:pt idx="707">
                  <c:v>0.0011985357</c:v>
                </c:pt>
                <c:pt idx="708">
                  <c:v>0.00119815</c:v>
                </c:pt>
                <c:pt idx="709">
                  <c:v>0.0011978464</c:v>
                </c:pt>
                <c:pt idx="710">
                  <c:v>0.0011974619</c:v>
                </c:pt>
                <c:pt idx="711">
                  <c:v>0.0011971774</c:v>
                </c:pt>
                <c:pt idx="712">
                  <c:v>0.0011969359</c:v>
                </c:pt>
                <c:pt idx="713">
                  <c:v>0.0011967414</c:v>
                </c:pt>
                <c:pt idx="714">
                  <c:v>0.0011966029</c:v>
                </c:pt>
                <c:pt idx="715">
                  <c:v>0.0011963566</c:v>
                </c:pt>
                <c:pt idx="716">
                  <c:v>0.001196151</c:v>
                </c:pt>
                <c:pt idx="717">
                  <c:v>0.0011959846</c:v>
                </c:pt>
                <c:pt idx="718">
                  <c:v>0.0011958462</c:v>
                </c:pt>
                <c:pt idx="719">
                  <c:v>0.0011957106</c:v>
                </c:pt>
                <c:pt idx="720">
                  <c:v>0.0011956059</c:v>
                </c:pt>
                <c:pt idx="721">
                  <c:v>0.0011955557</c:v>
                </c:pt>
                <c:pt idx="722">
                  <c:v>0.0011954951</c:v>
                </c:pt>
                <c:pt idx="723">
                  <c:v>0.001195534</c:v>
                </c:pt>
                <c:pt idx="724">
                  <c:v>0.0011953743</c:v>
                </c:pt>
                <c:pt idx="725">
                  <c:v>0.0011951757</c:v>
                </c:pt>
                <c:pt idx="726">
                  <c:v>0.0011949502</c:v>
                </c:pt>
                <c:pt idx="727">
                  <c:v>0.0011947168</c:v>
                </c:pt>
                <c:pt idx="728">
                  <c:v>0.0011944901</c:v>
                </c:pt>
                <c:pt idx="729">
                  <c:v>0.0011942095</c:v>
                </c:pt>
                <c:pt idx="730">
                  <c:v>0.0011939299</c:v>
                </c:pt>
                <c:pt idx="731">
                  <c:v>0.0011936657</c:v>
                </c:pt>
                <c:pt idx="732">
                  <c:v>0.001193346</c:v>
                </c:pt>
                <c:pt idx="733">
                  <c:v>0.0011930113</c:v>
                </c:pt>
                <c:pt idx="734">
                  <c:v>0.0011926407</c:v>
                </c:pt>
                <c:pt idx="735">
                  <c:v>0.0011922212</c:v>
                </c:pt>
                <c:pt idx="736">
                  <c:v>0.0011918826</c:v>
                </c:pt>
                <c:pt idx="737">
                  <c:v>0.0011914481</c:v>
                </c:pt>
                <c:pt idx="738">
                  <c:v>0.0011910357</c:v>
                </c:pt>
                <c:pt idx="739">
                  <c:v>0.0011905957</c:v>
                </c:pt>
                <c:pt idx="740">
                  <c:v>0.0011901674</c:v>
                </c:pt>
                <c:pt idx="741">
                  <c:v>0.0011897469</c:v>
                </c:pt>
                <c:pt idx="742">
                  <c:v>0.0011893434</c:v>
                </c:pt>
                <c:pt idx="743">
                  <c:v>0.0011888209</c:v>
                </c:pt>
                <c:pt idx="744">
                  <c:v>0.0011883897</c:v>
                </c:pt>
                <c:pt idx="745">
                  <c:v>0.0011879363</c:v>
                </c:pt>
                <c:pt idx="746">
                  <c:v>0.001187462</c:v>
                </c:pt>
                <c:pt idx="747">
                  <c:v>0.0011870471</c:v>
                </c:pt>
                <c:pt idx="748">
                  <c:v>0.0011865865</c:v>
                </c:pt>
                <c:pt idx="749">
                  <c:v>0.0011862208</c:v>
                </c:pt>
                <c:pt idx="750">
                  <c:v>0.001185729</c:v>
                </c:pt>
                <c:pt idx="751">
                  <c:v>0.0011853303</c:v>
                </c:pt>
                <c:pt idx="752">
                  <c:v>0.0011849152</c:v>
                </c:pt>
                <c:pt idx="753">
                  <c:v>0.0011844835</c:v>
                </c:pt>
                <c:pt idx="754">
                  <c:v>0.0011841128</c:v>
                </c:pt>
                <c:pt idx="755">
                  <c:v>0.0011837602</c:v>
                </c:pt>
                <c:pt idx="756">
                  <c:v>0.0011833381</c:v>
                </c:pt>
                <c:pt idx="757">
                  <c:v>0.0011829348</c:v>
                </c:pt>
                <c:pt idx="758">
                  <c:v>0.0011825909</c:v>
                </c:pt>
                <c:pt idx="759">
                  <c:v>0.0011821978</c:v>
                </c:pt>
                <c:pt idx="760">
                  <c:v>0.0011818556</c:v>
                </c:pt>
                <c:pt idx="761">
                  <c:v>0.0011815216</c:v>
                </c:pt>
                <c:pt idx="762">
                  <c:v>0.001181111</c:v>
                </c:pt>
                <c:pt idx="763">
                  <c:v>0.0011806757</c:v>
                </c:pt>
                <c:pt idx="764">
                  <c:v>0.0011802773</c:v>
                </c:pt>
                <c:pt idx="765">
                  <c:v>0.0011798204</c:v>
                </c:pt>
                <c:pt idx="766">
                  <c:v>0.0011794061</c:v>
                </c:pt>
                <c:pt idx="767">
                  <c:v>0.0011789387</c:v>
                </c:pt>
                <c:pt idx="768">
                  <c:v>0.00117851</c:v>
                </c:pt>
                <c:pt idx="769">
                  <c:v>0.0011780141</c:v>
                </c:pt>
                <c:pt idx="770">
                  <c:v>0.0011775354</c:v>
                </c:pt>
                <c:pt idx="771">
                  <c:v>0.0011770706</c:v>
                </c:pt>
                <c:pt idx="772">
                  <c:v>0.0011765571</c:v>
                </c:pt>
                <c:pt idx="773">
                  <c:v>0.0011761259</c:v>
                </c:pt>
                <c:pt idx="774">
                  <c:v>0.0011755699</c:v>
                </c:pt>
                <c:pt idx="775">
                  <c:v>0.0011750555</c:v>
                </c:pt>
                <c:pt idx="776">
                  <c:v>0.0011745177</c:v>
                </c:pt>
                <c:pt idx="777">
                  <c:v>0.001174012</c:v>
                </c:pt>
                <c:pt idx="778">
                  <c:v>0.0011734585</c:v>
                </c:pt>
                <c:pt idx="779">
                  <c:v>0.0011729304</c:v>
                </c:pt>
                <c:pt idx="780">
                  <c:v>0.0011723524</c:v>
                </c:pt>
                <c:pt idx="781">
                  <c:v>0.0011717855</c:v>
                </c:pt>
                <c:pt idx="782">
                  <c:v>0.0011712086</c:v>
                </c:pt>
                <c:pt idx="783">
                  <c:v>0.001170639</c:v>
                </c:pt>
                <c:pt idx="784">
                  <c:v>0.0011700306</c:v>
                </c:pt>
                <c:pt idx="785">
                  <c:v>0.001169469</c:v>
                </c:pt>
                <c:pt idx="786">
                  <c:v>0.0011687849</c:v>
                </c:pt>
                <c:pt idx="787">
                  <c:v>0.0011681354</c:v>
                </c:pt>
                <c:pt idx="788">
                  <c:v>0.0011675093</c:v>
                </c:pt>
                <c:pt idx="789">
                  <c:v>0.0011668521</c:v>
                </c:pt>
                <c:pt idx="790">
                  <c:v>0.001166199</c:v>
                </c:pt>
                <c:pt idx="791">
                  <c:v>0.0011655371</c:v>
                </c:pt>
                <c:pt idx="792">
                  <c:v>0.0011648628</c:v>
                </c:pt>
                <c:pt idx="793">
                  <c:v>0.0011642497</c:v>
                </c:pt>
                <c:pt idx="794">
                  <c:v>0.0011634705</c:v>
                </c:pt>
                <c:pt idx="795">
                  <c:v>0.0011627831</c:v>
                </c:pt>
                <c:pt idx="796">
                  <c:v>0.0011620681</c:v>
                </c:pt>
                <c:pt idx="797">
                  <c:v>0.0011613632</c:v>
                </c:pt>
                <c:pt idx="798">
                  <c:v>0.0011606225</c:v>
                </c:pt>
                <c:pt idx="799">
                  <c:v>0.0011598877</c:v>
                </c:pt>
                <c:pt idx="800">
                  <c:v>0.001159146</c:v>
                </c:pt>
                <c:pt idx="801">
                  <c:v>0.0011584858</c:v>
                </c:pt>
                <c:pt idx="802">
                  <c:v>0.0011576579</c:v>
                </c:pt>
                <c:pt idx="803">
                  <c:v>0.0011568924</c:v>
                </c:pt>
                <c:pt idx="804">
                  <c:v>0.0011561335</c:v>
                </c:pt>
                <c:pt idx="805">
                  <c:v>0.0011553704</c:v>
                </c:pt>
                <c:pt idx="806">
                  <c:v>0.0011546113</c:v>
                </c:pt>
                <c:pt idx="807">
                  <c:v>0.0011539179</c:v>
                </c:pt>
                <c:pt idx="808">
                  <c:v>0.0011530593</c:v>
                </c:pt>
                <c:pt idx="809">
                  <c:v>0.0011522765</c:v>
                </c:pt>
                <c:pt idx="810">
                  <c:v>0.0011514887</c:v>
                </c:pt>
                <c:pt idx="811">
                  <c:v>0.0011507069</c:v>
                </c:pt>
                <c:pt idx="812">
                  <c:v>0.0011499181</c:v>
                </c:pt>
                <c:pt idx="813">
                  <c:v>0.0011491221</c:v>
                </c:pt>
                <c:pt idx="814">
                  <c:v>0.0011483247</c:v>
                </c:pt>
                <c:pt idx="815">
                  <c:v>0.0011475913</c:v>
                </c:pt>
                <c:pt idx="816">
                  <c:v>0.0011467145</c:v>
                </c:pt>
                <c:pt idx="817">
                  <c:v>0.001145907</c:v>
                </c:pt>
                <c:pt idx="818">
                  <c:v>0.0011451061</c:v>
                </c:pt>
                <c:pt idx="819">
                  <c:v>0.0011443037</c:v>
                </c:pt>
                <c:pt idx="820">
                  <c:v>0.0011435076</c:v>
                </c:pt>
                <c:pt idx="821">
                  <c:v>0.0011427074</c:v>
                </c:pt>
                <c:pt idx="822">
                  <c:v>0.0011419025</c:v>
                </c:pt>
                <c:pt idx="823">
                  <c:v>0.0011411044</c:v>
                </c:pt>
                <c:pt idx="824">
                  <c:v>0.0011403068</c:v>
                </c:pt>
                <c:pt idx="825">
                  <c:v>0.0011395216</c:v>
                </c:pt>
                <c:pt idx="826">
                  <c:v>0.0011387354</c:v>
                </c:pt>
                <c:pt idx="827">
                  <c:v>0.0011379453</c:v>
                </c:pt>
                <c:pt idx="828">
                  <c:v>0.0011371621</c:v>
                </c:pt>
                <c:pt idx="829">
                  <c:v>0.0011363709</c:v>
                </c:pt>
                <c:pt idx="830">
                  <c:v>0.0011355915</c:v>
                </c:pt>
                <c:pt idx="831">
                  <c:v>0.0011348043</c:v>
                </c:pt>
                <c:pt idx="832">
                  <c:v>0.0011340187</c:v>
                </c:pt>
                <c:pt idx="833">
                  <c:v>0.0011332326</c:v>
                </c:pt>
                <c:pt idx="834">
                  <c:v>0.0011324549</c:v>
                </c:pt>
                <c:pt idx="835">
                  <c:v>0.0011316758</c:v>
                </c:pt>
                <c:pt idx="836">
                  <c:v>0.0011308964</c:v>
                </c:pt>
                <c:pt idx="837">
                  <c:v>0.0011301324</c:v>
                </c:pt>
                <c:pt idx="838">
                  <c:v>0.0011294435</c:v>
                </c:pt>
                <c:pt idx="839">
                  <c:v>0.0011285997</c:v>
                </c:pt>
                <c:pt idx="840">
                  <c:v>0.001127837</c:v>
                </c:pt>
                <c:pt idx="841">
                  <c:v>0.0011270899</c:v>
                </c:pt>
                <c:pt idx="842">
                  <c:v>0.0011263394</c:v>
                </c:pt>
                <c:pt idx="843">
                  <c:v>0.0011256022</c:v>
                </c:pt>
                <c:pt idx="844">
                  <c:v>0.0011249463</c:v>
                </c:pt>
                <c:pt idx="845">
                  <c:v>0.001124136</c:v>
                </c:pt>
                <c:pt idx="846">
                  <c:v>0.0011234163</c:v>
                </c:pt>
                <c:pt idx="847">
                  <c:v>0.0011227111</c:v>
                </c:pt>
                <c:pt idx="848">
                  <c:v>0.0011220114</c:v>
                </c:pt>
                <c:pt idx="849">
                  <c:v>0.0011214012</c:v>
                </c:pt>
                <c:pt idx="850">
                  <c:v>0.0011206427</c:v>
                </c:pt>
                <c:pt idx="851">
                  <c:v>0.0011199706</c:v>
                </c:pt>
                <c:pt idx="852">
                  <c:v>0.0011192758</c:v>
                </c:pt>
                <c:pt idx="853">
                  <c:v>0.0011185649</c:v>
                </c:pt>
                <c:pt idx="854">
                  <c:v>0.0011178562</c:v>
                </c:pt>
                <c:pt idx="855">
                  <c:v>0.0011172181</c:v>
                </c:pt>
                <c:pt idx="856">
                  <c:v>0.0011164205</c:v>
                </c:pt>
                <c:pt idx="857">
                  <c:v>0.0011157022</c:v>
                </c:pt>
                <c:pt idx="858">
                  <c:v>0.0011149921</c:v>
                </c:pt>
                <c:pt idx="859">
                  <c:v>0.0011142784</c:v>
                </c:pt>
                <c:pt idx="860">
                  <c:v>0.0011135786</c:v>
                </c:pt>
                <c:pt idx="861">
                  <c:v>0.0011128814</c:v>
                </c:pt>
                <c:pt idx="862">
                  <c:v>0.0011121999</c:v>
                </c:pt>
                <c:pt idx="863">
                  <c:v>0.0011114966</c:v>
                </c:pt>
                <c:pt idx="864">
                  <c:v>0.0011108835</c:v>
                </c:pt>
                <c:pt idx="865">
                  <c:v>0.0011101009</c:v>
                </c:pt>
                <c:pt idx="866">
                  <c:v>0.0011093858</c:v>
                </c:pt>
                <c:pt idx="867">
                  <c:v>0.0011086617</c:v>
                </c:pt>
                <c:pt idx="868">
                  <c:v>0.0011079347</c:v>
                </c:pt>
                <c:pt idx="869">
                  <c:v>0.0011072788</c:v>
                </c:pt>
                <c:pt idx="870">
                  <c:v>0.0011064517</c:v>
                </c:pt>
                <c:pt idx="871">
                  <c:v>0.0011056925</c:v>
                </c:pt>
                <c:pt idx="872">
                  <c:v>0.0011049277</c:v>
                </c:pt>
                <c:pt idx="873">
                  <c:v>0.0011041596</c:v>
                </c:pt>
                <c:pt idx="874">
                  <c:v>0.0011033785</c:v>
                </c:pt>
                <c:pt idx="875">
                  <c:v>0.0011025971</c:v>
                </c:pt>
                <c:pt idx="876">
                  <c:v>0.0011018948</c:v>
                </c:pt>
                <c:pt idx="877">
                  <c:v>0.0011010235</c:v>
                </c:pt>
                <c:pt idx="878">
                  <c:v>0.0011002326</c:v>
                </c:pt>
                <c:pt idx="879">
                  <c:v>0.0010994398</c:v>
                </c:pt>
                <c:pt idx="880">
                  <c:v>0.0010986442</c:v>
                </c:pt>
                <c:pt idx="881">
                  <c:v>0.0010979239</c:v>
                </c:pt>
                <c:pt idx="882">
                  <c:v>0.0010970401</c:v>
                </c:pt>
                <c:pt idx="883">
                  <c:v>0.0010962322</c:v>
                </c:pt>
                <c:pt idx="884">
                  <c:v>0.0010954205</c:v>
                </c:pt>
                <c:pt idx="885">
                  <c:v>0.0010946056</c:v>
                </c:pt>
                <c:pt idx="886">
                  <c:v>0.0010938557</c:v>
                </c:pt>
                <c:pt idx="887">
                  <c:v>0.0010929403</c:v>
                </c:pt>
                <c:pt idx="888">
                  <c:v>0.0010920865</c:v>
                </c:pt>
                <c:pt idx="889">
                  <c:v>0.0010912207</c:v>
                </c:pt>
                <c:pt idx="890">
                  <c:v>0.0010903186</c:v>
                </c:pt>
                <c:pt idx="891">
                  <c:v>0.0010893913</c:v>
                </c:pt>
                <c:pt idx="892">
                  <c:v>0.0010885183</c:v>
                </c:pt>
                <c:pt idx="893">
                  <c:v>0.001087486</c:v>
                </c:pt>
                <c:pt idx="894">
                  <c:v>0.0010865103</c:v>
                </c:pt>
                <c:pt idx="895">
                  <c:v>0.0010855259</c:v>
                </c:pt>
                <c:pt idx="896">
                  <c:v>0.0010845362</c:v>
                </c:pt>
                <c:pt idx="897">
                  <c:v>0.0010836168</c:v>
                </c:pt>
                <c:pt idx="898">
                  <c:v>0.0010825422</c:v>
                </c:pt>
                <c:pt idx="899">
                  <c:v>0.0010815348</c:v>
                </c:pt>
                <c:pt idx="900">
                  <c:v>0.0010805238</c:v>
                </c:pt>
                <c:pt idx="901">
                  <c:v>0.0010795054</c:v>
                </c:pt>
                <c:pt idx="902">
                  <c:v>0.0010784683</c:v>
                </c:pt>
                <c:pt idx="903">
                  <c:v>0.0010774886</c:v>
                </c:pt>
                <c:pt idx="904">
                  <c:v>0.0010763531</c:v>
                </c:pt>
                <c:pt idx="905">
                  <c:v>0.001075272</c:v>
                </c:pt>
                <c:pt idx="906">
                  <c:v>0.0010741762</c:v>
                </c:pt>
                <c:pt idx="907">
                  <c:v>0.0010730724</c:v>
                </c:pt>
                <c:pt idx="908">
                  <c:v>0.0010720387</c:v>
                </c:pt>
                <c:pt idx="909">
                  <c:v>0.001070855</c:v>
                </c:pt>
                <c:pt idx="910">
                  <c:v>0.0010697329</c:v>
                </c:pt>
                <c:pt idx="911">
                  <c:v>0.0010685989</c:v>
                </c:pt>
                <c:pt idx="912">
                  <c:v>0.0010675261</c:v>
                </c:pt>
                <c:pt idx="913">
                  <c:v>0.0010663132</c:v>
                </c:pt>
                <c:pt idx="914">
                  <c:v>0.0010651653</c:v>
                </c:pt>
                <c:pt idx="915">
                  <c:v>0.0010640163</c:v>
                </c:pt>
                <c:pt idx="916">
                  <c:v>0.0010628594</c:v>
                </c:pt>
                <c:pt idx="917">
                  <c:v>0.0010617053</c:v>
                </c:pt>
                <c:pt idx="918">
                  <c:v>0.0010605574</c:v>
                </c:pt>
                <c:pt idx="919">
                  <c:v>0.0010593959</c:v>
                </c:pt>
                <c:pt idx="920">
                  <c:v>0.0010582371</c:v>
                </c:pt>
                <c:pt idx="921">
                  <c:v>0.0010571492</c:v>
                </c:pt>
                <c:pt idx="922">
                  <c:v>0.0010559218</c:v>
                </c:pt>
                <c:pt idx="923">
                  <c:v>0.0010547478</c:v>
                </c:pt>
                <c:pt idx="924">
                  <c:v>0.0010535897</c:v>
                </c:pt>
                <c:pt idx="925">
                  <c:v>0.0010524689</c:v>
                </c:pt>
                <c:pt idx="926">
                  <c:v>0.0010512418</c:v>
                </c:pt>
                <c:pt idx="927">
                  <c:v>0.0010500506</c:v>
                </c:pt>
                <c:pt idx="928">
                  <c:v>0.0010488564</c:v>
                </c:pt>
                <c:pt idx="929">
                  <c:v>0.0010477053</c:v>
                </c:pt>
                <c:pt idx="930">
                  <c:v>0.001046446</c:v>
                </c:pt>
                <c:pt idx="931">
                  <c:v>0.0010452516</c:v>
                </c:pt>
                <c:pt idx="932">
                  <c:v>0.0010440751</c:v>
                </c:pt>
                <c:pt idx="933">
                  <c:v>0.0010428767</c:v>
                </c:pt>
                <c:pt idx="934">
                  <c:v>0.0010416566</c:v>
                </c:pt>
                <c:pt idx="935">
                  <c:v>0.0010405148</c:v>
                </c:pt>
                <c:pt idx="936">
                  <c:v>0.0010392547</c:v>
                </c:pt>
                <c:pt idx="937">
                  <c:v>0.0010380581</c:v>
                </c:pt>
                <c:pt idx="938">
                  <c:v>0.0010368765</c:v>
                </c:pt>
                <c:pt idx="939">
                  <c:v>0.0010357428</c:v>
                </c:pt>
                <c:pt idx="940">
                  <c:v>0.0010344738</c:v>
                </c:pt>
                <c:pt idx="941">
                  <c:v>0.0010333003</c:v>
                </c:pt>
                <c:pt idx="942">
                  <c:v>0.001032091</c:v>
                </c:pt>
                <c:pt idx="943">
                  <c:v>0.0010309832</c:v>
                </c:pt>
                <c:pt idx="944">
                  <c:v>0.0010297268</c:v>
                </c:pt>
                <c:pt idx="945">
                  <c:v>0.001028571</c:v>
                </c:pt>
                <c:pt idx="946">
                  <c:v>0.0010273824</c:v>
                </c:pt>
                <c:pt idx="947">
                  <c:v>0.0010262788</c:v>
                </c:pt>
                <c:pt idx="948">
                  <c:v>0.0010250654</c:v>
                </c:pt>
                <c:pt idx="949">
                  <c:v>0.0010239169</c:v>
                </c:pt>
                <c:pt idx="950">
                  <c:v>0.0010227953</c:v>
                </c:pt>
                <c:pt idx="951">
                  <c:v>0.0010217121</c:v>
                </c:pt>
                <c:pt idx="952">
                  <c:v>0.0010205014</c:v>
                </c:pt>
                <c:pt idx="953">
                  <c:v>0.0010194045</c:v>
                </c:pt>
                <c:pt idx="954">
                  <c:v>0.0010182655</c:v>
                </c:pt>
                <c:pt idx="955">
                  <c:v>0.0010171561</c:v>
                </c:pt>
                <c:pt idx="956">
                  <c:v>0.0010161044</c:v>
                </c:pt>
                <c:pt idx="957">
                  <c:v>0.0010149712</c:v>
                </c:pt>
                <c:pt idx="958">
                  <c:v>0.0010138444</c:v>
                </c:pt>
                <c:pt idx="959">
                  <c:v>0.0010127748</c:v>
                </c:pt>
                <c:pt idx="960">
                  <c:v>0.001011711</c:v>
                </c:pt>
                <c:pt idx="961">
                  <c:v>0.001010598</c:v>
                </c:pt>
                <c:pt idx="962">
                  <c:v>0.0010094923</c:v>
                </c:pt>
                <c:pt idx="963">
                  <c:v>0.0010084989</c:v>
                </c:pt>
                <c:pt idx="964">
                  <c:v>0.0010073578</c:v>
                </c:pt>
                <c:pt idx="965">
                  <c:v>0.0010063376</c:v>
                </c:pt>
                <c:pt idx="966">
                  <c:v>0.0010052723</c:v>
                </c:pt>
                <c:pt idx="967">
                  <c:v>0.0010043273</c:v>
                </c:pt>
                <c:pt idx="968">
                  <c:v>0.0010032327</c:v>
                </c:pt>
                <c:pt idx="969">
                  <c:v>0.0010022518</c:v>
                </c:pt>
                <c:pt idx="970">
                  <c:v>0.0010012282</c:v>
                </c:pt>
                <c:pt idx="971">
                  <c:v>0.0010002779</c:v>
                </c:pt>
                <c:pt idx="972">
                  <c:v>0.00099933565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Sheet1!$B$976</c:f>
              <c:strCache>
                <c:ptCount val="1"/>
                <c:pt idx="0">
                  <c:v>x-velocity</c:v>
                </c:pt>
              </c:strCache>
            </c:strRef>
          </c:tx>
          <c:xVal>
            <c:numRef>
              <c:f>Sheet1!$A$977:$A$1949</c:f>
              <c:numCache>
                <c:formatCode>General</c:formatCode>
                <c:ptCount val="973"/>
                <c:pt idx="0">
                  <c:v>512.0</c:v>
                </c:pt>
                <c:pt idx="1">
                  <c:v>1012.0</c:v>
                </c:pt>
                <c:pt idx="2">
                  <c:v>1268.0</c:v>
                </c:pt>
                <c:pt idx="3">
                  <c:v>1512.0</c:v>
                </c:pt>
                <c:pt idx="4">
                  <c:v>1640.0</c:v>
                </c:pt>
                <c:pt idx="5">
                  <c:v>1768.0</c:v>
                </c:pt>
                <c:pt idx="6">
                  <c:v>1896.0</c:v>
                </c:pt>
                <c:pt idx="7">
                  <c:v>2012.0</c:v>
                </c:pt>
                <c:pt idx="8">
                  <c:v>2076.0</c:v>
                </c:pt>
                <c:pt idx="9">
                  <c:v>2140.0</c:v>
                </c:pt>
                <c:pt idx="10">
                  <c:v>2204.0</c:v>
                </c:pt>
                <c:pt idx="11">
                  <c:v>2268.0</c:v>
                </c:pt>
                <c:pt idx="12">
                  <c:v>2332.0</c:v>
                </c:pt>
                <c:pt idx="13">
                  <c:v>2396.0</c:v>
                </c:pt>
                <c:pt idx="14">
                  <c:v>2460.0</c:v>
                </c:pt>
                <c:pt idx="15">
                  <c:v>2512.0</c:v>
                </c:pt>
                <c:pt idx="16">
                  <c:v>2544.0</c:v>
                </c:pt>
                <c:pt idx="17">
                  <c:v>2576.0</c:v>
                </c:pt>
                <c:pt idx="18">
                  <c:v>2608.0</c:v>
                </c:pt>
                <c:pt idx="19">
                  <c:v>2640.0</c:v>
                </c:pt>
                <c:pt idx="20">
                  <c:v>2672.0</c:v>
                </c:pt>
                <c:pt idx="21">
                  <c:v>2704.0</c:v>
                </c:pt>
                <c:pt idx="22">
                  <c:v>2736.0</c:v>
                </c:pt>
                <c:pt idx="23">
                  <c:v>2768.0</c:v>
                </c:pt>
                <c:pt idx="24">
                  <c:v>2800.0</c:v>
                </c:pt>
                <c:pt idx="25">
                  <c:v>2832.0</c:v>
                </c:pt>
                <c:pt idx="26">
                  <c:v>2864.0</c:v>
                </c:pt>
                <c:pt idx="27">
                  <c:v>2896.0</c:v>
                </c:pt>
                <c:pt idx="28">
                  <c:v>2928.0</c:v>
                </c:pt>
                <c:pt idx="29">
                  <c:v>2960.0</c:v>
                </c:pt>
                <c:pt idx="30">
                  <c:v>2992.0</c:v>
                </c:pt>
                <c:pt idx="31">
                  <c:v>3012.0</c:v>
                </c:pt>
                <c:pt idx="32">
                  <c:v>3028.0</c:v>
                </c:pt>
                <c:pt idx="33">
                  <c:v>3044.0</c:v>
                </c:pt>
                <c:pt idx="34">
                  <c:v>3060.0</c:v>
                </c:pt>
                <c:pt idx="35">
                  <c:v>3076.0</c:v>
                </c:pt>
                <c:pt idx="36">
                  <c:v>3092.0</c:v>
                </c:pt>
                <c:pt idx="37">
                  <c:v>3108.0</c:v>
                </c:pt>
                <c:pt idx="38">
                  <c:v>3124.0</c:v>
                </c:pt>
                <c:pt idx="39">
                  <c:v>3140.0</c:v>
                </c:pt>
                <c:pt idx="40">
                  <c:v>3156.0</c:v>
                </c:pt>
                <c:pt idx="41">
                  <c:v>3172.0</c:v>
                </c:pt>
                <c:pt idx="42">
                  <c:v>3188.0</c:v>
                </c:pt>
                <c:pt idx="43">
                  <c:v>3204.0</c:v>
                </c:pt>
                <c:pt idx="44">
                  <c:v>3220.0</c:v>
                </c:pt>
                <c:pt idx="45">
                  <c:v>3236.0</c:v>
                </c:pt>
                <c:pt idx="46">
                  <c:v>3252.0</c:v>
                </c:pt>
                <c:pt idx="47">
                  <c:v>3268.0</c:v>
                </c:pt>
                <c:pt idx="48">
                  <c:v>3284.0</c:v>
                </c:pt>
                <c:pt idx="49">
                  <c:v>3300.0</c:v>
                </c:pt>
                <c:pt idx="50">
                  <c:v>3316.0</c:v>
                </c:pt>
                <c:pt idx="51">
                  <c:v>3332.0</c:v>
                </c:pt>
                <c:pt idx="52">
                  <c:v>3348.0</c:v>
                </c:pt>
                <c:pt idx="53">
                  <c:v>3364.0</c:v>
                </c:pt>
                <c:pt idx="54">
                  <c:v>3380.0</c:v>
                </c:pt>
                <c:pt idx="55">
                  <c:v>3396.0</c:v>
                </c:pt>
                <c:pt idx="56">
                  <c:v>3412.0</c:v>
                </c:pt>
                <c:pt idx="57">
                  <c:v>3428.0</c:v>
                </c:pt>
                <c:pt idx="58">
                  <c:v>3444.0</c:v>
                </c:pt>
                <c:pt idx="59">
                  <c:v>3460.0</c:v>
                </c:pt>
                <c:pt idx="60">
                  <c:v>3476.0</c:v>
                </c:pt>
                <c:pt idx="61">
                  <c:v>3492.0</c:v>
                </c:pt>
                <c:pt idx="62">
                  <c:v>3504.0</c:v>
                </c:pt>
                <c:pt idx="63">
                  <c:v>3512.0</c:v>
                </c:pt>
                <c:pt idx="64">
                  <c:v>3520.0</c:v>
                </c:pt>
                <c:pt idx="65">
                  <c:v>3528.0</c:v>
                </c:pt>
                <c:pt idx="66">
                  <c:v>3536.0</c:v>
                </c:pt>
                <c:pt idx="67">
                  <c:v>3544.0</c:v>
                </c:pt>
                <c:pt idx="68">
                  <c:v>3552.0</c:v>
                </c:pt>
                <c:pt idx="69">
                  <c:v>3560.0</c:v>
                </c:pt>
                <c:pt idx="70">
                  <c:v>3568.0</c:v>
                </c:pt>
                <c:pt idx="71">
                  <c:v>3576.0</c:v>
                </c:pt>
                <c:pt idx="72">
                  <c:v>3584.0</c:v>
                </c:pt>
                <c:pt idx="73">
                  <c:v>3592.0</c:v>
                </c:pt>
                <c:pt idx="74">
                  <c:v>3600.0</c:v>
                </c:pt>
                <c:pt idx="75">
                  <c:v>3608.0</c:v>
                </c:pt>
                <c:pt idx="76">
                  <c:v>3616.0</c:v>
                </c:pt>
                <c:pt idx="77">
                  <c:v>3624.0</c:v>
                </c:pt>
                <c:pt idx="78">
                  <c:v>3632.0</c:v>
                </c:pt>
                <c:pt idx="79">
                  <c:v>3640.0</c:v>
                </c:pt>
                <c:pt idx="80">
                  <c:v>3648.0</c:v>
                </c:pt>
                <c:pt idx="81">
                  <c:v>3656.0</c:v>
                </c:pt>
                <c:pt idx="82">
                  <c:v>3664.0</c:v>
                </c:pt>
                <c:pt idx="83">
                  <c:v>3672.0</c:v>
                </c:pt>
                <c:pt idx="84">
                  <c:v>3680.0</c:v>
                </c:pt>
                <c:pt idx="85">
                  <c:v>3688.0</c:v>
                </c:pt>
                <c:pt idx="86">
                  <c:v>3696.0</c:v>
                </c:pt>
                <c:pt idx="87">
                  <c:v>3704.0</c:v>
                </c:pt>
                <c:pt idx="88">
                  <c:v>3712.0</c:v>
                </c:pt>
                <c:pt idx="89">
                  <c:v>3720.0</c:v>
                </c:pt>
                <c:pt idx="90">
                  <c:v>3728.0</c:v>
                </c:pt>
                <c:pt idx="91">
                  <c:v>3736.0</c:v>
                </c:pt>
                <c:pt idx="92">
                  <c:v>3744.0</c:v>
                </c:pt>
                <c:pt idx="93">
                  <c:v>3752.0</c:v>
                </c:pt>
                <c:pt idx="94">
                  <c:v>3760.0</c:v>
                </c:pt>
                <c:pt idx="95">
                  <c:v>3768.0</c:v>
                </c:pt>
                <c:pt idx="96">
                  <c:v>3776.0</c:v>
                </c:pt>
                <c:pt idx="97">
                  <c:v>3784.0</c:v>
                </c:pt>
                <c:pt idx="98">
                  <c:v>3792.0</c:v>
                </c:pt>
                <c:pt idx="99">
                  <c:v>3800.0</c:v>
                </c:pt>
                <c:pt idx="100">
                  <c:v>3808.0</c:v>
                </c:pt>
                <c:pt idx="101">
                  <c:v>3816.0</c:v>
                </c:pt>
                <c:pt idx="102">
                  <c:v>3824.0</c:v>
                </c:pt>
                <c:pt idx="103">
                  <c:v>3832.0</c:v>
                </c:pt>
                <c:pt idx="104">
                  <c:v>3840.0</c:v>
                </c:pt>
                <c:pt idx="105">
                  <c:v>3848.0</c:v>
                </c:pt>
                <c:pt idx="106">
                  <c:v>3856.0</c:v>
                </c:pt>
                <c:pt idx="107">
                  <c:v>3864.0</c:v>
                </c:pt>
                <c:pt idx="108">
                  <c:v>3872.0</c:v>
                </c:pt>
                <c:pt idx="109">
                  <c:v>3880.0</c:v>
                </c:pt>
                <c:pt idx="110">
                  <c:v>3888.0</c:v>
                </c:pt>
                <c:pt idx="111">
                  <c:v>3896.0</c:v>
                </c:pt>
                <c:pt idx="112">
                  <c:v>3904.0</c:v>
                </c:pt>
                <c:pt idx="113">
                  <c:v>3912.0</c:v>
                </c:pt>
                <c:pt idx="114">
                  <c:v>3920.0</c:v>
                </c:pt>
                <c:pt idx="115">
                  <c:v>3928.0</c:v>
                </c:pt>
                <c:pt idx="116">
                  <c:v>3936.0</c:v>
                </c:pt>
                <c:pt idx="117">
                  <c:v>3944.0</c:v>
                </c:pt>
                <c:pt idx="118">
                  <c:v>3952.0</c:v>
                </c:pt>
                <c:pt idx="119">
                  <c:v>3960.0</c:v>
                </c:pt>
                <c:pt idx="120">
                  <c:v>3968.0</c:v>
                </c:pt>
                <c:pt idx="121">
                  <c:v>3976.0</c:v>
                </c:pt>
                <c:pt idx="122">
                  <c:v>3984.0</c:v>
                </c:pt>
                <c:pt idx="123">
                  <c:v>3992.0</c:v>
                </c:pt>
                <c:pt idx="124">
                  <c:v>4000.0</c:v>
                </c:pt>
                <c:pt idx="125">
                  <c:v>4004.0</c:v>
                </c:pt>
                <c:pt idx="126">
                  <c:v>4008.0</c:v>
                </c:pt>
                <c:pt idx="127">
                  <c:v>4012.0</c:v>
                </c:pt>
                <c:pt idx="128">
                  <c:v>4016.0</c:v>
                </c:pt>
                <c:pt idx="129">
                  <c:v>4020.0</c:v>
                </c:pt>
                <c:pt idx="130">
                  <c:v>4024.0</c:v>
                </c:pt>
                <c:pt idx="131">
                  <c:v>4028.0</c:v>
                </c:pt>
                <c:pt idx="132">
                  <c:v>4032.0</c:v>
                </c:pt>
                <c:pt idx="133">
                  <c:v>4036.0</c:v>
                </c:pt>
                <c:pt idx="134">
                  <c:v>4040.0</c:v>
                </c:pt>
                <c:pt idx="135">
                  <c:v>4044.0</c:v>
                </c:pt>
                <c:pt idx="136">
                  <c:v>4048.0</c:v>
                </c:pt>
                <c:pt idx="137">
                  <c:v>4052.0</c:v>
                </c:pt>
                <c:pt idx="138">
                  <c:v>4056.0</c:v>
                </c:pt>
                <c:pt idx="139">
                  <c:v>4060.0</c:v>
                </c:pt>
                <c:pt idx="140">
                  <c:v>4064.0</c:v>
                </c:pt>
                <c:pt idx="141">
                  <c:v>4068.0</c:v>
                </c:pt>
                <c:pt idx="142">
                  <c:v>4072.0</c:v>
                </c:pt>
                <c:pt idx="143">
                  <c:v>4076.0</c:v>
                </c:pt>
                <c:pt idx="144">
                  <c:v>4080.0</c:v>
                </c:pt>
                <c:pt idx="145">
                  <c:v>4084.0</c:v>
                </c:pt>
                <c:pt idx="146">
                  <c:v>4088.0</c:v>
                </c:pt>
                <c:pt idx="147">
                  <c:v>4092.0</c:v>
                </c:pt>
                <c:pt idx="148">
                  <c:v>4096.0</c:v>
                </c:pt>
                <c:pt idx="149">
                  <c:v>4100.0</c:v>
                </c:pt>
                <c:pt idx="150">
                  <c:v>4104.0</c:v>
                </c:pt>
                <c:pt idx="151">
                  <c:v>4108.0</c:v>
                </c:pt>
                <c:pt idx="152">
                  <c:v>4112.0</c:v>
                </c:pt>
                <c:pt idx="153">
                  <c:v>4116.0</c:v>
                </c:pt>
                <c:pt idx="154">
                  <c:v>4120.0</c:v>
                </c:pt>
                <c:pt idx="155">
                  <c:v>4124.0</c:v>
                </c:pt>
                <c:pt idx="156">
                  <c:v>4128.0</c:v>
                </c:pt>
                <c:pt idx="157">
                  <c:v>4132.0</c:v>
                </c:pt>
                <c:pt idx="158">
                  <c:v>4136.0</c:v>
                </c:pt>
                <c:pt idx="159">
                  <c:v>4140.0</c:v>
                </c:pt>
                <c:pt idx="160">
                  <c:v>4144.0</c:v>
                </c:pt>
                <c:pt idx="161">
                  <c:v>4148.0</c:v>
                </c:pt>
                <c:pt idx="162">
                  <c:v>4152.0</c:v>
                </c:pt>
                <c:pt idx="163">
                  <c:v>4156.0</c:v>
                </c:pt>
                <c:pt idx="164">
                  <c:v>4160.0</c:v>
                </c:pt>
                <c:pt idx="165">
                  <c:v>4164.0</c:v>
                </c:pt>
                <c:pt idx="166">
                  <c:v>4168.0</c:v>
                </c:pt>
                <c:pt idx="167">
                  <c:v>4172.0</c:v>
                </c:pt>
                <c:pt idx="168">
                  <c:v>4176.0</c:v>
                </c:pt>
                <c:pt idx="169">
                  <c:v>4180.0</c:v>
                </c:pt>
                <c:pt idx="170">
                  <c:v>4184.0</c:v>
                </c:pt>
                <c:pt idx="171">
                  <c:v>4188.0</c:v>
                </c:pt>
                <c:pt idx="172">
                  <c:v>4192.0</c:v>
                </c:pt>
                <c:pt idx="173">
                  <c:v>4196.0</c:v>
                </c:pt>
                <c:pt idx="174">
                  <c:v>4200.0</c:v>
                </c:pt>
                <c:pt idx="175">
                  <c:v>4204.0</c:v>
                </c:pt>
                <c:pt idx="176">
                  <c:v>4208.0</c:v>
                </c:pt>
                <c:pt idx="177">
                  <c:v>4212.0</c:v>
                </c:pt>
                <c:pt idx="178">
                  <c:v>4216.0</c:v>
                </c:pt>
                <c:pt idx="179">
                  <c:v>4220.0</c:v>
                </c:pt>
                <c:pt idx="180">
                  <c:v>4224.0</c:v>
                </c:pt>
                <c:pt idx="181">
                  <c:v>4228.0</c:v>
                </c:pt>
                <c:pt idx="182">
                  <c:v>4232.0</c:v>
                </c:pt>
                <c:pt idx="183">
                  <c:v>4236.0</c:v>
                </c:pt>
                <c:pt idx="184">
                  <c:v>4240.0</c:v>
                </c:pt>
                <c:pt idx="185">
                  <c:v>4244.0</c:v>
                </c:pt>
                <c:pt idx="186">
                  <c:v>4248.0</c:v>
                </c:pt>
                <c:pt idx="187">
                  <c:v>4252.0</c:v>
                </c:pt>
                <c:pt idx="188">
                  <c:v>4256.0</c:v>
                </c:pt>
                <c:pt idx="189">
                  <c:v>4260.0</c:v>
                </c:pt>
                <c:pt idx="190">
                  <c:v>4264.0</c:v>
                </c:pt>
                <c:pt idx="191">
                  <c:v>4268.0</c:v>
                </c:pt>
                <c:pt idx="192">
                  <c:v>4272.0</c:v>
                </c:pt>
                <c:pt idx="193">
                  <c:v>4276.0</c:v>
                </c:pt>
                <c:pt idx="194">
                  <c:v>4280.0</c:v>
                </c:pt>
                <c:pt idx="195">
                  <c:v>4284.0</c:v>
                </c:pt>
                <c:pt idx="196">
                  <c:v>4288.0</c:v>
                </c:pt>
                <c:pt idx="197">
                  <c:v>4292.0</c:v>
                </c:pt>
                <c:pt idx="198">
                  <c:v>4296.0</c:v>
                </c:pt>
                <c:pt idx="199">
                  <c:v>4300.0</c:v>
                </c:pt>
                <c:pt idx="200">
                  <c:v>4304.0</c:v>
                </c:pt>
                <c:pt idx="201">
                  <c:v>4308.0</c:v>
                </c:pt>
                <c:pt idx="202">
                  <c:v>4312.0</c:v>
                </c:pt>
                <c:pt idx="203">
                  <c:v>4316.0</c:v>
                </c:pt>
                <c:pt idx="204">
                  <c:v>4320.0</c:v>
                </c:pt>
                <c:pt idx="205">
                  <c:v>4324.0</c:v>
                </c:pt>
                <c:pt idx="206">
                  <c:v>4328.0</c:v>
                </c:pt>
                <c:pt idx="207">
                  <c:v>4332.0</c:v>
                </c:pt>
                <c:pt idx="208">
                  <c:v>4336.0</c:v>
                </c:pt>
                <c:pt idx="209">
                  <c:v>4340.0</c:v>
                </c:pt>
                <c:pt idx="210">
                  <c:v>4344.0</c:v>
                </c:pt>
                <c:pt idx="211">
                  <c:v>4348.0</c:v>
                </c:pt>
                <c:pt idx="212">
                  <c:v>4352.0</c:v>
                </c:pt>
                <c:pt idx="213">
                  <c:v>4356.0</c:v>
                </c:pt>
                <c:pt idx="214">
                  <c:v>4360.0</c:v>
                </c:pt>
                <c:pt idx="215">
                  <c:v>4364.0</c:v>
                </c:pt>
                <c:pt idx="216">
                  <c:v>4368.0</c:v>
                </c:pt>
                <c:pt idx="217">
                  <c:v>4372.0</c:v>
                </c:pt>
                <c:pt idx="218">
                  <c:v>4376.0</c:v>
                </c:pt>
                <c:pt idx="219">
                  <c:v>4380.0</c:v>
                </c:pt>
                <c:pt idx="220">
                  <c:v>4384.0</c:v>
                </c:pt>
                <c:pt idx="221">
                  <c:v>4388.0</c:v>
                </c:pt>
                <c:pt idx="222">
                  <c:v>4392.0</c:v>
                </c:pt>
                <c:pt idx="223">
                  <c:v>4396.0</c:v>
                </c:pt>
                <c:pt idx="224">
                  <c:v>4400.0</c:v>
                </c:pt>
                <c:pt idx="225">
                  <c:v>4404.0</c:v>
                </c:pt>
                <c:pt idx="226">
                  <c:v>4408.0</c:v>
                </c:pt>
                <c:pt idx="227">
                  <c:v>4412.0</c:v>
                </c:pt>
                <c:pt idx="228">
                  <c:v>4416.0</c:v>
                </c:pt>
                <c:pt idx="229">
                  <c:v>4420.0</c:v>
                </c:pt>
                <c:pt idx="230">
                  <c:v>4424.0</c:v>
                </c:pt>
                <c:pt idx="231">
                  <c:v>4428.0</c:v>
                </c:pt>
                <c:pt idx="232">
                  <c:v>4432.0</c:v>
                </c:pt>
                <c:pt idx="233">
                  <c:v>4436.0</c:v>
                </c:pt>
                <c:pt idx="234">
                  <c:v>4440.0</c:v>
                </c:pt>
                <c:pt idx="235">
                  <c:v>4444.0</c:v>
                </c:pt>
                <c:pt idx="236">
                  <c:v>4448.0</c:v>
                </c:pt>
                <c:pt idx="237">
                  <c:v>4452.0</c:v>
                </c:pt>
                <c:pt idx="238">
                  <c:v>4456.0</c:v>
                </c:pt>
                <c:pt idx="239">
                  <c:v>4460.0</c:v>
                </c:pt>
                <c:pt idx="240">
                  <c:v>4464.0</c:v>
                </c:pt>
                <c:pt idx="241">
                  <c:v>4468.0</c:v>
                </c:pt>
                <c:pt idx="242">
                  <c:v>4472.0</c:v>
                </c:pt>
                <c:pt idx="243">
                  <c:v>4476.0</c:v>
                </c:pt>
                <c:pt idx="244">
                  <c:v>4480.0</c:v>
                </c:pt>
                <c:pt idx="245">
                  <c:v>4484.0</c:v>
                </c:pt>
                <c:pt idx="246">
                  <c:v>4488.0</c:v>
                </c:pt>
                <c:pt idx="247">
                  <c:v>4492.0</c:v>
                </c:pt>
                <c:pt idx="248">
                  <c:v>4496.0</c:v>
                </c:pt>
                <c:pt idx="249">
                  <c:v>4500.0</c:v>
                </c:pt>
                <c:pt idx="250">
                  <c:v>4502.0</c:v>
                </c:pt>
                <c:pt idx="251">
                  <c:v>4504.0</c:v>
                </c:pt>
                <c:pt idx="252">
                  <c:v>4506.0</c:v>
                </c:pt>
                <c:pt idx="253">
                  <c:v>4508.0</c:v>
                </c:pt>
                <c:pt idx="254">
                  <c:v>4510.0</c:v>
                </c:pt>
                <c:pt idx="255">
                  <c:v>4512.0</c:v>
                </c:pt>
                <c:pt idx="256">
                  <c:v>4514.0</c:v>
                </c:pt>
                <c:pt idx="257">
                  <c:v>4516.0</c:v>
                </c:pt>
                <c:pt idx="258">
                  <c:v>4518.0</c:v>
                </c:pt>
                <c:pt idx="259">
                  <c:v>4520.0</c:v>
                </c:pt>
                <c:pt idx="260">
                  <c:v>4522.0</c:v>
                </c:pt>
                <c:pt idx="261">
                  <c:v>4524.0</c:v>
                </c:pt>
                <c:pt idx="262">
                  <c:v>4526.0</c:v>
                </c:pt>
                <c:pt idx="263">
                  <c:v>4528.0</c:v>
                </c:pt>
                <c:pt idx="264">
                  <c:v>4530.0</c:v>
                </c:pt>
                <c:pt idx="265">
                  <c:v>4532.0</c:v>
                </c:pt>
                <c:pt idx="266">
                  <c:v>4534.0</c:v>
                </c:pt>
                <c:pt idx="267">
                  <c:v>4536.0</c:v>
                </c:pt>
                <c:pt idx="268">
                  <c:v>4538.0</c:v>
                </c:pt>
                <c:pt idx="269">
                  <c:v>4540.0</c:v>
                </c:pt>
                <c:pt idx="270">
                  <c:v>4542.0</c:v>
                </c:pt>
                <c:pt idx="271">
                  <c:v>4544.0</c:v>
                </c:pt>
                <c:pt idx="272">
                  <c:v>4546.0</c:v>
                </c:pt>
                <c:pt idx="273">
                  <c:v>4548.0</c:v>
                </c:pt>
                <c:pt idx="274">
                  <c:v>4550.0</c:v>
                </c:pt>
                <c:pt idx="275">
                  <c:v>4552.0</c:v>
                </c:pt>
                <c:pt idx="276">
                  <c:v>4554.0</c:v>
                </c:pt>
                <c:pt idx="277">
                  <c:v>4556.0</c:v>
                </c:pt>
                <c:pt idx="278">
                  <c:v>4558.0</c:v>
                </c:pt>
                <c:pt idx="279">
                  <c:v>4560.0</c:v>
                </c:pt>
                <c:pt idx="280">
                  <c:v>4562.0</c:v>
                </c:pt>
                <c:pt idx="281">
                  <c:v>4564.0</c:v>
                </c:pt>
                <c:pt idx="282">
                  <c:v>4566.0</c:v>
                </c:pt>
                <c:pt idx="283">
                  <c:v>4568.0</c:v>
                </c:pt>
                <c:pt idx="284">
                  <c:v>4570.0</c:v>
                </c:pt>
                <c:pt idx="285">
                  <c:v>4572.0</c:v>
                </c:pt>
                <c:pt idx="286">
                  <c:v>4574.0</c:v>
                </c:pt>
                <c:pt idx="287">
                  <c:v>4576.0</c:v>
                </c:pt>
                <c:pt idx="288">
                  <c:v>4578.0</c:v>
                </c:pt>
                <c:pt idx="289">
                  <c:v>4580.0</c:v>
                </c:pt>
                <c:pt idx="290">
                  <c:v>4582.0</c:v>
                </c:pt>
                <c:pt idx="291">
                  <c:v>4584.0</c:v>
                </c:pt>
                <c:pt idx="292">
                  <c:v>4586.0</c:v>
                </c:pt>
                <c:pt idx="293">
                  <c:v>4588.0</c:v>
                </c:pt>
                <c:pt idx="294">
                  <c:v>4590.0</c:v>
                </c:pt>
                <c:pt idx="295">
                  <c:v>4592.0</c:v>
                </c:pt>
                <c:pt idx="296">
                  <c:v>4594.0</c:v>
                </c:pt>
                <c:pt idx="297">
                  <c:v>4596.0</c:v>
                </c:pt>
                <c:pt idx="298">
                  <c:v>4598.0</c:v>
                </c:pt>
                <c:pt idx="299">
                  <c:v>4600.0</c:v>
                </c:pt>
                <c:pt idx="300">
                  <c:v>4602.0</c:v>
                </c:pt>
                <c:pt idx="301">
                  <c:v>4604.0</c:v>
                </c:pt>
                <c:pt idx="302">
                  <c:v>4606.0</c:v>
                </c:pt>
                <c:pt idx="303">
                  <c:v>4608.0</c:v>
                </c:pt>
                <c:pt idx="304">
                  <c:v>4610.0</c:v>
                </c:pt>
                <c:pt idx="305">
                  <c:v>4612.0</c:v>
                </c:pt>
                <c:pt idx="306">
                  <c:v>4614.0</c:v>
                </c:pt>
                <c:pt idx="307">
                  <c:v>4616.0</c:v>
                </c:pt>
                <c:pt idx="308">
                  <c:v>4618.0</c:v>
                </c:pt>
                <c:pt idx="309">
                  <c:v>4620.0</c:v>
                </c:pt>
                <c:pt idx="310">
                  <c:v>4622.0</c:v>
                </c:pt>
                <c:pt idx="311">
                  <c:v>4624.0</c:v>
                </c:pt>
                <c:pt idx="312">
                  <c:v>4626.0</c:v>
                </c:pt>
                <c:pt idx="313">
                  <c:v>4628.0</c:v>
                </c:pt>
                <c:pt idx="314">
                  <c:v>4630.0</c:v>
                </c:pt>
                <c:pt idx="315">
                  <c:v>4632.0</c:v>
                </c:pt>
                <c:pt idx="316">
                  <c:v>4634.0</c:v>
                </c:pt>
                <c:pt idx="317">
                  <c:v>4636.0</c:v>
                </c:pt>
                <c:pt idx="318">
                  <c:v>4638.0</c:v>
                </c:pt>
                <c:pt idx="319">
                  <c:v>4640.0</c:v>
                </c:pt>
                <c:pt idx="320">
                  <c:v>4642.0</c:v>
                </c:pt>
                <c:pt idx="321">
                  <c:v>4644.0</c:v>
                </c:pt>
                <c:pt idx="322">
                  <c:v>4646.0</c:v>
                </c:pt>
                <c:pt idx="323">
                  <c:v>4648.0</c:v>
                </c:pt>
                <c:pt idx="324">
                  <c:v>4650.0</c:v>
                </c:pt>
                <c:pt idx="325">
                  <c:v>4652.0</c:v>
                </c:pt>
                <c:pt idx="326">
                  <c:v>4654.0</c:v>
                </c:pt>
                <c:pt idx="327">
                  <c:v>4656.0</c:v>
                </c:pt>
                <c:pt idx="328">
                  <c:v>4658.0</c:v>
                </c:pt>
                <c:pt idx="329">
                  <c:v>4660.0</c:v>
                </c:pt>
                <c:pt idx="330">
                  <c:v>4662.0</c:v>
                </c:pt>
                <c:pt idx="331">
                  <c:v>4664.0</c:v>
                </c:pt>
                <c:pt idx="332">
                  <c:v>4666.0</c:v>
                </c:pt>
                <c:pt idx="333">
                  <c:v>4668.0</c:v>
                </c:pt>
                <c:pt idx="334">
                  <c:v>4670.0</c:v>
                </c:pt>
                <c:pt idx="335">
                  <c:v>4672.0</c:v>
                </c:pt>
                <c:pt idx="336">
                  <c:v>4674.0</c:v>
                </c:pt>
                <c:pt idx="337">
                  <c:v>4676.0</c:v>
                </c:pt>
                <c:pt idx="338">
                  <c:v>4678.0</c:v>
                </c:pt>
                <c:pt idx="339">
                  <c:v>4680.0</c:v>
                </c:pt>
                <c:pt idx="340">
                  <c:v>4682.0</c:v>
                </c:pt>
                <c:pt idx="341">
                  <c:v>4684.0</c:v>
                </c:pt>
                <c:pt idx="342">
                  <c:v>4686.0</c:v>
                </c:pt>
                <c:pt idx="343">
                  <c:v>4688.0</c:v>
                </c:pt>
                <c:pt idx="344">
                  <c:v>4690.0</c:v>
                </c:pt>
                <c:pt idx="345">
                  <c:v>4692.0</c:v>
                </c:pt>
                <c:pt idx="346">
                  <c:v>4694.0</c:v>
                </c:pt>
                <c:pt idx="347">
                  <c:v>4696.0</c:v>
                </c:pt>
                <c:pt idx="348">
                  <c:v>4698.0</c:v>
                </c:pt>
                <c:pt idx="349">
                  <c:v>4700.0</c:v>
                </c:pt>
                <c:pt idx="350">
                  <c:v>4702.0</c:v>
                </c:pt>
                <c:pt idx="351">
                  <c:v>4704.0</c:v>
                </c:pt>
                <c:pt idx="352">
                  <c:v>4706.0</c:v>
                </c:pt>
                <c:pt idx="353">
                  <c:v>4708.0</c:v>
                </c:pt>
                <c:pt idx="354">
                  <c:v>4710.0</c:v>
                </c:pt>
                <c:pt idx="355">
                  <c:v>4712.0</c:v>
                </c:pt>
                <c:pt idx="356">
                  <c:v>4714.0</c:v>
                </c:pt>
                <c:pt idx="357">
                  <c:v>4716.0</c:v>
                </c:pt>
                <c:pt idx="358">
                  <c:v>4718.0</c:v>
                </c:pt>
                <c:pt idx="359">
                  <c:v>4720.0</c:v>
                </c:pt>
                <c:pt idx="360">
                  <c:v>4722.0</c:v>
                </c:pt>
                <c:pt idx="361">
                  <c:v>4724.0</c:v>
                </c:pt>
                <c:pt idx="362">
                  <c:v>4726.0</c:v>
                </c:pt>
                <c:pt idx="363">
                  <c:v>4728.0</c:v>
                </c:pt>
                <c:pt idx="364">
                  <c:v>4730.0</c:v>
                </c:pt>
                <c:pt idx="365">
                  <c:v>4732.0</c:v>
                </c:pt>
                <c:pt idx="366">
                  <c:v>4734.0</c:v>
                </c:pt>
                <c:pt idx="367">
                  <c:v>4736.0</c:v>
                </c:pt>
                <c:pt idx="368">
                  <c:v>4738.0</c:v>
                </c:pt>
                <c:pt idx="369">
                  <c:v>4740.0</c:v>
                </c:pt>
                <c:pt idx="370">
                  <c:v>4742.0</c:v>
                </c:pt>
                <c:pt idx="371">
                  <c:v>4744.0</c:v>
                </c:pt>
                <c:pt idx="372">
                  <c:v>4746.0</c:v>
                </c:pt>
                <c:pt idx="373">
                  <c:v>4748.0</c:v>
                </c:pt>
                <c:pt idx="374">
                  <c:v>4750.0</c:v>
                </c:pt>
                <c:pt idx="375">
                  <c:v>4752.0</c:v>
                </c:pt>
                <c:pt idx="376">
                  <c:v>4754.0</c:v>
                </c:pt>
                <c:pt idx="377">
                  <c:v>4756.0</c:v>
                </c:pt>
                <c:pt idx="378">
                  <c:v>4758.0</c:v>
                </c:pt>
                <c:pt idx="379">
                  <c:v>4760.0</c:v>
                </c:pt>
                <c:pt idx="380">
                  <c:v>4762.0</c:v>
                </c:pt>
                <c:pt idx="381">
                  <c:v>4764.0</c:v>
                </c:pt>
                <c:pt idx="382">
                  <c:v>4766.0</c:v>
                </c:pt>
                <c:pt idx="383">
                  <c:v>4768.0</c:v>
                </c:pt>
                <c:pt idx="384">
                  <c:v>4770.0</c:v>
                </c:pt>
                <c:pt idx="385">
                  <c:v>4772.0</c:v>
                </c:pt>
                <c:pt idx="386">
                  <c:v>4774.0</c:v>
                </c:pt>
                <c:pt idx="387">
                  <c:v>4776.0</c:v>
                </c:pt>
                <c:pt idx="388">
                  <c:v>4778.0</c:v>
                </c:pt>
                <c:pt idx="389">
                  <c:v>4780.0</c:v>
                </c:pt>
                <c:pt idx="390">
                  <c:v>4782.0</c:v>
                </c:pt>
                <c:pt idx="391">
                  <c:v>4784.0</c:v>
                </c:pt>
                <c:pt idx="392">
                  <c:v>4786.0</c:v>
                </c:pt>
                <c:pt idx="393">
                  <c:v>4788.0</c:v>
                </c:pt>
                <c:pt idx="394">
                  <c:v>4790.0</c:v>
                </c:pt>
                <c:pt idx="395">
                  <c:v>4792.0</c:v>
                </c:pt>
                <c:pt idx="396">
                  <c:v>4794.0</c:v>
                </c:pt>
                <c:pt idx="397">
                  <c:v>4796.0</c:v>
                </c:pt>
                <c:pt idx="398">
                  <c:v>4798.0</c:v>
                </c:pt>
                <c:pt idx="399">
                  <c:v>4800.0</c:v>
                </c:pt>
                <c:pt idx="400">
                  <c:v>4802.0</c:v>
                </c:pt>
                <c:pt idx="401">
                  <c:v>4804.0</c:v>
                </c:pt>
                <c:pt idx="402">
                  <c:v>4806.0</c:v>
                </c:pt>
                <c:pt idx="403">
                  <c:v>4808.0</c:v>
                </c:pt>
                <c:pt idx="404">
                  <c:v>4810.0</c:v>
                </c:pt>
                <c:pt idx="405">
                  <c:v>4812.0</c:v>
                </c:pt>
                <c:pt idx="406">
                  <c:v>4814.0</c:v>
                </c:pt>
                <c:pt idx="407">
                  <c:v>4816.0</c:v>
                </c:pt>
                <c:pt idx="408">
                  <c:v>4818.0</c:v>
                </c:pt>
                <c:pt idx="409">
                  <c:v>4820.0</c:v>
                </c:pt>
                <c:pt idx="410">
                  <c:v>4822.0</c:v>
                </c:pt>
                <c:pt idx="411">
                  <c:v>4824.0</c:v>
                </c:pt>
                <c:pt idx="412">
                  <c:v>4826.0</c:v>
                </c:pt>
                <c:pt idx="413">
                  <c:v>4828.0</c:v>
                </c:pt>
                <c:pt idx="414">
                  <c:v>4830.0</c:v>
                </c:pt>
                <c:pt idx="415">
                  <c:v>4832.0</c:v>
                </c:pt>
                <c:pt idx="416">
                  <c:v>4834.0</c:v>
                </c:pt>
                <c:pt idx="417">
                  <c:v>4836.0</c:v>
                </c:pt>
                <c:pt idx="418">
                  <c:v>4838.0</c:v>
                </c:pt>
                <c:pt idx="419">
                  <c:v>4840.0</c:v>
                </c:pt>
                <c:pt idx="420">
                  <c:v>4842.0</c:v>
                </c:pt>
                <c:pt idx="421">
                  <c:v>4844.0</c:v>
                </c:pt>
                <c:pt idx="422">
                  <c:v>4846.0</c:v>
                </c:pt>
                <c:pt idx="423">
                  <c:v>4848.0</c:v>
                </c:pt>
                <c:pt idx="424">
                  <c:v>4850.0</c:v>
                </c:pt>
                <c:pt idx="425">
                  <c:v>4852.0</c:v>
                </c:pt>
                <c:pt idx="426">
                  <c:v>4854.0</c:v>
                </c:pt>
                <c:pt idx="427">
                  <c:v>4856.0</c:v>
                </c:pt>
                <c:pt idx="428">
                  <c:v>4858.0</c:v>
                </c:pt>
                <c:pt idx="429">
                  <c:v>4860.0</c:v>
                </c:pt>
                <c:pt idx="430">
                  <c:v>4862.0</c:v>
                </c:pt>
                <c:pt idx="431">
                  <c:v>4864.0</c:v>
                </c:pt>
                <c:pt idx="432">
                  <c:v>4866.0</c:v>
                </c:pt>
                <c:pt idx="433">
                  <c:v>4868.0</c:v>
                </c:pt>
                <c:pt idx="434">
                  <c:v>4870.0</c:v>
                </c:pt>
                <c:pt idx="435">
                  <c:v>4872.0</c:v>
                </c:pt>
                <c:pt idx="436">
                  <c:v>4874.0</c:v>
                </c:pt>
                <c:pt idx="437">
                  <c:v>4876.0</c:v>
                </c:pt>
                <c:pt idx="438">
                  <c:v>4878.0</c:v>
                </c:pt>
                <c:pt idx="439">
                  <c:v>4880.0</c:v>
                </c:pt>
                <c:pt idx="440">
                  <c:v>4882.0</c:v>
                </c:pt>
                <c:pt idx="441">
                  <c:v>4884.0</c:v>
                </c:pt>
                <c:pt idx="442">
                  <c:v>4886.0</c:v>
                </c:pt>
                <c:pt idx="443">
                  <c:v>4888.0</c:v>
                </c:pt>
                <c:pt idx="444">
                  <c:v>4890.0</c:v>
                </c:pt>
                <c:pt idx="445">
                  <c:v>4892.0</c:v>
                </c:pt>
                <c:pt idx="446">
                  <c:v>4894.0</c:v>
                </c:pt>
                <c:pt idx="447">
                  <c:v>4896.0</c:v>
                </c:pt>
                <c:pt idx="448">
                  <c:v>4898.0</c:v>
                </c:pt>
                <c:pt idx="449">
                  <c:v>4900.0</c:v>
                </c:pt>
                <c:pt idx="450">
                  <c:v>4902.0</c:v>
                </c:pt>
                <c:pt idx="451">
                  <c:v>4904.0</c:v>
                </c:pt>
                <c:pt idx="452">
                  <c:v>4906.0</c:v>
                </c:pt>
                <c:pt idx="453">
                  <c:v>4908.0</c:v>
                </c:pt>
                <c:pt idx="454">
                  <c:v>4910.0</c:v>
                </c:pt>
                <c:pt idx="455">
                  <c:v>4912.0</c:v>
                </c:pt>
                <c:pt idx="456">
                  <c:v>4914.0</c:v>
                </c:pt>
                <c:pt idx="457">
                  <c:v>4916.0</c:v>
                </c:pt>
                <c:pt idx="458">
                  <c:v>4918.0</c:v>
                </c:pt>
                <c:pt idx="459">
                  <c:v>4920.0</c:v>
                </c:pt>
                <c:pt idx="460">
                  <c:v>4922.0</c:v>
                </c:pt>
                <c:pt idx="461">
                  <c:v>4924.0</c:v>
                </c:pt>
                <c:pt idx="462">
                  <c:v>4926.0</c:v>
                </c:pt>
                <c:pt idx="463">
                  <c:v>4928.0</c:v>
                </c:pt>
                <c:pt idx="464">
                  <c:v>4930.0</c:v>
                </c:pt>
                <c:pt idx="465">
                  <c:v>4932.0</c:v>
                </c:pt>
                <c:pt idx="466">
                  <c:v>4934.0</c:v>
                </c:pt>
                <c:pt idx="467">
                  <c:v>4936.0</c:v>
                </c:pt>
                <c:pt idx="468">
                  <c:v>4938.0</c:v>
                </c:pt>
                <c:pt idx="469">
                  <c:v>4940.0</c:v>
                </c:pt>
                <c:pt idx="470">
                  <c:v>4942.0</c:v>
                </c:pt>
                <c:pt idx="471">
                  <c:v>4944.0</c:v>
                </c:pt>
                <c:pt idx="472">
                  <c:v>4946.0</c:v>
                </c:pt>
                <c:pt idx="473">
                  <c:v>4948.0</c:v>
                </c:pt>
                <c:pt idx="474">
                  <c:v>4950.0</c:v>
                </c:pt>
                <c:pt idx="475">
                  <c:v>4952.0</c:v>
                </c:pt>
                <c:pt idx="476">
                  <c:v>4954.0</c:v>
                </c:pt>
                <c:pt idx="477">
                  <c:v>4956.0</c:v>
                </c:pt>
                <c:pt idx="478">
                  <c:v>4958.0</c:v>
                </c:pt>
                <c:pt idx="479">
                  <c:v>4960.0</c:v>
                </c:pt>
                <c:pt idx="480">
                  <c:v>4962.0</c:v>
                </c:pt>
                <c:pt idx="481">
                  <c:v>4964.0</c:v>
                </c:pt>
                <c:pt idx="482">
                  <c:v>4966.0</c:v>
                </c:pt>
                <c:pt idx="483">
                  <c:v>4968.0</c:v>
                </c:pt>
                <c:pt idx="484">
                  <c:v>4970.0</c:v>
                </c:pt>
                <c:pt idx="485">
                  <c:v>4972.0</c:v>
                </c:pt>
                <c:pt idx="486">
                  <c:v>4974.0</c:v>
                </c:pt>
                <c:pt idx="487">
                  <c:v>4976.0</c:v>
                </c:pt>
                <c:pt idx="488">
                  <c:v>4978.0</c:v>
                </c:pt>
                <c:pt idx="489">
                  <c:v>4980.0</c:v>
                </c:pt>
                <c:pt idx="490">
                  <c:v>4982.0</c:v>
                </c:pt>
                <c:pt idx="491">
                  <c:v>4984.0</c:v>
                </c:pt>
                <c:pt idx="492">
                  <c:v>4986.0</c:v>
                </c:pt>
                <c:pt idx="493">
                  <c:v>4988.0</c:v>
                </c:pt>
                <c:pt idx="494">
                  <c:v>4990.0</c:v>
                </c:pt>
                <c:pt idx="495">
                  <c:v>4992.0</c:v>
                </c:pt>
                <c:pt idx="496">
                  <c:v>4994.0</c:v>
                </c:pt>
                <c:pt idx="497">
                  <c:v>4996.0</c:v>
                </c:pt>
                <c:pt idx="498">
                  <c:v>4998.0</c:v>
                </c:pt>
                <c:pt idx="499">
                  <c:v>5000.0</c:v>
                </c:pt>
                <c:pt idx="500">
                  <c:v>5001.0</c:v>
                </c:pt>
                <c:pt idx="501">
                  <c:v>5002.0</c:v>
                </c:pt>
                <c:pt idx="502">
                  <c:v>5003.0</c:v>
                </c:pt>
                <c:pt idx="503">
                  <c:v>5004.0</c:v>
                </c:pt>
                <c:pt idx="504">
                  <c:v>5005.0</c:v>
                </c:pt>
                <c:pt idx="505">
                  <c:v>5006.0</c:v>
                </c:pt>
                <c:pt idx="506">
                  <c:v>5007.0</c:v>
                </c:pt>
                <c:pt idx="507">
                  <c:v>5008.0</c:v>
                </c:pt>
                <c:pt idx="508">
                  <c:v>5009.0</c:v>
                </c:pt>
                <c:pt idx="509">
                  <c:v>5010.0</c:v>
                </c:pt>
                <c:pt idx="510">
                  <c:v>5011.0</c:v>
                </c:pt>
                <c:pt idx="511">
                  <c:v>5012.0</c:v>
                </c:pt>
                <c:pt idx="512">
                  <c:v>5013.0</c:v>
                </c:pt>
                <c:pt idx="513">
                  <c:v>5014.0</c:v>
                </c:pt>
                <c:pt idx="514">
                  <c:v>5015.0</c:v>
                </c:pt>
                <c:pt idx="515">
                  <c:v>5016.0</c:v>
                </c:pt>
                <c:pt idx="516">
                  <c:v>5017.0</c:v>
                </c:pt>
                <c:pt idx="517">
                  <c:v>5018.0</c:v>
                </c:pt>
                <c:pt idx="518">
                  <c:v>5019.0</c:v>
                </c:pt>
                <c:pt idx="519">
                  <c:v>5020.0</c:v>
                </c:pt>
                <c:pt idx="520">
                  <c:v>5021.0</c:v>
                </c:pt>
                <c:pt idx="521">
                  <c:v>5022.0</c:v>
                </c:pt>
                <c:pt idx="522">
                  <c:v>5023.0</c:v>
                </c:pt>
                <c:pt idx="523">
                  <c:v>5024.0</c:v>
                </c:pt>
                <c:pt idx="524">
                  <c:v>5025.0</c:v>
                </c:pt>
                <c:pt idx="525">
                  <c:v>5026.0</c:v>
                </c:pt>
                <c:pt idx="526">
                  <c:v>5027.0</c:v>
                </c:pt>
                <c:pt idx="527">
                  <c:v>5028.0</c:v>
                </c:pt>
                <c:pt idx="528">
                  <c:v>5029.0</c:v>
                </c:pt>
                <c:pt idx="529">
                  <c:v>5030.0</c:v>
                </c:pt>
                <c:pt idx="530">
                  <c:v>5031.0</c:v>
                </c:pt>
                <c:pt idx="531">
                  <c:v>5032.0</c:v>
                </c:pt>
                <c:pt idx="532">
                  <c:v>5033.0</c:v>
                </c:pt>
                <c:pt idx="533">
                  <c:v>5034.0</c:v>
                </c:pt>
                <c:pt idx="534">
                  <c:v>5035.0</c:v>
                </c:pt>
                <c:pt idx="535">
                  <c:v>5036.0</c:v>
                </c:pt>
                <c:pt idx="536">
                  <c:v>5037.0</c:v>
                </c:pt>
                <c:pt idx="537">
                  <c:v>5038.0</c:v>
                </c:pt>
                <c:pt idx="538">
                  <c:v>5039.0</c:v>
                </c:pt>
                <c:pt idx="539">
                  <c:v>5040.0</c:v>
                </c:pt>
                <c:pt idx="540">
                  <c:v>5041.0</c:v>
                </c:pt>
                <c:pt idx="541">
                  <c:v>5042.0</c:v>
                </c:pt>
                <c:pt idx="542">
                  <c:v>5043.0</c:v>
                </c:pt>
                <c:pt idx="543">
                  <c:v>5044.0</c:v>
                </c:pt>
                <c:pt idx="544">
                  <c:v>5045.0</c:v>
                </c:pt>
                <c:pt idx="545">
                  <c:v>5046.0</c:v>
                </c:pt>
                <c:pt idx="546">
                  <c:v>5047.0</c:v>
                </c:pt>
                <c:pt idx="547">
                  <c:v>5048.0</c:v>
                </c:pt>
                <c:pt idx="548">
                  <c:v>5049.0</c:v>
                </c:pt>
                <c:pt idx="549">
                  <c:v>5050.0</c:v>
                </c:pt>
                <c:pt idx="550">
                  <c:v>5051.0</c:v>
                </c:pt>
                <c:pt idx="551">
                  <c:v>5052.0</c:v>
                </c:pt>
                <c:pt idx="552">
                  <c:v>5053.0</c:v>
                </c:pt>
                <c:pt idx="553">
                  <c:v>5054.0</c:v>
                </c:pt>
                <c:pt idx="554">
                  <c:v>5055.0</c:v>
                </c:pt>
                <c:pt idx="555">
                  <c:v>5056.0</c:v>
                </c:pt>
                <c:pt idx="556">
                  <c:v>5057.0</c:v>
                </c:pt>
                <c:pt idx="557">
                  <c:v>5058.0</c:v>
                </c:pt>
                <c:pt idx="558">
                  <c:v>5059.0</c:v>
                </c:pt>
                <c:pt idx="559">
                  <c:v>5060.0</c:v>
                </c:pt>
                <c:pt idx="560">
                  <c:v>5061.0</c:v>
                </c:pt>
                <c:pt idx="561">
                  <c:v>5062.0</c:v>
                </c:pt>
                <c:pt idx="562">
                  <c:v>5063.0</c:v>
                </c:pt>
                <c:pt idx="563">
                  <c:v>5064.0</c:v>
                </c:pt>
                <c:pt idx="564">
                  <c:v>5065.0</c:v>
                </c:pt>
                <c:pt idx="565">
                  <c:v>5066.0</c:v>
                </c:pt>
                <c:pt idx="566">
                  <c:v>5067.0</c:v>
                </c:pt>
                <c:pt idx="567">
                  <c:v>5068.0</c:v>
                </c:pt>
                <c:pt idx="568">
                  <c:v>5069.0</c:v>
                </c:pt>
                <c:pt idx="569">
                  <c:v>5070.0</c:v>
                </c:pt>
                <c:pt idx="570">
                  <c:v>5071.0</c:v>
                </c:pt>
                <c:pt idx="571">
                  <c:v>5072.0</c:v>
                </c:pt>
                <c:pt idx="572">
                  <c:v>5073.0</c:v>
                </c:pt>
                <c:pt idx="573">
                  <c:v>5074.0</c:v>
                </c:pt>
                <c:pt idx="574">
                  <c:v>5075.0</c:v>
                </c:pt>
                <c:pt idx="575">
                  <c:v>5076.0</c:v>
                </c:pt>
                <c:pt idx="576">
                  <c:v>5077.0</c:v>
                </c:pt>
                <c:pt idx="577">
                  <c:v>5078.0</c:v>
                </c:pt>
                <c:pt idx="578">
                  <c:v>5079.0</c:v>
                </c:pt>
                <c:pt idx="579">
                  <c:v>5080.0</c:v>
                </c:pt>
                <c:pt idx="580">
                  <c:v>5081.0</c:v>
                </c:pt>
                <c:pt idx="581">
                  <c:v>5082.0</c:v>
                </c:pt>
                <c:pt idx="582">
                  <c:v>5083.0</c:v>
                </c:pt>
                <c:pt idx="583">
                  <c:v>5084.0</c:v>
                </c:pt>
                <c:pt idx="584">
                  <c:v>5085.0</c:v>
                </c:pt>
                <c:pt idx="585">
                  <c:v>5086.0</c:v>
                </c:pt>
                <c:pt idx="586">
                  <c:v>5087.0</c:v>
                </c:pt>
                <c:pt idx="587">
                  <c:v>5088.0</c:v>
                </c:pt>
                <c:pt idx="588">
                  <c:v>5089.0</c:v>
                </c:pt>
                <c:pt idx="589">
                  <c:v>5090.0</c:v>
                </c:pt>
                <c:pt idx="590">
                  <c:v>5091.0</c:v>
                </c:pt>
                <c:pt idx="591">
                  <c:v>5092.0</c:v>
                </c:pt>
                <c:pt idx="592">
                  <c:v>5093.0</c:v>
                </c:pt>
                <c:pt idx="593">
                  <c:v>5094.0</c:v>
                </c:pt>
                <c:pt idx="594">
                  <c:v>5095.0</c:v>
                </c:pt>
                <c:pt idx="595">
                  <c:v>5096.0</c:v>
                </c:pt>
                <c:pt idx="596">
                  <c:v>5097.0</c:v>
                </c:pt>
                <c:pt idx="597">
                  <c:v>5098.0</c:v>
                </c:pt>
                <c:pt idx="598">
                  <c:v>5099.0</c:v>
                </c:pt>
                <c:pt idx="599">
                  <c:v>5100.0</c:v>
                </c:pt>
                <c:pt idx="600">
                  <c:v>5101.0</c:v>
                </c:pt>
                <c:pt idx="601">
                  <c:v>5102.0</c:v>
                </c:pt>
                <c:pt idx="602">
                  <c:v>5103.0</c:v>
                </c:pt>
                <c:pt idx="603">
                  <c:v>5104.0</c:v>
                </c:pt>
                <c:pt idx="604">
                  <c:v>5105.0</c:v>
                </c:pt>
                <c:pt idx="605">
                  <c:v>5106.0</c:v>
                </c:pt>
                <c:pt idx="606">
                  <c:v>5107.0</c:v>
                </c:pt>
                <c:pt idx="607">
                  <c:v>5108.0</c:v>
                </c:pt>
                <c:pt idx="608">
                  <c:v>5109.0</c:v>
                </c:pt>
                <c:pt idx="609">
                  <c:v>5110.0</c:v>
                </c:pt>
                <c:pt idx="610">
                  <c:v>5111.0</c:v>
                </c:pt>
                <c:pt idx="611">
                  <c:v>5112.0</c:v>
                </c:pt>
                <c:pt idx="612">
                  <c:v>5113.0</c:v>
                </c:pt>
                <c:pt idx="613">
                  <c:v>5114.0</c:v>
                </c:pt>
                <c:pt idx="614">
                  <c:v>5115.0</c:v>
                </c:pt>
                <c:pt idx="615">
                  <c:v>5116.0</c:v>
                </c:pt>
                <c:pt idx="616">
                  <c:v>5117.0</c:v>
                </c:pt>
                <c:pt idx="617">
                  <c:v>5118.0</c:v>
                </c:pt>
                <c:pt idx="618">
                  <c:v>5119.0</c:v>
                </c:pt>
                <c:pt idx="619">
                  <c:v>5120.0</c:v>
                </c:pt>
                <c:pt idx="620">
                  <c:v>5121.0</c:v>
                </c:pt>
                <c:pt idx="621">
                  <c:v>5122.0</c:v>
                </c:pt>
                <c:pt idx="622">
                  <c:v>5123.0</c:v>
                </c:pt>
                <c:pt idx="623">
                  <c:v>5124.0</c:v>
                </c:pt>
                <c:pt idx="624">
                  <c:v>5125.0</c:v>
                </c:pt>
                <c:pt idx="625">
                  <c:v>5126.0</c:v>
                </c:pt>
                <c:pt idx="626">
                  <c:v>5127.0</c:v>
                </c:pt>
                <c:pt idx="627">
                  <c:v>5128.0</c:v>
                </c:pt>
                <c:pt idx="628">
                  <c:v>5129.0</c:v>
                </c:pt>
                <c:pt idx="629">
                  <c:v>5130.0</c:v>
                </c:pt>
                <c:pt idx="630">
                  <c:v>5131.0</c:v>
                </c:pt>
                <c:pt idx="631">
                  <c:v>5132.0</c:v>
                </c:pt>
                <c:pt idx="632">
                  <c:v>5133.0</c:v>
                </c:pt>
                <c:pt idx="633">
                  <c:v>5134.0</c:v>
                </c:pt>
                <c:pt idx="634">
                  <c:v>5135.0</c:v>
                </c:pt>
                <c:pt idx="635">
                  <c:v>5136.0</c:v>
                </c:pt>
                <c:pt idx="636">
                  <c:v>5137.0</c:v>
                </c:pt>
                <c:pt idx="637">
                  <c:v>5138.0</c:v>
                </c:pt>
                <c:pt idx="638">
                  <c:v>5139.0</c:v>
                </c:pt>
                <c:pt idx="639">
                  <c:v>5140.0</c:v>
                </c:pt>
                <c:pt idx="640">
                  <c:v>5141.0</c:v>
                </c:pt>
                <c:pt idx="641">
                  <c:v>5142.0</c:v>
                </c:pt>
                <c:pt idx="642">
                  <c:v>5143.0</c:v>
                </c:pt>
                <c:pt idx="643">
                  <c:v>5144.0</c:v>
                </c:pt>
                <c:pt idx="644">
                  <c:v>5145.0</c:v>
                </c:pt>
                <c:pt idx="645">
                  <c:v>5146.0</c:v>
                </c:pt>
                <c:pt idx="646">
                  <c:v>5147.0</c:v>
                </c:pt>
                <c:pt idx="647">
                  <c:v>5148.0</c:v>
                </c:pt>
                <c:pt idx="648">
                  <c:v>5149.0</c:v>
                </c:pt>
                <c:pt idx="649">
                  <c:v>5150.0</c:v>
                </c:pt>
                <c:pt idx="650">
                  <c:v>5151.0</c:v>
                </c:pt>
                <c:pt idx="651">
                  <c:v>5152.0</c:v>
                </c:pt>
                <c:pt idx="652">
                  <c:v>5153.0</c:v>
                </c:pt>
                <c:pt idx="653">
                  <c:v>5154.0</c:v>
                </c:pt>
                <c:pt idx="654">
                  <c:v>5155.0</c:v>
                </c:pt>
                <c:pt idx="655">
                  <c:v>5156.0</c:v>
                </c:pt>
                <c:pt idx="656">
                  <c:v>5157.0</c:v>
                </c:pt>
                <c:pt idx="657">
                  <c:v>5158.0</c:v>
                </c:pt>
                <c:pt idx="658">
                  <c:v>5159.0</c:v>
                </c:pt>
                <c:pt idx="659">
                  <c:v>5160.0</c:v>
                </c:pt>
                <c:pt idx="660">
                  <c:v>5161.0</c:v>
                </c:pt>
                <c:pt idx="661">
                  <c:v>5162.0</c:v>
                </c:pt>
                <c:pt idx="662">
                  <c:v>5163.0</c:v>
                </c:pt>
                <c:pt idx="663">
                  <c:v>5164.0</c:v>
                </c:pt>
                <c:pt idx="664">
                  <c:v>5165.0</c:v>
                </c:pt>
                <c:pt idx="665">
                  <c:v>5166.0</c:v>
                </c:pt>
                <c:pt idx="666">
                  <c:v>5167.0</c:v>
                </c:pt>
                <c:pt idx="667">
                  <c:v>5168.0</c:v>
                </c:pt>
                <c:pt idx="668">
                  <c:v>5169.0</c:v>
                </c:pt>
                <c:pt idx="669">
                  <c:v>5170.0</c:v>
                </c:pt>
                <c:pt idx="670">
                  <c:v>5171.0</c:v>
                </c:pt>
                <c:pt idx="671">
                  <c:v>5172.0</c:v>
                </c:pt>
                <c:pt idx="672">
                  <c:v>5173.0</c:v>
                </c:pt>
                <c:pt idx="673">
                  <c:v>5174.0</c:v>
                </c:pt>
                <c:pt idx="674">
                  <c:v>5175.0</c:v>
                </c:pt>
                <c:pt idx="675">
                  <c:v>5176.0</c:v>
                </c:pt>
                <c:pt idx="676">
                  <c:v>5177.0</c:v>
                </c:pt>
                <c:pt idx="677">
                  <c:v>5178.0</c:v>
                </c:pt>
                <c:pt idx="678">
                  <c:v>5179.0</c:v>
                </c:pt>
                <c:pt idx="679">
                  <c:v>5180.0</c:v>
                </c:pt>
                <c:pt idx="680">
                  <c:v>5181.0</c:v>
                </c:pt>
                <c:pt idx="681">
                  <c:v>5182.0</c:v>
                </c:pt>
                <c:pt idx="682">
                  <c:v>5183.0</c:v>
                </c:pt>
                <c:pt idx="683">
                  <c:v>5184.0</c:v>
                </c:pt>
                <c:pt idx="684">
                  <c:v>5185.0</c:v>
                </c:pt>
                <c:pt idx="685">
                  <c:v>5186.0</c:v>
                </c:pt>
                <c:pt idx="686">
                  <c:v>5187.0</c:v>
                </c:pt>
                <c:pt idx="687">
                  <c:v>5188.0</c:v>
                </c:pt>
                <c:pt idx="688">
                  <c:v>5189.0</c:v>
                </c:pt>
                <c:pt idx="689">
                  <c:v>5190.0</c:v>
                </c:pt>
                <c:pt idx="690">
                  <c:v>5191.0</c:v>
                </c:pt>
                <c:pt idx="691">
                  <c:v>5192.0</c:v>
                </c:pt>
                <c:pt idx="692">
                  <c:v>5193.0</c:v>
                </c:pt>
                <c:pt idx="693">
                  <c:v>5194.0</c:v>
                </c:pt>
                <c:pt idx="694">
                  <c:v>5195.0</c:v>
                </c:pt>
                <c:pt idx="695">
                  <c:v>5196.0</c:v>
                </c:pt>
                <c:pt idx="696">
                  <c:v>5197.0</c:v>
                </c:pt>
                <c:pt idx="697">
                  <c:v>5198.0</c:v>
                </c:pt>
                <c:pt idx="698">
                  <c:v>5199.0</c:v>
                </c:pt>
                <c:pt idx="699">
                  <c:v>5200.0</c:v>
                </c:pt>
                <c:pt idx="700">
                  <c:v>5201.0</c:v>
                </c:pt>
                <c:pt idx="701">
                  <c:v>5202.0</c:v>
                </c:pt>
                <c:pt idx="702">
                  <c:v>5203.0</c:v>
                </c:pt>
                <c:pt idx="703">
                  <c:v>5204.0</c:v>
                </c:pt>
                <c:pt idx="704">
                  <c:v>5205.0</c:v>
                </c:pt>
                <c:pt idx="705">
                  <c:v>5206.0</c:v>
                </c:pt>
                <c:pt idx="706">
                  <c:v>5207.0</c:v>
                </c:pt>
                <c:pt idx="707">
                  <c:v>5208.0</c:v>
                </c:pt>
                <c:pt idx="708">
                  <c:v>5209.0</c:v>
                </c:pt>
                <c:pt idx="709">
                  <c:v>5210.0</c:v>
                </c:pt>
                <c:pt idx="710">
                  <c:v>5211.0</c:v>
                </c:pt>
                <c:pt idx="711">
                  <c:v>5212.0</c:v>
                </c:pt>
                <c:pt idx="712">
                  <c:v>5213.0</c:v>
                </c:pt>
                <c:pt idx="713">
                  <c:v>5214.0</c:v>
                </c:pt>
                <c:pt idx="714">
                  <c:v>5215.0</c:v>
                </c:pt>
                <c:pt idx="715">
                  <c:v>5216.0</c:v>
                </c:pt>
                <c:pt idx="716">
                  <c:v>5217.0</c:v>
                </c:pt>
                <c:pt idx="717">
                  <c:v>5218.0</c:v>
                </c:pt>
                <c:pt idx="718">
                  <c:v>5219.0</c:v>
                </c:pt>
                <c:pt idx="719">
                  <c:v>5220.0</c:v>
                </c:pt>
                <c:pt idx="720">
                  <c:v>5221.0</c:v>
                </c:pt>
                <c:pt idx="721">
                  <c:v>5222.0</c:v>
                </c:pt>
                <c:pt idx="722">
                  <c:v>5223.0</c:v>
                </c:pt>
                <c:pt idx="723">
                  <c:v>5224.0</c:v>
                </c:pt>
                <c:pt idx="724">
                  <c:v>5225.0</c:v>
                </c:pt>
                <c:pt idx="725">
                  <c:v>5226.0</c:v>
                </c:pt>
                <c:pt idx="726">
                  <c:v>5227.0</c:v>
                </c:pt>
                <c:pt idx="727">
                  <c:v>5228.0</c:v>
                </c:pt>
                <c:pt idx="728">
                  <c:v>5229.0</c:v>
                </c:pt>
                <c:pt idx="729">
                  <c:v>5230.0</c:v>
                </c:pt>
                <c:pt idx="730">
                  <c:v>5231.0</c:v>
                </c:pt>
                <c:pt idx="731">
                  <c:v>5232.0</c:v>
                </c:pt>
                <c:pt idx="732">
                  <c:v>5233.0</c:v>
                </c:pt>
                <c:pt idx="733">
                  <c:v>5234.0</c:v>
                </c:pt>
                <c:pt idx="734">
                  <c:v>5235.0</c:v>
                </c:pt>
                <c:pt idx="735">
                  <c:v>5236.0</c:v>
                </c:pt>
                <c:pt idx="736">
                  <c:v>5237.0</c:v>
                </c:pt>
                <c:pt idx="737">
                  <c:v>5238.0</c:v>
                </c:pt>
                <c:pt idx="738">
                  <c:v>5239.0</c:v>
                </c:pt>
                <c:pt idx="739">
                  <c:v>5240.0</c:v>
                </c:pt>
                <c:pt idx="740">
                  <c:v>5241.0</c:v>
                </c:pt>
                <c:pt idx="741">
                  <c:v>5242.0</c:v>
                </c:pt>
                <c:pt idx="742">
                  <c:v>5243.0</c:v>
                </c:pt>
                <c:pt idx="743">
                  <c:v>5244.0</c:v>
                </c:pt>
                <c:pt idx="744">
                  <c:v>5245.0</c:v>
                </c:pt>
                <c:pt idx="745">
                  <c:v>5246.0</c:v>
                </c:pt>
                <c:pt idx="746">
                  <c:v>5247.0</c:v>
                </c:pt>
                <c:pt idx="747">
                  <c:v>5248.0</c:v>
                </c:pt>
                <c:pt idx="748">
                  <c:v>5249.0</c:v>
                </c:pt>
                <c:pt idx="749">
                  <c:v>5250.0</c:v>
                </c:pt>
                <c:pt idx="750">
                  <c:v>5251.0</c:v>
                </c:pt>
                <c:pt idx="751">
                  <c:v>5252.0</c:v>
                </c:pt>
                <c:pt idx="752">
                  <c:v>5253.0</c:v>
                </c:pt>
                <c:pt idx="753">
                  <c:v>5254.0</c:v>
                </c:pt>
                <c:pt idx="754">
                  <c:v>5255.0</c:v>
                </c:pt>
                <c:pt idx="755">
                  <c:v>5256.0</c:v>
                </c:pt>
                <c:pt idx="756">
                  <c:v>5257.0</c:v>
                </c:pt>
                <c:pt idx="757">
                  <c:v>5258.0</c:v>
                </c:pt>
                <c:pt idx="758">
                  <c:v>5259.0</c:v>
                </c:pt>
                <c:pt idx="759">
                  <c:v>5260.0</c:v>
                </c:pt>
                <c:pt idx="760">
                  <c:v>5261.0</c:v>
                </c:pt>
                <c:pt idx="761">
                  <c:v>5262.0</c:v>
                </c:pt>
                <c:pt idx="762">
                  <c:v>5263.0</c:v>
                </c:pt>
                <c:pt idx="763">
                  <c:v>5264.0</c:v>
                </c:pt>
                <c:pt idx="764">
                  <c:v>5265.0</c:v>
                </c:pt>
                <c:pt idx="765">
                  <c:v>5266.0</c:v>
                </c:pt>
                <c:pt idx="766">
                  <c:v>5267.0</c:v>
                </c:pt>
                <c:pt idx="767">
                  <c:v>5268.0</c:v>
                </c:pt>
                <c:pt idx="768">
                  <c:v>5269.0</c:v>
                </c:pt>
                <c:pt idx="769">
                  <c:v>5270.0</c:v>
                </c:pt>
                <c:pt idx="770">
                  <c:v>5271.0</c:v>
                </c:pt>
                <c:pt idx="771">
                  <c:v>5272.0</c:v>
                </c:pt>
                <c:pt idx="772">
                  <c:v>5273.0</c:v>
                </c:pt>
                <c:pt idx="773">
                  <c:v>5274.0</c:v>
                </c:pt>
                <c:pt idx="774">
                  <c:v>5275.0</c:v>
                </c:pt>
                <c:pt idx="775">
                  <c:v>5276.0</c:v>
                </c:pt>
                <c:pt idx="776">
                  <c:v>5277.0</c:v>
                </c:pt>
                <c:pt idx="777">
                  <c:v>5278.0</c:v>
                </c:pt>
                <c:pt idx="778">
                  <c:v>5279.0</c:v>
                </c:pt>
                <c:pt idx="779">
                  <c:v>5280.0</c:v>
                </c:pt>
                <c:pt idx="780">
                  <c:v>5281.0</c:v>
                </c:pt>
                <c:pt idx="781">
                  <c:v>5282.0</c:v>
                </c:pt>
                <c:pt idx="782">
                  <c:v>5283.0</c:v>
                </c:pt>
                <c:pt idx="783">
                  <c:v>5284.0</c:v>
                </c:pt>
                <c:pt idx="784">
                  <c:v>5285.0</c:v>
                </c:pt>
                <c:pt idx="785">
                  <c:v>5286.0</c:v>
                </c:pt>
                <c:pt idx="786">
                  <c:v>5287.0</c:v>
                </c:pt>
                <c:pt idx="787">
                  <c:v>5288.0</c:v>
                </c:pt>
                <c:pt idx="788">
                  <c:v>5289.0</c:v>
                </c:pt>
                <c:pt idx="789">
                  <c:v>5290.0</c:v>
                </c:pt>
                <c:pt idx="790">
                  <c:v>5291.0</c:v>
                </c:pt>
                <c:pt idx="791">
                  <c:v>5292.0</c:v>
                </c:pt>
                <c:pt idx="792">
                  <c:v>5293.0</c:v>
                </c:pt>
                <c:pt idx="793">
                  <c:v>5294.0</c:v>
                </c:pt>
                <c:pt idx="794">
                  <c:v>5295.0</c:v>
                </c:pt>
                <c:pt idx="795">
                  <c:v>5296.0</c:v>
                </c:pt>
                <c:pt idx="796">
                  <c:v>5297.0</c:v>
                </c:pt>
                <c:pt idx="797">
                  <c:v>5298.0</c:v>
                </c:pt>
                <c:pt idx="798">
                  <c:v>5299.0</c:v>
                </c:pt>
                <c:pt idx="799">
                  <c:v>5300.0</c:v>
                </c:pt>
                <c:pt idx="800">
                  <c:v>5301.0</c:v>
                </c:pt>
                <c:pt idx="801">
                  <c:v>5302.0</c:v>
                </c:pt>
                <c:pt idx="802">
                  <c:v>5303.0</c:v>
                </c:pt>
                <c:pt idx="803">
                  <c:v>5304.0</c:v>
                </c:pt>
                <c:pt idx="804">
                  <c:v>5305.0</c:v>
                </c:pt>
                <c:pt idx="805">
                  <c:v>5306.0</c:v>
                </c:pt>
                <c:pt idx="806">
                  <c:v>5307.0</c:v>
                </c:pt>
                <c:pt idx="807">
                  <c:v>5308.0</c:v>
                </c:pt>
                <c:pt idx="808">
                  <c:v>5309.0</c:v>
                </c:pt>
                <c:pt idx="809">
                  <c:v>5310.0</c:v>
                </c:pt>
                <c:pt idx="810">
                  <c:v>5311.0</c:v>
                </c:pt>
                <c:pt idx="811">
                  <c:v>5312.0</c:v>
                </c:pt>
                <c:pt idx="812">
                  <c:v>5313.0</c:v>
                </c:pt>
                <c:pt idx="813">
                  <c:v>5314.0</c:v>
                </c:pt>
                <c:pt idx="814">
                  <c:v>5315.0</c:v>
                </c:pt>
                <c:pt idx="815">
                  <c:v>5316.0</c:v>
                </c:pt>
                <c:pt idx="816">
                  <c:v>5317.0</c:v>
                </c:pt>
                <c:pt idx="817">
                  <c:v>5318.0</c:v>
                </c:pt>
                <c:pt idx="818">
                  <c:v>5319.0</c:v>
                </c:pt>
                <c:pt idx="819">
                  <c:v>5320.0</c:v>
                </c:pt>
                <c:pt idx="820">
                  <c:v>5321.0</c:v>
                </c:pt>
                <c:pt idx="821">
                  <c:v>5322.0</c:v>
                </c:pt>
                <c:pt idx="822">
                  <c:v>5323.0</c:v>
                </c:pt>
                <c:pt idx="823">
                  <c:v>5324.0</c:v>
                </c:pt>
                <c:pt idx="824">
                  <c:v>5325.0</c:v>
                </c:pt>
                <c:pt idx="825">
                  <c:v>5326.0</c:v>
                </c:pt>
                <c:pt idx="826">
                  <c:v>5327.0</c:v>
                </c:pt>
                <c:pt idx="827">
                  <c:v>5328.0</c:v>
                </c:pt>
                <c:pt idx="828">
                  <c:v>5329.0</c:v>
                </c:pt>
                <c:pt idx="829">
                  <c:v>5330.0</c:v>
                </c:pt>
                <c:pt idx="830">
                  <c:v>5331.0</c:v>
                </c:pt>
                <c:pt idx="831">
                  <c:v>5332.0</c:v>
                </c:pt>
                <c:pt idx="832">
                  <c:v>5333.0</c:v>
                </c:pt>
                <c:pt idx="833">
                  <c:v>5334.0</c:v>
                </c:pt>
                <c:pt idx="834">
                  <c:v>5335.0</c:v>
                </c:pt>
                <c:pt idx="835">
                  <c:v>5336.0</c:v>
                </c:pt>
                <c:pt idx="836">
                  <c:v>5337.0</c:v>
                </c:pt>
                <c:pt idx="837">
                  <c:v>5338.0</c:v>
                </c:pt>
                <c:pt idx="838">
                  <c:v>5339.0</c:v>
                </c:pt>
                <c:pt idx="839">
                  <c:v>5340.0</c:v>
                </c:pt>
                <c:pt idx="840">
                  <c:v>5341.0</c:v>
                </c:pt>
                <c:pt idx="841">
                  <c:v>5342.0</c:v>
                </c:pt>
                <c:pt idx="842">
                  <c:v>5343.0</c:v>
                </c:pt>
                <c:pt idx="843">
                  <c:v>5344.0</c:v>
                </c:pt>
                <c:pt idx="844">
                  <c:v>5345.0</c:v>
                </c:pt>
                <c:pt idx="845">
                  <c:v>5346.0</c:v>
                </c:pt>
                <c:pt idx="846">
                  <c:v>5347.0</c:v>
                </c:pt>
                <c:pt idx="847">
                  <c:v>5348.0</c:v>
                </c:pt>
                <c:pt idx="848">
                  <c:v>5349.0</c:v>
                </c:pt>
                <c:pt idx="849">
                  <c:v>5350.0</c:v>
                </c:pt>
                <c:pt idx="850">
                  <c:v>5351.0</c:v>
                </c:pt>
                <c:pt idx="851">
                  <c:v>5352.0</c:v>
                </c:pt>
                <c:pt idx="852">
                  <c:v>5353.0</c:v>
                </c:pt>
                <c:pt idx="853">
                  <c:v>5354.0</c:v>
                </c:pt>
                <c:pt idx="854">
                  <c:v>5355.0</c:v>
                </c:pt>
                <c:pt idx="855">
                  <c:v>5356.0</c:v>
                </c:pt>
                <c:pt idx="856">
                  <c:v>5357.0</c:v>
                </c:pt>
                <c:pt idx="857">
                  <c:v>5358.0</c:v>
                </c:pt>
                <c:pt idx="858">
                  <c:v>5359.0</c:v>
                </c:pt>
                <c:pt idx="859">
                  <c:v>5360.0</c:v>
                </c:pt>
                <c:pt idx="860">
                  <c:v>5361.0</c:v>
                </c:pt>
                <c:pt idx="861">
                  <c:v>5362.0</c:v>
                </c:pt>
                <c:pt idx="862">
                  <c:v>5363.0</c:v>
                </c:pt>
                <c:pt idx="863">
                  <c:v>5364.0</c:v>
                </c:pt>
                <c:pt idx="864">
                  <c:v>5365.0</c:v>
                </c:pt>
                <c:pt idx="865">
                  <c:v>5366.0</c:v>
                </c:pt>
                <c:pt idx="866">
                  <c:v>5367.0</c:v>
                </c:pt>
                <c:pt idx="867">
                  <c:v>5368.0</c:v>
                </c:pt>
                <c:pt idx="868">
                  <c:v>5369.0</c:v>
                </c:pt>
                <c:pt idx="869">
                  <c:v>5370.0</c:v>
                </c:pt>
                <c:pt idx="870">
                  <c:v>5371.0</c:v>
                </c:pt>
                <c:pt idx="871">
                  <c:v>5372.0</c:v>
                </c:pt>
                <c:pt idx="872">
                  <c:v>5373.0</c:v>
                </c:pt>
                <c:pt idx="873">
                  <c:v>5374.0</c:v>
                </c:pt>
                <c:pt idx="874">
                  <c:v>5375.0</c:v>
                </c:pt>
                <c:pt idx="875">
                  <c:v>5376.0</c:v>
                </c:pt>
                <c:pt idx="876">
                  <c:v>5377.0</c:v>
                </c:pt>
                <c:pt idx="877">
                  <c:v>5378.0</c:v>
                </c:pt>
                <c:pt idx="878">
                  <c:v>5379.0</c:v>
                </c:pt>
                <c:pt idx="879">
                  <c:v>5380.0</c:v>
                </c:pt>
                <c:pt idx="880">
                  <c:v>5381.0</c:v>
                </c:pt>
                <c:pt idx="881">
                  <c:v>5382.0</c:v>
                </c:pt>
                <c:pt idx="882">
                  <c:v>5383.0</c:v>
                </c:pt>
                <c:pt idx="883">
                  <c:v>5384.0</c:v>
                </c:pt>
                <c:pt idx="884">
                  <c:v>5385.0</c:v>
                </c:pt>
                <c:pt idx="885">
                  <c:v>5386.0</c:v>
                </c:pt>
                <c:pt idx="886">
                  <c:v>5387.0</c:v>
                </c:pt>
                <c:pt idx="887">
                  <c:v>5388.0</c:v>
                </c:pt>
                <c:pt idx="888">
                  <c:v>5389.0</c:v>
                </c:pt>
                <c:pt idx="889">
                  <c:v>5390.0</c:v>
                </c:pt>
                <c:pt idx="890">
                  <c:v>5391.0</c:v>
                </c:pt>
                <c:pt idx="891">
                  <c:v>5392.0</c:v>
                </c:pt>
                <c:pt idx="892">
                  <c:v>5393.0</c:v>
                </c:pt>
                <c:pt idx="893">
                  <c:v>5394.0</c:v>
                </c:pt>
                <c:pt idx="894">
                  <c:v>5395.0</c:v>
                </c:pt>
                <c:pt idx="895">
                  <c:v>5396.0</c:v>
                </c:pt>
                <c:pt idx="896">
                  <c:v>5397.0</c:v>
                </c:pt>
                <c:pt idx="897">
                  <c:v>5398.0</c:v>
                </c:pt>
                <c:pt idx="898">
                  <c:v>5399.0</c:v>
                </c:pt>
                <c:pt idx="899">
                  <c:v>5400.0</c:v>
                </c:pt>
                <c:pt idx="900">
                  <c:v>5401.0</c:v>
                </c:pt>
                <c:pt idx="901">
                  <c:v>5402.0</c:v>
                </c:pt>
                <c:pt idx="902">
                  <c:v>5403.0</c:v>
                </c:pt>
                <c:pt idx="903">
                  <c:v>5404.0</c:v>
                </c:pt>
                <c:pt idx="904">
                  <c:v>5405.0</c:v>
                </c:pt>
                <c:pt idx="905">
                  <c:v>5406.0</c:v>
                </c:pt>
                <c:pt idx="906">
                  <c:v>5407.0</c:v>
                </c:pt>
                <c:pt idx="907">
                  <c:v>5408.0</c:v>
                </c:pt>
                <c:pt idx="908">
                  <c:v>5409.0</c:v>
                </c:pt>
                <c:pt idx="909">
                  <c:v>5410.0</c:v>
                </c:pt>
                <c:pt idx="910">
                  <c:v>5411.0</c:v>
                </c:pt>
                <c:pt idx="911">
                  <c:v>5412.0</c:v>
                </c:pt>
                <c:pt idx="912">
                  <c:v>5413.0</c:v>
                </c:pt>
                <c:pt idx="913">
                  <c:v>5414.0</c:v>
                </c:pt>
                <c:pt idx="914">
                  <c:v>5415.0</c:v>
                </c:pt>
                <c:pt idx="915">
                  <c:v>5416.0</c:v>
                </c:pt>
                <c:pt idx="916">
                  <c:v>5417.0</c:v>
                </c:pt>
                <c:pt idx="917">
                  <c:v>5418.0</c:v>
                </c:pt>
                <c:pt idx="918">
                  <c:v>5419.0</c:v>
                </c:pt>
                <c:pt idx="919">
                  <c:v>5420.0</c:v>
                </c:pt>
                <c:pt idx="920">
                  <c:v>5421.0</c:v>
                </c:pt>
                <c:pt idx="921">
                  <c:v>5422.0</c:v>
                </c:pt>
                <c:pt idx="922">
                  <c:v>5423.0</c:v>
                </c:pt>
                <c:pt idx="923">
                  <c:v>5424.0</c:v>
                </c:pt>
                <c:pt idx="924">
                  <c:v>5425.0</c:v>
                </c:pt>
                <c:pt idx="925">
                  <c:v>5426.0</c:v>
                </c:pt>
                <c:pt idx="926">
                  <c:v>5427.0</c:v>
                </c:pt>
                <c:pt idx="927">
                  <c:v>5428.0</c:v>
                </c:pt>
                <c:pt idx="928">
                  <c:v>5429.0</c:v>
                </c:pt>
                <c:pt idx="929">
                  <c:v>5430.0</c:v>
                </c:pt>
                <c:pt idx="930">
                  <c:v>5431.0</c:v>
                </c:pt>
                <c:pt idx="931">
                  <c:v>5432.0</c:v>
                </c:pt>
                <c:pt idx="932">
                  <c:v>5433.0</c:v>
                </c:pt>
                <c:pt idx="933">
                  <c:v>5434.0</c:v>
                </c:pt>
                <c:pt idx="934">
                  <c:v>5435.0</c:v>
                </c:pt>
                <c:pt idx="935">
                  <c:v>5436.0</c:v>
                </c:pt>
                <c:pt idx="936">
                  <c:v>5437.0</c:v>
                </c:pt>
                <c:pt idx="937">
                  <c:v>5438.0</c:v>
                </c:pt>
                <c:pt idx="938">
                  <c:v>5439.0</c:v>
                </c:pt>
                <c:pt idx="939">
                  <c:v>5440.0</c:v>
                </c:pt>
                <c:pt idx="940">
                  <c:v>5441.0</c:v>
                </c:pt>
                <c:pt idx="941">
                  <c:v>5442.0</c:v>
                </c:pt>
                <c:pt idx="942">
                  <c:v>5443.0</c:v>
                </c:pt>
                <c:pt idx="943">
                  <c:v>5444.0</c:v>
                </c:pt>
                <c:pt idx="944">
                  <c:v>5445.0</c:v>
                </c:pt>
                <c:pt idx="945">
                  <c:v>5446.0</c:v>
                </c:pt>
                <c:pt idx="946">
                  <c:v>5447.0</c:v>
                </c:pt>
                <c:pt idx="947">
                  <c:v>5448.0</c:v>
                </c:pt>
                <c:pt idx="948">
                  <c:v>5449.0</c:v>
                </c:pt>
                <c:pt idx="949">
                  <c:v>5450.0</c:v>
                </c:pt>
                <c:pt idx="950">
                  <c:v>5451.0</c:v>
                </c:pt>
                <c:pt idx="951">
                  <c:v>5452.0</c:v>
                </c:pt>
                <c:pt idx="952">
                  <c:v>5453.0</c:v>
                </c:pt>
                <c:pt idx="953">
                  <c:v>5454.0</c:v>
                </c:pt>
                <c:pt idx="954">
                  <c:v>5455.0</c:v>
                </c:pt>
                <c:pt idx="955">
                  <c:v>5456.0</c:v>
                </c:pt>
                <c:pt idx="956">
                  <c:v>5457.0</c:v>
                </c:pt>
                <c:pt idx="957">
                  <c:v>5458.0</c:v>
                </c:pt>
                <c:pt idx="958">
                  <c:v>5459.0</c:v>
                </c:pt>
                <c:pt idx="959">
                  <c:v>5460.0</c:v>
                </c:pt>
                <c:pt idx="960">
                  <c:v>5461.0</c:v>
                </c:pt>
                <c:pt idx="961">
                  <c:v>5462.0</c:v>
                </c:pt>
                <c:pt idx="962">
                  <c:v>5463.0</c:v>
                </c:pt>
                <c:pt idx="963">
                  <c:v>5464.0</c:v>
                </c:pt>
                <c:pt idx="964">
                  <c:v>5465.0</c:v>
                </c:pt>
                <c:pt idx="965">
                  <c:v>5466.0</c:v>
                </c:pt>
                <c:pt idx="966">
                  <c:v>5467.0</c:v>
                </c:pt>
                <c:pt idx="967">
                  <c:v>5468.0</c:v>
                </c:pt>
                <c:pt idx="968">
                  <c:v>5469.0</c:v>
                </c:pt>
                <c:pt idx="969">
                  <c:v>5470.0</c:v>
                </c:pt>
                <c:pt idx="970">
                  <c:v>5471.0</c:v>
                </c:pt>
                <c:pt idx="971">
                  <c:v>5472.0</c:v>
                </c:pt>
                <c:pt idx="972">
                  <c:v>5473.0</c:v>
                </c:pt>
              </c:numCache>
            </c:numRef>
          </c:xVal>
          <c:yVal>
            <c:numRef>
              <c:f>Sheet1!$B$977:$B$1949</c:f>
              <c:numCache>
                <c:formatCode>General</c:formatCode>
                <c:ptCount val="973"/>
                <c:pt idx="0">
                  <c:v>0.022762115</c:v>
                </c:pt>
                <c:pt idx="1">
                  <c:v>0.023196337</c:v>
                </c:pt>
                <c:pt idx="2">
                  <c:v>0.011093833</c:v>
                </c:pt>
                <c:pt idx="3">
                  <c:v>0.010284225</c:v>
                </c:pt>
                <c:pt idx="4">
                  <c:v>0.0081642763</c:v>
                </c:pt>
                <c:pt idx="5">
                  <c:v>0.007493721</c:v>
                </c:pt>
                <c:pt idx="6">
                  <c:v>0.0078102628</c:v>
                </c:pt>
                <c:pt idx="7">
                  <c:v>0.0048505514</c:v>
                </c:pt>
                <c:pt idx="8">
                  <c:v>0.0037967924</c:v>
                </c:pt>
                <c:pt idx="9">
                  <c:v>0.0039563009</c:v>
                </c:pt>
                <c:pt idx="10">
                  <c:v>0.0039387139</c:v>
                </c:pt>
                <c:pt idx="11">
                  <c:v>0.0035572358</c:v>
                </c:pt>
                <c:pt idx="12">
                  <c:v>0.0031225807</c:v>
                </c:pt>
                <c:pt idx="13">
                  <c:v>0.0025724165</c:v>
                </c:pt>
                <c:pt idx="14">
                  <c:v>0.0020890185</c:v>
                </c:pt>
                <c:pt idx="15">
                  <c:v>0.0018379963</c:v>
                </c:pt>
                <c:pt idx="16">
                  <c:v>0.0017044776</c:v>
                </c:pt>
                <c:pt idx="17">
                  <c:v>0.0015968332</c:v>
                </c:pt>
                <c:pt idx="18">
                  <c:v>0.0015235544</c:v>
                </c:pt>
                <c:pt idx="19">
                  <c:v>0.0014707614</c:v>
                </c:pt>
                <c:pt idx="20">
                  <c:v>0.0014220264</c:v>
                </c:pt>
                <c:pt idx="21">
                  <c:v>0.0013668566</c:v>
                </c:pt>
                <c:pt idx="22">
                  <c:v>0.0013078722</c:v>
                </c:pt>
                <c:pt idx="23">
                  <c:v>0.0012569038</c:v>
                </c:pt>
                <c:pt idx="24">
                  <c:v>0.0011992668</c:v>
                </c:pt>
                <c:pt idx="25">
                  <c:v>0.0011210773</c:v>
                </c:pt>
                <c:pt idx="26">
                  <c:v>0.0010298675</c:v>
                </c:pt>
                <c:pt idx="27">
                  <c:v>0.00093760603</c:v>
                </c:pt>
                <c:pt idx="28">
                  <c:v>0.00087214746</c:v>
                </c:pt>
                <c:pt idx="29">
                  <c:v>0.00085074082</c:v>
                </c:pt>
                <c:pt idx="30">
                  <c:v>0.00087419236</c:v>
                </c:pt>
                <c:pt idx="31">
                  <c:v>0.0009133809</c:v>
                </c:pt>
                <c:pt idx="32">
                  <c:v>0.00095439881</c:v>
                </c:pt>
                <c:pt idx="33">
                  <c:v>0.00099662266</c:v>
                </c:pt>
                <c:pt idx="34">
                  <c:v>0.0010318264</c:v>
                </c:pt>
                <c:pt idx="35">
                  <c:v>0.0010563262</c:v>
                </c:pt>
                <c:pt idx="36">
                  <c:v>0.0010692095</c:v>
                </c:pt>
                <c:pt idx="37">
                  <c:v>0.0010704557</c:v>
                </c:pt>
                <c:pt idx="38">
                  <c:v>0.0010595676</c:v>
                </c:pt>
                <c:pt idx="39">
                  <c:v>0.0010397291</c:v>
                </c:pt>
                <c:pt idx="40">
                  <c:v>0.0010114799</c:v>
                </c:pt>
                <c:pt idx="41">
                  <c:v>0.00097496267</c:v>
                </c:pt>
                <c:pt idx="42">
                  <c:v>0.00093067057</c:v>
                </c:pt>
                <c:pt idx="43">
                  <c:v>0.00088012777</c:v>
                </c:pt>
                <c:pt idx="44">
                  <c:v>0.00082517487</c:v>
                </c:pt>
                <c:pt idx="45">
                  <c:v>0.00076910075</c:v>
                </c:pt>
                <c:pt idx="46">
                  <c:v>0.00071356483</c:v>
                </c:pt>
                <c:pt idx="47">
                  <c:v>0.00066038017</c:v>
                </c:pt>
                <c:pt idx="48">
                  <c:v>0.00061099582</c:v>
                </c:pt>
                <c:pt idx="49">
                  <c:v>0.0005667787</c:v>
                </c:pt>
                <c:pt idx="50">
                  <c:v>0.00052907342</c:v>
                </c:pt>
                <c:pt idx="51">
                  <c:v>0.00049984352</c:v>
                </c:pt>
                <c:pt idx="52">
                  <c:v>0.0004803248</c:v>
                </c:pt>
                <c:pt idx="53">
                  <c:v>0.00047069567</c:v>
                </c:pt>
                <c:pt idx="54">
                  <c:v>0.00047004954</c:v>
                </c:pt>
                <c:pt idx="55">
                  <c:v>0.00047645585</c:v>
                </c:pt>
                <c:pt idx="56">
                  <c:v>0.00048744455</c:v>
                </c:pt>
                <c:pt idx="57">
                  <c:v>0.00050058645</c:v>
                </c:pt>
                <c:pt idx="58">
                  <c:v>0.00051359726</c:v>
                </c:pt>
                <c:pt idx="59">
                  <c:v>0.00052464009</c:v>
                </c:pt>
                <c:pt idx="60">
                  <c:v>0.00053225473</c:v>
                </c:pt>
                <c:pt idx="61">
                  <c:v>0.0005352378</c:v>
                </c:pt>
                <c:pt idx="62">
                  <c:v>0.00053396795</c:v>
                </c:pt>
                <c:pt idx="63">
                  <c:v>0.00053133084</c:v>
                </c:pt>
                <c:pt idx="64">
                  <c:v>0.00052723614</c:v>
                </c:pt>
                <c:pt idx="65">
                  <c:v>0.00052167271</c:v>
                </c:pt>
                <c:pt idx="66">
                  <c:v>0.00051470789</c:v>
                </c:pt>
                <c:pt idx="67">
                  <c:v>0.00050632945</c:v>
                </c:pt>
                <c:pt idx="68">
                  <c:v>0.00049657912</c:v>
                </c:pt>
                <c:pt idx="69">
                  <c:v>0.00048555406</c:v>
                </c:pt>
                <c:pt idx="70">
                  <c:v>0.00047337773</c:v>
                </c:pt>
                <c:pt idx="71">
                  <c:v>0.00046023455</c:v>
                </c:pt>
                <c:pt idx="72">
                  <c:v>0.00044629727</c:v>
                </c:pt>
                <c:pt idx="73">
                  <c:v>0.00043174721</c:v>
                </c:pt>
                <c:pt idx="74">
                  <c:v>0.00041683082</c:v>
                </c:pt>
                <c:pt idx="75">
                  <c:v>0.0004018272</c:v>
                </c:pt>
                <c:pt idx="76">
                  <c:v>0.00038708069</c:v>
                </c:pt>
                <c:pt idx="77">
                  <c:v>0.0003730138</c:v>
                </c:pt>
                <c:pt idx="78">
                  <c:v>0.00036006043</c:v>
                </c:pt>
                <c:pt idx="79">
                  <c:v>0.00034865856</c:v>
                </c:pt>
                <c:pt idx="80">
                  <c:v>0.00033915822</c:v>
                </c:pt>
                <c:pt idx="81">
                  <c:v>0.00033180078</c:v>
                </c:pt>
                <c:pt idx="82">
                  <c:v>0.00032682525</c:v>
                </c:pt>
                <c:pt idx="83">
                  <c:v>0.00032443137</c:v>
                </c:pt>
                <c:pt idx="84">
                  <c:v>0.00032480176</c:v>
                </c:pt>
                <c:pt idx="85">
                  <c:v>0.00032810464</c:v>
                </c:pt>
                <c:pt idx="86">
                  <c:v>0.00033413776</c:v>
                </c:pt>
                <c:pt idx="87">
                  <c:v>0.00034305894</c:v>
                </c:pt>
                <c:pt idx="88">
                  <c:v>0.00035456796</c:v>
                </c:pt>
                <c:pt idx="89">
                  <c:v>0.00036812883</c:v>
                </c:pt>
                <c:pt idx="90">
                  <c:v>0.00038286748</c:v>
                </c:pt>
                <c:pt idx="91">
                  <c:v>0.00039810325</c:v>
                </c:pt>
                <c:pt idx="92">
                  <c:v>0.0004132497</c:v>
                </c:pt>
                <c:pt idx="93">
                  <c:v>0.0004278988</c:v>
                </c:pt>
                <c:pt idx="94">
                  <c:v>0.00044168273</c:v>
                </c:pt>
                <c:pt idx="95">
                  <c:v>0.00045438793</c:v>
                </c:pt>
                <c:pt idx="96">
                  <c:v>0.00046590657</c:v>
                </c:pt>
                <c:pt idx="97">
                  <c:v>0.00047619317</c:v>
                </c:pt>
                <c:pt idx="98">
                  <c:v>0.00048523248</c:v>
                </c:pt>
                <c:pt idx="99">
                  <c:v>0.00049299714</c:v>
                </c:pt>
                <c:pt idx="100">
                  <c:v>0.00049952338</c:v>
                </c:pt>
                <c:pt idx="101">
                  <c:v>0.0005047902</c:v>
                </c:pt>
                <c:pt idx="102">
                  <c:v>0.00050887423</c:v>
                </c:pt>
                <c:pt idx="103">
                  <c:v>0.00051182777</c:v>
                </c:pt>
                <c:pt idx="104">
                  <c:v>0.00051365769</c:v>
                </c:pt>
                <c:pt idx="105">
                  <c:v>0.00051438674</c:v>
                </c:pt>
                <c:pt idx="106">
                  <c:v>0.0005141259</c:v>
                </c:pt>
                <c:pt idx="107">
                  <c:v>0.00051294428</c:v>
                </c:pt>
                <c:pt idx="108">
                  <c:v>0.00051096697</c:v>
                </c:pt>
                <c:pt idx="109">
                  <c:v>0.00050829178</c:v>
                </c:pt>
                <c:pt idx="110">
                  <c:v>0.00050499302</c:v>
                </c:pt>
                <c:pt idx="111">
                  <c:v>0.00050130078</c:v>
                </c:pt>
                <c:pt idx="112">
                  <c:v>0.0004973111</c:v>
                </c:pt>
                <c:pt idx="113">
                  <c:v>0.00049317282</c:v>
                </c:pt>
                <c:pt idx="114">
                  <c:v>0.00048889076</c:v>
                </c:pt>
                <c:pt idx="115">
                  <c:v>0.00048441318</c:v>
                </c:pt>
                <c:pt idx="116">
                  <c:v>0.0004797555</c:v>
                </c:pt>
                <c:pt idx="117">
                  <c:v>0.00047504208</c:v>
                </c:pt>
                <c:pt idx="118">
                  <c:v>0.00046987893</c:v>
                </c:pt>
                <c:pt idx="119">
                  <c:v>0.00046436995</c:v>
                </c:pt>
                <c:pt idx="120">
                  <c:v>0.00045834831</c:v>
                </c:pt>
                <c:pt idx="121">
                  <c:v>0.00045206282</c:v>
                </c:pt>
                <c:pt idx="122">
                  <c:v>0.00044567219</c:v>
                </c:pt>
                <c:pt idx="123">
                  <c:v>0.00043936132</c:v>
                </c:pt>
                <c:pt idx="124">
                  <c:v>0.00043323284</c:v>
                </c:pt>
                <c:pt idx="125">
                  <c:v>0.00043025584</c:v>
                </c:pt>
                <c:pt idx="126">
                  <c:v>0.00042732962</c:v>
                </c:pt>
                <c:pt idx="127">
                  <c:v>0.00042445507</c:v>
                </c:pt>
                <c:pt idx="128">
                  <c:v>0.0004216008</c:v>
                </c:pt>
                <c:pt idx="129">
                  <c:v>0.00041876214</c:v>
                </c:pt>
                <c:pt idx="130">
                  <c:v>0.00041591947</c:v>
                </c:pt>
                <c:pt idx="131">
                  <c:v>0.00041307897</c:v>
                </c:pt>
                <c:pt idx="132">
                  <c:v>0.00041024786</c:v>
                </c:pt>
                <c:pt idx="133">
                  <c:v>0.00040742994</c:v>
                </c:pt>
                <c:pt idx="134">
                  <c:v>0.00040465193</c:v>
                </c:pt>
                <c:pt idx="135">
                  <c:v>0.00040185317</c:v>
                </c:pt>
                <c:pt idx="136">
                  <c:v>0.00039905639</c:v>
                </c:pt>
                <c:pt idx="137">
                  <c:v>0.00039626154</c:v>
                </c:pt>
                <c:pt idx="138">
                  <c:v>0.00039346822</c:v>
                </c:pt>
                <c:pt idx="139">
                  <c:v>0.00039068412</c:v>
                </c:pt>
                <c:pt idx="140">
                  <c:v>0.00038789071</c:v>
                </c:pt>
                <c:pt idx="141">
                  <c:v>0.0003850869</c:v>
                </c:pt>
                <c:pt idx="142">
                  <c:v>0.00038226871</c:v>
                </c:pt>
                <c:pt idx="143">
                  <c:v>0.00037943734</c:v>
                </c:pt>
                <c:pt idx="144">
                  <c:v>0.00037658911</c:v>
                </c:pt>
                <c:pt idx="145">
                  <c:v>0.00037376262</c:v>
                </c:pt>
                <c:pt idx="146">
                  <c:v>0.00037094112</c:v>
                </c:pt>
                <c:pt idx="147">
                  <c:v>0.00036811031</c:v>
                </c:pt>
                <c:pt idx="148">
                  <c:v>0.00036526807</c:v>
                </c:pt>
                <c:pt idx="149">
                  <c:v>0.00036241346</c:v>
                </c:pt>
                <c:pt idx="150">
                  <c:v>0.00035954317</c:v>
                </c:pt>
                <c:pt idx="151">
                  <c:v>0.00035665814</c:v>
                </c:pt>
                <c:pt idx="152">
                  <c:v>0.00035375655</c:v>
                </c:pt>
                <c:pt idx="153">
                  <c:v>0.00035083386</c:v>
                </c:pt>
                <c:pt idx="154">
                  <c:v>0.00034788823</c:v>
                </c:pt>
                <c:pt idx="155">
                  <c:v>0.00034491927</c:v>
                </c:pt>
                <c:pt idx="156">
                  <c:v>0.00034192455</c:v>
                </c:pt>
                <c:pt idx="157">
                  <c:v>0.00033890444</c:v>
                </c:pt>
                <c:pt idx="158">
                  <c:v>0.00033585695</c:v>
                </c:pt>
                <c:pt idx="159">
                  <c:v>0.00033278127</c:v>
                </c:pt>
                <c:pt idx="160">
                  <c:v>0.00032967825</c:v>
                </c:pt>
                <c:pt idx="161">
                  <c:v>0.0003265477</c:v>
                </c:pt>
                <c:pt idx="162">
                  <c:v>0.00032338661</c:v>
                </c:pt>
                <c:pt idx="163">
                  <c:v>0.0003201929</c:v>
                </c:pt>
                <c:pt idx="164">
                  <c:v>0.00031697737</c:v>
                </c:pt>
                <c:pt idx="165">
                  <c:v>0.00031374019</c:v>
                </c:pt>
                <c:pt idx="166">
                  <c:v>0.00031048169</c:v>
                </c:pt>
                <c:pt idx="167">
                  <c:v>0.00030720507</c:v>
                </c:pt>
                <c:pt idx="168">
                  <c:v>0.00030391653</c:v>
                </c:pt>
                <c:pt idx="169">
                  <c:v>0.00030061992</c:v>
                </c:pt>
                <c:pt idx="170">
                  <c:v>0.00029731241</c:v>
                </c:pt>
                <c:pt idx="171">
                  <c:v>0.00029400475</c:v>
                </c:pt>
                <c:pt idx="172">
                  <c:v>0.00029069703</c:v>
                </c:pt>
                <c:pt idx="173">
                  <c:v>0.00028739893</c:v>
                </c:pt>
                <c:pt idx="174">
                  <c:v>0.00028411802</c:v>
                </c:pt>
                <c:pt idx="175">
                  <c:v>0.00028085301</c:v>
                </c:pt>
                <c:pt idx="176">
                  <c:v>0.0002776083</c:v>
                </c:pt>
                <c:pt idx="177">
                  <c:v>0.00027439056</c:v>
                </c:pt>
                <c:pt idx="178">
                  <c:v>0.00027120446</c:v>
                </c:pt>
                <c:pt idx="179">
                  <c:v>0.00026806073</c:v>
                </c:pt>
                <c:pt idx="180">
                  <c:v>0.00026496294</c:v>
                </c:pt>
                <c:pt idx="181">
                  <c:v>0.00026191622</c:v>
                </c:pt>
                <c:pt idx="182">
                  <c:v>0.00025892806</c:v>
                </c:pt>
                <c:pt idx="183">
                  <c:v>0.00025600429</c:v>
                </c:pt>
                <c:pt idx="184">
                  <c:v>0.00025315084</c:v>
                </c:pt>
                <c:pt idx="185">
                  <c:v>0.00025037289</c:v>
                </c:pt>
                <c:pt idx="186">
                  <c:v>0.00024768111</c:v>
                </c:pt>
                <c:pt idx="187">
                  <c:v>0.00024507418</c:v>
                </c:pt>
                <c:pt idx="188">
                  <c:v>0.0002425626</c:v>
                </c:pt>
                <c:pt idx="189">
                  <c:v>0.00024014983</c:v>
                </c:pt>
                <c:pt idx="190">
                  <c:v>0.00023784644</c:v>
                </c:pt>
                <c:pt idx="191">
                  <c:v>0.00023564681</c:v>
                </c:pt>
                <c:pt idx="192">
                  <c:v>0.00023356732</c:v>
                </c:pt>
                <c:pt idx="193">
                  <c:v>0.0002316031</c:v>
                </c:pt>
                <c:pt idx="194">
                  <c:v>0.00022975045</c:v>
                </c:pt>
                <c:pt idx="195">
                  <c:v>0.00022801964</c:v>
                </c:pt>
                <c:pt idx="196">
                  <c:v>0.00022641372</c:v>
                </c:pt>
                <c:pt idx="197">
                  <c:v>0.00022486253</c:v>
                </c:pt>
                <c:pt idx="198">
                  <c:v>0.00022344264</c:v>
                </c:pt>
                <c:pt idx="199">
                  <c:v>0.0002221413</c:v>
                </c:pt>
                <c:pt idx="200">
                  <c:v>0.000220962</c:v>
                </c:pt>
                <c:pt idx="201">
                  <c:v>0.0002199021</c:v>
                </c:pt>
                <c:pt idx="202">
                  <c:v>0.00021894726</c:v>
                </c:pt>
                <c:pt idx="203">
                  <c:v>0.0002181118</c:v>
                </c:pt>
                <c:pt idx="204">
                  <c:v>0.00021738283</c:v>
                </c:pt>
                <c:pt idx="205">
                  <c:v>0.00021674148</c:v>
                </c:pt>
                <c:pt idx="206">
                  <c:v>0.00021620517</c:v>
                </c:pt>
                <c:pt idx="207">
                  <c:v>0.0002157601</c:v>
                </c:pt>
                <c:pt idx="208">
                  <c:v>0.00021539761</c:v>
                </c:pt>
                <c:pt idx="209">
                  <c:v>0.00021511821</c:v>
                </c:pt>
                <c:pt idx="210">
                  <c:v>0.00021491141</c:v>
                </c:pt>
                <c:pt idx="211">
                  <c:v>0.0002147672</c:v>
                </c:pt>
                <c:pt idx="212">
                  <c:v>0.0002146719</c:v>
                </c:pt>
                <c:pt idx="213">
                  <c:v>0.00021461932</c:v>
                </c:pt>
                <c:pt idx="214">
                  <c:v>0.00021461045</c:v>
                </c:pt>
                <c:pt idx="215">
                  <c:v>0.0002146456</c:v>
                </c:pt>
                <c:pt idx="216">
                  <c:v>0.00021471418</c:v>
                </c:pt>
                <c:pt idx="217">
                  <c:v>0.00021480168</c:v>
                </c:pt>
                <c:pt idx="218">
                  <c:v>0.00021490861</c:v>
                </c:pt>
                <c:pt idx="219">
                  <c:v>0.00021501927</c:v>
                </c:pt>
                <c:pt idx="220">
                  <c:v>0.00021513598</c:v>
                </c:pt>
                <c:pt idx="221">
                  <c:v>0.00021525116</c:v>
                </c:pt>
                <c:pt idx="222">
                  <c:v>0.00021535248</c:v>
                </c:pt>
                <c:pt idx="223">
                  <c:v>0.00021543888</c:v>
                </c:pt>
                <c:pt idx="224">
                  <c:v>0.00021549991</c:v>
                </c:pt>
                <c:pt idx="225">
                  <c:v>0.00021552875</c:v>
                </c:pt>
                <c:pt idx="226">
                  <c:v>0.00021553605</c:v>
                </c:pt>
                <c:pt idx="227">
                  <c:v>0.00021550558</c:v>
                </c:pt>
                <c:pt idx="228">
                  <c:v>0.00021543865</c:v>
                </c:pt>
                <c:pt idx="229">
                  <c:v>0.00021532489</c:v>
                </c:pt>
                <c:pt idx="230">
                  <c:v>0.000215166</c:v>
                </c:pt>
                <c:pt idx="231">
                  <c:v>0.00021495265</c:v>
                </c:pt>
                <c:pt idx="232">
                  <c:v>0.00021468499</c:v>
                </c:pt>
                <c:pt idx="233">
                  <c:v>0.00021436244</c:v>
                </c:pt>
                <c:pt idx="234">
                  <c:v>0.00021398244</c:v>
                </c:pt>
                <c:pt idx="235">
                  <c:v>0.0002135421</c:v>
                </c:pt>
                <c:pt idx="236">
                  <c:v>0.00021304099</c:v>
                </c:pt>
                <c:pt idx="237">
                  <c:v>0.00021247919</c:v>
                </c:pt>
                <c:pt idx="238">
                  <c:v>0.00021185663</c:v>
                </c:pt>
                <c:pt idx="239">
                  <c:v>0.00021116796</c:v>
                </c:pt>
                <c:pt idx="240">
                  <c:v>0.00021042173</c:v>
                </c:pt>
                <c:pt idx="241">
                  <c:v>0.00020961393</c:v>
                </c:pt>
                <c:pt idx="242">
                  <c:v>0.00020875244</c:v>
                </c:pt>
                <c:pt idx="243">
                  <c:v>0.00020782752</c:v>
                </c:pt>
                <c:pt idx="244">
                  <c:v>0.00020685668</c:v>
                </c:pt>
                <c:pt idx="245">
                  <c:v>0.00020583608</c:v>
                </c:pt>
                <c:pt idx="246">
                  <c:v>0.00020477183</c:v>
                </c:pt>
                <c:pt idx="247">
                  <c:v>0.00020366814</c:v>
                </c:pt>
                <c:pt idx="248">
                  <c:v>0.00020253021</c:v>
                </c:pt>
                <c:pt idx="249">
                  <c:v>0.00020136486</c:v>
                </c:pt>
                <c:pt idx="250">
                  <c:v>0.00020075204</c:v>
                </c:pt>
                <c:pt idx="251">
                  <c:v>0.00020013016</c:v>
                </c:pt>
                <c:pt idx="252">
                  <c:v>0.00019950919</c:v>
                </c:pt>
                <c:pt idx="253">
                  <c:v>0.00019888546</c:v>
                </c:pt>
                <c:pt idx="254">
                  <c:v>0.00019826553</c:v>
                </c:pt>
                <c:pt idx="255">
                  <c:v>0.00019764555</c:v>
                </c:pt>
                <c:pt idx="256">
                  <c:v>0.0001970231</c:v>
                </c:pt>
                <c:pt idx="257">
                  <c:v>0.00019640681</c:v>
                </c:pt>
                <c:pt idx="258">
                  <c:v>0.0001957941</c:v>
                </c:pt>
                <c:pt idx="259">
                  <c:v>0.00019518486</c:v>
                </c:pt>
                <c:pt idx="260">
                  <c:v>0.00019458295</c:v>
                </c:pt>
                <c:pt idx="261">
                  <c:v>0.00019398221</c:v>
                </c:pt>
                <c:pt idx="262">
                  <c:v>0.00019338649</c:v>
                </c:pt>
                <c:pt idx="263">
                  <c:v>0.0001928016</c:v>
                </c:pt>
                <c:pt idx="264">
                  <c:v>0.00019222009</c:v>
                </c:pt>
                <c:pt idx="265">
                  <c:v>0.00019164909</c:v>
                </c:pt>
                <c:pt idx="266">
                  <c:v>0.00019108941</c:v>
                </c:pt>
                <c:pt idx="267">
                  <c:v>0.00019054159</c:v>
                </c:pt>
                <c:pt idx="268">
                  <c:v>0.00019000671</c:v>
                </c:pt>
                <c:pt idx="269">
                  <c:v>0.00018948562</c:v>
                </c:pt>
                <c:pt idx="270">
                  <c:v>0.00018897903</c:v>
                </c:pt>
                <c:pt idx="271">
                  <c:v>0.00018848944</c:v>
                </c:pt>
                <c:pt idx="272">
                  <c:v>0.00018801833</c:v>
                </c:pt>
                <c:pt idx="273">
                  <c:v>0.00018756236</c:v>
                </c:pt>
                <c:pt idx="274">
                  <c:v>0.00018712561</c:v>
                </c:pt>
                <c:pt idx="275">
                  <c:v>0.00018670941</c:v>
                </c:pt>
                <c:pt idx="276">
                  <c:v>0.00018631483</c:v>
                </c:pt>
                <c:pt idx="277">
                  <c:v>0.000185941</c:v>
                </c:pt>
                <c:pt idx="278">
                  <c:v>0.00018558974</c:v>
                </c:pt>
                <c:pt idx="279">
                  <c:v>0.00018526212</c:v>
                </c:pt>
                <c:pt idx="280">
                  <c:v>0.00018495923</c:v>
                </c:pt>
                <c:pt idx="281">
                  <c:v>0.00018468094</c:v>
                </c:pt>
                <c:pt idx="282">
                  <c:v>0.00018442835</c:v>
                </c:pt>
                <c:pt idx="283">
                  <c:v>0.00018420318</c:v>
                </c:pt>
                <c:pt idx="284">
                  <c:v>0.00018400734</c:v>
                </c:pt>
                <c:pt idx="285">
                  <c:v>0.0001838383</c:v>
                </c:pt>
                <c:pt idx="286">
                  <c:v>0.00018369881</c:v>
                </c:pt>
                <c:pt idx="287">
                  <c:v>0.00018358935</c:v>
                </c:pt>
                <c:pt idx="288">
                  <c:v>0.00018351026</c:v>
                </c:pt>
                <c:pt idx="289">
                  <c:v>0.00018346161</c:v>
                </c:pt>
                <c:pt idx="290">
                  <c:v>0.00018344488</c:v>
                </c:pt>
                <c:pt idx="291">
                  <c:v>0.00018346199</c:v>
                </c:pt>
                <c:pt idx="292">
                  <c:v>0.00018350958</c:v>
                </c:pt>
                <c:pt idx="293">
                  <c:v>0.00018359028</c:v>
                </c:pt>
                <c:pt idx="294">
                  <c:v>0.00018370406</c:v>
                </c:pt>
                <c:pt idx="295">
                  <c:v>0.0001838512</c:v>
                </c:pt>
                <c:pt idx="296">
                  <c:v>0.00018403198</c:v>
                </c:pt>
                <c:pt idx="297">
                  <c:v>0.00018424803</c:v>
                </c:pt>
                <c:pt idx="298">
                  <c:v>0.00018449522</c:v>
                </c:pt>
                <c:pt idx="299">
                  <c:v>0.00018477613</c:v>
                </c:pt>
                <c:pt idx="300">
                  <c:v>0.00018509026</c:v>
                </c:pt>
                <c:pt idx="301">
                  <c:v>0.00018543803</c:v>
                </c:pt>
                <c:pt idx="302">
                  <c:v>0.00018582023</c:v>
                </c:pt>
                <c:pt idx="303">
                  <c:v>0.00018623548</c:v>
                </c:pt>
                <c:pt idx="304">
                  <c:v>0.00018668122</c:v>
                </c:pt>
                <c:pt idx="305">
                  <c:v>0.00018716033</c:v>
                </c:pt>
                <c:pt idx="306">
                  <c:v>0.00018767159</c:v>
                </c:pt>
                <c:pt idx="307">
                  <c:v>0.00018821419</c:v>
                </c:pt>
                <c:pt idx="308">
                  <c:v>0.0001887849</c:v>
                </c:pt>
                <c:pt idx="309">
                  <c:v>0.00018938684</c:v>
                </c:pt>
                <c:pt idx="310">
                  <c:v>0.00019002029</c:v>
                </c:pt>
                <c:pt idx="311">
                  <c:v>0.00019068124</c:v>
                </c:pt>
                <c:pt idx="312">
                  <c:v>0.00019137117</c:v>
                </c:pt>
                <c:pt idx="313">
                  <c:v>0.0001920893</c:v>
                </c:pt>
                <c:pt idx="314">
                  <c:v>0.00019283815</c:v>
                </c:pt>
                <c:pt idx="315">
                  <c:v>0.00019360957</c:v>
                </c:pt>
                <c:pt idx="316">
                  <c:v>0.00019440586</c:v>
                </c:pt>
                <c:pt idx="317">
                  <c:v>0.00019522681</c:v>
                </c:pt>
                <c:pt idx="318">
                  <c:v>0.00019607114</c:v>
                </c:pt>
                <c:pt idx="319">
                  <c:v>0.00019693767</c:v>
                </c:pt>
                <c:pt idx="320">
                  <c:v>0.0001978271</c:v>
                </c:pt>
                <c:pt idx="321">
                  <c:v>0.00019873456</c:v>
                </c:pt>
                <c:pt idx="322">
                  <c:v>0.00019966178</c:v>
                </c:pt>
                <c:pt idx="323">
                  <c:v>0.00020061071</c:v>
                </c:pt>
                <c:pt idx="324">
                  <c:v>0.00020157263</c:v>
                </c:pt>
                <c:pt idx="325">
                  <c:v>0.00020255593</c:v>
                </c:pt>
                <c:pt idx="326">
                  <c:v>0.00020355186</c:v>
                </c:pt>
                <c:pt idx="327">
                  <c:v>0.00020456422</c:v>
                </c:pt>
                <c:pt idx="328">
                  <c:v>0.00020559111</c:v>
                </c:pt>
                <c:pt idx="329">
                  <c:v>0.00020662675</c:v>
                </c:pt>
                <c:pt idx="330">
                  <c:v>0.00020767218</c:v>
                </c:pt>
                <c:pt idx="331">
                  <c:v>0.00020873235</c:v>
                </c:pt>
                <c:pt idx="332">
                  <c:v>0.00020980116</c:v>
                </c:pt>
                <c:pt idx="333">
                  <c:v>0.00021087525</c:v>
                </c:pt>
                <c:pt idx="334">
                  <c:v>0.00021195917</c:v>
                </c:pt>
                <c:pt idx="335">
                  <c:v>0.00021304876</c:v>
                </c:pt>
                <c:pt idx="336">
                  <c:v>0.00021413972</c:v>
                </c:pt>
                <c:pt idx="337">
                  <c:v>0.00021524179</c:v>
                </c:pt>
                <c:pt idx="338">
                  <c:v>0.00021634019</c:v>
                </c:pt>
                <c:pt idx="339">
                  <c:v>0.00021743994</c:v>
                </c:pt>
                <c:pt idx="340">
                  <c:v>0.00021854146</c:v>
                </c:pt>
                <c:pt idx="341">
                  <c:v>0.00021964172</c:v>
                </c:pt>
                <c:pt idx="342">
                  <c:v>0.00022074488</c:v>
                </c:pt>
                <c:pt idx="343">
                  <c:v>0.00022183859</c:v>
                </c:pt>
                <c:pt idx="344">
                  <c:v>0.00022293782</c:v>
                </c:pt>
                <c:pt idx="345">
                  <c:v>0.00022402275</c:v>
                </c:pt>
                <c:pt idx="346">
                  <c:v>0.00022510968</c:v>
                </c:pt>
                <c:pt idx="347">
                  <c:v>0.00022618475</c:v>
                </c:pt>
                <c:pt idx="348">
                  <c:v>0.00022725734</c:v>
                </c:pt>
                <c:pt idx="349">
                  <c:v>0.00022831524</c:v>
                </c:pt>
                <c:pt idx="350">
                  <c:v>0.00022937166</c:v>
                </c:pt>
                <c:pt idx="351">
                  <c:v>0.00023041386</c:v>
                </c:pt>
                <c:pt idx="352">
                  <c:v>0.00023144748</c:v>
                </c:pt>
                <c:pt idx="353">
                  <c:v>0.00023247529</c:v>
                </c:pt>
                <c:pt idx="354">
                  <c:v>0.00023348015</c:v>
                </c:pt>
                <c:pt idx="355">
                  <c:v>0.00023447805</c:v>
                </c:pt>
                <c:pt idx="356">
                  <c:v>0.0002354579</c:v>
                </c:pt>
                <c:pt idx="357">
                  <c:v>0.00023642023</c:v>
                </c:pt>
                <c:pt idx="358">
                  <c:v>0.00023736334</c:v>
                </c:pt>
                <c:pt idx="359">
                  <c:v>0.00023828945</c:v>
                </c:pt>
                <c:pt idx="360">
                  <c:v>0.00023919975</c:v>
                </c:pt>
                <c:pt idx="361">
                  <c:v>0.0002400917</c:v>
                </c:pt>
                <c:pt idx="362">
                  <c:v>0.00024096274</c:v>
                </c:pt>
                <c:pt idx="363">
                  <c:v>0.00024180948</c:v>
                </c:pt>
                <c:pt idx="364">
                  <c:v>0.00024263824</c:v>
                </c:pt>
                <c:pt idx="365">
                  <c:v>0.00024344469</c:v>
                </c:pt>
                <c:pt idx="366">
                  <c:v>0.00024422891</c:v>
                </c:pt>
                <c:pt idx="367">
                  <c:v>0.00024498886</c:v>
                </c:pt>
                <c:pt idx="368">
                  <c:v>0.00024572246</c:v>
                </c:pt>
                <c:pt idx="369">
                  <c:v>0.0002464332</c:v>
                </c:pt>
                <c:pt idx="370">
                  <c:v>0.00024712057</c:v>
                </c:pt>
                <c:pt idx="371">
                  <c:v>0.00024777915</c:v>
                </c:pt>
                <c:pt idx="372">
                  <c:v>0.00024841329</c:v>
                </c:pt>
                <c:pt idx="373">
                  <c:v>0.00024902237</c:v>
                </c:pt>
                <c:pt idx="374">
                  <c:v>0.00024960174</c:v>
                </c:pt>
                <c:pt idx="375">
                  <c:v>0.00025015482</c:v>
                </c:pt>
                <c:pt idx="376">
                  <c:v>0.00025068106</c:v>
                </c:pt>
                <c:pt idx="377">
                  <c:v>0.00025117687</c:v>
                </c:pt>
                <c:pt idx="378">
                  <c:v>0.00025164196</c:v>
                </c:pt>
                <c:pt idx="379">
                  <c:v>0.00025208083</c:v>
                </c:pt>
                <c:pt idx="380">
                  <c:v>0.00025249005</c:v>
                </c:pt>
                <c:pt idx="381">
                  <c:v>0.00025287122</c:v>
                </c:pt>
                <c:pt idx="382">
                  <c:v>0.00025322247</c:v>
                </c:pt>
                <c:pt idx="383">
                  <c:v>0.00025354013</c:v>
                </c:pt>
                <c:pt idx="384">
                  <c:v>0.00025382867</c:v>
                </c:pt>
                <c:pt idx="385">
                  <c:v>0.00025408926</c:v>
                </c:pt>
                <c:pt idx="386">
                  <c:v>0.00025431768</c:v>
                </c:pt>
                <c:pt idx="387">
                  <c:v>0.00025451647</c:v>
                </c:pt>
                <c:pt idx="388">
                  <c:v>0.00025468232</c:v>
                </c:pt>
                <c:pt idx="389">
                  <c:v>0.00025481874</c:v>
                </c:pt>
                <c:pt idx="390">
                  <c:v>0.00025492528</c:v>
                </c:pt>
                <c:pt idx="391">
                  <c:v>0.00025500393</c:v>
                </c:pt>
                <c:pt idx="392">
                  <c:v>0.00025504985</c:v>
                </c:pt>
                <c:pt idx="393">
                  <c:v>0.00025506141</c:v>
                </c:pt>
                <c:pt idx="394">
                  <c:v>0.00025503848</c:v>
                </c:pt>
                <c:pt idx="395">
                  <c:v>0.0002549886</c:v>
                </c:pt>
                <c:pt idx="396">
                  <c:v>0.00025490835</c:v>
                </c:pt>
                <c:pt idx="397">
                  <c:v>0.0002547981</c:v>
                </c:pt>
                <c:pt idx="398">
                  <c:v>0.00025465521</c:v>
                </c:pt>
                <c:pt idx="399">
                  <c:v>0.00025448158</c:v>
                </c:pt>
                <c:pt idx="400">
                  <c:v>0.00025428051</c:v>
                </c:pt>
                <c:pt idx="401">
                  <c:v>0.00025404722</c:v>
                </c:pt>
                <c:pt idx="402">
                  <c:v>0.00025378521</c:v>
                </c:pt>
                <c:pt idx="403">
                  <c:v>0.00025349077</c:v>
                </c:pt>
                <c:pt idx="404">
                  <c:v>0.00025316339</c:v>
                </c:pt>
                <c:pt idx="405">
                  <c:v>0.00025280962</c:v>
                </c:pt>
                <c:pt idx="406">
                  <c:v>0.00025242749</c:v>
                </c:pt>
                <c:pt idx="407">
                  <c:v>0.00025201786</c:v>
                </c:pt>
                <c:pt idx="408">
                  <c:v>0.00025157566</c:v>
                </c:pt>
                <c:pt idx="409">
                  <c:v>0.00025110709</c:v>
                </c:pt>
                <c:pt idx="410">
                  <c:v>0.00025061126</c:v>
                </c:pt>
                <c:pt idx="411">
                  <c:v>0.00025008594</c:v>
                </c:pt>
                <c:pt idx="412">
                  <c:v>0.00024952858</c:v>
                </c:pt>
                <c:pt idx="413">
                  <c:v>0.00024895192</c:v>
                </c:pt>
                <c:pt idx="414">
                  <c:v>0.00024834785</c:v>
                </c:pt>
                <c:pt idx="415">
                  <c:v>0.00024771214</c:v>
                </c:pt>
                <c:pt idx="416">
                  <c:v>0.00024705783</c:v>
                </c:pt>
                <c:pt idx="417">
                  <c:v>0.00024637416</c:v>
                </c:pt>
                <c:pt idx="418">
                  <c:v>0.00024566534</c:v>
                </c:pt>
                <c:pt idx="419">
                  <c:v>0.00024493355</c:v>
                </c:pt>
                <c:pt idx="420">
                  <c:v>0.00024417238</c:v>
                </c:pt>
                <c:pt idx="421">
                  <c:v>0.00024339168</c:v>
                </c:pt>
                <c:pt idx="422">
                  <c:v>0.00024259531</c:v>
                </c:pt>
                <c:pt idx="423">
                  <c:v>0.00024177342</c:v>
                </c:pt>
                <c:pt idx="424">
                  <c:v>0.00024092048</c:v>
                </c:pt>
                <c:pt idx="425">
                  <c:v>0.0002400593</c:v>
                </c:pt>
                <c:pt idx="426">
                  <c:v>0.00023917632</c:v>
                </c:pt>
                <c:pt idx="427">
                  <c:v>0.00023826781</c:v>
                </c:pt>
                <c:pt idx="428">
                  <c:v>0.00023734774</c:v>
                </c:pt>
                <c:pt idx="429">
                  <c:v>0.00023640556</c:v>
                </c:pt>
                <c:pt idx="430">
                  <c:v>0.00023543949</c:v>
                </c:pt>
                <c:pt idx="431">
                  <c:v>0.00023446475</c:v>
                </c:pt>
                <c:pt idx="432">
                  <c:v>0.0002334712</c:v>
                </c:pt>
                <c:pt idx="433">
                  <c:v>0.00023241624</c:v>
                </c:pt>
                <c:pt idx="434">
                  <c:v>0.0002313271</c:v>
                </c:pt>
                <c:pt idx="435">
                  <c:v>0.00023022317</c:v>
                </c:pt>
                <c:pt idx="436">
                  <c:v>0.00022910095</c:v>
                </c:pt>
                <c:pt idx="437">
                  <c:v>0.00022796925</c:v>
                </c:pt>
                <c:pt idx="438">
                  <c:v>0.00022682128</c:v>
                </c:pt>
                <c:pt idx="439">
                  <c:v>0.00022566086</c:v>
                </c:pt>
                <c:pt idx="440">
                  <c:v>0.00022450201</c:v>
                </c:pt>
                <c:pt idx="441">
                  <c:v>0.00022333409</c:v>
                </c:pt>
                <c:pt idx="442">
                  <c:v>0.00022215815</c:v>
                </c:pt>
                <c:pt idx="443">
                  <c:v>0.00022097557</c:v>
                </c:pt>
                <c:pt idx="444">
                  <c:v>0.00021979014</c:v>
                </c:pt>
                <c:pt idx="445">
                  <c:v>0.00021859996</c:v>
                </c:pt>
                <c:pt idx="446">
                  <c:v>0.0002174009</c:v>
                </c:pt>
                <c:pt idx="447">
                  <c:v>0.00021619566</c:v>
                </c:pt>
                <c:pt idx="448">
                  <c:v>0.00021499128</c:v>
                </c:pt>
                <c:pt idx="449">
                  <c:v>0.00021378551</c:v>
                </c:pt>
                <c:pt idx="450">
                  <c:v>0.00021257958</c:v>
                </c:pt>
                <c:pt idx="451">
                  <c:v>0.00021137389</c:v>
                </c:pt>
                <c:pt idx="452">
                  <c:v>0.00021016902</c:v>
                </c:pt>
                <c:pt idx="453">
                  <c:v>0.00020896182</c:v>
                </c:pt>
                <c:pt idx="454">
                  <c:v>0.00020776008</c:v>
                </c:pt>
                <c:pt idx="455">
                  <c:v>0.00020656117</c:v>
                </c:pt>
                <c:pt idx="456">
                  <c:v>0.00020535794</c:v>
                </c:pt>
                <c:pt idx="457">
                  <c:v>0.00020416371</c:v>
                </c:pt>
                <c:pt idx="458">
                  <c:v>0.00020296848</c:v>
                </c:pt>
                <c:pt idx="459">
                  <c:v>0.00020177852</c:v>
                </c:pt>
                <c:pt idx="460">
                  <c:v>0.00020059595</c:v>
                </c:pt>
                <c:pt idx="461">
                  <c:v>0.00019940997</c:v>
                </c:pt>
                <c:pt idx="462">
                  <c:v>0.0001982358</c:v>
                </c:pt>
                <c:pt idx="463">
                  <c:v>0.00019706055</c:v>
                </c:pt>
                <c:pt idx="464">
                  <c:v>0.00019589365</c:v>
                </c:pt>
                <c:pt idx="465">
                  <c:v>0.00019473475</c:v>
                </c:pt>
                <c:pt idx="466">
                  <c:v>0.00019357038</c:v>
                </c:pt>
                <c:pt idx="467">
                  <c:v>0.00019241839</c:v>
                </c:pt>
                <c:pt idx="468">
                  <c:v>0.00019127711</c:v>
                </c:pt>
                <c:pt idx="469">
                  <c:v>0.00019013957</c:v>
                </c:pt>
                <c:pt idx="470">
                  <c:v>0.00018901207</c:v>
                </c:pt>
                <c:pt idx="471">
                  <c:v>0.00018789704</c:v>
                </c:pt>
                <c:pt idx="472">
                  <c:v>0.00018679422</c:v>
                </c:pt>
                <c:pt idx="473">
                  <c:v>0.00018570114</c:v>
                </c:pt>
                <c:pt idx="474">
                  <c:v>0.00018461551</c:v>
                </c:pt>
                <c:pt idx="475">
                  <c:v>0.00018353919</c:v>
                </c:pt>
                <c:pt idx="476">
                  <c:v>0.00018247238</c:v>
                </c:pt>
                <c:pt idx="477">
                  <c:v>0.0001814232</c:v>
                </c:pt>
                <c:pt idx="478">
                  <c:v>0.0001803705</c:v>
                </c:pt>
                <c:pt idx="479">
                  <c:v>0.00017931829</c:v>
                </c:pt>
                <c:pt idx="480">
                  <c:v>0.00017828747</c:v>
                </c:pt>
                <c:pt idx="481">
                  <c:v>0.00017726438</c:v>
                </c:pt>
                <c:pt idx="482">
                  <c:v>0.00017624409</c:v>
                </c:pt>
                <c:pt idx="483">
                  <c:v>0.00017524644</c:v>
                </c:pt>
                <c:pt idx="484">
                  <c:v>0.00017425692</c:v>
                </c:pt>
                <c:pt idx="485">
                  <c:v>0.00017326808</c:v>
                </c:pt>
                <c:pt idx="486">
                  <c:v>0.0001722997</c:v>
                </c:pt>
                <c:pt idx="487">
                  <c:v>0.00017133599</c:v>
                </c:pt>
                <c:pt idx="488">
                  <c:v>0.00017037324</c:v>
                </c:pt>
                <c:pt idx="489">
                  <c:v>0.00016943033</c:v>
                </c:pt>
                <c:pt idx="490">
                  <c:v>0.00016848957</c:v>
                </c:pt>
                <c:pt idx="491">
                  <c:v>0.00016755144</c:v>
                </c:pt>
                <c:pt idx="492">
                  <c:v>0.00016663285</c:v>
                </c:pt>
                <c:pt idx="493">
                  <c:v>0.00016571877</c:v>
                </c:pt>
                <c:pt idx="494">
                  <c:v>0.00016480707</c:v>
                </c:pt>
                <c:pt idx="495">
                  <c:v>0.00016391506</c:v>
                </c:pt>
                <c:pt idx="496">
                  <c:v>0.00016302772</c:v>
                </c:pt>
                <c:pt idx="497">
                  <c:v>0.00016214211</c:v>
                </c:pt>
                <c:pt idx="498">
                  <c:v>0.00016127139</c:v>
                </c:pt>
                <c:pt idx="499">
                  <c:v>0.00016040588</c:v>
                </c:pt>
                <c:pt idx="500">
                  <c:v>0.00015997378</c:v>
                </c:pt>
                <c:pt idx="501">
                  <c:v>0.00015954679</c:v>
                </c:pt>
                <c:pt idx="502">
                  <c:v>0.00015912707</c:v>
                </c:pt>
                <c:pt idx="503">
                  <c:v>0.00015870725</c:v>
                </c:pt>
                <c:pt idx="504">
                  <c:v>0.00015828436</c:v>
                </c:pt>
                <c:pt idx="505">
                  <c:v>0.0001578569</c:v>
                </c:pt>
                <c:pt idx="506">
                  <c:v>0.00015743929</c:v>
                </c:pt>
                <c:pt idx="507">
                  <c:v>0.0001570139</c:v>
                </c:pt>
                <c:pt idx="508">
                  <c:v>0.00015659783</c:v>
                </c:pt>
                <c:pt idx="509">
                  <c:v>0.00015618673</c:v>
                </c:pt>
                <c:pt idx="510">
                  <c:v>0.00015577589</c:v>
                </c:pt>
                <c:pt idx="511">
                  <c:v>0.00015536101</c:v>
                </c:pt>
                <c:pt idx="512">
                  <c:v>0.00015494969</c:v>
                </c:pt>
                <c:pt idx="513">
                  <c:v>0.00015454177</c:v>
                </c:pt>
                <c:pt idx="514">
                  <c:v>0.00015413928</c:v>
                </c:pt>
                <c:pt idx="515">
                  <c:v>0.00015373936</c:v>
                </c:pt>
                <c:pt idx="516">
                  <c:v>0.00015334163</c:v>
                </c:pt>
                <c:pt idx="517">
                  <c:v>0.00015295144</c:v>
                </c:pt>
                <c:pt idx="518">
                  <c:v>0.0001525604</c:v>
                </c:pt>
                <c:pt idx="519">
                  <c:v>0.00015216948</c:v>
                </c:pt>
                <c:pt idx="520">
                  <c:v>0.00015177631</c:v>
                </c:pt>
                <c:pt idx="521">
                  <c:v>0.000151386</c:v>
                </c:pt>
                <c:pt idx="522">
                  <c:v>0.0001510026</c:v>
                </c:pt>
                <c:pt idx="523">
                  <c:v>0.00015061143</c:v>
                </c:pt>
                <c:pt idx="524">
                  <c:v>0.00015022379</c:v>
                </c:pt>
                <c:pt idx="525">
                  <c:v>0.00014984769</c:v>
                </c:pt>
                <c:pt idx="526">
                  <c:v>0.00014947281</c:v>
                </c:pt>
                <c:pt idx="527">
                  <c:v>0.00014909755</c:v>
                </c:pt>
                <c:pt idx="528">
                  <c:v>0.00014872524</c:v>
                </c:pt>
                <c:pt idx="529">
                  <c:v>0.00014835527</c:v>
                </c:pt>
                <c:pt idx="530">
                  <c:v>0.00014798464</c:v>
                </c:pt>
                <c:pt idx="531">
                  <c:v>0.000147623</c:v>
                </c:pt>
                <c:pt idx="532">
                  <c:v>0.000147258</c:v>
                </c:pt>
                <c:pt idx="533">
                  <c:v>0.00014689204</c:v>
                </c:pt>
                <c:pt idx="534">
                  <c:v>0.00014651032</c:v>
                </c:pt>
                <c:pt idx="535">
                  <c:v>0.00014613822</c:v>
                </c:pt>
                <c:pt idx="536">
                  <c:v>0.00014577021</c:v>
                </c:pt>
                <c:pt idx="537">
                  <c:v>0.00014541775</c:v>
                </c:pt>
                <c:pt idx="538">
                  <c:v>0.00014504422</c:v>
                </c:pt>
                <c:pt idx="539">
                  <c:v>0.00014468534</c:v>
                </c:pt>
                <c:pt idx="540">
                  <c:v>0.00014432468</c:v>
                </c:pt>
                <c:pt idx="541">
                  <c:v>0.00014396847</c:v>
                </c:pt>
                <c:pt idx="542">
                  <c:v>0.00014360871</c:v>
                </c:pt>
                <c:pt idx="543">
                  <c:v>0.0001432491</c:v>
                </c:pt>
                <c:pt idx="544">
                  <c:v>0.00014289858</c:v>
                </c:pt>
                <c:pt idx="545">
                  <c:v>0.00014252984</c:v>
                </c:pt>
                <c:pt idx="546">
                  <c:v>0.00014217509</c:v>
                </c:pt>
                <c:pt idx="547">
                  <c:v>0.0001418314</c:v>
                </c:pt>
                <c:pt idx="548">
                  <c:v>0.00014147725</c:v>
                </c:pt>
                <c:pt idx="549">
                  <c:v>0.00014112968</c:v>
                </c:pt>
                <c:pt idx="550">
                  <c:v>0.00014079236</c:v>
                </c:pt>
                <c:pt idx="551">
                  <c:v>0.00014044341</c:v>
                </c:pt>
                <c:pt idx="552">
                  <c:v>0.00014010209</c:v>
                </c:pt>
                <c:pt idx="553">
                  <c:v>0.00013974492</c:v>
                </c:pt>
                <c:pt idx="554">
                  <c:v>0.00013939993</c:v>
                </c:pt>
                <c:pt idx="555">
                  <c:v>0.00013906472</c:v>
                </c:pt>
                <c:pt idx="556">
                  <c:v>0.00013872291</c:v>
                </c:pt>
                <c:pt idx="557">
                  <c:v>0.00013838358</c:v>
                </c:pt>
                <c:pt idx="558">
                  <c:v>0.00013803849</c:v>
                </c:pt>
                <c:pt idx="559">
                  <c:v>0.00013769482</c:v>
                </c:pt>
                <c:pt idx="560">
                  <c:v>0.00013735634</c:v>
                </c:pt>
                <c:pt idx="561">
                  <c:v>0.00013701901</c:v>
                </c:pt>
                <c:pt idx="562">
                  <c:v>0.00013668035</c:v>
                </c:pt>
                <c:pt idx="563">
                  <c:v>0.00013634562</c:v>
                </c:pt>
                <c:pt idx="564">
                  <c:v>0.00013601168</c:v>
                </c:pt>
                <c:pt idx="565">
                  <c:v>0.00013567826</c:v>
                </c:pt>
                <c:pt idx="566">
                  <c:v>0.00013534922</c:v>
                </c:pt>
                <c:pt idx="567">
                  <c:v>0.00013502162</c:v>
                </c:pt>
                <c:pt idx="568">
                  <c:v>0.00013468852</c:v>
                </c:pt>
                <c:pt idx="569">
                  <c:v>0.00013436</c:v>
                </c:pt>
                <c:pt idx="570">
                  <c:v>0.00013403308</c:v>
                </c:pt>
                <c:pt idx="571">
                  <c:v>0.00013370481</c:v>
                </c:pt>
                <c:pt idx="572">
                  <c:v>0.00013337984</c:v>
                </c:pt>
                <c:pt idx="573">
                  <c:v>0.00013305582</c:v>
                </c:pt>
                <c:pt idx="574">
                  <c:v>0.00013273081</c:v>
                </c:pt>
                <c:pt idx="575">
                  <c:v>0.00013241034</c:v>
                </c:pt>
                <c:pt idx="576">
                  <c:v>0.0001320898</c:v>
                </c:pt>
                <c:pt idx="577">
                  <c:v>0.000131768</c:v>
                </c:pt>
                <c:pt idx="578">
                  <c:v>0.00013144916</c:v>
                </c:pt>
                <c:pt idx="579">
                  <c:v>0.00013113738</c:v>
                </c:pt>
                <c:pt idx="580">
                  <c:v>0.00013082123</c:v>
                </c:pt>
                <c:pt idx="581">
                  <c:v>0.00013050615</c:v>
                </c:pt>
                <c:pt idx="582">
                  <c:v>0.00013018986</c:v>
                </c:pt>
                <c:pt idx="583">
                  <c:v>0.0001298775</c:v>
                </c:pt>
                <c:pt idx="584">
                  <c:v>0.00012957121</c:v>
                </c:pt>
                <c:pt idx="585">
                  <c:v>0.00012926108</c:v>
                </c:pt>
                <c:pt idx="586">
                  <c:v>0.00012895233</c:v>
                </c:pt>
                <c:pt idx="587">
                  <c:v>0.00012864435</c:v>
                </c:pt>
                <c:pt idx="588">
                  <c:v>0.00012833814</c:v>
                </c:pt>
                <c:pt idx="589">
                  <c:v>0.00012803681</c:v>
                </c:pt>
                <c:pt idx="590">
                  <c:v>0.0001277323</c:v>
                </c:pt>
                <c:pt idx="591">
                  <c:v>0.00012743666</c:v>
                </c:pt>
                <c:pt idx="592">
                  <c:v>0.00012713534</c:v>
                </c:pt>
                <c:pt idx="593">
                  <c:v>0.00012683486</c:v>
                </c:pt>
                <c:pt idx="594">
                  <c:v>0.00012653398</c:v>
                </c:pt>
                <c:pt idx="595">
                  <c:v>0.00012623662</c:v>
                </c:pt>
                <c:pt idx="596">
                  <c:v>0.00012594673</c:v>
                </c:pt>
                <c:pt idx="597">
                  <c:v>0.00012565294</c:v>
                </c:pt>
                <c:pt idx="598">
                  <c:v>0.00012536615</c:v>
                </c:pt>
                <c:pt idx="599">
                  <c:v>0.00012507491</c:v>
                </c:pt>
                <c:pt idx="600">
                  <c:v>0.00012478683</c:v>
                </c:pt>
                <c:pt idx="601">
                  <c:v>0.0001244986</c:v>
                </c:pt>
                <c:pt idx="602">
                  <c:v>0.00012421267</c:v>
                </c:pt>
                <c:pt idx="603">
                  <c:v>0.0001239337</c:v>
                </c:pt>
                <c:pt idx="604">
                  <c:v>0.00012365107</c:v>
                </c:pt>
                <c:pt idx="605">
                  <c:v>0.00012337671</c:v>
                </c:pt>
                <c:pt idx="606">
                  <c:v>0.0001230976</c:v>
                </c:pt>
                <c:pt idx="607">
                  <c:v>0.00012282573</c:v>
                </c:pt>
                <c:pt idx="608">
                  <c:v>0.00012255043</c:v>
                </c:pt>
                <c:pt idx="609">
                  <c:v>0.00012228378</c:v>
                </c:pt>
                <c:pt idx="610">
                  <c:v>0.00012201329</c:v>
                </c:pt>
                <c:pt idx="611">
                  <c:v>0.00012175021</c:v>
                </c:pt>
                <c:pt idx="612">
                  <c:v>0.00012148242</c:v>
                </c:pt>
                <c:pt idx="613">
                  <c:v>0.00012122367</c:v>
                </c:pt>
                <c:pt idx="614">
                  <c:v>0.00012096064</c:v>
                </c:pt>
                <c:pt idx="615">
                  <c:v>0.00012070611</c:v>
                </c:pt>
                <c:pt idx="616">
                  <c:v>0.00012044697</c:v>
                </c:pt>
                <c:pt idx="617">
                  <c:v>0.00012019734</c:v>
                </c:pt>
                <c:pt idx="618">
                  <c:v>0.00011994464</c:v>
                </c:pt>
                <c:pt idx="619">
                  <c:v>0.0001196992</c:v>
                </c:pt>
                <c:pt idx="620">
                  <c:v>0.00011944944</c:v>
                </c:pt>
                <c:pt idx="621">
                  <c:v>0.00011920901</c:v>
                </c:pt>
                <c:pt idx="622">
                  <c:v>0.00011896471</c:v>
                </c:pt>
                <c:pt idx="623">
                  <c:v>0.00011873151</c:v>
                </c:pt>
                <c:pt idx="624">
                  <c:v>0.00011849089</c:v>
                </c:pt>
                <c:pt idx="625">
                  <c:v>0.00011826295</c:v>
                </c:pt>
                <c:pt idx="626">
                  <c:v>0.00011802788</c:v>
                </c:pt>
                <c:pt idx="627">
                  <c:v>0.00011780251</c:v>
                </c:pt>
                <c:pt idx="628">
                  <c:v>0.00011757347</c:v>
                </c:pt>
                <c:pt idx="629">
                  <c:v>0.00011734877</c:v>
                </c:pt>
                <c:pt idx="630">
                  <c:v>0.00011712647</c:v>
                </c:pt>
                <c:pt idx="631">
                  <c:v>0.00011691</c:v>
                </c:pt>
                <c:pt idx="632">
                  <c:v>0.00011669237</c:v>
                </c:pt>
                <c:pt idx="633">
                  <c:v>0.00011647604</c:v>
                </c:pt>
                <c:pt idx="634">
                  <c:v>0.00011626599</c:v>
                </c:pt>
                <c:pt idx="635">
                  <c:v>0.00011605231</c:v>
                </c:pt>
                <c:pt idx="636">
                  <c:v>0.00011584661</c:v>
                </c:pt>
                <c:pt idx="637">
                  <c:v>0.00011564095</c:v>
                </c:pt>
                <c:pt idx="638">
                  <c:v>0.00011544396</c:v>
                </c:pt>
                <c:pt idx="639">
                  <c:v>0.00011524742</c:v>
                </c:pt>
                <c:pt idx="640">
                  <c:v>0.00011505255</c:v>
                </c:pt>
                <c:pt idx="641">
                  <c:v>0.00011486205</c:v>
                </c:pt>
                <c:pt idx="642">
                  <c:v>0.00011466682</c:v>
                </c:pt>
                <c:pt idx="643">
                  <c:v>0.00011447618</c:v>
                </c:pt>
                <c:pt idx="644">
                  <c:v>0.00011429414</c:v>
                </c:pt>
                <c:pt idx="645">
                  <c:v>0.00011411477</c:v>
                </c:pt>
                <c:pt idx="646">
                  <c:v>0.0001139372</c:v>
                </c:pt>
                <c:pt idx="647">
                  <c:v>0.00011376336</c:v>
                </c:pt>
                <c:pt idx="648">
                  <c:v>0.00011358986</c:v>
                </c:pt>
                <c:pt idx="649">
                  <c:v>0.00011342299</c:v>
                </c:pt>
                <c:pt idx="650">
                  <c:v>0.0001132581</c:v>
                </c:pt>
                <c:pt idx="651">
                  <c:v>0.00011309699</c:v>
                </c:pt>
                <c:pt idx="652">
                  <c:v>0.00011293968</c:v>
                </c:pt>
                <c:pt idx="653">
                  <c:v>0.00011278213</c:v>
                </c:pt>
                <c:pt idx="654">
                  <c:v>0.00011263206</c:v>
                </c:pt>
                <c:pt idx="655">
                  <c:v>0.00011248782</c:v>
                </c:pt>
                <c:pt idx="656">
                  <c:v>0.00011234272</c:v>
                </c:pt>
                <c:pt idx="657">
                  <c:v>0.00011220254</c:v>
                </c:pt>
                <c:pt idx="658">
                  <c:v>0.0001120615</c:v>
                </c:pt>
                <c:pt idx="659">
                  <c:v>0.0001119288</c:v>
                </c:pt>
                <c:pt idx="660">
                  <c:v>0.0001117968</c:v>
                </c:pt>
                <c:pt idx="661">
                  <c:v>0.00011167208</c:v>
                </c:pt>
                <c:pt idx="662">
                  <c:v>0.00011154461</c:v>
                </c:pt>
                <c:pt idx="663">
                  <c:v>0.00011142553</c:v>
                </c:pt>
                <c:pt idx="664">
                  <c:v>0.00011131322</c:v>
                </c:pt>
                <c:pt idx="665">
                  <c:v>0.00011120852</c:v>
                </c:pt>
                <c:pt idx="666">
                  <c:v>0.00011109178</c:v>
                </c:pt>
                <c:pt idx="667">
                  <c:v>0.00011098579</c:v>
                </c:pt>
                <c:pt idx="668">
                  <c:v>0.00011088504</c:v>
                </c:pt>
                <c:pt idx="669">
                  <c:v>0.00011078282</c:v>
                </c:pt>
                <c:pt idx="670">
                  <c:v>0.0001106903</c:v>
                </c:pt>
                <c:pt idx="671">
                  <c:v>0.00011060185</c:v>
                </c:pt>
                <c:pt idx="672">
                  <c:v>0.00011051687</c:v>
                </c:pt>
                <c:pt idx="673">
                  <c:v>0.00011042886</c:v>
                </c:pt>
                <c:pt idx="674">
                  <c:v>0.00011035055</c:v>
                </c:pt>
                <c:pt idx="675">
                  <c:v>0.00011028073</c:v>
                </c:pt>
                <c:pt idx="676">
                  <c:v>0.00011021588</c:v>
                </c:pt>
                <c:pt idx="677">
                  <c:v>0.00011013988</c:v>
                </c:pt>
                <c:pt idx="678">
                  <c:v>0.00011007531</c:v>
                </c:pt>
                <c:pt idx="679">
                  <c:v>0.00011001709</c:v>
                </c:pt>
                <c:pt idx="680">
                  <c:v>0.00010995731</c:v>
                </c:pt>
                <c:pt idx="681">
                  <c:v>0.00010990637</c:v>
                </c:pt>
                <c:pt idx="682">
                  <c:v>0.00010985615</c:v>
                </c:pt>
                <c:pt idx="683">
                  <c:v>0.00010981463</c:v>
                </c:pt>
                <c:pt idx="684">
                  <c:v>0.00010977503</c:v>
                </c:pt>
                <c:pt idx="685">
                  <c:v>0.00010974483</c:v>
                </c:pt>
                <c:pt idx="686">
                  <c:v>0.00010970984</c:v>
                </c:pt>
                <c:pt idx="687">
                  <c:v>0.0001096897</c:v>
                </c:pt>
                <c:pt idx="688">
                  <c:v>0.00010967428</c:v>
                </c:pt>
                <c:pt idx="689">
                  <c:v>0.00010965065</c:v>
                </c:pt>
                <c:pt idx="690">
                  <c:v>0.00010963869</c:v>
                </c:pt>
                <c:pt idx="691">
                  <c:v>0.00010962984</c:v>
                </c:pt>
                <c:pt idx="692">
                  <c:v>0.00010962808</c:v>
                </c:pt>
                <c:pt idx="693">
                  <c:v>0.00010962542</c:v>
                </c:pt>
                <c:pt idx="694">
                  <c:v>0.00010962827</c:v>
                </c:pt>
                <c:pt idx="695">
                  <c:v>0.00010963889</c:v>
                </c:pt>
                <c:pt idx="696">
                  <c:v>0.00010964776</c:v>
                </c:pt>
                <c:pt idx="697">
                  <c:v>0.00010966607</c:v>
                </c:pt>
                <c:pt idx="698">
                  <c:v>0.0001096903</c:v>
                </c:pt>
                <c:pt idx="699">
                  <c:v>0.00010970945</c:v>
                </c:pt>
                <c:pt idx="700">
                  <c:v>0.00010974011</c:v>
                </c:pt>
                <c:pt idx="701">
                  <c:v>0.00010977665</c:v>
                </c:pt>
                <c:pt idx="702">
                  <c:v>0.00010981065</c:v>
                </c:pt>
                <c:pt idx="703">
                  <c:v>0.00010985467</c:v>
                </c:pt>
                <c:pt idx="704">
                  <c:v>0.0001099026</c:v>
                </c:pt>
                <c:pt idx="705">
                  <c:v>0.00010994917</c:v>
                </c:pt>
                <c:pt idx="706">
                  <c:v>0.00011000551</c:v>
                </c:pt>
                <c:pt idx="707">
                  <c:v>0.0001100681</c:v>
                </c:pt>
                <c:pt idx="708">
                  <c:v>0.00011012794</c:v>
                </c:pt>
                <c:pt idx="709">
                  <c:v>0.00011019612</c:v>
                </c:pt>
                <c:pt idx="710">
                  <c:v>0.00011027141</c:v>
                </c:pt>
                <c:pt idx="711">
                  <c:v>0.00011034348</c:v>
                </c:pt>
                <c:pt idx="712">
                  <c:v>0.00011042477</c:v>
                </c:pt>
                <c:pt idx="713">
                  <c:v>0.00011051249</c:v>
                </c:pt>
                <c:pt idx="714">
                  <c:v>0.00011060119</c:v>
                </c:pt>
                <c:pt idx="715">
                  <c:v>0.00011069337</c:v>
                </c:pt>
                <c:pt idx="716">
                  <c:v>0.00011079325</c:v>
                </c:pt>
                <c:pt idx="717">
                  <c:v>0.00011089679</c:v>
                </c:pt>
                <c:pt idx="718">
                  <c:v>0.00011100185</c:v>
                </c:pt>
                <c:pt idx="719">
                  <c:v>0.00011111551</c:v>
                </c:pt>
                <c:pt idx="720">
                  <c:v>0.00011123439</c:v>
                </c:pt>
                <c:pt idx="721">
                  <c:v>0.0001113523</c:v>
                </c:pt>
                <c:pt idx="722">
                  <c:v>0.00011148151</c:v>
                </c:pt>
                <c:pt idx="723">
                  <c:v>0.0001116071</c:v>
                </c:pt>
                <c:pt idx="724">
                  <c:v>0.00011173621</c:v>
                </c:pt>
                <c:pt idx="725">
                  <c:v>0.00011187399</c:v>
                </c:pt>
                <c:pt idx="726">
                  <c:v>0.00011201715</c:v>
                </c:pt>
                <c:pt idx="727">
                  <c:v>0.00011216387</c:v>
                </c:pt>
                <c:pt idx="728">
                  <c:v>0.00011231239</c:v>
                </c:pt>
                <c:pt idx="729">
                  <c:v>0.0001124705</c:v>
                </c:pt>
                <c:pt idx="730">
                  <c:v>0.00011262663</c:v>
                </c:pt>
                <c:pt idx="731">
                  <c:v>0.00011279033</c:v>
                </c:pt>
                <c:pt idx="732">
                  <c:v>0.00011295759</c:v>
                </c:pt>
                <c:pt idx="733">
                  <c:v>0.00011312954</c:v>
                </c:pt>
                <c:pt idx="734">
                  <c:v>0.0001133011</c:v>
                </c:pt>
                <c:pt idx="735">
                  <c:v>0.00011348426</c:v>
                </c:pt>
                <c:pt idx="736">
                  <c:v>0.00011365659</c:v>
                </c:pt>
                <c:pt idx="737">
                  <c:v>0.00011383723</c:v>
                </c:pt>
                <c:pt idx="738">
                  <c:v>0.00011402693</c:v>
                </c:pt>
                <c:pt idx="739">
                  <c:v>0.00011422088</c:v>
                </c:pt>
                <c:pt idx="740">
                  <c:v>0.00011441887</c:v>
                </c:pt>
                <c:pt idx="741">
                  <c:v>0.00011461768</c:v>
                </c:pt>
                <c:pt idx="742">
                  <c:v>0.00011481666</c:v>
                </c:pt>
                <c:pt idx="743">
                  <c:v>0.00011501804</c:v>
                </c:pt>
                <c:pt idx="744">
                  <c:v>0.00011522617</c:v>
                </c:pt>
                <c:pt idx="745">
                  <c:v>0.0001154406</c:v>
                </c:pt>
                <c:pt idx="746">
                  <c:v>0.00011565632</c:v>
                </c:pt>
                <c:pt idx="747">
                  <c:v>0.0001158738</c:v>
                </c:pt>
                <c:pt idx="748">
                  <c:v>0.00011609898</c:v>
                </c:pt>
                <c:pt idx="749">
                  <c:v>0.00011632302</c:v>
                </c:pt>
                <c:pt idx="750">
                  <c:v>0.00011654514</c:v>
                </c:pt>
                <c:pt idx="751">
                  <c:v>0.00011677516</c:v>
                </c:pt>
                <c:pt idx="752">
                  <c:v>0.00011701147</c:v>
                </c:pt>
                <c:pt idx="753">
                  <c:v>0.00011725031</c:v>
                </c:pt>
                <c:pt idx="754">
                  <c:v>0.00011749112</c:v>
                </c:pt>
                <c:pt idx="755">
                  <c:v>0.00011773326</c:v>
                </c:pt>
                <c:pt idx="756">
                  <c:v>0.00011798579</c:v>
                </c:pt>
                <c:pt idx="757">
                  <c:v>0.00011823604</c:v>
                </c:pt>
                <c:pt idx="758">
                  <c:v>0.00011848905</c:v>
                </c:pt>
                <c:pt idx="759">
                  <c:v>0.00011874496</c:v>
                </c:pt>
                <c:pt idx="760">
                  <c:v>0.00011901009</c:v>
                </c:pt>
                <c:pt idx="761">
                  <c:v>0.00011927033</c:v>
                </c:pt>
                <c:pt idx="762">
                  <c:v>0.00011953537</c:v>
                </c:pt>
                <c:pt idx="763">
                  <c:v>0.00011980134</c:v>
                </c:pt>
                <c:pt idx="764">
                  <c:v>0.00012007749</c:v>
                </c:pt>
                <c:pt idx="765">
                  <c:v>0.00012034896</c:v>
                </c:pt>
                <c:pt idx="766">
                  <c:v>0.00012062384</c:v>
                </c:pt>
                <c:pt idx="767">
                  <c:v>0.00012089918</c:v>
                </c:pt>
                <c:pt idx="768">
                  <c:v>0.00012118344</c:v>
                </c:pt>
                <c:pt idx="769">
                  <c:v>0.00012146273</c:v>
                </c:pt>
                <c:pt idx="770">
                  <c:v>0.00012174843</c:v>
                </c:pt>
                <c:pt idx="771">
                  <c:v>0.00012203342</c:v>
                </c:pt>
                <c:pt idx="772">
                  <c:v>0.00012231773</c:v>
                </c:pt>
                <c:pt idx="773">
                  <c:v>0.00012259327</c:v>
                </c:pt>
                <c:pt idx="774">
                  <c:v>0.00012288271</c:v>
                </c:pt>
                <c:pt idx="775">
                  <c:v>0.0001231756</c:v>
                </c:pt>
                <c:pt idx="776">
                  <c:v>0.00012346837</c:v>
                </c:pt>
                <c:pt idx="777">
                  <c:v>0.00012376327</c:v>
                </c:pt>
                <c:pt idx="778">
                  <c:v>0.00012405955</c:v>
                </c:pt>
                <c:pt idx="779">
                  <c:v>0.00012436486</c:v>
                </c:pt>
                <c:pt idx="780">
                  <c:v>0.00012466477</c:v>
                </c:pt>
                <c:pt idx="781">
                  <c:v>0.0001249646</c:v>
                </c:pt>
                <c:pt idx="782">
                  <c:v>0.00012526115</c:v>
                </c:pt>
                <c:pt idx="783">
                  <c:v>0.00012556379</c:v>
                </c:pt>
                <c:pt idx="784">
                  <c:v>0.00012587573</c:v>
                </c:pt>
                <c:pt idx="785">
                  <c:v>0.00012618072</c:v>
                </c:pt>
                <c:pt idx="786">
                  <c:v>0.00012648994</c:v>
                </c:pt>
                <c:pt idx="787">
                  <c:v>0.0001268005</c:v>
                </c:pt>
                <c:pt idx="788">
                  <c:v>0.00012711784</c:v>
                </c:pt>
                <c:pt idx="789">
                  <c:v>0.00012743125</c:v>
                </c:pt>
                <c:pt idx="790">
                  <c:v>0.00012774346</c:v>
                </c:pt>
                <c:pt idx="791">
                  <c:v>0.0001280547</c:v>
                </c:pt>
                <c:pt idx="792">
                  <c:v>0.00012837122</c:v>
                </c:pt>
                <c:pt idx="793">
                  <c:v>0.00012868874</c:v>
                </c:pt>
                <c:pt idx="794">
                  <c:v>0.00012900828</c:v>
                </c:pt>
                <c:pt idx="795">
                  <c:v>0.00012932752</c:v>
                </c:pt>
                <c:pt idx="796">
                  <c:v>0.00012964812</c:v>
                </c:pt>
                <c:pt idx="797">
                  <c:v>0.00012997353</c:v>
                </c:pt>
                <c:pt idx="798">
                  <c:v>0.00013029601</c:v>
                </c:pt>
                <c:pt idx="799">
                  <c:v>0.00013061638</c:v>
                </c:pt>
                <c:pt idx="800">
                  <c:v>0.00013093716</c:v>
                </c:pt>
                <c:pt idx="801">
                  <c:v>0.00013125986</c:v>
                </c:pt>
                <c:pt idx="802">
                  <c:v>0.00013158657</c:v>
                </c:pt>
                <c:pt idx="803">
                  <c:v>0.00013191212</c:v>
                </c:pt>
                <c:pt idx="804">
                  <c:v>0.00013223599</c:v>
                </c:pt>
                <c:pt idx="805">
                  <c:v>0.00013256104</c:v>
                </c:pt>
                <c:pt idx="806">
                  <c:v>0.00013288666</c:v>
                </c:pt>
                <c:pt idx="807">
                  <c:v>0.00013321511</c:v>
                </c:pt>
                <c:pt idx="808">
                  <c:v>0.00013354405</c:v>
                </c:pt>
                <c:pt idx="809">
                  <c:v>0.00013386959</c:v>
                </c:pt>
                <c:pt idx="810">
                  <c:v>0.00013419736</c:v>
                </c:pt>
                <c:pt idx="811">
                  <c:v>0.00013452397</c:v>
                </c:pt>
                <c:pt idx="812">
                  <c:v>0.00013485266</c:v>
                </c:pt>
                <c:pt idx="813">
                  <c:v>0.00013517975</c:v>
                </c:pt>
                <c:pt idx="814">
                  <c:v>0.00013550734</c:v>
                </c:pt>
                <c:pt idx="815">
                  <c:v>0.00013583709</c:v>
                </c:pt>
                <c:pt idx="816">
                  <c:v>0.00013616751</c:v>
                </c:pt>
                <c:pt idx="817">
                  <c:v>0.00013649619</c:v>
                </c:pt>
                <c:pt idx="818">
                  <c:v>0.00013682308</c:v>
                </c:pt>
                <c:pt idx="819">
                  <c:v>0.00013715187</c:v>
                </c:pt>
                <c:pt idx="820">
                  <c:v>0.00013747888</c:v>
                </c:pt>
                <c:pt idx="821">
                  <c:v>0.00013780511</c:v>
                </c:pt>
                <c:pt idx="822">
                  <c:v>0.00013813369</c:v>
                </c:pt>
                <c:pt idx="823">
                  <c:v>0.00013846932</c:v>
                </c:pt>
                <c:pt idx="824">
                  <c:v>0.00013880929</c:v>
                </c:pt>
                <c:pt idx="825">
                  <c:v>0.0001391443</c:v>
                </c:pt>
                <c:pt idx="826">
                  <c:v>0.00013948154</c:v>
                </c:pt>
                <c:pt idx="827">
                  <c:v>0.00013981746</c:v>
                </c:pt>
                <c:pt idx="828">
                  <c:v>0.00014015199</c:v>
                </c:pt>
                <c:pt idx="829">
                  <c:v>0.00014048635</c:v>
                </c:pt>
                <c:pt idx="830">
                  <c:v>0.00014082015</c:v>
                </c:pt>
                <c:pt idx="831">
                  <c:v>0.00014115314</c:v>
                </c:pt>
                <c:pt idx="832">
                  <c:v>0.00014148416</c:v>
                </c:pt>
                <c:pt idx="833">
                  <c:v>0.00014181615</c:v>
                </c:pt>
                <c:pt idx="834">
                  <c:v>0.0001421449</c:v>
                </c:pt>
                <c:pt idx="835">
                  <c:v>0.00014247363</c:v>
                </c:pt>
                <c:pt idx="836">
                  <c:v>0.00014280171</c:v>
                </c:pt>
                <c:pt idx="837">
                  <c:v>0.00014312741</c:v>
                </c:pt>
                <c:pt idx="838">
                  <c:v>0.00014344982</c:v>
                </c:pt>
                <c:pt idx="839">
                  <c:v>0.00014377363</c:v>
                </c:pt>
                <c:pt idx="840">
                  <c:v>0.00014409674</c:v>
                </c:pt>
                <c:pt idx="841">
                  <c:v>0.00014441791</c:v>
                </c:pt>
                <c:pt idx="842">
                  <c:v>0.00014473838</c:v>
                </c:pt>
                <c:pt idx="843">
                  <c:v>0.00014505819</c:v>
                </c:pt>
                <c:pt idx="844">
                  <c:v>0.00014537547</c:v>
                </c:pt>
                <c:pt idx="845">
                  <c:v>0.00014569174</c:v>
                </c:pt>
                <c:pt idx="846">
                  <c:v>0.00014600689</c:v>
                </c:pt>
                <c:pt idx="847">
                  <c:v>0.00014631982</c:v>
                </c:pt>
                <c:pt idx="848">
                  <c:v>0.00014663196</c:v>
                </c:pt>
                <c:pt idx="849">
                  <c:v>0.00014694419</c:v>
                </c:pt>
                <c:pt idx="850">
                  <c:v>0.00014725407</c:v>
                </c:pt>
                <c:pt idx="851">
                  <c:v>0.00014756111</c:v>
                </c:pt>
                <c:pt idx="852">
                  <c:v>0.00014786729</c:v>
                </c:pt>
                <c:pt idx="853">
                  <c:v>0.00014817162</c:v>
                </c:pt>
                <c:pt idx="854">
                  <c:v>0.00014847442</c:v>
                </c:pt>
                <c:pt idx="855">
                  <c:v>0.00014877793</c:v>
                </c:pt>
                <c:pt idx="856">
                  <c:v>0.00014907991</c:v>
                </c:pt>
                <c:pt idx="857">
                  <c:v>0.00014937712</c:v>
                </c:pt>
                <c:pt idx="858">
                  <c:v>0.00014967305</c:v>
                </c:pt>
                <c:pt idx="859">
                  <c:v>0.0001499667</c:v>
                </c:pt>
                <c:pt idx="860">
                  <c:v>0.00015026313</c:v>
                </c:pt>
                <c:pt idx="861">
                  <c:v>0.00015054689</c:v>
                </c:pt>
                <c:pt idx="862">
                  <c:v>0.00015083778</c:v>
                </c:pt>
                <c:pt idx="863">
                  <c:v>0.00015111878</c:v>
                </c:pt>
                <c:pt idx="864">
                  <c:v>0.00015140711</c:v>
                </c:pt>
                <c:pt idx="865">
                  <c:v>0.00015169109</c:v>
                </c:pt>
                <c:pt idx="866">
                  <c:v>0.00015197262</c:v>
                </c:pt>
                <c:pt idx="867">
                  <c:v>0.00015225132</c:v>
                </c:pt>
                <c:pt idx="868">
                  <c:v>0.00015253053</c:v>
                </c:pt>
                <c:pt idx="869">
                  <c:v>0.00015280848</c:v>
                </c:pt>
                <c:pt idx="870">
                  <c:v>0.00015308393</c:v>
                </c:pt>
                <c:pt idx="871">
                  <c:v>0.00015335416</c:v>
                </c:pt>
                <c:pt idx="872">
                  <c:v>0.00015362515</c:v>
                </c:pt>
                <c:pt idx="873">
                  <c:v>0.00015389208</c:v>
                </c:pt>
                <c:pt idx="874">
                  <c:v>0.00015416143</c:v>
                </c:pt>
                <c:pt idx="875">
                  <c:v>0.0001544187</c:v>
                </c:pt>
                <c:pt idx="876">
                  <c:v>0.00015468501</c:v>
                </c:pt>
                <c:pt idx="877">
                  <c:v>0.00015494665</c:v>
                </c:pt>
                <c:pt idx="878">
                  <c:v>0.00015520561</c:v>
                </c:pt>
                <c:pt idx="879">
                  <c:v>0.00015546279</c:v>
                </c:pt>
                <c:pt idx="880">
                  <c:v>0.0001557179</c:v>
                </c:pt>
                <c:pt idx="881">
                  <c:v>0.00015597441</c:v>
                </c:pt>
                <c:pt idx="882">
                  <c:v>0.00015622636</c:v>
                </c:pt>
                <c:pt idx="883">
                  <c:v>0.00015647509</c:v>
                </c:pt>
                <c:pt idx="884">
                  <c:v>0.00015672314</c:v>
                </c:pt>
                <c:pt idx="885">
                  <c:v>0.00015696826</c:v>
                </c:pt>
                <c:pt idx="886">
                  <c:v>0.00015721487</c:v>
                </c:pt>
                <c:pt idx="887">
                  <c:v>0.00015745714</c:v>
                </c:pt>
                <c:pt idx="888">
                  <c:v>0.00015769544</c:v>
                </c:pt>
                <c:pt idx="889">
                  <c:v>0.00015793173</c:v>
                </c:pt>
                <c:pt idx="890">
                  <c:v>0.0001581659</c:v>
                </c:pt>
                <c:pt idx="891">
                  <c:v>0.00015839333</c:v>
                </c:pt>
                <c:pt idx="892">
                  <c:v>0.00015862691</c:v>
                </c:pt>
                <c:pt idx="893">
                  <c:v>0.00015885547</c:v>
                </c:pt>
                <c:pt idx="894">
                  <c:v>0.00015908048</c:v>
                </c:pt>
                <c:pt idx="895">
                  <c:v>0.00015930576</c:v>
                </c:pt>
                <c:pt idx="896">
                  <c:v>0.00015952685</c:v>
                </c:pt>
                <c:pt idx="897">
                  <c:v>0.00015974876</c:v>
                </c:pt>
                <c:pt idx="898">
                  <c:v>0.0001599694</c:v>
                </c:pt>
                <c:pt idx="899">
                  <c:v>0.00016018266</c:v>
                </c:pt>
                <c:pt idx="900">
                  <c:v>0.00016039398</c:v>
                </c:pt>
                <c:pt idx="901">
                  <c:v>0.00016060396</c:v>
                </c:pt>
                <c:pt idx="902">
                  <c:v>0.00016080634</c:v>
                </c:pt>
                <c:pt idx="903">
                  <c:v>0.00016101385</c:v>
                </c:pt>
                <c:pt idx="904">
                  <c:v>0.00016121577</c:v>
                </c:pt>
                <c:pt idx="905">
                  <c:v>0.0001614197</c:v>
                </c:pt>
                <c:pt idx="906">
                  <c:v>0.00016161715</c:v>
                </c:pt>
                <c:pt idx="907">
                  <c:v>0.00016181307</c:v>
                </c:pt>
                <c:pt idx="908">
                  <c:v>0.00016201326</c:v>
                </c:pt>
                <c:pt idx="909">
                  <c:v>0.00016220361</c:v>
                </c:pt>
                <c:pt idx="910">
                  <c:v>0.00016239208</c:v>
                </c:pt>
                <c:pt idx="911">
                  <c:v>0.00016258357</c:v>
                </c:pt>
                <c:pt idx="912">
                  <c:v>0.00016276848</c:v>
                </c:pt>
                <c:pt idx="913">
                  <c:v>0.00016295007</c:v>
                </c:pt>
                <c:pt idx="914">
                  <c:v>0.00016313425</c:v>
                </c:pt>
                <c:pt idx="915">
                  <c:v>0.00016330864</c:v>
                </c:pt>
                <c:pt idx="916">
                  <c:v>0.0001634825</c:v>
                </c:pt>
                <c:pt idx="917">
                  <c:v>0.00016365565</c:v>
                </c:pt>
                <c:pt idx="918">
                  <c:v>0.000163823</c:v>
                </c:pt>
                <c:pt idx="919">
                  <c:v>0.00016398497</c:v>
                </c:pt>
                <c:pt idx="920">
                  <c:v>0.00016415182</c:v>
                </c:pt>
                <c:pt idx="921">
                  <c:v>0.00016431038</c:v>
                </c:pt>
                <c:pt idx="922">
                  <c:v>0.00016446629</c:v>
                </c:pt>
                <c:pt idx="923">
                  <c:v>0.00016462241</c:v>
                </c:pt>
                <c:pt idx="924">
                  <c:v>0.0001647711</c:v>
                </c:pt>
                <c:pt idx="925">
                  <c:v>0.00016492258</c:v>
                </c:pt>
                <c:pt idx="926">
                  <c:v>0.00016506658</c:v>
                </c:pt>
                <c:pt idx="927">
                  <c:v>0.00016521258</c:v>
                </c:pt>
                <c:pt idx="928">
                  <c:v>0.00016535548</c:v>
                </c:pt>
                <c:pt idx="929">
                  <c:v>0.00016549698</c:v>
                </c:pt>
                <c:pt idx="930">
                  <c:v>0.00016563295</c:v>
                </c:pt>
                <c:pt idx="931">
                  <c:v>0.00016577211</c:v>
                </c:pt>
                <c:pt idx="932">
                  <c:v>0.00016590464</c:v>
                </c:pt>
                <c:pt idx="933">
                  <c:v>0.00016601431</c:v>
                </c:pt>
                <c:pt idx="934">
                  <c:v>0.00016610103</c:v>
                </c:pt>
                <c:pt idx="935">
                  <c:v>0.00016618775</c:v>
                </c:pt>
                <c:pt idx="936">
                  <c:v>0.00016627724</c:v>
                </c:pt>
                <c:pt idx="937">
                  <c:v>0.00016636602</c:v>
                </c:pt>
                <c:pt idx="938">
                  <c:v>0.0001664473</c:v>
                </c:pt>
                <c:pt idx="939">
                  <c:v>0.00016652653</c:v>
                </c:pt>
                <c:pt idx="940">
                  <c:v>0.00016660405</c:v>
                </c:pt>
                <c:pt idx="941">
                  <c:v>0.00016667915</c:v>
                </c:pt>
                <c:pt idx="942">
                  <c:v>0.00016675237</c:v>
                </c:pt>
                <c:pt idx="943">
                  <c:v>0.00016682188</c:v>
                </c:pt>
                <c:pt idx="944">
                  <c:v>0.00016689024</c:v>
                </c:pt>
                <c:pt idx="945">
                  <c:v>0.00016695516</c:v>
                </c:pt>
                <c:pt idx="946">
                  <c:v>0.00016701971</c:v>
                </c:pt>
                <c:pt idx="947">
                  <c:v>0.00016708245</c:v>
                </c:pt>
                <c:pt idx="948">
                  <c:v>0.00016713499</c:v>
                </c:pt>
                <c:pt idx="949">
                  <c:v>0.00016716277</c:v>
                </c:pt>
                <c:pt idx="950">
                  <c:v>0.00016718736</c:v>
                </c:pt>
                <c:pt idx="951">
                  <c:v>0.00016721224</c:v>
                </c:pt>
                <c:pt idx="952">
                  <c:v>0.00016723594</c:v>
                </c:pt>
                <c:pt idx="953">
                  <c:v>0.0001672571</c:v>
                </c:pt>
                <c:pt idx="954">
                  <c:v>0.00016727951</c:v>
                </c:pt>
                <c:pt idx="955">
                  <c:v>0.00016729932</c:v>
                </c:pt>
                <c:pt idx="956">
                  <c:v>0.00016732127</c:v>
                </c:pt>
                <c:pt idx="957">
                  <c:v>0.00016734217</c:v>
                </c:pt>
                <c:pt idx="958">
                  <c:v>0.00016736009</c:v>
                </c:pt>
                <c:pt idx="959">
                  <c:v>0.00016737669</c:v>
                </c:pt>
                <c:pt idx="960">
                  <c:v>0.00016739235</c:v>
                </c:pt>
                <c:pt idx="961">
                  <c:v>0.00016740352</c:v>
                </c:pt>
                <c:pt idx="962">
                  <c:v>0.00016741489</c:v>
                </c:pt>
                <c:pt idx="963">
                  <c:v>0.00016742529</c:v>
                </c:pt>
                <c:pt idx="964">
                  <c:v>0.00016743274</c:v>
                </c:pt>
                <c:pt idx="965">
                  <c:v>0.00016743801</c:v>
                </c:pt>
                <c:pt idx="966">
                  <c:v>0.00016744181</c:v>
                </c:pt>
                <c:pt idx="967">
                  <c:v>0.00016744539</c:v>
                </c:pt>
                <c:pt idx="968">
                  <c:v>0.00016744464</c:v>
                </c:pt>
                <c:pt idx="969">
                  <c:v>0.00016744275</c:v>
                </c:pt>
                <c:pt idx="970">
                  <c:v>0.00016743793</c:v>
                </c:pt>
                <c:pt idx="971">
                  <c:v>0.00016742791</c:v>
                </c:pt>
                <c:pt idx="972">
                  <c:v>0.00016741916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Sheet1!$B$1951</c:f>
              <c:strCache>
                <c:ptCount val="1"/>
                <c:pt idx="0">
                  <c:v>y-velocity</c:v>
                </c:pt>
              </c:strCache>
            </c:strRef>
          </c:tx>
          <c:xVal>
            <c:numRef>
              <c:f>Sheet1!$A$1952:$A$2924</c:f>
              <c:numCache>
                <c:formatCode>General</c:formatCode>
                <c:ptCount val="973"/>
                <c:pt idx="0">
                  <c:v>512.0</c:v>
                </c:pt>
                <c:pt idx="1">
                  <c:v>1012.0</c:v>
                </c:pt>
                <c:pt idx="2">
                  <c:v>1268.0</c:v>
                </c:pt>
                <c:pt idx="3">
                  <c:v>1512.0</c:v>
                </c:pt>
                <c:pt idx="4">
                  <c:v>1640.0</c:v>
                </c:pt>
                <c:pt idx="5">
                  <c:v>1768.0</c:v>
                </c:pt>
                <c:pt idx="6">
                  <c:v>1896.0</c:v>
                </c:pt>
                <c:pt idx="7">
                  <c:v>2012.0</c:v>
                </c:pt>
                <c:pt idx="8">
                  <c:v>2076.0</c:v>
                </c:pt>
                <c:pt idx="9">
                  <c:v>2140.0</c:v>
                </c:pt>
                <c:pt idx="10">
                  <c:v>2204.0</c:v>
                </c:pt>
                <c:pt idx="11">
                  <c:v>2268.0</c:v>
                </c:pt>
                <c:pt idx="12">
                  <c:v>2332.0</c:v>
                </c:pt>
                <c:pt idx="13">
                  <c:v>2396.0</c:v>
                </c:pt>
                <c:pt idx="14">
                  <c:v>2460.0</c:v>
                </c:pt>
                <c:pt idx="15">
                  <c:v>2512.0</c:v>
                </c:pt>
                <c:pt idx="16">
                  <c:v>2544.0</c:v>
                </c:pt>
                <c:pt idx="17">
                  <c:v>2576.0</c:v>
                </c:pt>
                <c:pt idx="18">
                  <c:v>2608.0</c:v>
                </c:pt>
                <c:pt idx="19">
                  <c:v>2640.0</c:v>
                </c:pt>
                <c:pt idx="20">
                  <c:v>2672.0</c:v>
                </c:pt>
                <c:pt idx="21">
                  <c:v>2704.0</c:v>
                </c:pt>
                <c:pt idx="22">
                  <c:v>2736.0</c:v>
                </c:pt>
                <c:pt idx="23">
                  <c:v>2768.0</c:v>
                </c:pt>
                <c:pt idx="24">
                  <c:v>2800.0</c:v>
                </c:pt>
                <c:pt idx="25">
                  <c:v>2832.0</c:v>
                </c:pt>
                <c:pt idx="26">
                  <c:v>2864.0</c:v>
                </c:pt>
                <c:pt idx="27">
                  <c:v>2896.0</c:v>
                </c:pt>
                <c:pt idx="28">
                  <c:v>2928.0</c:v>
                </c:pt>
                <c:pt idx="29">
                  <c:v>2960.0</c:v>
                </c:pt>
                <c:pt idx="30">
                  <c:v>2992.0</c:v>
                </c:pt>
                <c:pt idx="31">
                  <c:v>3012.0</c:v>
                </c:pt>
                <c:pt idx="32">
                  <c:v>3028.0</c:v>
                </c:pt>
                <c:pt idx="33">
                  <c:v>3044.0</c:v>
                </c:pt>
                <c:pt idx="34">
                  <c:v>3060.0</c:v>
                </c:pt>
                <c:pt idx="35">
                  <c:v>3076.0</c:v>
                </c:pt>
                <c:pt idx="36">
                  <c:v>3092.0</c:v>
                </c:pt>
                <c:pt idx="37">
                  <c:v>3108.0</c:v>
                </c:pt>
                <c:pt idx="38">
                  <c:v>3124.0</c:v>
                </c:pt>
                <c:pt idx="39">
                  <c:v>3140.0</c:v>
                </c:pt>
                <c:pt idx="40">
                  <c:v>3156.0</c:v>
                </c:pt>
                <c:pt idx="41">
                  <c:v>3172.0</c:v>
                </c:pt>
                <c:pt idx="42">
                  <c:v>3188.0</c:v>
                </c:pt>
                <c:pt idx="43">
                  <c:v>3204.0</c:v>
                </c:pt>
                <c:pt idx="44">
                  <c:v>3220.0</c:v>
                </c:pt>
                <c:pt idx="45">
                  <c:v>3236.0</c:v>
                </c:pt>
                <c:pt idx="46">
                  <c:v>3252.0</c:v>
                </c:pt>
                <c:pt idx="47">
                  <c:v>3268.0</c:v>
                </c:pt>
                <c:pt idx="48">
                  <c:v>3284.0</c:v>
                </c:pt>
                <c:pt idx="49">
                  <c:v>3300.0</c:v>
                </c:pt>
                <c:pt idx="50">
                  <c:v>3316.0</c:v>
                </c:pt>
                <c:pt idx="51">
                  <c:v>3332.0</c:v>
                </c:pt>
                <c:pt idx="52">
                  <c:v>3348.0</c:v>
                </c:pt>
                <c:pt idx="53">
                  <c:v>3364.0</c:v>
                </c:pt>
                <c:pt idx="54">
                  <c:v>3380.0</c:v>
                </c:pt>
                <c:pt idx="55">
                  <c:v>3396.0</c:v>
                </c:pt>
                <c:pt idx="56">
                  <c:v>3412.0</c:v>
                </c:pt>
                <c:pt idx="57">
                  <c:v>3428.0</c:v>
                </c:pt>
                <c:pt idx="58">
                  <c:v>3444.0</c:v>
                </c:pt>
                <c:pt idx="59">
                  <c:v>3460.0</c:v>
                </c:pt>
                <c:pt idx="60">
                  <c:v>3476.0</c:v>
                </c:pt>
                <c:pt idx="61">
                  <c:v>3492.0</c:v>
                </c:pt>
                <c:pt idx="62">
                  <c:v>3504.0</c:v>
                </c:pt>
                <c:pt idx="63">
                  <c:v>3512.0</c:v>
                </c:pt>
                <c:pt idx="64">
                  <c:v>3520.0</c:v>
                </c:pt>
                <c:pt idx="65">
                  <c:v>3528.0</c:v>
                </c:pt>
                <c:pt idx="66">
                  <c:v>3536.0</c:v>
                </c:pt>
                <c:pt idx="67">
                  <c:v>3544.0</c:v>
                </c:pt>
                <c:pt idx="68">
                  <c:v>3552.0</c:v>
                </c:pt>
                <c:pt idx="69">
                  <c:v>3560.0</c:v>
                </c:pt>
                <c:pt idx="70">
                  <c:v>3568.0</c:v>
                </c:pt>
                <c:pt idx="71">
                  <c:v>3576.0</c:v>
                </c:pt>
                <c:pt idx="72">
                  <c:v>3584.0</c:v>
                </c:pt>
                <c:pt idx="73">
                  <c:v>3592.0</c:v>
                </c:pt>
                <c:pt idx="74">
                  <c:v>3600.0</c:v>
                </c:pt>
                <c:pt idx="75">
                  <c:v>3608.0</c:v>
                </c:pt>
                <c:pt idx="76">
                  <c:v>3616.0</c:v>
                </c:pt>
                <c:pt idx="77">
                  <c:v>3624.0</c:v>
                </c:pt>
                <c:pt idx="78">
                  <c:v>3632.0</c:v>
                </c:pt>
                <c:pt idx="79">
                  <c:v>3640.0</c:v>
                </c:pt>
                <c:pt idx="80">
                  <c:v>3648.0</c:v>
                </c:pt>
                <c:pt idx="81">
                  <c:v>3656.0</c:v>
                </c:pt>
                <c:pt idx="82">
                  <c:v>3664.0</c:v>
                </c:pt>
                <c:pt idx="83">
                  <c:v>3672.0</c:v>
                </c:pt>
                <c:pt idx="84">
                  <c:v>3680.0</c:v>
                </c:pt>
                <c:pt idx="85">
                  <c:v>3688.0</c:v>
                </c:pt>
                <c:pt idx="86">
                  <c:v>3696.0</c:v>
                </c:pt>
                <c:pt idx="87">
                  <c:v>3704.0</c:v>
                </c:pt>
                <c:pt idx="88">
                  <c:v>3712.0</c:v>
                </c:pt>
                <c:pt idx="89">
                  <c:v>3720.0</c:v>
                </c:pt>
                <c:pt idx="90">
                  <c:v>3728.0</c:v>
                </c:pt>
                <c:pt idx="91">
                  <c:v>3736.0</c:v>
                </c:pt>
                <c:pt idx="92">
                  <c:v>3744.0</c:v>
                </c:pt>
                <c:pt idx="93">
                  <c:v>3752.0</c:v>
                </c:pt>
                <c:pt idx="94">
                  <c:v>3760.0</c:v>
                </c:pt>
                <c:pt idx="95">
                  <c:v>3768.0</c:v>
                </c:pt>
                <c:pt idx="96">
                  <c:v>3776.0</c:v>
                </c:pt>
                <c:pt idx="97">
                  <c:v>3784.0</c:v>
                </c:pt>
                <c:pt idx="98">
                  <c:v>3792.0</c:v>
                </c:pt>
                <c:pt idx="99">
                  <c:v>3800.0</c:v>
                </c:pt>
                <c:pt idx="100">
                  <c:v>3808.0</c:v>
                </c:pt>
                <c:pt idx="101">
                  <c:v>3816.0</c:v>
                </c:pt>
                <c:pt idx="102">
                  <c:v>3824.0</c:v>
                </c:pt>
                <c:pt idx="103">
                  <c:v>3832.0</c:v>
                </c:pt>
                <c:pt idx="104">
                  <c:v>3840.0</c:v>
                </c:pt>
                <c:pt idx="105">
                  <c:v>3848.0</c:v>
                </c:pt>
                <c:pt idx="106">
                  <c:v>3856.0</c:v>
                </c:pt>
                <c:pt idx="107">
                  <c:v>3864.0</c:v>
                </c:pt>
                <c:pt idx="108">
                  <c:v>3872.0</c:v>
                </c:pt>
                <c:pt idx="109">
                  <c:v>3880.0</c:v>
                </c:pt>
                <c:pt idx="110">
                  <c:v>3888.0</c:v>
                </c:pt>
                <c:pt idx="111">
                  <c:v>3896.0</c:v>
                </c:pt>
                <c:pt idx="112">
                  <c:v>3904.0</c:v>
                </c:pt>
                <c:pt idx="113">
                  <c:v>3912.0</c:v>
                </c:pt>
                <c:pt idx="114">
                  <c:v>3920.0</c:v>
                </c:pt>
                <c:pt idx="115">
                  <c:v>3928.0</c:v>
                </c:pt>
                <c:pt idx="116">
                  <c:v>3936.0</c:v>
                </c:pt>
                <c:pt idx="117">
                  <c:v>3944.0</c:v>
                </c:pt>
                <c:pt idx="118">
                  <c:v>3952.0</c:v>
                </c:pt>
                <c:pt idx="119">
                  <c:v>3960.0</c:v>
                </c:pt>
                <c:pt idx="120">
                  <c:v>3968.0</c:v>
                </c:pt>
                <c:pt idx="121">
                  <c:v>3976.0</c:v>
                </c:pt>
                <c:pt idx="122">
                  <c:v>3984.0</c:v>
                </c:pt>
                <c:pt idx="123">
                  <c:v>3992.0</c:v>
                </c:pt>
                <c:pt idx="124">
                  <c:v>4000.0</c:v>
                </c:pt>
                <c:pt idx="125">
                  <c:v>4004.0</c:v>
                </c:pt>
                <c:pt idx="126">
                  <c:v>4008.0</c:v>
                </c:pt>
                <c:pt idx="127">
                  <c:v>4012.0</c:v>
                </c:pt>
                <c:pt idx="128">
                  <c:v>4016.0</c:v>
                </c:pt>
                <c:pt idx="129">
                  <c:v>4020.0</c:v>
                </c:pt>
                <c:pt idx="130">
                  <c:v>4024.0</c:v>
                </c:pt>
                <c:pt idx="131">
                  <c:v>4028.0</c:v>
                </c:pt>
                <c:pt idx="132">
                  <c:v>4032.0</c:v>
                </c:pt>
                <c:pt idx="133">
                  <c:v>4036.0</c:v>
                </c:pt>
                <c:pt idx="134">
                  <c:v>4040.0</c:v>
                </c:pt>
                <c:pt idx="135">
                  <c:v>4044.0</c:v>
                </c:pt>
                <c:pt idx="136">
                  <c:v>4048.0</c:v>
                </c:pt>
                <c:pt idx="137">
                  <c:v>4052.0</c:v>
                </c:pt>
                <c:pt idx="138">
                  <c:v>4056.0</c:v>
                </c:pt>
                <c:pt idx="139">
                  <c:v>4060.0</c:v>
                </c:pt>
                <c:pt idx="140">
                  <c:v>4064.0</c:v>
                </c:pt>
                <c:pt idx="141">
                  <c:v>4068.0</c:v>
                </c:pt>
                <c:pt idx="142">
                  <c:v>4072.0</c:v>
                </c:pt>
                <c:pt idx="143">
                  <c:v>4076.0</c:v>
                </c:pt>
                <c:pt idx="144">
                  <c:v>4080.0</c:v>
                </c:pt>
                <c:pt idx="145">
                  <c:v>4084.0</c:v>
                </c:pt>
                <c:pt idx="146">
                  <c:v>4088.0</c:v>
                </c:pt>
                <c:pt idx="147">
                  <c:v>4092.0</c:v>
                </c:pt>
                <c:pt idx="148">
                  <c:v>4096.0</c:v>
                </c:pt>
                <c:pt idx="149">
                  <c:v>4100.0</c:v>
                </c:pt>
                <c:pt idx="150">
                  <c:v>4104.0</c:v>
                </c:pt>
                <c:pt idx="151">
                  <c:v>4108.0</c:v>
                </c:pt>
                <c:pt idx="152">
                  <c:v>4112.0</c:v>
                </c:pt>
                <c:pt idx="153">
                  <c:v>4116.0</c:v>
                </c:pt>
                <c:pt idx="154">
                  <c:v>4120.0</c:v>
                </c:pt>
                <c:pt idx="155">
                  <c:v>4124.0</c:v>
                </c:pt>
                <c:pt idx="156">
                  <c:v>4128.0</c:v>
                </c:pt>
                <c:pt idx="157">
                  <c:v>4132.0</c:v>
                </c:pt>
                <c:pt idx="158">
                  <c:v>4136.0</c:v>
                </c:pt>
                <c:pt idx="159">
                  <c:v>4140.0</c:v>
                </c:pt>
                <c:pt idx="160">
                  <c:v>4144.0</c:v>
                </c:pt>
                <c:pt idx="161">
                  <c:v>4148.0</c:v>
                </c:pt>
                <c:pt idx="162">
                  <c:v>4152.0</c:v>
                </c:pt>
                <c:pt idx="163">
                  <c:v>4156.0</c:v>
                </c:pt>
                <c:pt idx="164">
                  <c:v>4160.0</c:v>
                </c:pt>
                <c:pt idx="165">
                  <c:v>4164.0</c:v>
                </c:pt>
                <c:pt idx="166">
                  <c:v>4168.0</c:v>
                </c:pt>
                <c:pt idx="167">
                  <c:v>4172.0</c:v>
                </c:pt>
                <c:pt idx="168">
                  <c:v>4176.0</c:v>
                </c:pt>
                <c:pt idx="169">
                  <c:v>4180.0</c:v>
                </c:pt>
                <c:pt idx="170">
                  <c:v>4184.0</c:v>
                </c:pt>
                <c:pt idx="171">
                  <c:v>4188.0</c:v>
                </c:pt>
                <c:pt idx="172">
                  <c:v>4192.0</c:v>
                </c:pt>
                <c:pt idx="173">
                  <c:v>4196.0</c:v>
                </c:pt>
                <c:pt idx="174">
                  <c:v>4200.0</c:v>
                </c:pt>
                <c:pt idx="175">
                  <c:v>4204.0</c:v>
                </c:pt>
                <c:pt idx="176">
                  <c:v>4208.0</c:v>
                </c:pt>
                <c:pt idx="177">
                  <c:v>4212.0</c:v>
                </c:pt>
                <c:pt idx="178">
                  <c:v>4216.0</c:v>
                </c:pt>
                <c:pt idx="179">
                  <c:v>4220.0</c:v>
                </c:pt>
                <c:pt idx="180">
                  <c:v>4224.0</c:v>
                </c:pt>
                <c:pt idx="181">
                  <c:v>4228.0</c:v>
                </c:pt>
                <c:pt idx="182">
                  <c:v>4232.0</c:v>
                </c:pt>
                <c:pt idx="183">
                  <c:v>4236.0</c:v>
                </c:pt>
                <c:pt idx="184">
                  <c:v>4240.0</c:v>
                </c:pt>
                <c:pt idx="185">
                  <c:v>4244.0</c:v>
                </c:pt>
                <c:pt idx="186">
                  <c:v>4248.0</c:v>
                </c:pt>
                <c:pt idx="187">
                  <c:v>4252.0</c:v>
                </c:pt>
                <c:pt idx="188">
                  <c:v>4256.0</c:v>
                </c:pt>
                <c:pt idx="189">
                  <c:v>4260.0</c:v>
                </c:pt>
                <c:pt idx="190">
                  <c:v>4264.0</c:v>
                </c:pt>
                <c:pt idx="191">
                  <c:v>4268.0</c:v>
                </c:pt>
                <c:pt idx="192">
                  <c:v>4272.0</c:v>
                </c:pt>
                <c:pt idx="193">
                  <c:v>4276.0</c:v>
                </c:pt>
                <c:pt idx="194">
                  <c:v>4280.0</c:v>
                </c:pt>
                <c:pt idx="195">
                  <c:v>4284.0</c:v>
                </c:pt>
                <c:pt idx="196">
                  <c:v>4288.0</c:v>
                </c:pt>
                <c:pt idx="197">
                  <c:v>4292.0</c:v>
                </c:pt>
                <c:pt idx="198">
                  <c:v>4296.0</c:v>
                </c:pt>
                <c:pt idx="199">
                  <c:v>4300.0</c:v>
                </c:pt>
                <c:pt idx="200">
                  <c:v>4304.0</c:v>
                </c:pt>
                <c:pt idx="201">
                  <c:v>4308.0</c:v>
                </c:pt>
                <c:pt idx="202">
                  <c:v>4312.0</c:v>
                </c:pt>
                <c:pt idx="203">
                  <c:v>4316.0</c:v>
                </c:pt>
                <c:pt idx="204">
                  <c:v>4320.0</c:v>
                </c:pt>
                <c:pt idx="205">
                  <c:v>4324.0</c:v>
                </c:pt>
                <c:pt idx="206">
                  <c:v>4328.0</c:v>
                </c:pt>
                <c:pt idx="207">
                  <c:v>4332.0</c:v>
                </c:pt>
                <c:pt idx="208">
                  <c:v>4336.0</c:v>
                </c:pt>
                <c:pt idx="209">
                  <c:v>4340.0</c:v>
                </c:pt>
                <c:pt idx="210">
                  <c:v>4344.0</c:v>
                </c:pt>
                <c:pt idx="211">
                  <c:v>4348.0</c:v>
                </c:pt>
                <c:pt idx="212">
                  <c:v>4352.0</c:v>
                </c:pt>
                <c:pt idx="213">
                  <c:v>4356.0</c:v>
                </c:pt>
                <c:pt idx="214">
                  <c:v>4360.0</c:v>
                </c:pt>
                <c:pt idx="215">
                  <c:v>4364.0</c:v>
                </c:pt>
                <c:pt idx="216">
                  <c:v>4368.0</c:v>
                </c:pt>
                <c:pt idx="217">
                  <c:v>4372.0</c:v>
                </c:pt>
                <c:pt idx="218">
                  <c:v>4376.0</c:v>
                </c:pt>
                <c:pt idx="219">
                  <c:v>4380.0</c:v>
                </c:pt>
                <c:pt idx="220">
                  <c:v>4384.0</c:v>
                </c:pt>
                <c:pt idx="221">
                  <c:v>4388.0</c:v>
                </c:pt>
                <c:pt idx="222">
                  <c:v>4392.0</c:v>
                </c:pt>
                <c:pt idx="223">
                  <c:v>4396.0</c:v>
                </c:pt>
                <c:pt idx="224">
                  <c:v>4400.0</c:v>
                </c:pt>
                <c:pt idx="225">
                  <c:v>4404.0</c:v>
                </c:pt>
                <c:pt idx="226">
                  <c:v>4408.0</c:v>
                </c:pt>
                <c:pt idx="227">
                  <c:v>4412.0</c:v>
                </c:pt>
                <c:pt idx="228">
                  <c:v>4416.0</c:v>
                </c:pt>
                <c:pt idx="229">
                  <c:v>4420.0</c:v>
                </c:pt>
                <c:pt idx="230">
                  <c:v>4424.0</c:v>
                </c:pt>
                <c:pt idx="231">
                  <c:v>4428.0</c:v>
                </c:pt>
                <c:pt idx="232">
                  <c:v>4432.0</c:v>
                </c:pt>
                <c:pt idx="233">
                  <c:v>4436.0</c:v>
                </c:pt>
                <c:pt idx="234">
                  <c:v>4440.0</c:v>
                </c:pt>
                <c:pt idx="235">
                  <c:v>4444.0</c:v>
                </c:pt>
                <c:pt idx="236">
                  <c:v>4448.0</c:v>
                </c:pt>
                <c:pt idx="237">
                  <c:v>4452.0</c:v>
                </c:pt>
                <c:pt idx="238">
                  <c:v>4456.0</c:v>
                </c:pt>
                <c:pt idx="239">
                  <c:v>4460.0</c:v>
                </c:pt>
                <c:pt idx="240">
                  <c:v>4464.0</c:v>
                </c:pt>
                <c:pt idx="241">
                  <c:v>4468.0</c:v>
                </c:pt>
                <c:pt idx="242">
                  <c:v>4472.0</c:v>
                </c:pt>
                <c:pt idx="243">
                  <c:v>4476.0</c:v>
                </c:pt>
                <c:pt idx="244">
                  <c:v>4480.0</c:v>
                </c:pt>
                <c:pt idx="245">
                  <c:v>4484.0</c:v>
                </c:pt>
                <c:pt idx="246">
                  <c:v>4488.0</c:v>
                </c:pt>
                <c:pt idx="247">
                  <c:v>4492.0</c:v>
                </c:pt>
                <c:pt idx="248">
                  <c:v>4496.0</c:v>
                </c:pt>
                <c:pt idx="249">
                  <c:v>4500.0</c:v>
                </c:pt>
                <c:pt idx="250">
                  <c:v>4502.0</c:v>
                </c:pt>
                <c:pt idx="251">
                  <c:v>4504.0</c:v>
                </c:pt>
                <c:pt idx="252">
                  <c:v>4506.0</c:v>
                </c:pt>
                <c:pt idx="253">
                  <c:v>4508.0</c:v>
                </c:pt>
                <c:pt idx="254">
                  <c:v>4510.0</c:v>
                </c:pt>
                <c:pt idx="255">
                  <c:v>4512.0</c:v>
                </c:pt>
                <c:pt idx="256">
                  <c:v>4514.0</c:v>
                </c:pt>
                <c:pt idx="257">
                  <c:v>4516.0</c:v>
                </c:pt>
                <c:pt idx="258">
                  <c:v>4518.0</c:v>
                </c:pt>
                <c:pt idx="259">
                  <c:v>4520.0</c:v>
                </c:pt>
                <c:pt idx="260">
                  <c:v>4522.0</c:v>
                </c:pt>
                <c:pt idx="261">
                  <c:v>4524.0</c:v>
                </c:pt>
                <c:pt idx="262">
                  <c:v>4526.0</c:v>
                </c:pt>
                <c:pt idx="263">
                  <c:v>4528.0</c:v>
                </c:pt>
                <c:pt idx="264">
                  <c:v>4530.0</c:v>
                </c:pt>
                <c:pt idx="265">
                  <c:v>4532.0</c:v>
                </c:pt>
                <c:pt idx="266">
                  <c:v>4534.0</c:v>
                </c:pt>
                <c:pt idx="267">
                  <c:v>4536.0</c:v>
                </c:pt>
                <c:pt idx="268">
                  <c:v>4538.0</c:v>
                </c:pt>
                <c:pt idx="269">
                  <c:v>4540.0</c:v>
                </c:pt>
                <c:pt idx="270">
                  <c:v>4542.0</c:v>
                </c:pt>
                <c:pt idx="271">
                  <c:v>4544.0</c:v>
                </c:pt>
                <c:pt idx="272">
                  <c:v>4546.0</c:v>
                </c:pt>
                <c:pt idx="273">
                  <c:v>4548.0</c:v>
                </c:pt>
                <c:pt idx="274">
                  <c:v>4550.0</c:v>
                </c:pt>
                <c:pt idx="275">
                  <c:v>4552.0</c:v>
                </c:pt>
                <c:pt idx="276">
                  <c:v>4554.0</c:v>
                </c:pt>
                <c:pt idx="277">
                  <c:v>4556.0</c:v>
                </c:pt>
                <c:pt idx="278">
                  <c:v>4558.0</c:v>
                </c:pt>
                <c:pt idx="279">
                  <c:v>4560.0</c:v>
                </c:pt>
                <c:pt idx="280">
                  <c:v>4562.0</c:v>
                </c:pt>
                <c:pt idx="281">
                  <c:v>4564.0</c:v>
                </c:pt>
                <c:pt idx="282">
                  <c:v>4566.0</c:v>
                </c:pt>
                <c:pt idx="283">
                  <c:v>4568.0</c:v>
                </c:pt>
                <c:pt idx="284">
                  <c:v>4570.0</c:v>
                </c:pt>
                <c:pt idx="285">
                  <c:v>4572.0</c:v>
                </c:pt>
                <c:pt idx="286">
                  <c:v>4574.0</c:v>
                </c:pt>
                <c:pt idx="287">
                  <c:v>4576.0</c:v>
                </c:pt>
                <c:pt idx="288">
                  <c:v>4578.0</c:v>
                </c:pt>
                <c:pt idx="289">
                  <c:v>4580.0</c:v>
                </c:pt>
                <c:pt idx="290">
                  <c:v>4582.0</c:v>
                </c:pt>
                <c:pt idx="291">
                  <c:v>4584.0</c:v>
                </c:pt>
                <c:pt idx="292">
                  <c:v>4586.0</c:v>
                </c:pt>
                <c:pt idx="293">
                  <c:v>4588.0</c:v>
                </c:pt>
                <c:pt idx="294">
                  <c:v>4590.0</c:v>
                </c:pt>
                <c:pt idx="295">
                  <c:v>4592.0</c:v>
                </c:pt>
                <c:pt idx="296">
                  <c:v>4594.0</c:v>
                </c:pt>
                <c:pt idx="297">
                  <c:v>4596.0</c:v>
                </c:pt>
                <c:pt idx="298">
                  <c:v>4598.0</c:v>
                </c:pt>
                <c:pt idx="299">
                  <c:v>4600.0</c:v>
                </c:pt>
                <c:pt idx="300">
                  <c:v>4602.0</c:v>
                </c:pt>
                <c:pt idx="301">
                  <c:v>4604.0</c:v>
                </c:pt>
                <c:pt idx="302">
                  <c:v>4606.0</c:v>
                </c:pt>
                <c:pt idx="303">
                  <c:v>4608.0</c:v>
                </c:pt>
                <c:pt idx="304">
                  <c:v>4610.0</c:v>
                </c:pt>
                <c:pt idx="305">
                  <c:v>4612.0</c:v>
                </c:pt>
                <c:pt idx="306">
                  <c:v>4614.0</c:v>
                </c:pt>
                <c:pt idx="307">
                  <c:v>4616.0</c:v>
                </c:pt>
                <c:pt idx="308">
                  <c:v>4618.0</c:v>
                </c:pt>
                <c:pt idx="309">
                  <c:v>4620.0</c:v>
                </c:pt>
                <c:pt idx="310">
                  <c:v>4622.0</c:v>
                </c:pt>
                <c:pt idx="311">
                  <c:v>4624.0</c:v>
                </c:pt>
                <c:pt idx="312">
                  <c:v>4626.0</c:v>
                </c:pt>
                <c:pt idx="313">
                  <c:v>4628.0</c:v>
                </c:pt>
                <c:pt idx="314">
                  <c:v>4630.0</c:v>
                </c:pt>
                <c:pt idx="315">
                  <c:v>4632.0</c:v>
                </c:pt>
                <c:pt idx="316">
                  <c:v>4634.0</c:v>
                </c:pt>
                <c:pt idx="317">
                  <c:v>4636.0</c:v>
                </c:pt>
                <c:pt idx="318">
                  <c:v>4638.0</c:v>
                </c:pt>
                <c:pt idx="319">
                  <c:v>4640.0</c:v>
                </c:pt>
                <c:pt idx="320">
                  <c:v>4642.0</c:v>
                </c:pt>
                <c:pt idx="321">
                  <c:v>4644.0</c:v>
                </c:pt>
                <c:pt idx="322">
                  <c:v>4646.0</c:v>
                </c:pt>
                <c:pt idx="323">
                  <c:v>4648.0</c:v>
                </c:pt>
                <c:pt idx="324">
                  <c:v>4650.0</c:v>
                </c:pt>
                <c:pt idx="325">
                  <c:v>4652.0</c:v>
                </c:pt>
                <c:pt idx="326">
                  <c:v>4654.0</c:v>
                </c:pt>
                <c:pt idx="327">
                  <c:v>4656.0</c:v>
                </c:pt>
                <c:pt idx="328">
                  <c:v>4658.0</c:v>
                </c:pt>
                <c:pt idx="329">
                  <c:v>4660.0</c:v>
                </c:pt>
                <c:pt idx="330">
                  <c:v>4662.0</c:v>
                </c:pt>
                <c:pt idx="331">
                  <c:v>4664.0</c:v>
                </c:pt>
                <c:pt idx="332">
                  <c:v>4666.0</c:v>
                </c:pt>
                <c:pt idx="333">
                  <c:v>4668.0</c:v>
                </c:pt>
                <c:pt idx="334">
                  <c:v>4670.0</c:v>
                </c:pt>
                <c:pt idx="335">
                  <c:v>4672.0</c:v>
                </c:pt>
                <c:pt idx="336">
                  <c:v>4674.0</c:v>
                </c:pt>
                <c:pt idx="337">
                  <c:v>4676.0</c:v>
                </c:pt>
                <c:pt idx="338">
                  <c:v>4678.0</c:v>
                </c:pt>
                <c:pt idx="339">
                  <c:v>4680.0</c:v>
                </c:pt>
                <c:pt idx="340">
                  <c:v>4682.0</c:v>
                </c:pt>
                <c:pt idx="341">
                  <c:v>4684.0</c:v>
                </c:pt>
                <c:pt idx="342">
                  <c:v>4686.0</c:v>
                </c:pt>
                <c:pt idx="343">
                  <c:v>4688.0</c:v>
                </c:pt>
                <c:pt idx="344">
                  <c:v>4690.0</c:v>
                </c:pt>
                <c:pt idx="345">
                  <c:v>4692.0</c:v>
                </c:pt>
                <c:pt idx="346">
                  <c:v>4694.0</c:v>
                </c:pt>
                <c:pt idx="347">
                  <c:v>4696.0</c:v>
                </c:pt>
                <c:pt idx="348">
                  <c:v>4698.0</c:v>
                </c:pt>
                <c:pt idx="349">
                  <c:v>4700.0</c:v>
                </c:pt>
                <c:pt idx="350">
                  <c:v>4702.0</c:v>
                </c:pt>
                <c:pt idx="351">
                  <c:v>4704.0</c:v>
                </c:pt>
                <c:pt idx="352">
                  <c:v>4706.0</c:v>
                </c:pt>
                <c:pt idx="353">
                  <c:v>4708.0</c:v>
                </c:pt>
                <c:pt idx="354">
                  <c:v>4710.0</c:v>
                </c:pt>
                <c:pt idx="355">
                  <c:v>4712.0</c:v>
                </c:pt>
                <c:pt idx="356">
                  <c:v>4714.0</c:v>
                </c:pt>
                <c:pt idx="357">
                  <c:v>4716.0</c:v>
                </c:pt>
                <c:pt idx="358">
                  <c:v>4718.0</c:v>
                </c:pt>
                <c:pt idx="359">
                  <c:v>4720.0</c:v>
                </c:pt>
                <c:pt idx="360">
                  <c:v>4722.0</c:v>
                </c:pt>
                <c:pt idx="361">
                  <c:v>4724.0</c:v>
                </c:pt>
                <c:pt idx="362">
                  <c:v>4726.0</c:v>
                </c:pt>
                <c:pt idx="363">
                  <c:v>4728.0</c:v>
                </c:pt>
                <c:pt idx="364">
                  <c:v>4730.0</c:v>
                </c:pt>
                <c:pt idx="365">
                  <c:v>4732.0</c:v>
                </c:pt>
                <c:pt idx="366">
                  <c:v>4734.0</c:v>
                </c:pt>
                <c:pt idx="367">
                  <c:v>4736.0</c:v>
                </c:pt>
                <c:pt idx="368">
                  <c:v>4738.0</c:v>
                </c:pt>
                <c:pt idx="369">
                  <c:v>4740.0</c:v>
                </c:pt>
                <c:pt idx="370">
                  <c:v>4742.0</c:v>
                </c:pt>
                <c:pt idx="371">
                  <c:v>4744.0</c:v>
                </c:pt>
                <c:pt idx="372">
                  <c:v>4746.0</c:v>
                </c:pt>
                <c:pt idx="373">
                  <c:v>4748.0</c:v>
                </c:pt>
                <c:pt idx="374">
                  <c:v>4750.0</c:v>
                </c:pt>
                <c:pt idx="375">
                  <c:v>4752.0</c:v>
                </c:pt>
                <c:pt idx="376">
                  <c:v>4754.0</c:v>
                </c:pt>
                <c:pt idx="377">
                  <c:v>4756.0</c:v>
                </c:pt>
                <c:pt idx="378">
                  <c:v>4758.0</c:v>
                </c:pt>
                <c:pt idx="379">
                  <c:v>4760.0</c:v>
                </c:pt>
                <c:pt idx="380">
                  <c:v>4762.0</c:v>
                </c:pt>
                <c:pt idx="381">
                  <c:v>4764.0</c:v>
                </c:pt>
                <c:pt idx="382">
                  <c:v>4766.0</c:v>
                </c:pt>
                <c:pt idx="383">
                  <c:v>4768.0</c:v>
                </c:pt>
                <c:pt idx="384">
                  <c:v>4770.0</c:v>
                </c:pt>
                <c:pt idx="385">
                  <c:v>4772.0</c:v>
                </c:pt>
                <c:pt idx="386">
                  <c:v>4774.0</c:v>
                </c:pt>
                <c:pt idx="387">
                  <c:v>4776.0</c:v>
                </c:pt>
                <c:pt idx="388">
                  <c:v>4778.0</c:v>
                </c:pt>
                <c:pt idx="389">
                  <c:v>4780.0</c:v>
                </c:pt>
                <c:pt idx="390">
                  <c:v>4782.0</c:v>
                </c:pt>
                <c:pt idx="391">
                  <c:v>4784.0</c:v>
                </c:pt>
                <c:pt idx="392">
                  <c:v>4786.0</c:v>
                </c:pt>
                <c:pt idx="393">
                  <c:v>4788.0</c:v>
                </c:pt>
                <c:pt idx="394">
                  <c:v>4790.0</c:v>
                </c:pt>
                <c:pt idx="395">
                  <c:v>4792.0</c:v>
                </c:pt>
                <c:pt idx="396">
                  <c:v>4794.0</c:v>
                </c:pt>
                <c:pt idx="397">
                  <c:v>4796.0</c:v>
                </c:pt>
                <c:pt idx="398">
                  <c:v>4798.0</c:v>
                </c:pt>
                <c:pt idx="399">
                  <c:v>4800.0</c:v>
                </c:pt>
                <c:pt idx="400">
                  <c:v>4802.0</c:v>
                </c:pt>
                <c:pt idx="401">
                  <c:v>4804.0</c:v>
                </c:pt>
                <c:pt idx="402">
                  <c:v>4806.0</c:v>
                </c:pt>
                <c:pt idx="403">
                  <c:v>4808.0</c:v>
                </c:pt>
                <c:pt idx="404">
                  <c:v>4810.0</c:v>
                </c:pt>
                <c:pt idx="405">
                  <c:v>4812.0</c:v>
                </c:pt>
                <c:pt idx="406">
                  <c:v>4814.0</c:v>
                </c:pt>
                <c:pt idx="407">
                  <c:v>4816.0</c:v>
                </c:pt>
                <c:pt idx="408">
                  <c:v>4818.0</c:v>
                </c:pt>
                <c:pt idx="409">
                  <c:v>4820.0</c:v>
                </c:pt>
                <c:pt idx="410">
                  <c:v>4822.0</c:v>
                </c:pt>
                <c:pt idx="411">
                  <c:v>4824.0</c:v>
                </c:pt>
                <c:pt idx="412">
                  <c:v>4826.0</c:v>
                </c:pt>
                <c:pt idx="413">
                  <c:v>4828.0</c:v>
                </c:pt>
                <c:pt idx="414">
                  <c:v>4830.0</c:v>
                </c:pt>
                <c:pt idx="415">
                  <c:v>4832.0</c:v>
                </c:pt>
                <c:pt idx="416">
                  <c:v>4834.0</c:v>
                </c:pt>
                <c:pt idx="417">
                  <c:v>4836.0</c:v>
                </c:pt>
                <c:pt idx="418">
                  <c:v>4838.0</c:v>
                </c:pt>
                <c:pt idx="419">
                  <c:v>4840.0</c:v>
                </c:pt>
                <c:pt idx="420">
                  <c:v>4842.0</c:v>
                </c:pt>
                <c:pt idx="421">
                  <c:v>4844.0</c:v>
                </c:pt>
                <c:pt idx="422">
                  <c:v>4846.0</c:v>
                </c:pt>
                <c:pt idx="423">
                  <c:v>4848.0</c:v>
                </c:pt>
                <c:pt idx="424">
                  <c:v>4850.0</c:v>
                </c:pt>
                <c:pt idx="425">
                  <c:v>4852.0</c:v>
                </c:pt>
                <c:pt idx="426">
                  <c:v>4854.0</c:v>
                </c:pt>
                <c:pt idx="427">
                  <c:v>4856.0</c:v>
                </c:pt>
                <c:pt idx="428">
                  <c:v>4858.0</c:v>
                </c:pt>
                <c:pt idx="429">
                  <c:v>4860.0</c:v>
                </c:pt>
                <c:pt idx="430">
                  <c:v>4862.0</c:v>
                </c:pt>
                <c:pt idx="431">
                  <c:v>4864.0</c:v>
                </c:pt>
                <c:pt idx="432">
                  <c:v>4866.0</c:v>
                </c:pt>
                <c:pt idx="433">
                  <c:v>4868.0</c:v>
                </c:pt>
                <c:pt idx="434">
                  <c:v>4870.0</c:v>
                </c:pt>
                <c:pt idx="435">
                  <c:v>4872.0</c:v>
                </c:pt>
                <c:pt idx="436">
                  <c:v>4874.0</c:v>
                </c:pt>
                <c:pt idx="437">
                  <c:v>4876.0</c:v>
                </c:pt>
                <c:pt idx="438">
                  <c:v>4878.0</c:v>
                </c:pt>
                <c:pt idx="439">
                  <c:v>4880.0</c:v>
                </c:pt>
                <c:pt idx="440">
                  <c:v>4882.0</c:v>
                </c:pt>
                <c:pt idx="441">
                  <c:v>4884.0</c:v>
                </c:pt>
                <c:pt idx="442">
                  <c:v>4886.0</c:v>
                </c:pt>
                <c:pt idx="443">
                  <c:v>4888.0</c:v>
                </c:pt>
                <c:pt idx="444">
                  <c:v>4890.0</c:v>
                </c:pt>
                <c:pt idx="445">
                  <c:v>4892.0</c:v>
                </c:pt>
                <c:pt idx="446">
                  <c:v>4894.0</c:v>
                </c:pt>
                <c:pt idx="447">
                  <c:v>4896.0</c:v>
                </c:pt>
                <c:pt idx="448">
                  <c:v>4898.0</c:v>
                </c:pt>
                <c:pt idx="449">
                  <c:v>4900.0</c:v>
                </c:pt>
                <c:pt idx="450">
                  <c:v>4902.0</c:v>
                </c:pt>
                <c:pt idx="451">
                  <c:v>4904.0</c:v>
                </c:pt>
                <c:pt idx="452">
                  <c:v>4906.0</c:v>
                </c:pt>
                <c:pt idx="453">
                  <c:v>4908.0</c:v>
                </c:pt>
                <c:pt idx="454">
                  <c:v>4910.0</c:v>
                </c:pt>
                <c:pt idx="455">
                  <c:v>4912.0</c:v>
                </c:pt>
                <c:pt idx="456">
                  <c:v>4914.0</c:v>
                </c:pt>
                <c:pt idx="457">
                  <c:v>4916.0</c:v>
                </c:pt>
                <c:pt idx="458">
                  <c:v>4918.0</c:v>
                </c:pt>
                <c:pt idx="459">
                  <c:v>4920.0</c:v>
                </c:pt>
                <c:pt idx="460">
                  <c:v>4922.0</c:v>
                </c:pt>
                <c:pt idx="461">
                  <c:v>4924.0</c:v>
                </c:pt>
                <c:pt idx="462">
                  <c:v>4926.0</c:v>
                </c:pt>
                <c:pt idx="463">
                  <c:v>4928.0</c:v>
                </c:pt>
                <c:pt idx="464">
                  <c:v>4930.0</c:v>
                </c:pt>
                <c:pt idx="465">
                  <c:v>4932.0</c:v>
                </c:pt>
                <c:pt idx="466">
                  <c:v>4934.0</c:v>
                </c:pt>
                <c:pt idx="467">
                  <c:v>4936.0</c:v>
                </c:pt>
                <c:pt idx="468">
                  <c:v>4938.0</c:v>
                </c:pt>
                <c:pt idx="469">
                  <c:v>4940.0</c:v>
                </c:pt>
                <c:pt idx="470">
                  <c:v>4942.0</c:v>
                </c:pt>
                <c:pt idx="471">
                  <c:v>4944.0</c:v>
                </c:pt>
                <c:pt idx="472">
                  <c:v>4946.0</c:v>
                </c:pt>
                <c:pt idx="473">
                  <c:v>4948.0</c:v>
                </c:pt>
                <c:pt idx="474">
                  <c:v>4950.0</c:v>
                </c:pt>
                <c:pt idx="475">
                  <c:v>4952.0</c:v>
                </c:pt>
                <c:pt idx="476">
                  <c:v>4954.0</c:v>
                </c:pt>
                <c:pt idx="477">
                  <c:v>4956.0</c:v>
                </c:pt>
                <c:pt idx="478">
                  <c:v>4958.0</c:v>
                </c:pt>
                <c:pt idx="479">
                  <c:v>4960.0</c:v>
                </c:pt>
                <c:pt idx="480">
                  <c:v>4962.0</c:v>
                </c:pt>
                <c:pt idx="481">
                  <c:v>4964.0</c:v>
                </c:pt>
                <c:pt idx="482">
                  <c:v>4966.0</c:v>
                </c:pt>
                <c:pt idx="483">
                  <c:v>4968.0</c:v>
                </c:pt>
                <c:pt idx="484">
                  <c:v>4970.0</c:v>
                </c:pt>
                <c:pt idx="485">
                  <c:v>4972.0</c:v>
                </c:pt>
                <c:pt idx="486">
                  <c:v>4974.0</c:v>
                </c:pt>
                <c:pt idx="487">
                  <c:v>4976.0</c:v>
                </c:pt>
                <c:pt idx="488">
                  <c:v>4978.0</c:v>
                </c:pt>
                <c:pt idx="489">
                  <c:v>4980.0</c:v>
                </c:pt>
                <c:pt idx="490">
                  <c:v>4982.0</c:v>
                </c:pt>
                <c:pt idx="491">
                  <c:v>4984.0</c:v>
                </c:pt>
                <c:pt idx="492">
                  <c:v>4986.0</c:v>
                </c:pt>
                <c:pt idx="493">
                  <c:v>4988.0</c:v>
                </c:pt>
                <c:pt idx="494">
                  <c:v>4990.0</c:v>
                </c:pt>
                <c:pt idx="495">
                  <c:v>4992.0</c:v>
                </c:pt>
                <c:pt idx="496">
                  <c:v>4994.0</c:v>
                </c:pt>
                <c:pt idx="497">
                  <c:v>4996.0</c:v>
                </c:pt>
                <c:pt idx="498">
                  <c:v>4998.0</c:v>
                </c:pt>
                <c:pt idx="499">
                  <c:v>5000.0</c:v>
                </c:pt>
                <c:pt idx="500">
                  <c:v>5001.0</c:v>
                </c:pt>
                <c:pt idx="501">
                  <c:v>5002.0</c:v>
                </c:pt>
                <c:pt idx="502">
                  <c:v>5003.0</c:v>
                </c:pt>
                <c:pt idx="503">
                  <c:v>5004.0</c:v>
                </c:pt>
                <c:pt idx="504">
                  <c:v>5005.0</c:v>
                </c:pt>
                <c:pt idx="505">
                  <c:v>5006.0</c:v>
                </c:pt>
                <c:pt idx="506">
                  <c:v>5007.0</c:v>
                </c:pt>
                <c:pt idx="507">
                  <c:v>5008.0</c:v>
                </c:pt>
                <c:pt idx="508">
                  <c:v>5009.0</c:v>
                </c:pt>
                <c:pt idx="509">
                  <c:v>5010.0</c:v>
                </c:pt>
                <c:pt idx="510">
                  <c:v>5011.0</c:v>
                </c:pt>
                <c:pt idx="511">
                  <c:v>5012.0</c:v>
                </c:pt>
                <c:pt idx="512">
                  <c:v>5013.0</c:v>
                </c:pt>
                <c:pt idx="513">
                  <c:v>5014.0</c:v>
                </c:pt>
                <c:pt idx="514">
                  <c:v>5015.0</c:v>
                </c:pt>
                <c:pt idx="515">
                  <c:v>5016.0</c:v>
                </c:pt>
                <c:pt idx="516">
                  <c:v>5017.0</c:v>
                </c:pt>
                <c:pt idx="517">
                  <c:v>5018.0</c:v>
                </c:pt>
                <c:pt idx="518">
                  <c:v>5019.0</c:v>
                </c:pt>
                <c:pt idx="519">
                  <c:v>5020.0</c:v>
                </c:pt>
                <c:pt idx="520">
                  <c:v>5021.0</c:v>
                </c:pt>
                <c:pt idx="521">
                  <c:v>5022.0</c:v>
                </c:pt>
                <c:pt idx="522">
                  <c:v>5023.0</c:v>
                </c:pt>
                <c:pt idx="523">
                  <c:v>5024.0</c:v>
                </c:pt>
                <c:pt idx="524">
                  <c:v>5025.0</c:v>
                </c:pt>
                <c:pt idx="525">
                  <c:v>5026.0</c:v>
                </c:pt>
                <c:pt idx="526">
                  <c:v>5027.0</c:v>
                </c:pt>
                <c:pt idx="527">
                  <c:v>5028.0</c:v>
                </c:pt>
                <c:pt idx="528">
                  <c:v>5029.0</c:v>
                </c:pt>
                <c:pt idx="529">
                  <c:v>5030.0</c:v>
                </c:pt>
                <c:pt idx="530">
                  <c:v>5031.0</c:v>
                </c:pt>
                <c:pt idx="531">
                  <c:v>5032.0</c:v>
                </c:pt>
                <c:pt idx="532">
                  <c:v>5033.0</c:v>
                </c:pt>
                <c:pt idx="533">
                  <c:v>5034.0</c:v>
                </c:pt>
                <c:pt idx="534">
                  <c:v>5035.0</c:v>
                </c:pt>
                <c:pt idx="535">
                  <c:v>5036.0</c:v>
                </c:pt>
                <c:pt idx="536">
                  <c:v>5037.0</c:v>
                </c:pt>
                <c:pt idx="537">
                  <c:v>5038.0</c:v>
                </c:pt>
                <c:pt idx="538">
                  <c:v>5039.0</c:v>
                </c:pt>
                <c:pt idx="539">
                  <c:v>5040.0</c:v>
                </c:pt>
                <c:pt idx="540">
                  <c:v>5041.0</c:v>
                </c:pt>
                <c:pt idx="541">
                  <c:v>5042.0</c:v>
                </c:pt>
                <c:pt idx="542">
                  <c:v>5043.0</c:v>
                </c:pt>
                <c:pt idx="543">
                  <c:v>5044.0</c:v>
                </c:pt>
                <c:pt idx="544">
                  <c:v>5045.0</c:v>
                </c:pt>
                <c:pt idx="545">
                  <c:v>5046.0</c:v>
                </c:pt>
                <c:pt idx="546">
                  <c:v>5047.0</c:v>
                </c:pt>
                <c:pt idx="547">
                  <c:v>5048.0</c:v>
                </c:pt>
                <c:pt idx="548">
                  <c:v>5049.0</c:v>
                </c:pt>
                <c:pt idx="549">
                  <c:v>5050.0</c:v>
                </c:pt>
                <c:pt idx="550">
                  <c:v>5051.0</c:v>
                </c:pt>
                <c:pt idx="551">
                  <c:v>5052.0</c:v>
                </c:pt>
                <c:pt idx="552">
                  <c:v>5053.0</c:v>
                </c:pt>
                <c:pt idx="553">
                  <c:v>5054.0</c:v>
                </c:pt>
                <c:pt idx="554">
                  <c:v>5055.0</c:v>
                </c:pt>
                <c:pt idx="555">
                  <c:v>5056.0</c:v>
                </c:pt>
                <c:pt idx="556">
                  <c:v>5057.0</c:v>
                </c:pt>
                <c:pt idx="557">
                  <c:v>5058.0</c:v>
                </c:pt>
                <c:pt idx="558">
                  <c:v>5059.0</c:v>
                </c:pt>
                <c:pt idx="559">
                  <c:v>5060.0</c:v>
                </c:pt>
                <c:pt idx="560">
                  <c:v>5061.0</c:v>
                </c:pt>
                <c:pt idx="561">
                  <c:v>5062.0</c:v>
                </c:pt>
                <c:pt idx="562">
                  <c:v>5063.0</c:v>
                </c:pt>
                <c:pt idx="563">
                  <c:v>5064.0</c:v>
                </c:pt>
                <c:pt idx="564">
                  <c:v>5065.0</c:v>
                </c:pt>
                <c:pt idx="565">
                  <c:v>5066.0</c:v>
                </c:pt>
                <c:pt idx="566">
                  <c:v>5067.0</c:v>
                </c:pt>
                <c:pt idx="567">
                  <c:v>5068.0</c:v>
                </c:pt>
                <c:pt idx="568">
                  <c:v>5069.0</c:v>
                </c:pt>
                <c:pt idx="569">
                  <c:v>5070.0</c:v>
                </c:pt>
                <c:pt idx="570">
                  <c:v>5071.0</c:v>
                </c:pt>
                <c:pt idx="571">
                  <c:v>5072.0</c:v>
                </c:pt>
                <c:pt idx="572">
                  <c:v>5073.0</c:v>
                </c:pt>
                <c:pt idx="573">
                  <c:v>5074.0</c:v>
                </c:pt>
                <c:pt idx="574">
                  <c:v>5075.0</c:v>
                </c:pt>
                <c:pt idx="575">
                  <c:v>5076.0</c:v>
                </c:pt>
                <c:pt idx="576">
                  <c:v>5077.0</c:v>
                </c:pt>
                <c:pt idx="577">
                  <c:v>5078.0</c:v>
                </c:pt>
                <c:pt idx="578">
                  <c:v>5079.0</c:v>
                </c:pt>
                <c:pt idx="579">
                  <c:v>5080.0</c:v>
                </c:pt>
                <c:pt idx="580">
                  <c:v>5081.0</c:v>
                </c:pt>
                <c:pt idx="581">
                  <c:v>5082.0</c:v>
                </c:pt>
                <c:pt idx="582">
                  <c:v>5083.0</c:v>
                </c:pt>
                <c:pt idx="583">
                  <c:v>5084.0</c:v>
                </c:pt>
                <c:pt idx="584">
                  <c:v>5085.0</c:v>
                </c:pt>
                <c:pt idx="585">
                  <c:v>5086.0</c:v>
                </c:pt>
                <c:pt idx="586">
                  <c:v>5087.0</c:v>
                </c:pt>
                <c:pt idx="587">
                  <c:v>5088.0</c:v>
                </c:pt>
                <c:pt idx="588">
                  <c:v>5089.0</c:v>
                </c:pt>
                <c:pt idx="589">
                  <c:v>5090.0</c:v>
                </c:pt>
                <c:pt idx="590">
                  <c:v>5091.0</c:v>
                </c:pt>
                <c:pt idx="591">
                  <c:v>5092.0</c:v>
                </c:pt>
                <c:pt idx="592">
                  <c:v>5093.0</c:v>
                </c:pt>
                <c:pt idx="593">
                  <c:v>5094.0</c:v>
                </c:pt>
                <c:pt idx="594">
                  <c:v>5095.0</c:v>
                </c:pt>
                <c:pt idx="595">
                  <c:v>5096.0</c:v>
                </c:pt>
                <c:pt idx="596">
                  <c:v>5097.0</c:v>
                </c:pt>
                <c:pt idx="597">
                  <c:v>5098.0</c:v>
                </c:pt>
                <c:pt idx="598">
                  <c:v>5099.0</c:v>
                </c:pt>
                <c:pt idx="599">
                  <c:v>5100.0</c:v>
                </c:pt>
                <c:pt idx="600">
                  <c:v>5101.0</c:v>
                </c:pt>
                <c:pt idx="601">
                  <c:v>5102.0</c:v>
                </c:pt>
                <c:pt idx="602">
                  <c:v>5103.0</c:v>
                </c:pt>
                <c:pt idx="603">
                  <c:v>5104.0</c:v>
                </c:pt>
                <c:pt idx="604">
                  <c:v>5105.0</c:v>
                </c:pt>
                <c:pt idx="605">
                  <c:v>5106.0</c:v>
                </c:pt>
                <c:pt idx="606">
                  <c:v>5107.0</c:v>
                </c:pt>
                <c:pt idx="607">
                  <c:v>5108.0</c:v>
                </c:pt>
                <c:pt idx="608">
                  <c:v>5109.0</c:v>
                </c:pt>
                <c:pt idx="609">
                  <c:v>5110.0</c:v>
                </c:pt>
                <c:pt idx="610">
                  <c:v>5111.0</c:v>
                </c:pt>
                <c:pt idx="611">
                  <c:v>5112.0</c:v>
                </c:pt>
                <c:pt idx="612">
                  <c:v>5113.0</c:v>
                </c:pt>
                <c:pt idx="613">
                  <c:v>5114.0</c:v>
                </c:pt>
                <c:pt idx="614">
                  <c:v>5115.0</c:v>
                </c:pt>
                <c:pt idx="615">
                  <c:v>5116.0</c:v>
                </c:pt>
                <c:pt idx="616">
                  <c:v>5117.0</c:v>
                </c:pt>
                <c:pt idx="617">
                  <c:v>5118.0</c:v>
                </c:pt>
                <c:pt idx="618">
                  <c:v>5119.0</c:v>
                </c:pt>
                <c:pt idx="619">
                  <c:v>5120.0</c:v>
                </c:pt>
                <c:pt idx="620">
                  <c:v>5121.0</c:v>
                </c:pt>
                <c:pt idx="621">
                  <c:v>5122.0</c:v>
                </c:pt>
                <c:pt idx="622">
                  <c:v>5123.0</c:v>
                </c:pt>
                <c:pt idx="623">
                  <c:v>5124.0</c:v>
                </c:pt>
                <c:pt idx="624">
                  <c:v>5125.0</c:v>
                </c:pt>
                <c:pt idx="625">
                  <c:v>5126.0</c:v>
                </c:pt>
                <c:pt idx="626">
                  <c:v>5127.0</c:v>
                </c:pt>
                <c:pt idx="627">
                  <c:v>5128.0</c:v>
                </c:pt>
                <c:pt idx="628">
                  <c:v>5129.0</c:v>
                </c:pt>
                <c:pt idx="629">
                  <c:v>5130.0</c:v>
                </c:pt>
                <c:pt idx="630">
                  <c:v>5131.0</c:v>
                </c:pt>
                <c:pt idx="631">
                  <c:v>5132.0</c:v>
                </c:pt>
                <c:pt idx="632">
                  <c:v>5133.0</c:v>
                </c:pt>
                <c:pt idx="633">
                  <c:v>5134.0</c:v>
                </c:pt>
                <c:pt idx="634">
                  <c:v>5135.0</c:v>
                </c:pt>
                <c:pt idx="635">
                  <c:v>5136.0</c:v>
                </c:pt>
                <c:pt idx="636">
                  <c:v>5137.0</c:v>
                </c:pt>
                <c:pt idx="637">
                  <c:v>5138.0</c:v>
                </c:pt>
                <c:pt idx="638">
                  <c:v>5139.0</c:v>
                </c:pt>
                <c:pt idx="639">
                  <c:v>5140.0</c:v>
                </c:pt>
                <c:pt idx="640">
                  <c:v>5141.0</c:v>
                </c:pt>
                <c:pt idx="641">
                  <c:v>5142.0</c:v>
                </c:pt>
                <c:pt idx="642">
                  <c:v>5143.0</c:v>
                </c:pt>
                <c:pt idx="643">
                  <c:v>5144.0</c:v>
                </c:pt>
                <c:pt idx="644">
                  <c:v>5145.0</c:v>
                </c:pt>
                <c:pt idx="645">
                  <c:v>5146.0</c:v>
                </c:pt>
                <c:pt idx="646">
                  <c:v>5147.0</c:v>
                </c:pt>
                <c:pt idx="647">
                  <c:v>5148.0</c:v>
                </c:pt>
                <c:pt idx="648">
                  <c:v>5149.0</c:v>
                </c:pt>
                <c:pt idx="649">
                  <c:v>5150.0</c:v>
                </c:pt>
                <c:pt idx="650">
                  <c:v>5151.0</c:v>
                </c:pt>
                <c:pt idx="651">
                  <c:v>5152.0</c:v>
                </c:pt>
                <c:pt idx="652">
                  <c:v>5153.0</c:v>
                </c:pt>
                <c:pt idx="653">
                  <c:v>5154.0</c:v>
                </c:pt>
                <c:pt idx="654">
                  <c:v>5155.0</c:v>
                </c:pt>
                <c:pt idx="655">
                  <c:v>5156.0</c:v>
                </c:pt>
                <c:pt idx="656">
                  <c:v>5157.0</c:v>
                </c:pt>
                <c:pt idx="657">
                  <c:v>5158.0</c:v>
                </c:pt>
                <c:pt idx="658">
                  <c:v>5159.0</c:v>
                </c:pt>
                <c:pt idx="659">
                  <c:v>5160.0</c:v>
                </c:pt>
                <c:pt idx="660">
                  <c:v>5161.0</c:v>
                </c:pt>
                <c:pt idx="661">
                  <c:v>5162.0</c:v>
                </c:pt>
                <c:pt idx="662">
                  <c:v>5163.0</c:v>
                </c:pt>
                <c:pt idx="663">
                  <c:v>5164.0</c:v>
                </c:pt>
                <c:pt idx="664">
                  <c:v>5165.0</c:v>
                </c:pt>
                <c:pt idx="665">
                  <c:v>5166.0</c:v>
                </c:pt>
                <c:pt idx="666">
                  <c:v>5167.0</c:v>
                </c:pt>
                <c:pt idx="667">
                  <c:v>5168.0</c:v>
                </c:pt>
                <c:pt idx="668">
                  <c:v>5169.0</c:v>
                </c:pt>
                <c:pt idx="669">
                  <c:v>5170.0</c:v>
                </c:pt>
                <c:pt idx="670">
                  <c:v>5171.0</c:v>
                </c:pt>
                <c:pt idx="671">
                  <c:v>5172.0</c:v>
                </c:pt>
                <c:pt idx="672">
                  <c:v>5173.0</c:v>
                </c:pt>
                <c:pt idx="673">
                  <c:v>5174.0</c:v>
                </c:pt>
                <c:pt idx="674">
                  <c:v>5175.0</c:v>
                </c:pt>
                <c:pt idx="675">
                  <c:v>5176.0</c:v>
                </c:pt>
                <c:pt idx="676">
                  <c:v>5177.0</c:v>
                </c:pt>
                <c:pt idx="677">
                  <c:v>5178.0</c:v>
                </c:pt>
                <c:pt idx="678">
                  <c:v>5179.0</c:v>
                </c:pt>
                <c:pt idx="679">
                  <c:v>5180.0</c:v>
                </c:pt>
                <c:pt idx="680">
                  <c:v>5181.0</c:v>
                </c:pt>
                <c:pt idx="681">
                  <c:v>5182.0</c:v>
                </c:pt>
                <c:pt idx="682">
                  <c:v>5183.0</c:v>
                </c:pt>
                <c:pt idx="683">
                  <c:v>5184.0</c:v>
                </c:pt>
                <c:pt idx="684">
                  <c:v>5185.0</c:v>
                </c:pt>
                <c:pt idx="685">
                  <c:v>5186.0</c:v>
                </c:pt>
                <c:pt idx="686">
                  <c:v>5187.0</c:v>
                </c:pt>
                <c:pt idx="687">
                  <c:v>5188.0</c:v>
                </c:pt>
                <c:pt idx="688">
                  <c:v>5189.0</c:v>
                </c:pt>
                <c:pt idx="689">
                  <c:v>5190.0</c:v>
                </c:pt>
                <c:pt idx="690">
                  <c:v>5191.0</c:v>
                </c:pt>
                <c:pt idx="691">
                  <c:v>5192.0</c:v>
                </c:pt>
                <c:pt idx="692">
                  <c:v>5193.0</c:v>
                </c:pt>
                <c:pt idx="693">
                  <c:v>5194.0</c:v>
                </c:pt>
                <c:pt idx="694">
                  <c:v>5195.0</c:v>
                </c:pt>
                <c:pt idx="695">
                  <c:v>5196.0</c:v>
                </c:pt>
                <c:pt idx="696">
                  <c:v>5197.0</c:v>
                </c:pt>
                <c:pt idx="697">
                  <c:v>5198.0</c:v>
                </c:pt>
                <c:pt idx="698">
                  <c:v>5199.0</c:v>
                </c:pt>
                <c:pt idx="699">
                  <c:v>5200.0</c:v>
                </c:pt>
                <c:pt idx="700">
                  <c:v>5201.0</c:v>
                </c:pt>
                <c:pt idx="701">
                  <c:v>5202.0</c:v>
                </c:pt>
                <c:pt idx="702">
                  <c:v>5203.0</c:v>
                </c:pt>
                <c:pt idx="703">
                  <c:v>5204.0</c:v>
                </c:pt>
                <c:pt idx="704">
                  <c:v>5205.0</c:v>
                </c:pt>
                <c:pt idx="705">
                  <c:v>5206.0</c:v>
                </c:pt>
                <c:pt idx="706">
                  <c:v>5207.0</c:v>
                </c:pt>
                <c:pt idx="707">
                  <c:v>5208.0</c:v>
                </c:pt>
                <c:pt idx="708">
                  <c:v>5209.0</c:v>
                </c:pt>
                <c:pt idx="709">
                  <c:v>5210.0</c:v>
                </c:pt>
                <c:pt idx="710">
                  <c:v>5211.0</c:v>
                </c:pt>
                <c:pt idx="711">
                  <c:v>5212.0</c:v>
                </c:pt>
                <c:pt idx="712">
                  <c:v>5213.0</c:v>
                </c:pt>
                <c:pt idx="713">
                  <c:v>5214.0</c:v>
                </c:pt>
                <c:pt idx="714">
                  <c:v>5215.0</c:v>
                </c:pt>
                <c:pt idx="715">
                  <c:v>5216.0</c:v>
                </c:pt>
                <c:pt idx="716">
                  <c:v>5217.0</c:v>
                </c:pt>
                <c:pt idx="717">
                  <c:v>5218.0</c:v>
                </c:pt>
                <c:pt idx="718">
                  <c:v>5219.0</c:v>
                </c:pt>
                <c:pt idx="719">
                  <c:v>5220.0</c:v>
                </c:pt>
                <c:pt idx="720">
                  <c:v>5221.0</c:v>
                </c:pt>
                <c:pt idx="721">
                  <c:v>5222.0</c:v>
                </c:pt>
                <c:pt idx="722">
                  <c:v>5223.0</c:v>
                </c:pt>
                <c:pt idx="723">
                  <c:v>5224.0</c:v>
                </c:pt>
                <c:pt idx="724">
                  <c:v>5225.0</c:v>
                </c:pt>
                <c:pt idx="725">
                  <c:v>5226.0</c:v>
                </c:pt>
                <c:pt idx="726">
                  <c:v>5227.0</c:v>
                </c:pt>
                <c:pt idx="727">
                  <c:v>5228.0</c:v>
                </c:pt>
                <c:pt idx="728">
                  <c:v>5229.0</c:v>
                </c:pt>
                <c:pt idx="729">
                  <c:v>5230.0</c:v>
                </c:pt>
                <c:pt idx="730">
                  <c:v>5231.0</c:v>
                </c:pt>
                <c:pt idx="731">
                  <c:v>5232.0</c:v>
                </c:pt>
                <c:pt idx="732">
                  <c:v>5233.0</c:v>
                </c:pt>
                <c:pt idx="733">
                  <c:v>5234.0</c:v>
                </c:pt>
                <c:pt idx="734">
                  <c:v>5235.0</c:v>
                </c:pt>
                <c:pt idx="735">
                  <c:v>5236.0</c:v>
                </c:pt>
                <c:pt idx="736">
                  <c:v>5237.0</c:v>
                </c:pt>
                <c:pt idx="737">
                  <c:v>5238.0</c:v>
                </c:pt>
                <c:pt idx="738">
                  <c:v>5239.0</c:v>
                </c:pt>
                <c:pt idx="739">
                  <c:v>5240.0</c:v>
                </c:pt>
                <c:pt idx="740">
                  <c:v>5241.0</c:v>
                </c:pt>
                <c:pt idx="741">
                  <c:v>5242.0</c:v>
                </c:pt>
                <c:pt idx="742">
                  <c:v>5243.0</c:v>
                </c:pt>
                <c:pt idx="743">
                  <c:v>5244.0</c:v>
                </c:pt>
                <c:pt idx="744">
                  <c:v>5245.0</c:v>
                </c:pt>
                <c:pt idx="745">
                  <c:v>5246.0</c:v>
                </c:pt>
                <c:pt idx="746">
                  <c:v>5247.0</c:v>
                </c:pt>
                <c:pt idx="747">
                  <c:v>5248.0</c:v>
                </c:pt>
                <c:pt idx="748">
                  <c:v>5249.0</c:v>
                </c:pt>
                <c:pt idx="749">
                  <c:v>5250.0</c:v>
                </c:pt>
                <c:pt idx="750">
                  <c:v>5251.0</c:v>
                </c:pt>
                <c:pt idx="751">
                  <c:v>5252.0</c:v>
                </c:pt>
                <c:pt idx="752">
                  <c:v>5253.0</c:v>
                </c:pt>
                <c:pt idx="753">
                  <c:v>5254.0</c:v>
                </c:pt>
                <c:pt idx="754">
                  <c:v>5255.0</c:v>
                </c:pt>
                <c:pt idx="755">
                  <c:v>5256.0</c:v>
                </c:pt>
                <c:pt idx="756">
                  <c:v>5257.0</c:v>
                </c:pt>
                <c:pt idx="757">
                  <c:v>5258.0</c:v>
                </c:pt>
                <c:pt idx="758">
                  <c:v>5259.0</c:v>
                </c:pt>
                <c:pt idx="759">
                  <c:v>5260.0</c:v>
                </c:pt>
                <c:pt idx="760">
                  <c:v>5261.0</c:v>
                </c:pt>
                <c:pt idx="761">
                  <c:v>5262.0</c:v>
                </c:pt>
                <c:pt idx="762">
                  <c:v>5263.0</c:v>
                </c:pt>
                <c:pt idx="763">
                  <c:v>5264.0</c:v>
                </c:pt>
                <c:pt idx="764">
                  <c:v>5265.0</c:v>
                </c:pt>
                <c:pt idx="765">
                  <c:v>5266.0</c:v>
                </c:pt>
                <c:pt idx="766">
                  <c:v>5267.0</c:v>
                </c:pt>
                <c:pt idx="767">
                  <c:v>5268.0</c:v>
                </c:pt>
                <c:pt idx="768">
                  <c:v>5269.0</c:v>
                </c:pt>
                <c:pt idx="769">
                  <c:v>5270.0</c:v>
                </c:pt>
                <c:pt idx="770">
                  <c:v>5271.0</c:v>
                </c:pt>
                <c:pt idx="771">
                  <c:v>5272.0</c:v>
                </c:pt>
                <c:pt idx="772">
                  <c:v>5273.0</c:v>
                </c:pt>
                <c:pt idx="773">
                  <c:v>5274.0</c:v>
                </c:pt>
                <c:pt idx="774">
                  <c:v>5275.0</c:v>
                </c:pt>
                <c:pt idx="775">
                  <c:v>5276.0</c:v>
                </c:pt>
                <c:pt idx="776">
                  <c:v>5277.0</c:v>
                </c:pt>
                <c:pt idx="777">
                  <c:v>5278.0</c:v>
                </c:pt>
                <c:pt idx="778">
                  <c:v>5279.0</c:v>
                </c:pt>
                <c:pt idx="779">
                  <c:v>5280.0</c:v>
                </c:pt>
                <c:pt idx="780">
                  <c:v>5281.0</c:v>
                </c:pt>
                <c:pt idx="781">
                  <c:v>5282.0</c:v>
                </c:pt>
                <c:pt idx="782">
                  <c:v>5283.0</c:v>
                </c:pt>
                <c:pt idx="783">
                  <c:v>5284.0</c:v>
                </c:pt>
                <c:pt idx="784">
                  <c:v>5285.0</c:v>
                </c:pt>
                <c:pt idx="785">
                  <c:v>5286.0</c:v>
                </c:pt>
                <c:pt idx="786">
                  <c:v>5287.0</c:v>
                </c:pt>
                <c:pt idx="787">
                  <c:v>5288.0</c:v>
                </c:pt>
                <c:pt idx="788">
                  <c:v>5289.0</c:v>
                </c:pt>
                <c:pt idx="789">
                  <c:v>5290.0</c:v>
                </c:pt>
                <c:pt idx="790">
                  <c:v>5291.0</c:v>
                </c:pt>
                <c:pt idx="791">
                  <c:v>5292.0</c:v>
                </c:pt>
                <c:pt idx="792">
                  <c:v>5293.0</c:v>
                </c:pt>
                <c:pt idx="793">
                  <c:v>5294.0</c:v>
                </c:pt>
                <c:pt idx="794">
                  <c:v>5295.0</c:v>
                </c:pt>
                <c:pt idx="795">
                  <c:v>5296.0</c:v>
                </c:pt>
                <c:pt idx="796">
                  <c:v>5297.0</c:v>
                </c:pt>
                <c:pt idx="797">
                  <c:v>5298.0</c:v>
                </c:pt>
                <c:pt idx="798">
                  <c:v>5299.0</c:v>
                </c:pt>
                <c:pt idx="799">
                  <c:v>5300.0</c:v>
                </c:pt>
                <c:pt idx="800">
                  <c:v>5301.0</c:v>
                </c:pt>
                <c:pt idx="801">
                  <c:v>5302.0</c:v>
                </c:pt>
                <c:pt idx="802">
                  <c:v>5303.0</c:v>
                </c:pt>
                <c:pt idx="803">
                  <c:v>5304.0</c:v>
                </c:pt>
                <c:pt idx="804">
                  <c:v>5305.0</c:v>
                </c:pt>
                <c:pt idx="805">
                  <c:v>5306.0</c:v>
                </c:pt>
                <c:pt idx="806">
                  <c:v>5307.0</c:v>
                </c:pt>
                <c:pt idx="807">
                  <c:v>5308.0</c:v>
                </c:pt>
                <c:pt idx="808">
                  <c:v>5309.0</c:v>
                </c:pt>
                <c:pt idx="809">
                  <c:v>5310.0</c:v>
                </c:pt>
                <c:pt idx="810">
                  <c:v>5311.0</c:v>
                </c:pt>
                <c:pt idx="811">
                  <c:v>5312.0</c:v>
                </c:pt>
                <c:pt idx="812">
                  <c:v>5313.0</c:v>
                </c:pt>
                <c:pt idx="813">
                  <c:v>5314.0</c:v>
                </c:pt>
                <c:pt idx="814">
                  <c:v>5315.0</c:v>
                </c:pt>
                <c:pt idx="815">
                  <c:v>5316.0</c:v>
                </c:pt>
                <c:pt idx="816">
                  <c:v>5317.0</c:v>
                </c:pt>
                <c:pt idx="817">
                  <c:v>5318.0</c:v>
                </c:pt>
                <c:pt idx="818">
                  <c:v>5319.0</c:v>
                </c:pt>
                <c:pt idx="819">
                  <c:v>5320.0</c:v>
                </c:pt>
                <c:pt idx="820">
                  <c:v>5321.0</c:v>
                </c:pt>
                <c:pt idx="821">
                  <c:v>5322.0</c:v>
                </c:pt>
                <c:pt idx="822">
                  <c:v>5323.0</c:v>
                </c:pt>
                <c:pt idx="823">
                  <c:v>5324.0</c:v>
                </c:pt>
                <c:pt idx="824">
                  <c:v>5325.0</c:v>
                </c:pt>
                <c:pt idx="825">
                  <c:v>5326.0</c:v>
                </c:pt>
                <c:pt idx="826">
                  <c:v>5327.0</c:v>
                </c:pt>
                <c:pt idx="827">
                  <c:v>5328.0</c:v>
                </c:pt>
                <c:pt idx="828">
                  <c:v>5329.0</c:v>
                </c:pt>
                <c:pt idx="829">
                  <c:v>5330.0</c:v>
                </c:pt>
                <c:pt idx="830">
                  <c:v>5331.0</c:v>
                </c:pt>
                <c:pt idx="831">
                  <c:v>5332.0</c:v>
                </c:pt>
                <c:pt idx="832">
                  <c:v>5333.0</c:v>
                </c:pt>
                <c:pt idx="833">
                  <c:v>5334.0</c:v>
                </c:pt>
                <c:pt idx="834">
                  <c:v>5335.0</c:v>
                </c:pt>
                <c:pt idx="835">
                  <c:v>5336.0</c:v>
                </c:pt>
                <c:pt idx="836">
                  <c:v>5337.0</c:v>
                </c:pt>
                <c:pt idx="837">
                  <c:v>5338.0</c:v>
                </c:pt>
                <c:pt idx="838">
                  <c:v>5339.0</c:v>
                </c:pt>
                <c:pt idx="839">
                  <c:v>5340.0</c:v>
                </c:pt>
                <c:pt idx="840">
                  <c:v>5341.0</c:v>
                </c:pt>
                <c:pt idx="841">
                  <c:v>5342.0</c:v>
                </c:pt>
                <c:pt idx="842">
                  <c:v>5343.0</c:v>
                </c:pt>
                <c:pt idx="843">
                  <c:v>5344.0</c:v>
                </c:pt>
                <c:pt idx="844">
                  <c:v>5345.0</c:v>
                </c:pt>
                <c:pt idx="845">
                  <c:v>5346.0</c:v>
                </c:pt>
                <c:pt idx="846">
                  <c:v>5347.0</c:v>
                </c:pt>
                <c:pt idx="847">
                  <c:v>5348.0</c:v>
                </c:pt>
                <c:pt idx="848">
                  <c:v>5349.0</c:v>
                </c:pt>
                <c:pt idx="849">
                  <c:v>5350.0</c:v>
                </c:pt>
                <c:pt idx="850">
                  <c:v>5351.0</c:v>
                </c:pt>
                <c:pt idx="851">
                  <c:v>5352.0</c:v>
                </c:pt>
                <c:pt idx="852">
                  <c:v>5353.0</c:v>
                </c:pt>
                <c:pt idx="853">
                  <c:v>5354.0</c:v>
                </c:pt>
                <c:pt idx="854">
                  <c:v>5355.0</c:v>
                </c:pt>
                <c:pt idx="855">
                  <c:v>5356.0</c:v>
                </c:pt>
                <c:pt idx="856">
                  <c:v>5357.0</c:v>
                </c:pt>
                <c:pt idx="857">
                  <c:v>5358.0</c:v>
                </c:pt>
                <c:pt idx="858">
                  <c:v>5359.0</c:v>
                </c:pt>
                <c:pt idx="859">
                  <c:v>5360.0</c:v>
                </c:pt>
                <c:pt idx="860">
                  <c:v>5361.0</c:v>
                </c:pt>
                <c:pt idx="861">
                  <c:v>5362.0</c:v>
                </c:pt>
                <c:pt idx="862">
                  <c:v>5363.0</c:v>
                </c:pt>
                <c:pt idx="863">
                  <c:v>5364.0</c:v>
                </c:pt>
                <c:pt idx="864">
                  <c:v>5365.0</c:v>
                </c:pt>
                <c:pt idx="865">
                  <c:v>5366.0</c:v>
                </c:pt>
                <c:pt idx="866">
                  <c:v>5367.0</c:v>
                </c:pt>
                <c:pt idx="867">
                  <c:v>5368.0</c:v>
                </c:pt>
                <c:pt idx="868">
                  <c:v>5369.0</c:v>
                </c:pt>
                <c:pt idx="869">
                  <c:v>5370.0</c:v>
                </c:pt>
                <c:pt idx="870">
                  <c:v>5371.0</c:v>
                </c:pt>
                <c:pt idx="871">
                  <c:v>5372.0</c:v>
                </c:pt>
                <c:pt idx="872">
                  <c:v>5373.0</c:v>
                </c:pt>
                <c:pt idx="873">
                  <c:v>5374.0</c:v>
                </c:pt>
                <c:pt idx="874">
                  <c:v>5375.0</c:v>
                </c:pt>
                <c:pt idx="875">
                  <c:v>5376.0</c:v>
                </c:pt>
                <c:pt idx="876">
                  <c:v>5377.0</c:v>
                </c:pt>
                <c:pt idx="877">
                  <c:v>5378.0</c:v>
                </c:pt>
                <c:pt idx="878">
                  <c:v>5379.0</c:v>
                </c:pt>
                <c:pt idx="879">
                  <c:v>5380.0</c:v>
                </c:pt>
                <c:pt idx="880">
                  <c:v>5381.0</c:v>
                </c:pt>
                <c:pt idx="881">
                  <c:v>5382.0</c:v>
                </c:pt>
                <c:pt idx="882">
                  <c:v>5383.0</c:v>
                </c:pt>
                <c:pt idx="883">
                  <c:v>5384.0</c:v>
                </c:pt>
                <c:pt idx="884">
                  <c:v>5385.0</c:v>
                </c:pt>
                <c:pt idx="885">
                  <c:v>5386.0</c:v>
                </c:pt>
                <c:pt idx="886">
                  <c:v>5387.0</c:v>
                </c:pt>
                <c:pt idx="887">
                  <c:v>5388.0</c:v>
                </c:pt>
                <c:pt idx="888">
                  <c:v>5389.0</c:v>
                </c:pt>
                <c:pt idx="889">
                  <c:v>5390.0</c:v>
                </c:pt>
                <c:pt idx="890">
                  <c:v>5391.0</c:v>
                </c:pt>
                <c:pt idx="891">
                  <c:v>5392.0</c:v>
                </c:pt>
                <c:pt idx="892">
                  <c:v>5393.0</c:v>
                </c:pt>
                <c:pt idx="893">
                  <c:v>5394.0</c:v>
                </c:pt>
                <c:pt idx="894">
                  <c:v>5395.0</c:v>
                </c:pt>
                <c:pt idx="895">
                  <c:v>5396.0</c:v>
                </c:pt>
                <c:pt idx="896">
                  <c:v>5397.0</c:v>
                </c:pt>
                <c:pt idx="897">
                  <c:v>5398.0</c:v>
                </c:pt>
                <c:pt idx="898">
                  <c:v>5399.0</c:v>
                </c:pt>
                <c:pt idx="899">
                  <c:v>5400.0</c:v>
                </c:pt>
                <c:pt idx="900">
                  <c:v>5401.0</c:v>
                </c:pt>
                <c:pt idx="901">
                  <c:v>5402.0</c:v>
                </c:pt>
                <c:pt idx="902">
                  <c:v>5403.0</c:v>
                </c:pt>
                <c:pt idx="903">
                  <c:v>5404.0</c:v>
                </c:pt>
                <c:pt idx="904">
                  <c:v>5405.0</c:v>
                </c:pt>
                <c:pt idx="905">
                  <c:v>5406.0</c:v>
                </c:pt>
                <c:pt idx="906">
                  <c:v>5407.0</c:v>
                </c:pt>
                <c:pt idx="907">
                  <c:v>5408.0</c:v>
                </c:pt>
                <c:pt idx="908">
                  <c:v>5409.0</c:v>
                </c:pt>
                <c:pt idx="909">
                  <c:v>5410.0</c:v>
                </c:pt>
                <c:pt idx="910">
                  <c:v>5411.0</c:v>
                </c:pt>
                <c:pt idx="911">
                  <c:v>5412.0</c:v>
                </c:pt>
                <c:pt idx="912">
                  <c:v>5413.0</c:v>
                </c:pt>
                <c:pt idx="913">
                  <c:v>5414.0</c:v>
                </c:pt>
                <c:pt idx="914">
                  <c:v>5415.0</c:v>
                </c:pt>
                <c:pt idx="915">
                  <c:v>5416.0</c:v>
                </c:pt>
                <c:pt idx="916">
                  <c:v>5417.0</c:v>
                </c:pt>
                <c:pt idx="917">
                  <c:v>5418.0</c:v>
                </c:pt>
                <c:pt idx="918">
                  <c:v>5419.0</c:v>
                </c:pt>
                <c:pt idx="919">
                  <c:v>5420.0</c:v>
                </c:pt>
                <c:pt idx="920">
                  <c:v>5421.0</c:v>
                </c:pt>
                <c:pt idx="921">
                  <c:v>5422.0</c:v>
                </c:pt>
                <c:pt idx="922">
                  <c:v>5423.0</c:v>
                </c:pt>
                <c:pt idx="923">
                  <c:v>5424.0</c:v>
                </c:pt>
                <c:pt idx="924">
                  <c:v>5425.0</c:v>
                </c:pt>
                <c:pt idx="925">
                  <c:v>5426.0</c:v>
                </c:pt>
                <c:pt idx="926">
                  <c:v>5427.0</c:v>
                </c:pt>
                <c:pt idx="927">
                  <c:v>5428.0</c:v>
                </c:pt>
                <c:pt idx="928">
                  <c:v>5429.0</c:v>
                </c:pt>
                <c:pt idx="929">
                  <c:v>5430.0</c:v>
                </c:pt>
                <c:pt idx="930">
                  <c:v>5431.0</c:v>
                </c:pt>
                <c:pt idx="931">
                  <c:v>5432.0</c:v>
                </c:pt>
                <c:pt idx="932">
                  <c:v>5433.0</c:v>
                </c:pt>
                <c:pt idx="933">
                  <c:v>5434.0</c:v>
                </c:pt>
                <c:pt idx="934">
                  <c:v>5435.0</c:v>
                </c:pt>
                <c:pt idx="935">
                  <c:v>5436.0</c:v>
                </c:pt>
                <c:pt idx="936">
                  <c:v>5437.0</c:v>
                </c:pt>
                <c:pt idx="937">
                  <c:v>5438.0</c:v>
                </c:pt>
                <c:pt idx="938">
                  <c:v>5439.0</c:v>
                </c:pt>
                <c:pt idx="939">
                  <c:v>5440.0</c:v>
                </c:pt>
                <c:pt idx="940">
                  <c:v>5441.0</c:v>
                </c:pt>
                <c:pt idx="941">
                  <c:v>5442.0</c:v>
                </c:pt>
                <c:pt idx="942">
                  <c:v>5443.0</c:v>
                </c:pt>
                <c:pt idx="943">
                  <c:v>5444.0</c:v>
                </c:pt>
                <c:pt idx="944">
                  <c:v>5445.0</c:v>
                </c:pt>
                <c:pt idx="945">
                  <c:v>5446.0</c:v>
                </c:pt>
                <c:pt idx="946">
                  <c:v>5447.0</c:v>
                </c:pt>
                <c:pt idx="947">
                  <c:v>5448.0</c:v>
                </c:pt>
                <c:pt idx="948">
                  <c:v>5449.0</c:v>
                </c:pt>
                <c:pt idx="949">
                  <c:v>5450.0</c:v>
                </c:pt>
                <c:pt idx="950">
                  <c:v>5451.0</c:v>
                </c:pt>
                <c:pt idx="951">
                  <c:v>5452.0</c:v>
                </c:pt>
                <c:pt idx="952">
                  <c:v>5453.0</c:v>
                </c:pt>
                <c:pt idx="953">
                  <c:v>5454.0</c:v>
                </c:pt>
                <c:pt idx="954">
                  <c:v>5455.0</c:v>
                </c:pt>
                <c:pt idx="955">
                  <c:v>5456.0</c:v>
                </c:pt>
                <c:pt idx="956">
                  <c:v>5457.0</c:v>
                </c:pt>
                <c:pt idx="957">
                  <c:v>5458.0</c:v>
                </c:pt>
                <c:pt idx="958">
                  <c:v>5459.0</c:v>
                </c:pt>
                <c:pt idx="959">
                  <c:v>5460.0</c:v>
                </c:pt>
                <c:pt idx="960">
                  <c:v>5461.0</c:v>
                </c:pt>
                <c:pt idx="961">
                  <c:v>5462.0</c:v>
                </c:pt>
                <c:pt idx="962">
                  <c:v>5463.0</c:v>
                </c:pt>
                <c:pt idx="963">
                  <c:v>5464.0</c:v>
                </c:pt>
                <c:pt idx="964">
                  <c:v>5465.0</c:v>
                </c:pt>
                <c:pt idx="965">
                  <c:v>5466.0</c:v>
                </c:pt>
                <c:pt idx="966">
                  <c:v>5467.0</c:v>
                </c:pt>
                <c:pt idx="967">
                  <c:v>5468.0</c:v>
                </c:pt>
                <c:pt idx="968">
                  <c:v>5469.0</c:v>
                </c:pt>
                <c:pt idx="969">
                  <c:v>5470.0</c:v>
                </c:pt>
                <c:pt idx="970">
                  <c:v>5471.0</c:v>
                </c:pt>
                <c:pt idx="971">
                  <c:v>5472.0</c:v>
                </c:pt>
                <c:pt idx="972">
                  <c:v>5473.0</c:v>
                </c:pt>
              </c:numCache>
            </c:numRef>
          </c:xVal>
          <c:yVal>
            <c:numRef>
              <c:f>Sheet1!$B$1952:$B$2924</c:f>
              <c:numCache>
                <c:formatCode>General</c:formatCode>
                <c:ptCount val="973"/>
                <c:pt idx="0">
                  <c:v>0.084122204</c:v>
                </c:pt>
                <c:pt idx="1">
                  <c:v>0.12802558</c:v>
                </c:pt>
                <c:pt idx="2">
                  <c:v>0.096673845</c:v>
                </c:pt>
                <c:pt idx="3">
                  <c:v>0.025418785</c:v>
                </c:pt>
                <c:pt idx="4">
                  <c:v>0.027604938</c:v>
                </c:pt>
                <c:pt idx="5">
                  <c:v>0.04888404</c:v>
                </c:pt>
                <c:pt idx="6">
                  <c:v>0.029949469</c:v>
                </c:pt>
                <c:pt idx="7">
                  <c:v>0.024678122</c:v>
                </c:pt>
                <c:pt idx="8">
                  <c:v>0.021101288</c:v>
                </c:pt>
                <c:pt idx="9">
                  <c:v>0.01601291</c:v>
                </c:pt>
                <c:pt idx="10">
                  <c:v>0.01189599</c:v>
                </c:pt>
                <c:pt idx="11">
                  <c:v>0.0089949066</c:v>
                </c:pt>
                <c:pt idx="12">
                  <c:v>0.0077236038</c:v>
                </c:pt>
                <c:pt idx="13">
                  <c:v>0.0074150144</c:v>
                </c:pt>
                <c:pt idx="14">
                  <c:v>0.0067686946</c:v>
                </c:pt>
                <c:pt idx="15">
                  <c:v>0.0061613654</c:v>
                </c:pt>
                <c:pt idx="16">
                  <c:v>0.0055950295</c:v>
                </c:pt>
                <c:pt idx="17">
                  <c:v>0.0051021976</c:v>
                </c:pt>
                <c:pt idx="18">
                  <c:v>0.0046880785</c:v>
                </c:pt>
                <c:pt idx="19">
                  <c:v>0.0043824541</c:v>
                </c:pt>
                <c:pt idx="20">
                  <c:v>0.00426562</c:v>
                </c:pt>
                <c:pt idx="21">
                  <c:v>0.0042677971</c:v>
                </c:pt>
                <c:pt idx="22">
                  <c:v>0.0042695929</c:v>
                </c:pt>
                <c:pt idx="23">
                  <c:v>0.0041780851</c:v>
                </c:pt>
                <c:pt idx="24">
                  <c:v>0.0039796615</c:v>
                </c:pt>
                <c:pt idx="25">
                  <c:v>0.0037073738</c:v>
                </c:pt>
                <c:pt idx="26">
                  <c:v>0.0034963413</c:v>
                </c:pt>
                <c:pt idx="27">
                  <c:v>0.0034622596</c:v>
                </c:pt>
                <c:pt idx="28">
                  <c:v>0.003586642</c:v>
                </c:pt>
                <c:pt idx="29">
                  <c:v>0.0037432118</c:v>
                </c:pt>
                <c:pt idx="30">
                  <c:v>0.003787671</c:v>
                </c:pt>
                <c:pt idx="31">
                  <c:v>0.0037330304</c:v>
                </c:pt>
                <c:pt idx="32">
                  <c:v>0.0036496855</c:v>
                </c:pt>
                <c:pt idx="33">
                  <c:v>0.0035416146</c:v>
                </c:pt>
                <c:pt idx="34">
                  <c:v>0.0034224627</c:v>
                </c:pt>
                <c:pt idx="35">
                  <c:v>0.003299121</c:v>
                </c:pt>
                <c:pt idx="36">
                  <c:v>0.0031757796</c:v>
                </c:pt>
                <c:pt idx="37">
                  <c:v>0.0030553071</c:v>
                </c:pt>
                <c:pt idx="38">
                  <c:v>0.0029411884</c:v>
                </c:pt>
                <c:pt idx="39">
                  <c:v>0.0028347438</c:v>
                </c:pt>
                <c:pt idx="40">
                  <c:v>0.0027369641</c:v>
                </c:pt>
                <c:pt idx="41">
                  <c:v>0.0026464282</c:v>
                </c:pt>
                <c:pt idx="42">
                  <c:v>0.0025591646</c:v>
                </c:pt>
                <c:pt idx="43">
                  <c:v>0.0024736592</c:v>
                </c:pt>
                <c:pt idx="44">
                  <c:v>0.00239186</c:v>
                </c:pt>
                <c:pt idx="45">
                  <c:v>0.0023166252</c:v>
                </c:pt>
                <c:pt idx="46">
                  <c:v>0.0022528198</c:v>
                </c:pt>
                <c:pt idx="47">
                  <c:v>0.0022004664</c:v>
                </c:pt>
                <c:pt idx="48">
                  <c:v>0.0021594577</c:v>
                </c:pt>
                <c:pt idx="49">
                  <c:v>0.0021266353</c:v>
                </c:pt>
                <c:pt idx="50">
                  <c:v>0.0020988037</c:v>
                </c:pt>
                <c:pt idx="51">
                  <c:v>0.0020732641</c:v>
                </c:pt>
                <c:pt idx="52">
                  <c:v>0.00204862</c:v>
                </c:pt>
                <c:pt idx="53">
                  <c:v>0.0020240183</c:v>
                </c:pt>
                <c:pt idx="54">
                  <c:v>0.0019984342</c:v>
                </c:pt>
                <c:pt idx="55">
                  <c:v>0.0019700345</c:v>
                </c:pt>
                <c:pt idx="56">
                  <c:v>0.0019376882</c:v>
                </c:pt>
                <c:pt idx="57">
                  <c:v>0.0019003547</c:v>
                </c:pt>
                <c:pt idx="58">
                  <c:v>0.0018572478</c:v>
                </c:pt>
                <c:pt idx="59">
                  <c:v>0.0018082681</c:v>
                </c:pt>
                <c:pt idx="60">
                  <c:v>0.0017542758</c:v>
                </c:pt>
                <c:pt idx="61">
                  <c:v>0.0016959585</c:v>
                </c:pt>
                <c:pt idx="62">
                  <c:v>0.0016507166</c:v>
                </c:pt>
                <c:pt idx="63">
                  <c:v>0.0016206782</c:v>
                </c:pt>
                <c:pt idx="64">
                  <c:v>0.0015913297</c:v>
                </c:pt>
                <c:pt idx="65">
                  <c:v>0.0015633404</c:v>
                </c:pt>
                <c:pt idx="66">
                  <c:v>0.0015375393</c:v>
                </c:pt>
                <c:pt idx="67">
                  <c:v>0.0015148416</c:v>
                </c:pt>
                <c:pt idx="68">
                  <c:v>0.0014960834</c:v>
                </c:pt>
                <c:pt idx="69">
                  <c:v>0.0014819307</c:v>
                </c:pt>
                <c:pt idx="70">
                  <c:v>0.0014729871</c:v>
                </c:pt>
                <c:pt idx="71">
                  <c:v>0.0014697841</c:v>
                </c:pt>
                <c:pt idx="72">
                  <c:v>0.0014724012</c:v>
                </c:pt>
                <c:pt idx="73">
                  <c:v>0.0014805296</c:v>
                </c:pt>
                <c:pt idx="74">
                  <c:v>0.0014934704</c:v>
                </c:pt>
                <c:pt idx="75">
                  <c:v>0.0015102815</c:v>
                </c:pt>
                <c:pt idx="76">
                  <c:v>0.0015297743</c:v>
                </c:pt>
                <c:pt idx="77">
                  <c:v>0.0015506948</c:v>
                </c:pt>
                <c:pt idx="78">
                  <c:v>0.0015717991</c:v>
                </c:pt>
                <c:pt idx="79">
                  <c:v>0.0015918941</c:v>
                </c:pt>
                <c:pt idx="80">
                  <c:v>0.0016099963</c:v>
                </c:pt>
                <c:pt idx="81">
                  <c:v>0.0016253284</c:v>
                </c:pt>
                <c:pt idx="82">
                  <c:v>0.0016372632</c:v>
                </c:pt>
                <c:pt idx="83">
                  <c:v>0.0016451829</c:v>
                </c:pt>
                <c:pt idx="84">
                  <c:v>0.0016487085</c:v>
                </c:pt>
                <c:pt idx="85">
                  <c:v>0.0016476452</c:v>
                </c:pt>
                <c:pt idx="86">
                  <c:v>0.0016418609</c:v>
                </c:pt>
                <c:pt idx="87">
                  <c:v>0.0016312657</c:v>
                </c:pt>
                <c:pt idx="88">
                  <c:v>0.0016160096</c:v>
                </c:pt>
                <c:pt idx="89">
                  <c:v>0.0015965066</c:v>
                </c:pt>
                <c:pt idx="90">
                  <c:v>0.0015732884</c:v>
                </c:pt>
                <c:pt idx="91">
                  <c:v>0.0015471835</c:v>
                </c:pt>
                <c:pt idx="92">
                  <c:v>0.0015189063</c:v>
                </c:pt>
                <c:pt idx="93">
                  <c:v>0.0014893465</c:v>
                </c:pt>
                <c:pt idx="94">
                  <c:v>0.0014597191</c:v>
                </c:pt>
                <c:pt idx="95">
                  <c:v>0.0014309352</c:v>
                </c:pt>
                <c:pt idx="96">
                  <c:v>0.001403565</c:v>
                </c:pt>
                <c:pt idx="97">
                  <c:v>0.0013781649</c:v>
                </c:pt>
                <c:pt idx="98">
                  <c:v>0.0013551046</c:v>
                </c:pt>
                <c:pt idx="99">
                  <c:v>0.0013347628</c:v>
                </c:pt>
                <c:pt idx="100">
                  <c:v>0.001317401</c:v>
                </c:pt>
                <c:pt idx="101">
                  <c:v>0.0013033284</c:v>
                </c:pt>
                <c:pt idx="102">
                  <c:v>0.0012923816</c:v>
                </c:pt>
                <c:pt idx="103">
                  <c:v>0.0012842273</c:v>
                </c:pt>
                <c:pt idx="104">
                  <c:v>0.0012787698</c:v>
                </c:pt>
                <c:pt idx="105">
                  <c:v>0.0012756274</c:v>
                </c:pt>
                <c:pt idx="106">
                  <c:v>0.0012744861</c:v>
                </c:pt>
                <c:pt idx="107">
                  <c:v>0.001275017</c:v>
                </c:pt>
                <c:pt idx="108">
                  <c:v>0.0012769104</c:v>
                </c:pt>
                <c:pt idx="109">
                  <c:v>0.0012798889</c:v>
                </c:pt>
                <c:pt idx="110">
                  <c:v>0.0012832364</c:v>
                </c:pt>
                <c:pt idx="111">
                  <c:v>0.0012875387</c:v>
                </c:pt>
                <c:pt idx="112">
                  <c:v>0.0012918804</c:v>
                </c:pt>
                <c:pt idx="113">
                  <c:v>0.001296192</c:v>
                </c:pt>
                <c:pt idx="114">
                  <c:v>0.001300024</c:v>
                </c:pt>
                <c:pt idx="115">
                  <c:v>0.0013031567</c:v>
                </c:pt>
                <c:pt idx="116">
                  <c:v>0.0013055773</c:v>
                </c:pt>
                <c:pt idx="117">
                  <c:v>0.0013069109</c:v>
                </c:pt>
                <c:pt idx="118">
                  <c:v>0.0013068424</c:v>
                </c:pt>
                <c:pt idx="119">
                  <c:v>0.0013054782</c:v>
                </c:pt>
                <c:pt idx="120">
                  <c:v>0.0013025019</c:v>
                </c:pt>
                <c:pt idx="121">
                  <c:v>0.0012983302</c:v>
                </c:pt>
                <c:pt idx="122">
                  <c:v>0.0012930321</c:v>
                </c:pt>
                <c:pt idx="123">
                  <c:v>0.0012868125</c:v>
                </c:pt>
                <c:pt idx="124">
                  <c:v>0.0012795963</c:v>
                </c:pt>
                <c:pt idx="125">
                  <c:v>0.0012756108</c:v>
                </c:pt>
                <c:pt idx="126">
                  <c:v>0.0012713435</c:v>
                </c:pt>
                <c:pt idx="127">
                  <c:v>0.0012667685</c:v>
                </c:pt>
                <c:pt idx="128">
                  <c:v>0.0012618737</c:v>
                </c:pt>
                <c:pt idx="129">
                  <c:v>0.0012566399</c:v>
                </c:pt>
                <c:pt idx="130">
                  <c:v>0.0012510592</c:v>
                </c:pt>
                <c:pt idx="131">
                  <c:v>0.0012451326</c:v>
                </c:pt>
                <c:pt idx="132">
                  <c:v>0.0012388464</c:v>
                </c:pt>
                <c:pt idx="133">
                  <c:v>0.0012322018</c:v>
                </c:pt>
                <c:pt idx="134">
                  <c:v>0.0012251914</c:v>
                </c:pt>
                <c:pt idx="135">
                  <c:v>0.0012178047</c:v>
                </c:pt>
                <c:pt idx="136">
                  <c:v>0.0012100469</c:v>
                </c:pt>
                <c:pt idx="137">
                  <c:v>0.0012019417</c:v>
                </c:pt>
                <c:pt idx="138">
                  <c:v>0.0011935203</c:v>
                </c:pt>
                <c:pt idx="139">
                  <c:v>0.0011847842</c:v>
                </c:pt>
                <c:pt idx="140">
                  <c:v>0.0011757684</c:v>
                </c:pt>
                <c:pt idx="141">
                  <c:v>0.0011664948</c:v>
                </c:pt>
                <c:pt idx="142">
                  <c:v>0.0011569954</c:v>
                </c:pt>
                <c:pt idx="143">
                  <c:v>0.0011472977</c:v>
                </c:pt>
                <c:pt idx="144">
                  <c:v>0.0011374309</c:v>
                </c:pt>
                <c:pt idx="145">
                  <c:v>0.0011274219</c:v>
                </c:pt>
                <c:pt idx="146">
                  <c:v>0.0011173235</c:v>
                </c:pt>
                <c:pt idx="147">
                  <c:v>0.001107162</c:v>
                </c:pt>
                <c:pt idx="148">
                  <c:v>0.0010969726</c:v>
                </c:pt>
                <c:pt idx="149">
                  <c:v>0.0010867484</c:v>
                </c:pt>
                <c:pt idx="150">
                  <c:v>0.0010765034</c:v>
                </c:pt>
                <c:pt idx="151">
                  <c:v>0.0010662767</c:v>
                </c:pt>
                <c:pt idx="152">
                  <c:v>0.0010560443</c:v>
                </c:pt>
                <c:pt idx="153">
                  <c:v>0.0010458419</c:v>
                </c:pt>
                <c:pt idx="154">
                  <c:v>0.0010356628</c:v>
                </c:pt>
                <c:pt idx="155">
                  <c:v>0.0010255188</c:v>
                </c:pt>
                <c:pt idx="156">
                  <c:v>0.0010154165</c:v>
                </c:pt>
                <c:pt idx="157">
                  <c:v>0.0010053422</c:v>
                </c:pt>
                <c:pt idx="158">
                  <c:v>0.00099533686</c:v>
                </c:pt>
                <c:pt idx="159">
                  <c:v>0.00098541182</c:v>
                </c:pt>
                <c:pt idx="160">
                  <c:v>0.00097558548</c:v>
                </c:pt>
                <c:pt idx="161">
                  <c:v>0.00096589553</c:v>
                </c:pt>
                <c:pt idx="162">
                  <c:v>0.00095633156</c:v>
                </c:pt>
                <c:pt idx="163">
                  <c:v>0.00094692888</c:v>
                </c:pt>
                <c:pt idx="164">
                  <c:v>0.00093774478</c:v>
                </c:pt>
                <c:pt idx="165">
                  <c:v>0.0009287832</c:v>
                </c:pt>
                <c:pt idx="166">
                  <c:v>0.0009200735</c:v>
                </c:pt>
                <c:pt idx="167">
                  <c:v>0.00091165241</c:v>
                </c:pt>
                <c:pt idx="168">
                  <c:v>0.0009035414</c:v>
                </c:pt>
                <c:pt idx="169">
                  <c:v>0.00089576273</c:v>
                </c:pt>
                <c:pt idx="170">
                  <c:v>0.00088829463</c:v>
                </c:pt>
                <c:pt idx="171">
                  <c:v>0.00088118357</c:v>
                </c:pt>
                <c:pt idx="172">
                  <c:v>0.00087440978</c:v>
                </c:pt>
                <c:pt idx="173">
                  <c:v>0.00086800336</c:v>
                </c:pt>
                <c:pt idx="174">
                  <c:v>0.00086192925</c:v>
                </c:pt>
                <c:pt idx="175">
                  <c:v>0.00085623168</c:v>
                </c:pt>
                <c:pt idx="176">
                  <c:v>0.00085090021</c:v>
                </c:pt>
                <c:pt idx="177">
                  <c:v>0.00084589738</c:v>
                </c:pt>
                <c:pt idx="178">
                  <c:v>0.00084124956</c:v>
                </c:pt>
                <c:pt idx="179">
                  <c:v>0.00083691555</c:v>
                </c:pt>
                <c:pt idx="180">
                  <c:v>0.00083287828</c:v>
                </c:pt>
                <c:pt idx="181">
                  <c:v>0.00082913552</c:v>
                </c:pt>
                <c:pt idx="182">
                  <c:v>0.00082565003</c:v>
                </c:pt>
                <c:pt idx="183">
                  <c:v>0.0008224251</c:v>
                </c:pt>
                <c:pt idx="184">
                  <c:v>0.0008194582</c:v>
                </c:pt>
                <c:pt idx="185">
                  <c:v>0.00081670884</c:v>
                </c:pt>
                <c:pt idx="186">
                  <c:v>0.00081415676</c:v>
                </c:pt>
                <c:pt idx="187">
                  <c:v>0.00081178878</c:v>
                </c:pt>
                <c:pt idx="188">
                  <c:v>0.0008095979</c:v>
                </c:pt>
                <c:pt idx="189">
                  <c:v>0.00080754486</c:v>
                </c:pt>
                <c:pt idx="190">
                  <c:v>0.00080561871</c:v>
                </c:pt>
                <c:pt idx="191">
                  <c:v>0.00080381907</c:v>
                </c:pt>
                <c:pt idx="192">
                  <c:v>0.00080208855</c:v>
                </c:pt>
                <c:pt idx="193">
                  <c:v>0.00080042222</c:v>
                </c:pt>
                <c:pt idx="194">
                  <c:v>0.00079880461</c:v>
                </c:pt>
                <c:pt idx="195">
                  <c:v>0.00079721021</c:v>
                </c:pt>
                <c:pt idx="196">
                  <c:v>0.00079563825</c:v>
                </c:pt>
                <c:pt idx="197">
                  <c:v>0.00079405462</c:v>
                </c:pt>
                <c:pt idx="198">
                  <c:v>0.00079243387</c:v>
                </c:pt>
                <c:pt idx="199">
                  <c:v>0.00079077354</c:v>
                </c:pt>
                <c:pt idx="200">
                  <c:v>0.00078903342</c:v>
                </c:pt>
                <c:pt idx="201">
                  <c:v>0.00078720154</c:v>
                </c:pt>
                <c:pt idx="202">
                  <c:v>0.00078528542</c:v>
                </c:pt>
                <c:pt idx="203">
                  <c:v>0.00078326126</c:v>
                </c:pt>
                <c:pt idx="204">
                  <c:v>0.00078113784</c:v>
                </c:pt>
                <c:pt idx="205">
                  <c:v>0.00077888817</c:v>
                </c:pt>
                <c:pt idx="206">
                  <c:v>0.00077650393</c:v>
                </c:pt>
                <c:pt idx="207">
                  <c:v>0.00077400153</c:v>
                </c:pt>
                <c:pt idx="208">
                  <c:v>0.00077136024</c:v>
                </c:pt>
                <c:pt idx="209">
                  <c:v>0.00076858012</c:v>
                </c:pt>
                <c:pt idx="210">
                  <c:v>0.00076566515</c:v>
                </c:pt>
                <c:pt idx="211">
                  <c:v>0.00076260565</c:v>
                </c:pt>
                <c:pt idx="212">
                  <c:v>0.00075937506</c:v>
                </c:pt>
                <c:pt idx="213">
                  <c:v>0.00075602758</c:v>
                </c:pt>
                <c:pt idx="214">
                  <c:v>0.00075253943</c:v>
                </c:pt>
                <c:pt idx="215">
                  <c:v>0.00074891024</c:v>
                </c:pt>
                <c:pt idx="216">
                  <c:v>0.00074516511</c:v>
                </c:pt>
                <c:pt idx="217">
                  <c:v>0.0007412663</c:v>
                </c:pt>
                <c:pt idx="218">
                  <c:v>0.00073725665</c:v>
                </c:pt>
                <c:pt idx="219">
                  <c:v>0.00073314511</c:v>
                </c:pt>
                <c:pt idx="220">
                  <c:v>0.00072893298</c:v>
                </c:pt>
                <c:pt idx="221">
                  <c:v>0.0007246239</c:v>
                </c:pt>
                <c:pt idx="222">
                  <c:v>0.00072024293</c:v>
                </c:pt>
                <c:pt idx="223">
                  <c:v>0.00071580231</c:v>
                </c:pt>
                <c:pt idx="224">
                  <c:v>0.00071129309</c:v>
                </c:pt>
                <c:pt idx="225">
                  <c:v>0.00070676352</c:v>
                </c:pt>
                <c:pt idx="226">
                  <c:v>0.00070219557</c:v>
                </c:pt>
                <c:pt idx="227">
                  <c:v>0.0006976427</c:v>
                </c:pt>
                <c:pt idx="228">
                  <c:v>0.00069304856</c:v>
                </c:pt>
                <c:pt idx="229">
                  <c:v>0.00068849394</c:v>
                </c:pt>
                <c:pt idx="230">
                  <c:v>0.00068396608</c:v>
                </c:pt>
                <c:pt idx="231">
                  <c:v>0.0006794657</c:v>
                </c:pt>
                <c:pt idx="232">
                  <c:v>0.00067502938</c:v>
                </c:pt>
                <c:pt idx="233">
                  <c:v>0.00067064353</c:v>
                </c:pt>
                <c:pt idx="234">
                  <c:v>0.00066633956</c:v>
                </c:pt>
                <c:pt idx="235">
                  <c:v>0.00066211149</c:v>
                </c:pt>
                <c:pt idx="236">
                  <c:v>0.00065798325</c:v>
                </c:pt>
                <c:pt idx="237">
                  <c:v>0.00065394159</c:v>
                </c:pt>
                <c:pt idx="238">
                  <c:v>0.00064999672</c:v>
                </c:pt>
                <c:pt idx="239">
                  <c:v>0.00064616854</c:v>
                </c:pt>
                <c:pt idx="240">
                  <c:v>0.00064243782</c:v>
                </c:pt>
                <c:pt idx="241">
                  <c:v>0.00063881583</c:v>
                </c:pt>
                <c:pt idx="242">
                  <c:v>0.00063530527</c:v>
                </c:pt>
                <c:pt idx="243">
                  <c:v>0.00063190127</c:v>
                </c:pt>
                <c:pt idx="244">
                  <c:v>0.00062859561</c:v>
                </c:pt>
                <c:pt idx="245">
                  <c:v>0.00062538928</c:v>
                </c:pt>
                <c:pt idx="246">
                  <c:v>0.00062227097</c:v>
                </c:pt>
                <c:pt idx="247">
                  <c:v>0.00061923079</c:v>
                </c:pt>
                <c:pt idx="248">
                  <c:v>0.00061626632</c:v>
                </c:pt>
                <c:pt idx="249">
                  <c:v>0.00061337469</c:v>
                </c:pt>
                <c:pt idx="250">
                  <c:v>0.0006119029</c:v>
                </c:pt>
                <c:pt idx="251">
                  <c:v>0.00061046314</c:v>
                </c:pt>
                <c:pt idx="252">
                  <c:v>0.00060904795</c:v>
                </c:pt>
                <c:pt idx="253">
                  <c:v>0.0006076431</c:v>
                </c:pt>
                <c:pt idx="254">
                  <c:v>0.0006062613</c:v>
                </c:pt>
                <c:pt idx="255">
                  <c:v>0.00060489597</c:v>
                </c:pt>
                <c:pt idx="256">
                  <c:v>0.00060353202</c:v>
                </c:pt>
                <c:pt idx="257">
                  <c:v>0.0006021934</c:v>
                </c:pt>
                <c:pt idx="258">
                  <c:v>0.00060086357</c:v>
                </c:pt>
                <c:pt idx="259">
                  <c:v>0.00059954042</c:v>
                </c:pt>
                <c:pt idx="260">
                  <c:v>0.00059822746</c:v>
                </c:pt>
                <c:pt idx="261">
                  <c:v>0.00059692319</c:v>
                </c:pt>
                <c:pt idx="262">
                  <c:v>0.00059562981</c:v>
                </c:pt>
                <c:pt idx="263">
                  <c:v>0.00059435718</c:v>
                </c:pt>
                <c:pt idx="264">
                  <c:v>0.00059307913</c:v>
                </c:pt>
                <c:pt idx="265">
                  <c:v>0.00059179535</c:v>
                </c:pt>
                <c:pt idx="266">
                  <c:v>0.00059050922</c:v>
                </c:pt>
                <c:pt idx="267">
                  <c:v>0.00058924142</c:v>
                </c:pt>
                <c:pt idx="268">
                  <c:v>0.00058796725</c:v>
                </c:pt>
                <c:pt idx="269">
                  <c:v>0.00058669909</c:v>
                </c:pt>
                <c:pt idx="270">
                  <c:v>0.0005854394</c:v>
                </c:pt>
                <c:pt idx="271">
                  <c:v>0.00058419358</c:v>
                </c:pt>
                <c:pt idx="272">
                  <c:v>0.00058296325</c:v>
                </c:pt>
                <c:pt idx="273">
                  <c:v>0.00058174027</c:v>
                </c:pt>
                <c:pt idx="274">
                  <c:v>0.0005805362</c:v>
                </c:pt>
                <c:pt idx="275">
                  <c:v>0.00057933922</c:v>
                </c:pt>
                <c:pt idx="276">
                  <c:v>0.00057815801</c:v>
                </c:pt>
                <c:pt idx="277">
                  <c:v>0.00057699521</c:v>
                </c:pt>
                <c:pt idx="278">
                  <c:v>0.00057584833</c:v>
                </c:pt>
                <c:pt idx="279">
                  <c:v>0.0005747201</c:v>
                </c:pt>
                <c:pt idx="280">
                  <c:v>0.00057361367</c:v>
                </c:pt>
                <c:pt idx="281">
                  <c:v>0.00057253084</c:v>
                </c:pt>
                <c:pt idx="282">
                  <c:v>0.00057147379</c:v>
                </c:pt>
                <c:pt idx="283">
                  <c:v>0.00057043549</c:v>
                </c:pt>
                <c:pt idx="284">
                  <c:v>0.00056942607</c:v>
                </c:pt>
                <c:pt idx="285">
                  <c:v>0.00056844467</c:v>
                </c:pt>
                <c:pt idx="286">
                  <c:v>0.00056749429</c:v>
                </c:pt>
                <c:pt idx="287">
                  <c:v>0.00056657365</c:v>
                </c:pt>
                <c:pt idx="288">
                  <c:v>0.00056568237</c:v>
                </c:pt>
                <c:pt idx="289">
                  <c:v>0.00056482279</c:v>
                </c:pt>
                <c:pt idx="290">
                  <c:v>0.00056399354</c:v>
                </c:pt>
                <c:pt idx="291">
                  <c:v>0.00056318766</c:v>
                </c:pt>
                <c:pt idx="292">
                  <c:v>0.00056240972</c:v>
                </c:pt>
                <c:pt idx="293">
                  <c:v>0.00056166055</c:v>
                </c:pt>
                <c:pt idx="294">
                  <c:v>0.0005609412</c:v>
                </c:pt>
                <c:pt idx="295">
                  <c:v>0.00056024784</c:v>
                </c:pt>
                <c:pt idx="296">
                  <c:v>0.00055958566</c:v>
                </c:pt>
                <c:pt idx="297">
                  <c:v>0.00055895386</c:v>
                </c:pt>
                <c:pt idx="298">
                  <c:v>0.00055834862</c:v>
                </c:pt>
                <c:pt idx="299">
                  <c:v>0.00055776833</c:v>
                </c:pt>
                <c:pt idx="300">
                  <c:v>0.00055721272</c:v>
                </c:pt>
                <c:pt idx="301">
                  <c:v>0.00055668531</c:v>
                </c:pt>
                <c:pt idx="302">
                  <c:v>0.00055618808</c:v>
                </c:pt>
                <c:pt idx="303">
                  <c:v>0.00055569585</c:v>
                </c:pt>
                <c:pt idx="304">
                  <c:v>0.00055522675</c:v>
                </c:pt>
                <c:pt idx="305">
                  <c:v>0.00055478788</c:v>
                </c:pt>
                <c:pt idx="306">
                  <c:v>0.00055437336</c:v>
                </c:pt>
                <c:pt idx="307">
                  <c:v>0.0005539851</c:v>
                </c:pt>
                <c:pt idx="308">
                  <c:v>0.00055362439</c:v>
                </c:pt>
                <c:pt idx="309">
                  <c:v>0.00055328353</c:v>
                </c:pt>
                <c:pt idx="310">
                  <c:v>0.00055296443</c:v>
                </c:pt>
                <c:pt idx="311">
                  <c:v>0.00055267016</c:v>
                </c:pt>
                <c:pt idx="312">
                  <c:v>0.00055239832</c:v>
                </c:pt>
                <c:pt idx="313">
                  <c:v>0.00055215086</c:v>
                </c:pt>
                <c:pt idx="314">
                  <c:v>0.00055192093</c:v>
                </c:pt>
                <c:pt idx="315">
                  <c:v>0.00055171806</c:v>
                </c:pt>
                <c:pt idx="316">
                  <c:v>0.00055154065</c:v>
                </c:pt>
                <c:pt idx="317">
                  <c:v>0.00055138191</c:v>
                </c:pt>
                <c:pt idx="318">
                  <c:v>0.00055125945</c:v>
                </c:pt>
                <c:pt idx="319">
                  <c:v>0.00055114479</c:v>
                </c:pt>
                <c:pt idx="320">
                  <c:v>0.0005510538</c:v>
                </c:pt>
                <c:pt idx="321">
                  <c:v>0.00055099488</c:v>
                </c:pt>
                <c:pt idx="322">
                  <c:v>0.0005509447</c:v>
                </c:pt>
                <c:pt idx="323">
                  <c:v>0.00055093954</c:v>
                </c:pt>
                <c:pt idx="324">
                  <c:v>0.00055093371</c:v>
                </c:pt>
                <c:pt idx="325">
                  <c:v>0.00055094082</c:v>
                </c:pt>
                <c:pt idx="326">
                  <c:v>0.0005509822</c:v>
                </c:pt>
                <c:pt idx="327">
                  <c:v>0.00055105993</c:v>
                </c:pt>
                <c:pt idx="328">
                  <c:v>0.00055112884</c:v>
                </c:pt>
                <c:pt idx="329">
                  <c:v>0.00055123195</c:v>
                </c:pt>
                <c:pt idx="330">
                  <c:v>0.00055134421</c:v>
                </c:pt>
                <c:pt idx="331">
                  <c:v>0.00055149552</c:v>
                </c:pt>
                <c:pt idx="332">
                  <c:v>0.00055163677</c:v>
                </c:pt>
                <c:pt idx="333">
                  <c:v>0.00055181402</c:v>
                </c:pt>
                <c:pt idx="334">
                  <c:v>0.0005520219</c:v>
                </c:pt>
                <c:pt idx="335">
                  <c:v>0.00055221029</c:v>
                </c:pt>
                <c:pt idx="336">
                  <c:v>0.00055243444</c:v>
                </c:pt>
                <c:pt idx="337">
                  <c:v>0.0005526744</c:v>
                </c:pt>
                <c:pt idx="338">
                  <c:v>0.00055292814</c:v>
                </c:pt>
                <c:pt idx="339">
                  <c:v>0.00055320351</c:v>
                </c:pt>
                <c:pt idx="340">
                  <c:v>0.00055345677</c:v>
                </c:pt>
                <c:pt idx="341">
                  <c:v>0.00055374798</c:v>
                </c:pt>
                <c:pt idx="342">
                  <c:v>0.00055405165</c:v>
                </c:pt>
                <c:pt idx="343">
                  <c:v>0.00055436591</c:v>
                </c:pt>
                <c:pt idx="344">
                  <c:v>0.00055469342</c:v>
                </c:pt>
                <c:pt idx="345">
                  <c:v>0.00055503027</c:v>
                </c:pt>
                <c:pt idx="346">
                  <c:v>0.00055538047</c:v>
                </c:pt>
                <c:pt idx="347">
                  <c:v>0.00055574126</c:v>
                </c:pt>
                <c:pt idx="348">
                  <c:v>0.00055611064</c:v>
                </c:pt>
                <c:pt idx="349">
                  <c:v>0.00055648825</c:v>
                </c:pt>
                <c:pt idx="350">
                  <c:v>0.00055687659</c:v>
                </c:pt>
                <c:pt idx="351">
                  <c:v>0.00055730329</c:v>
                </c:pt>
                <c:pt idx="352">
                  <c:v>0.00055765921</c:v>
                </c:pt>
                <c:pt idx="353">
                  <c:v>0.00055807354</c:v>
                </c:pt>
                <c:pt idx="354">
                  <c:v>0.00055848317</c:v>
                </c:pt>
                <c:pt idx="355">
                  <c:v>0.00055890944</c:v>
                </c:pt>
                <c:pt idx="356">
                  <c:v>0.00055938125</c:v>
                </c:pt>
                <c:pt idx="357">
                  <c:v>0.00055979965</c:v>
                </c:pt>
                <c:pt idx="358">
                  <c:v>0.00056025366</c:v>
                </c:pt>
                <c:pt idx="359">
                  <c:v>0.00056072639</c:v>
                </c:pt>
                <c:pt idx="360">
                  <c:v>0.00056121746</c:v>
                </c:pt>
                <c:pt idx="361">
                  <c:v>0.00056173145</c:v>
                </c:pt>
                <c:pt idx="362">
                  <c:v>0.00056225663</c:v>
                </c:pt>
                <c:pt idx="363">
                  <c:v>0.00056280249</c:v>
                </c:pt>
                <c:pt idx="364">
                  <c:v>0.000563378</c:v>
                </c:pt>
                <c:pt idx="365">
                  <c:v>0.00056393413</c:v>
                </c:pt>
                <c:pt idx="366">
                  <c:v>0.00056452305</c:v>
                </c:pt>
                <c:pt idx="367">
                  <c:v>0.0005651238</c:v>
                </c:pt>
                <c:pt idx="368">
                  <c:v>0.00056574513</c:v>
                </c:pt>
                <c:pt idx="369">
                  <c:v>0.00056637394</c:v>
                </c:pt>
                <c:pt idx="370">
                  <c:v>0.00056702878</c:v>
                </c:pt>
                <c:pt idx="371">
                  <c:v>0.00056766979</c:v>
                </c:pt>
                <c:pt idx="372">
                  <c:v>0.00056833302</c:v>
                </c:pt>
                <c:pt idx="373">
                  <c:v>0.0005690239</c:v>
                </c:pt>
                <c:pt idx="374">
                  <c:v>0.00056969816</c:v>
                </c:pt>
                <c:pt idx="375">
                  <c:v>0.00057041086</c:v>
                </c:pt>
                <c:pt idx="376">
                  <c:v>0.00057109346</c:v>
                </c:pt>
                <c:pt idx="377">
                  <c:v>0.00057181348</c:v>
                </c:pt>
                <c:pt idx="378">
                  <c:v>0.0005725566</c:v>
                </c:pt>
                <c:pt idx="379">
                  <c:v>0.00057326438</c:v>
                </c:pt>
                <c:pt idx="380">
                  <c:v>0.00057398377</c:v>
                </c:pt>
                <c:pt idx="381">
                  <c:v>0.00057471453</c:v>
                </c:pt>
                <c:pt idx="382">
                  <c:v>0.00057544907</c:v>
                </c:pt>
                <c:pt idx="383">
                  <c:v>0.00057622627</c:v>
                </c:pt>
                <c:pt idx="384">
                  <c:v>0.00057695082</c:v>
                </c:pt>
                <c:pt idx="385">
                  <c:v>0.00057769222</c:v>
                </c:pt>
                <c:pt idx="386">
                  <c:v>0.00057843927</c:v>
                </c:pt>
                <c:pt idx="387">
                  <c:v>0.00057918634</c:v>
                </c:pt>
                <c:pt idx="388">
                  <c:v>0.00057994559</c:v>
                </c:pt>
                <c:pt idx="389">
                  <c:v>0.00058072007</c:v>
                </c:pt>
                <c:pt idx="390">
                  <c:v>0.00058146526</c:v>
                </c:pt>
                <c:pt idx="391">
                  <c:v>0.00058220751</c:v>
                </c:pt>
                <c:pt idx="392">
                  <c:v>0.00058294754</c:v>
                </c:pt>
                <c:pt idx="393">
                  <c:v>0.00058366133</c:v>
                </c:pt>
                <c:pt idx="394">
                  <c:v>0.00058438106</c:v>
                </c:pt>
                <c:pt idx="395">
                  <c:v>0.00058505472</c:v>
                </c:pt>
                <c:pt idx="396">
                  <c:v>0.0005857411</c:v>
                </c:pt>
                <c:pt idx="397">
                  <c:v>0.0005864201</c:v>
                </c:pt>
                <c:pt idx="398">
                  <c:v>0.00058709414</c:v>
                </c:pt>
                <c:pt idx="399">
                  <c:v>0.00058775374</c:v>
                </c:pt>
                <c:pt idx="400">
                  <c:v>0.0005883858</c:v>
                </c:pt>
                <c:pt idx="401">
                  <c:v>0.0005890076</c:v>
                </c:pt>
                <c:pt idx="402">
                  <c:v>0.00058960139</c:v>
                </c:pt>
                <c:pt idx="403">
                  <c:v>0.00059015495</c:v>
                </c:pt>
                <c:pt idx="404">
                  <c:v>0.00059068653</c:v>
                </c:pt>
                <c:pt idx="405">
                  <c:v>0.00059116957</c:v>
                </c:pt>
                <c:pt idx="406">
                  <c:v>0.00059166342</c:v>
                </c:pt>
                <c:pt idx="407">
                  <c:v>0.00059213465</c:v>
                </c:pt>
                <c:pt idx="408">
                  <c:v>0.00059258255</c:v>
                </c:pt>
                <c:pt idx="409">
                  <c:v>0.00059296475</c:v>
                </c:pt>
                <c:pt idx="410">
                  <c:v>0.00059335209</c:v>
                </c:pt>
                <c:pt idx="411">
                  <c:v>0.00059369134</c:v>
                </c:pt>
                <c:pt idx="412">
                  <c:v>0.00059400849</c:v>
                </c:pt>
                <c:pt idx="413">
                  <c:v>0.00059429481</c:v>
                </c:pt>
                <c:pt idx="414">
                  <c:v>0.00059457162</c:v>
                </c:pt>
                <c:pt idx="415">
                  <c:v>0.00059478836</c:v>
                </c:pt>
                <c:pt idx="416">
                  <c:v>0.00059498799</c:v>
                </c:pt>
                <c:pt idx="417">
                  <c:v>0.00059517742</c:v>
                </c:pt>
                <c:pt idx="418">
                  <c:v>0.00059529375</c:v>
                </c:pt>
                <c:pt idx="419">
                  <c:v>0.00059537653</c:v>
                </c:pt>
                <c:pt idx="420">
                  <c:v>0.00059542907</c:v>
                </c:pt>
                <c:pt idx="421">
                  <c:v>0.00059543854</c:v>
                </c:pt>
                <c:pt idx="422">
                  <c:v>0.000595429</c:v>
                </c:pt>
                <c:pt idx="423">
                  <c:v>0.00059539853</c:v>
                </c:pt>
                <c:pt idx="424">
                  <c:v>0.00059530592</c:v>
                </c:pt>
                <c:pt idx="425">
                  <c:v>0.00059518227</c:v>
                </c:pt>
                <c:pt idx="426">
                  <c:v>0.00059503673</c:v>
                </c:pt>
                <c:pt idx="427">
                  <c:v>0.00059482205</c:v>
                </c:pt>
                <c:pt idx="428">
                  <c:v>0.00059458455</c:v>
                </c:pt>
                <c:pt idx="429">
                  <c:v>0.00059432217</c:v>
                </c:pt>
                <c:pt idx="430">
                  <c:v>0.00059398959</c:v>
                </c:pt>
                <c:pt idx="431">
                  <c:v>0.00059363134</c:v>
                </c:pt>
                <c:pt idx="432">
                  <c:v>0.00059324793</c:v>
                </c:pt>
                <c:pt idx="433">
                  <c:v>0.00059278586</c:v>
                </c:pt>
                <c:pt idx="434">
                  <c:v>0.0005922884</c:v>
                </c:pt>
                <c:pt idx="435">
                  <c:v>0.00059176141</c:v>
                </c:pt>
                <c:pt idx="436">
                  <c:v>0.00059116312</c:v>
                </c:pt>
                <c:pt idx="437">
                  <c:v>0.00059051083</c:v>
                </c:pt>
                <c:pt idx="438">
                  <c:v>0.00058980417</c:v>
                </c:pt>
                <c:pt idx="439">
                  <c:v>0.00058908287</c:v>
                </c:pt>
                <c:pt idx="440">
                  <c:v>0.00058831607</c:v>
                </c:pt>
                <c:pt idx="441">
                  <c:v>0.00058752317</c:v>
                </c:pt>
                <c:pt idx="442">
                  <c:v>0.00058671281</c:v>
                </c:pt>
                <c:pt idx="443">
                  <c:v>0.00058584313</c:v>
                </c:pt>
                <c:pt idx="444">
                  <c:v>0.00058494863</c:v>
                </c:pt>
                <c:pt idx="445">
                  <c:v>0.00058402749</c:v>
                </c:pt>
                <c:pt idx="446">
                  <c:v>0.00058298286</c:v>
                </c:pt>
                <c:pt idx="447">
                  <c:v>0.0005819136</c:v>
                </c:pt>
                <c:pt idx="448">
                  <c:v>0.00058081731</c:v>
                </c:pt>
                <c:pt idx="449">
                  <c:v>0.0005797001</c:v>
                </c:pt>
                <c:pt idx="450">
                  <c:v>0.00057856694</c:v>
                </c:pt>
                <c:pt idx="451">
                  <c:v>0.00057737617</c:v>
                </c:pt>
                <c:pt idx="452">
                  <c:v>0.00057615722</c:v>
                </c:pt>
                <c:pt idx="453">
                  <c:v>0.00057490966</c:v>
                </c:pt>
                <c:pt idx="454">
                  <c:v>0.00057362579</c:v>
                </c:pt>
                <c:pt idx="455">
                  <c:v>0.00057230489</c:v>
                </c:pt>
                <c:pt idx="456">
                  <c:v>0.00057093414</c:v>
                </c:pt>
                <c:pt idx="457">
                  <c:v>0.00056953097</c:v>
                </c:pt>
                <c:pt idx="458">
                  <c:v>0.00056810071</c:v>
                </c:pt>
                <c:pt idx="459">
                  <c:v>0.00056659984</c:v>
                </c:pt>
                <c:pt idx="460">
                  <c:v>0.0005650853</c:v>
                </c:pt>
                <c:pt idx="461">
                  <c:v>0.00056351558</c:v>
                </c:pt>
                <c:pt idx="462">
                  <c:v>0.00056191783</c:v>
                </c:pt>
                <c:pt idx="463">
                  <c:v>0.00056027586</c:v>
                </c:pt>
                <c:pt idx="464">
                  <c:v>0.00055861408</c:v>
                </c:pt>
                <c:pt idx="465">
                  <c:v>0.00055688827</c:v>
                </c:pt>
                <c:pt idx="466">
                  <c:v>0.00055510759</c:v>
                </c:pt>
                <c:pt idx="467">
                  <c:v>0.00055325218</c:v>
                </c:pt>
                <c:pt idx="468">
                  <c:v>0.00055144304</c:v>
                </c:pt>
                <c:pt idx="469">
                  <c:v>0.00054954673</c:v>
                </c:pt>
                <c:pt idx="470">
                  <c:v>0.00054763606</c:v>
                </c:pt>
                <c:pt idx="471">
                  <c:v>0.00054570096</c:v>
                </c:pt>
                <c:pt idx="472">
                  <c:v>0.00054376919</c:v>
                </c:pt>
                <c:pt idx="473">
                  <c:v>0.00054183653</c:v>
                </c:pt>
                <c:pt idx="474">
                  <c:v>0.00053986983</c:v>
                </c:pt>
                <c:pt idx="475">
                  <c:v>0.00053790224</c:v>
                </c:pt>
                <c:pt idx="476">
                  <c:v>0.00053589705</c:v>
                </c:pt>
                <c:pt idx="477">
                  <c:v>0.00053388527</c:v>
                </c:pt>
                <c:pt idx="478">
                  <c:v>0.00053185215</c:v>
                </c:pt>
                <c:pt idx="479">
                  <c:v>0.00052976198</c:v>
                </c:pt>
                <c:pt idx="480">
                  <c:v>0.00052769422</c:v>
                </c:pt>
                <c:pt idx="481">
                  <c:v>0.00052552131</c:v>
                </c:pt>
                <c:pt idx="482">
                  <c:v>0.0005233227</c:v>
                </c:pt>
                <c:pt idx="483">
                  <c:v>0.00052114213</c:v>
                </c:pt>
                <c:pt idx="484">
                  <c:v>0.00051894891</c:v>
                </c:pt>
                <c:pt idx="485">
                  <c:v>0.00051673037</c:v>
                </c:pt>
                <c:pt idx="486">
                  <c:v>0.00051452798</c:v>
                </c:pt>
                <c:pt idx="487">
                  <c:v>0.00051234207</c:v>
                </c:pt>
                <c:pt idx="488">
                  <c:v>0.0005101127</c:v>
                </c:pt>
                <c:pt idx="489">
                  <c:v>0.00050788173</c:v>
                </c:pt>
                <c:pt idx="490">
                  <c:v>0.00050566046</c:v>
                </c:pt>
                <c:pt idx="491">
                  <c:v>0.00050332352</c:v>
                </c:pt>
                <c:pt idx="492">
                  <c:v>0.00050102455</c:v>
                </c:pt>
                <c:pt idx="493">
                  <c:v>0.00049875705</c:v>
                </c:pt>
                <c:pt idx="494">
                  <c:v>0.00049638741</c:v>
                </c:pt>
                <c:pt idx="495">
                  <c:v>0.00049403765</c:v>
                </c:pt>
                <c:pt idx="496">
                  <c:v>0.00049171514</c:v>
                </c:pt>
                <c:pt idx="497">
                  <c:v>0.00048932619</c:v>
                </c:pt>
                <c:pt idx="498">
                  <c:v>0.00048696096</c:v>
                </c:pt>
                <c:pt idx="499">
                  <c:v>0.00048460017</c:v>
                </c:pt>
                <c:pt idx="500">
                  <c:v>0.00048339021</c:v>
                </c:pt>
                <c:pt idx="501">
                  <c:v>0.00048220203</c:v>
                </c:pt>
                <c:pt idx="502">
                  <c:v>0.0004810092</c:v>
                </c:pt>
                <c:pt idx="503">
                  <c:v>0.00047980219</c:v>
                </c:pt>
                <c:pt idx="504">
                  <c:v>0.00047859317</c:v>
                </c:pt>
                <c:pt idx="505">
                  <c:v>0.00047736136</c:v>
                </c:pt>
                <c:pt idx="506">
                  <c:v>0.00047613575</c:v>
                </c:pt>
                <c:pt idx="507">
                  <c:v>0.00047490849</c:v>
                </c:pt>
                <c:pt idx="508">
                  <c:v>0.00047372078</c:v>
                </c:pt>
                <c:pt idx="509">
                  <c:v>0.00047249347</c:v>
                </c:pt>
                <c:pt idx="510">
                  <c:v>0.00047128626</c:v>
                </c:pt>
                <c:pt idx="511">
                  <c:v>0.00047005857</c:v>
                </c:pt>
                <c:pt idx="512">
                  <c:v>0.00046883598</c:v>
                </c:pt>
                <c:pt idx="513">
                  <c:v>0.00046761898</c:v>
                </c:pt>
                <c:pt idx="514">
                  <c:v>0.00046642974</c:v>
                </c:pt>
                <c:pt idx="515">
                  <c:v>0.00046519641</c:v>
                </c:pt>
                <c:pt idx="516">
                  <c:v>0.00046398366</c:v>
                </c:pt>
                <c:pt idx="517">
                  <c:v>0.00046277191</c:v>
                </c:pt>
                <c:pt idx="518">
                  <c:v>0.00046155111</c:v>
                </c:pt>
                <c:pt idx="519">
                  <c:v>0.00046033982</c:v>
                </c:pt>
                <c:pt idx="520">
                  <c:v>0.00045912867</c:v>
                </c:pt>
                <c:pt idx="521">
                  <c:v>0.00045792171</c:v>
                </c:pt>
                <c:pt idx="522">
                  <c:v>0.00045672528</c:v>
                </c:pt>
                <c:pt idx="523">
                  <c:v>0.00045551438</c:v>
                </c:pt>
                <c:pt idx="524">
                  <c:v>0.00045428682</c:v>
                </c:pt>
                <c:pt idx="525">
                  <c:v>0.00045308151</c:v>
                </c:pt>
                <c:pt idx="526">
                  <c:v>0.00045187512</c:v>
                </c:pt>
                <c:pt idx="527">
                  <c:v>0.00045067745</c:v>
                </c:pt>
                <c:pt idx="528">
                  <c:v>0.00044948472</c:v>
                </c:pt>
                <c:pt idx="529">
                  <c:v>0.00044828382</c:v>
                </c:pt>
                <c:pt idx="530">
                  <c:v>0.00044708757</c:v>
                </c:pt>
                <c:pt idx="531">
                  <c:v>0.00044589954</c:v>
                </c:pt>
                <c:pt idx="532">
                  <c:v>0.00044470143</c:v>
                </c:pt>
                <c:pt idx="533">
                  <c:v>0.0004435125</c:v>
                </c:pt>
                <c:pt idx="534">
                  <c:v>0.00044230654</c:v>
                </c:pt>
                <c:pt idx="535">
                  <c:v>0.00044107466</c:v>
                </c:pt>
                <c:pt idx="536">
                  <c:v>0.00043986417</c:v>
                </c:pt>
                <c:pt idx="537">
                  <c:v>0.00043868365</c:v>
                </c:pt>
                <c:pt idx="538">
                  <c:v>0.00043748179</c:v>
                </c:pt>
                <c:pt idx="539">
                  <c:v>0.00043626765</c:v>
                </c:pt>
                <c:pt idx="540">
                  <c:v>0.0004350615</c:v>
                </c:pt>
                <c:pt idx="541">
                  <c:v>0.0004338826</c:v>
                </c:pt>
                <c:pt idx="542">
                  <c:v>0.00043270533</c:v>
                </c:pt>
                <c:pt idx="543">
                  <c:v>0.00043148937</c:v>
                </c:pt>
                <c:pt idx="544">
                  <c:v>0.0004302982</c:v>
                </c:pt>
                <c:pt idx="545">
                  <c:v>0.00042911571</c:v>
                </c:pt>
                <c:pt idx="546">
                  <c:v>0.00042791466</c:v>
                </c:pt>
                <c:pt idx="547">
                  <c:v>0.00042674133</c:v>
                </c:pt>
                <c:pt idx="548">
                  <c:v>0.00042555968</c:v>
                </c:pt>
                <c:pt idx="549">
                  <c:v>0.00042439343</c:v>
                </c:pt>
                <c:pt idx="550">
                  <c:v>0.0004232536</c:v>
                </c:pt>
                <c:pt idx="551">
                  <c:v>0.00042206698</c:v>
                </c:pt>
                <c:pt idx="552">
                  <c:v>0.00042090736</c:v>
                </c:pt>
                <c:pt idx="553">
                  <c:v>0.00041975834</c:v>
                </c:pt>
                <c:pt idx="554">
                  <c:v>0.00041859564</c:v>
                </c:pt>
                <c:pt idx="555">
                  <c:v>0.00041746677</c:v>
                </c:pt>
                <c:pt idx="556">
                  <c:v>0.00041633912</c:v>
                </c:pt>
                <c:pt idx="557">
                  <c:v>0.00041522135</c:v>
                </c:pt>
                <c:pt idx="558">
                  <c:v>0.00041409609</c:v>
                </c:pt>
                <c:pt idx="559">
                  <c:v>0.00041299533</c:v>
                </c:pt>
                <c:pt idx="560">
                  <c:v>0.00041187104</c:v>
                </c:pt>
                <c:pt idx="561">
                  <c:v>0.00041077409</c:v>
                </c:pt>
                <c:pt idx="562">
                  <c:v>0.00040969674</c:v>
                </c:pt>
                <c:pt idx="563">
                  <c:v>0.00040859456</c:v>
                </c:pt>
                <c:pt idx="564">
                  <c:v>0.00040751907</c:v>
                </c:pt>
                <c:pt idx="565">
                  <c:v>0.00040644584</c:v>
                </c:pt>
                <c:pt idx="566">
                  <c:v>0.00040537962</c:v>
                </c:pt>
                <c:pt idx="567">
                  <c:v>0.00040432352</c:v>
                </c:pt>
                <c:pt idx="568">
                  <c:v>0.00040329267</c:v>
                </c:pt>
                <c:pt idx="569">
                  <c:v>0.00040223011</c:v>
                </c:pt>
                <c:pt idx="570">
                  <c:v>0.00040119577</c:v>
                </c:pt>
                <c:pt idx="571">
                  <c:v>0.00040018692</c:v>
                </c:pt>
                <c:pt idx="572">
                  <c:v>0.00039914591</c:v>
                </c:pt>
                <c:pt idx="573">
                  <c:v>0.00039813304</c:v>
                </c:pt>
                <c:pt idx="574">
                  <c:v>0.00039712816</c:v>
                </c:pt>
                <c:pt idx="575">
                  <c:v>0.00039612368</c:v>
                </c:pt>
                <c:pt idx="576">
                  <c:v>0.00039515744</c:v>
                </c:pt>
                <c:pt idx="577">
                  <c:v>0.00039415447</c:v>
                </c:pt>
                <c:pt idx="578">
                  <c:v>0.000393179</c:v>
                </c:pt>
                <c:pt idx="579">
                  <c:v>0.00039223036</c:v>
                </c:pt>
                <c:pt idx="580">
                  <c:v>0.00039125477</c:v>
                </c:pt>
                <c:pt idx="581">
                  <c:v>0.00039031022</c:v>
                </c:pt>
                <c:pt idx="582">
                  <c:v>0.000389376</c:v>
                </c:pt>
                <c:pt idx="583">
                  <c:v>0.0003884408</c:v>
                </c:pt>
                <c:pt idx="584">
                  <c:v>0.00038754714</c:v>
                </c:pt>
                <c:pt idx="585">
                  <c:v>0.00038662733</c:v>
                </c:pt>
                <c:pt idx="586">
                  <c:v>0.00038573783</c:v>
                </c:pt>
                <c:pt idx="587">
                  <c:v>0.00038488101</c:v>
                </c:pt>
                <c:pt idx="588">
                  <c:v>0.00038399527</c:v>
                </c:pt>
                <c:pt idx="589">
                  <c:v>0.00038313668</c:v>
                </c:pt>
                <c:pt idx="590">
                  <c:v>0.00038230129</c:v>
                </c:pt>
                <c:pt idx="591">
                  <c:v>0.00038149197</c:v>
                </c:pt>
                <c:pt idx="592">
                  <c:v>0.00038065818</c:v>
                </c:pt>
                <c:pt idx="593">
                  <c:v>0.00037985524</c:v>
                </c:pt>
                <c:pt idx="594">
                  <c:v>0.00037906169</c:v>
                </c:pt>
                <c:pt idx="595">
                  <c:v>0.00037827104</c:v>
                </c:pt>
                <c:pt idx="596">
                  <c:v>0.0003774861</c:v>
                </c:pt>
                <c:pt idx="597">
                  <c:v>0.00037676378</c:v>
                </c:pt>
                <c:pt idx="598">
                  <c:v>0.00037599755</c:v>
                </c:pt>
                <c:pt idx="599">
                  <c:v>0.00037527999</c:v>
                </c:pt>
                <c:pt idx="600">
                  <c:v>0.00037457065</c:v>
                </c:pt>
                <c:pt idx="601">
                  <c:v>0.00037385184</c:v>
                </c:pt>
                <c:pt idx="602">
                  <c:v>0.00037319482</c:v>
                </c:pt>
                <c:pt idx="603">
                  <c:v>0.0003724896</c:v>
                </c:pt>
                <c:pt idx="604">
                  <c:v>0.00037183661</c:v>
                </c:pt>
                <c:pt idx="605">
                  <c:v>0.00037120719</c:v>
                </c:pt>
                <c:pt idx="606">
                  <c:v>0.00037055338</c:v>
                </c:pt>
                <c:pt idx="607">
                  <c:v>0.00036992478</c:v>
                </c:pt>
                <c:pt idx="608">
                  <c:v>0.00036932461</c:v>
                </c:pt>
                <c:pt idx="609">
                  <c:v>0.00036872359</c:v>
                </c:pt>
                <c:pt idx="610">
                  <c:v>0.00036816251</c:v>
                </c:pt>
                <c:pt idx="611">
                  <c:v>0.00036756673</c:v>
                </c:pt>
                <c:pt idx="612">
                  <c:v>0.0003670263</c:v>
                </c:pt>
                <c:pt idx="613">
                  <c:v>0.00036648626</c:v>
                </c:pt>
                <c:pt idx="614">
                  <c:v>0.00036599936</c:v>
                </c:pt>
                <c:pt idx="615">
                  <c:v>0.00036546293</c:v>
                </c:pt>
                <c:pt idx="616">
                  <c:v>0.00036498229</c:v>
                </c:pt>
                <c:pt idx="617">
                  <c:v>0.00036449997</c:v>
                </c:pt>
                <c:pt idx="618">
                  <c:v>0.00036403479</c:v>
                </c:pt>
                <c:pt idx="619">
                  <c:v>0.00036360677</c:v>
                </c:pt>
                <c:pt idx="620">
                  <c:v>0.00036316141</c:v>
                </c:pt>
                <c:pt idx="621">
                  <c:v>0.00036273966</c:v>
                </c:pt>
                <c:pt idx="622">
                  <c:v>0.00036234969</c:v>
                </c:pt>
                <c:pt idx="623">
                  <c:v>0.00036194538</c:v>
                </c:pt>
                <c:pt idx="624">
                  <c:v>0.00036158387</c:v>
                </c:pt>
                <c:pt idx="625">
                  <c:v>0.00036123835</c:v>
                </c:pt>
                <c:pt idx="626">
                  <c:v>0.00036088301</c:v>
                </c:pt>
                <c:pt idx="627">
                  <c:v>0.00036055109</c:v>
                </c:pt>
                <c:pt idx="628">
                  <c:v>0.00036025206</c:v>
                </c:pt>
                <c:pt idx="629">
                  <c:v>0.0003599583</c:v>
                </c:pt>
                <c:pt idx="630">
                  <c:v>0.00035965662</c:v>
                </c:pt>
                <c:pt idx="631">
                  <c:v>0.00035940061</c:v>
                </c:pt>
                <c:pt idx="632">
                  <c:v>0.00035916282</c:v>
                </c:pt>
                <c:pt idx="633">
                  <c:v>0.00035890765</c:v>
                </c:pt>
                <c:pt idx="634">
                  <c:v>0.00035868268</c:v>
                </c:pt>
                <c:pt idx="635">
                  <c:v>0.00035846914</c:v>
                </c:pt>
                <c:pt idx="636">
                  <c:v>0.00035826253</c:v>
                </c:pt>
                <c:pt idx="637">
                  <c:v>0.00035807894</c:v>
                </c:pt>
                <c:pt idx="638">
                  <c:v>0.00035794777</c:v>
                </c:pt>
                <c:pt idx="639">
                  <c:v>0.00035775819</c:v>
                </c:pt>
                <c:pt idx="640">
                  <c:v>0.00035763059</c:v>
                </c:pt>
                <c:pt idx="641">
                  <c:v>0.00035750646</c:v>
                </c:pt>
                <c:pt idx="642">
                  <c:v>0.00035742474</c:v>
                </c:pt>
                <c:pt idx="643">
                  <c:v>0.00035730066</c:v>
                </c:pt>
                <c:pt idx="644">
                  <c:v>0.00035721522</c:v>
                </c:pt>
                <c:pt idx="645">
                  <c:v>0.00035715611</c:v>
                </c:pt>
                <c:pt idx="646">
                  <c:v>0.00035711036</c:v>
                </c:pt>
                <c:pt idx="647">
                  <c:v>0.0003570536</c:v>
                </c:pt>
                <c:pt idx="648">
                  <c:v>0.00035702368</c:v>
                </c:pt>
                <c:pt idx="649">
                  <c:v>0.00035701701</c:v>
                </c:pt>
                <c:pt idx="650">
                  <c:v>0.00035703534</c:v>
                </c:pt>
                <c:pt idx="651">
                  <c:v>0.00035701668</c:v>
                </c:pt>
                <c:pt idx="652">
                  <c:v>0.00035704664</c:v>
                </c:pt>
                <c:pt idx="653">
                  <c:v>0.00035708181</c:v>
                </c:pt>
                <c:pt idx="654">
                  <c:v>0.00035713388</c:v>
                </c:pt>
                <c:pt idx="655">
                  <c:v>0.0003571732</c:v>
                </c:pt>
                <c:pt idx="656">
                  <c:v>0.00035726574</c:v>
                </c:pt>
                <c:pt idx="657">
                  <c:v>0.00035732417</c:v>
                </c:pt>
                <c:pt idx="658">
                  <c:v>0.00035741679</c:v>
                </c:pt>
                <c:pt idx="659">
                  <c:v>0.00035752154</c:v>
                </c:pt>
                <c:pt idx="660">
                  <c:v>0.00035764947</c:v>
                </c:pt>
                <c:pt idx="661">
                  <c:v>0.00035776085</c:v>
                </c:pt>
                <c:pt idx="662">
                  <c:v>0.00035789781</c:v>
                </c:pt>
                <c:pt idx="663">
                  <c:v>0.00035804228</c:v>
                </c:pt>
                <c:pt idx="664">
                  <c:v>0.00035821413</c:v>
                </c:pt>
                <c:pt idx="665">
                  <c:v>0.00035838417</c:v>
                </c:pt>
                <c:pt idx="666">
                  <c:v>0.00035858995</c:v>
                </c:pt>
                <c:pt idx="667">
                  <c:v>0.00035872575</c:v>
                </c:pt>
                <c:pt idx="668">
                  <c:v>0.00035891336</c:v>
                </c:pt>
                <c:pt idx="669">
                  <c:v>0.00035912051</c:v>
                </c:pt>
                <c:pt idx="670">
                  <c:v>0.00035932523</c:v>
                </c:pt>
                <c:pt idx="671">
                  <c:v>0.00035951517</c:v>
                </c:pt>
                <c:pt idx="672">
                  <c:v>0.00035978605</c:v>
                </c:pt>
                <c:pt idx="673">
                  <c:v>0.00036000071</c:v>
                </c:pt>
                <c:pt idx="674">
                  <c:v>0.00036023768</c:v>
                </c:pt>
                <c:pt idx="675">
                  <c:v>0.00036050892</c:v>
                </c:pt>
                <c:pt idx="676">
                  <c:v>0.0003607888</c:v>
                </c:pt>
                <c:pt idx="677">
                  <c:v>0.00036108944</c:v>
                </c:pt>
                <c:pt idx="678">
                  <c:v>0.00036131013</c:v>
                </c:pt>
                <c:pt idx="679">
                  <c:v>0.00036158245</c:v>
                </c:pt>
                <c:pt idx="680">
                  <c:v>0.00036187776</c:v>
                </c:pt>
                <c:pt idx="681">
                  <c:v>0.00036218962</c:v>
                </c:pt>
                <c:pt idx="682">
                  <c:v>0.00036242913</c:v>
                </c:pt>
                <c:pt idx="683">
                  <c:v>0.00036273251</c:v>
                </c:pt>
                <c:pt idx="684">
                  <c:v>0.00036303121</c:v>
                </c:pt>
                <c:pt idx="685">
                  <c:v>0.00036336997</c:v>
                </c:pt>
                <c:pt idx="686">
                  <c:v>0.00036370319</c:v>
                </c:pt>
                <c:pt idx="687">
                  <c:v>0.00036400642</c:v>
                </c:pt>
                <c:pt idx="688">
                  <c:v>0.00036433202</c:v>
                </c:pt>
                <c:pt idx="689">
                  <c:v>0.00036470729</c:v>
                </c:pt>
                <c:pt idx="690">
                  <c:v>0.00036502491</c:v>
                </c:pt>
                <c:pt idx="691">
                  <c:v>0.00036536692</c:v>
                </c:pt>
                <c:pt idx="692">
                  <c:v>0.0003657445</c:v>
                </c:pt>
                <c:pt idx="693">
                  <c:v>0.0003661182</c:v>
                </c:pt>
                <c:pt idx="694">
                  <c:v>0.00036651209</c:v>
                </c:pt>
                <c:pt idx="695">
                  <c:v>0.00036687971</c:v>
                </c:pt>
                <c:pt idx="696">
                  <c:v>0.00036726983</c:v>
                </c:pt>
                <c:pt idx="697">
                  <c:v>0.00036765162</c:v>
                </c:pt>
                <c:pt idx="698">
                  <c:v>0.00036806189</c:v>
                </c:pt>
                <c:pt idx="699">
                  <c:v>0.00036849276</c:v>
                </c:pt>
                <c:pt idx="700">
                  <c:v>0.00036886013</c:v>
                </c:pt>
                <c:pt idx="701">
                  <c:v>0.00036928493</c:v>
                </c:pt>
                <c:pt idx="702">
                  <c:v>0.00036970399</c:v>
                </c:pt>
                <c:pt idx="703">
                  <c:v>0.00037011089</c:v>
                </c:pt>
                <c:pt idx="704">
                  <c:v>0.0003705748</c:v>
                </c:pt>
                <c:pt idx="705">
                  <c:v>0.00037097988</c:v>
                </c:pt>
                <c:pt idx="706">
                  <c:v>0.00037139844</c:v>
                </c:pt>
                <c:pt idx="707">
                  <c:v>0.00037184857</c:v>
                </c:pt>
                <c:pt idx="708">
                  <c:v>0.00037229177</c:v>
                </c:pt>
                <c:pt idx="709">
                  <c:v>0.00037274473</c:v>
                </c:pt>
                <c:pt idx="710">
                  <c:v>0.0003731771</c:v>
                </c:pt>
                <c:pt idx="711">
                  <c:v>0.00037362953</c:v>
                </c:pt>
                <c:pt idx="712">
                  <c:v>0.00037405421</c:v>
                </c:pt>
                <c:pt idx="713">
                  <c:v>0.00037449662</c:v>
                </c:pt>
                <c:pt idx="714">
                  <c:v>0.00037495978</c:v>
                </c:pt>
                <c:pt idx="715">
                  <c:v>0.00037539852</c:v>
                </c:pt>
                <c:pt idx="716">
                  <c:v>0.0003758534</c:v>
                </c:pt>
                <c:pt idx="717">
                  <c:v>0.0003763287</c:v>
                </c:pt>
                <c:pt idx="718">
                  <c:v>0.00037679767</c:v>
                </c:pt>
                <c:pt idx="719">
                  <c:v>0.00037725648</c:v>
                </c:pt>
                <c:pt idx="720">
                  <c:v>0.00037772677</c:v>
                </c:pt>
                <c:pt idx="721">
                  <c:v>0.00037820305</c:v>
                </c:pt>
                <c:pt idx="722">
                  <c:v>0.00037866142</c:v>
                </c:pt>
                <c:pt idx="723">
                  <c:v>0.00037917421</c:v>
                </c:pt>
                <c:pt idx="724">
                  <c:v>0.0003796307</c:v>
                </c:pt>
                <c:pt idx="725">
                  <c:v>0.0003800915</c:v>
                </c:pt>
                <c:pt idx="726">
                  <c:v>0.00038056631</c:v>
                </c:pt>
                <c:pt idx="727">
                  <c:v>0.00038103681</c:v>
                </c:pt>
                <c:pt idx="728">
                  <c:v>0.00038152449</c:v>
                </c:pt>
                <c:pt idx="729">
                  <c:v>0.00038200339</c:v>
                </c:pt>
                <c:pt idx="730">
                  <c:v>0.00038249975</c:v>
                </c:pt>
                <c:pt idx="731">
                  <c:v>0.000382991</c:v>
                </c:pt>
                <c:pt idx="732">
                  <c:v>0.000383475</c:v>
                </c:pt>
                <c:pt idx="733">
                  <c:v>0.0003839772</c:v>
                </c:pt>
                <c:pt idx="734">
                  <c:v>0.00038446922</c:v>
                </c:pt>
                <c:pt idx="735">
                  <c:v>0.00038496107</c:v>
                </c:pt>
                <c:pt idx="736">
                  <c:v>0.00038548233</c:v>
                </c:pt>
                <c:pt idx="737">
                  <c:v>0.00038595089</c:v>
                </c:pt>
                <c:pt idx="738">
                  <c:v>0.00038642782</c:v>
                </c:pt>
                <c:pt idx="739">
                  <c:v>0.00038691536</c:v>
                </c:pt>
                <c:pt idx="740">
                  <c:v>0.00038739878</c:v>
                </c:pt>
                <c:pt idx="741">
                  <c:v>0.00038789137</c:v>
                </c:pt>
                <c:pt idx="742">
                  <c:v>0.00038840466</c:v>
                </c:pt>
                <c:pt idx="743">
                  <c:v>0.00038887723</c:v>
                </c:pt>
                <c:pt idx="744">
                  <c:v>0.0003893683</c:v>
                </c:pt>
                <c:pt idx="745">
                  <c:v>0.00038984914</c:v>
                </c:pt>
                <c:pt idx="746">
                  <c:v>0.00039033685</c:v>
                </c:pt>
                <c:pt idx="747">
                  <c:v>0.00039082344</c:v>
                </c:pt>
                <c:pt idx="748">
                  <c:v>0.00039131233</c:v>
                </c:pt>
                <c:pt idx="749">
                  <c:v>0.0003918161</c:v>
                </c:pt>
                <c:pt idx="750">
                  <c:v>0.00039228104</c:v>
                </c:pt>
                <c:pt idx="751">
                  <c:v>0.00039276375</c:v>
                </c:pt>
                <c:pt idx="752">
                  <c:v>0.00039324156</c:v>
                </c:pt>
                <c:pt idx="753">
                  <c:v>0.00039372621</c:v>
                </c:pt>
                <c:pt idx="754">
                  <c:v>0.00039420391</c:v>
                </c:pt>
                <c:pt idx="755">
                  <c:v>0.00039470728</c:v>
                </c:pt>
                <c:pt idx="756">
                  <c:v>0.00039515572</c:v>
                </c:pt>
                <c:pt idx="757">
                  <c:v>0.00039563699</c:v>
                </c:pt>
                <c:pt idx="758">
                  <c:v>0.00039610517</c:v>
                </c:pt>
                <c:pt idx="759">
                  <c:v>0.00039658221</c:v>
                </c:pt>
                <c:pt idx="760">
                  <c:v>0.00039704792</c:v>
                </c:pt>
                <c:pt idx="761">
                  <c:v>0.00039754512</c:v>
                </c:pt>
                <c:pt idx="762">
                  <c:v>0.00039798444</c:v>
                </c:pt>
                <c:pt idx="763">
                  <c:v>0.0003984575</c:v>
                </c:pt>
                <c:pt idx="764">
                  <c:v>0.00039891874</c:v>
                </c:pt>
                <c:pt idx="765">
                  <c:v>0.00039938761</c:v>
                </c:pt>
                <c:pt idx="766">
                  <c:v>0.00039983378</c:v>
                </c:pt>
                <c:pt idx="767">
                  <c:v>0.00040029301</c:v>
                </c:pt>
                <c:pt idx="768">
                  <c:v>0.00040074428</c:v>
                </c:pt>
                <c:pt idx="769">
                  <c:v>0.00040120505</c:v>
                </c:pt>
                <c:pt idx="770">
                  <c:v>0.00040165618</c:v>
                </c:pt>
                <c:pt idx="771">
                  <c:v>0.00040208969</c:v>
                </c:pt>
                <c:pt idx="772">
                  <c:v>0.00040253675</c:v>
                </c:pt>
                <c:pt idx="773">
                  <c:v>0.00040298094</c:v>
                </c:pt>
                <c:pt idx="774">
                  <c:v>0.00040338211</c:v>
                </c:pt>
                <c:pt idx="775">
                  <c:v>0.000403813</c:v>
                </c:pt>
                <c:pt idx="776">
                  <c:v>0.00040424551</c:v>
                </c:pt>
                <c:pt idx="777">
                  <c:v>0.00040465385</c:v>
                </c:pt>
                <c:pt idx="778">
                  <c:v>0.00040507821</c:v>
                </c:pt>
                <c:pt idx="779">
                  <c:v>0.0004054941</c:v>
                </c:pt>
                <c:pt idx="780">
                  <c:v>0.00040591044</c:v>
                </c:pt>
                <c:pt idx="781">
                  <c:v>0.00040631121</c:v>
                </c:pt>
                <c:pt idx="782">
                  <c:v>0.00040670271</c:v>
                </c:pt>
                <c:pt idx="783">
                  <c:v>0.00040708791</c:v>
                </c:pt>
                <c:pt idx="784">
                  <c:v>0.0004074888</c:v>
                </c:pt>
                <c:pt idx="785">
                  <c:v>0.00040789812</c:v>
                </c:pt>
                <c:pt idx="786">
                  <c:v>0.00040825377</c:v>
                </c:pt>
                <c:pt idx="787">
                  <c:v>0.00040863868</c:v>
                </c:pt>
                <c:pt idx="788">
                  <c:v>0.00040901138</c:v>
                </c:pt>
                <c:pt idx="789">
                  <c:v>0.000409389</c:v>
                </c:pt>
                <c:pt idx="790">
                  <c:v>0.00040974753</c:v>
                </c:pt>
                <c:pt idx="791">
                  <c:v>0.00041011071</c:v>
                </c:pt>
                <c:pt idx="792">
                  <c:v>0.00041045923</c:v>
                </c:pt>
                <c:pt idx="793">
                  <c:v>0.00041082719</c:v>
                </c:pt>
                <c:pt idx="794">
                  <c:v>0.00041116312</c:v>
                </c:pt>
                <c:pt idx="795">
                  <c:v>0.00041149727</c:v>
                </c:pt>
                <c:pt idx="796">
                  <c:v>0.00041183959</c:v>
                </c:pt>
                <c:pt idx="797">
                  <c:v>0.00041216892</c:v>
                </c:pt>
                <c:pt idx="798">
                  <c:v>0.00041250292</c:v>
                </c:pt>
                <c:pt idx="799">
                  <c:v>0.00041282418</c:v>
                </c:pt>
                <c:pt idx="800">
                  <c:v>0.00041313812</c:v>
                </c:pt>
                <c:pt idx="801">
                  <c:v>0.00041346024</c:v>
                </c:pt>
                <c:pt idx="802">
                  <c:v>0.00041375059</c:v>
                </c:pt>
                <c:pt idx="803">
                  <c:v>0.00041405675</c:v>
                </c:pt>
                <c:pt idx="804">
                  <c:v>0.0004143518</c:v>
                </c:pt>
                <c:pt idx="805">
                  <c:v>0.00041464411</c:v>
                </c:pt>
                <c:pt idx="806">
                  <c:v>0.00041492765</c:v>
                </c:pt>
                <c:pt idx="807">
                  <c:v>0.00041522075</c:v>
                </c:pt>
                <c:pt idx="808">
                  <c:v>0.00041548404</c:v>
                </c:pt>
                <c:pt idx="809">
                  <c:v>0.00041575544</c:v>
                </c:pt>
                <c:pt idx="810">
                  <c:v>0.00041602368</c:v>
                </c:pt>
                <c:pt idx="811">
                  <c:v>0.00041628274</c:v>
                </c:pt>
                <c:pt idx="812">
                  <c:v>0.00041653168</c:v>
                </c:pt>
                <c:pt idx="813">
                  <c:v>0.00041677911</c:v>
                </c:pt>
                <c:pt idx="814">
                  <c:v>0.00041702036</c:v>
                </c:pt>
                <c:pt idx="815">
                  <c:v>0.00041727213</c:v>
                </c:pt>
                <c:pt idx="816">
                  <c:v>0.00041748337</c:v>
                </c:pt>
                <c:pt idx="817">
                  <c:v>0.00041771189</c:v>
                </c:pt>
                <c:pt idx="818">
                  <c:v>0.0004179325</c:v>
                </c:pt>
                <c:pt idx="819">
                  <c:v>0.00041814953</c:v>
                </c:pt>
                <c:pt idx="820">
                  <c:v>0.00041835844</c:v>
                </c:pt>
                <c:pt idx="821">
                  <c:v>0.00041855614</c:v>
                </c:pt>
                <c:pt idx="822">
                  <c:v>0.00041875379</c:v>
                </c:pt>
                <c:pt idx="823">
                  <c:v>0.00041896892</c:v>
                </c:pt>
                <c:pt idx="824">
                  <c:v>0.00041917664</c:v>
                </c:pt>
                <c:pt idx="825">
                  <c:v>0.00041938013</c:v>
                </c:pt>
                <c:pt idx="826">
                  <c:v>0.00041956435</c:v>
                </c:pt>
                <c:pt idx="827">
                  <c:v>0.00041975304</c:v>
                </c:pt>
                <c:pt idx="828">
                  <c:v>0.00041992875</c:v>
                </c:pt>
                <c:pt idx="829">
                  <c:v>0.00042010532</c:v>
                </c:pt>
                <c:pt idx="830">
                  <c:v>0.00042026283</c:v>
                </c:pt>
                <c:pt idx="831">
                  <c:v>0.00042043005</c:v>
                </c:pt>
                <c:pt idx="832">
                  <c:v>0.00042057582</c:v>
                </c:pt>
                <c:pt idx="833">
                  <c:v>0.00042073173</c:v>
                </c:pt>
                <c:pt idx="834">
                  <c:v>0.00042086601</c:v>
                </c:pt>
                <c:pt idx="835">
                  <c:v>0.00042100546</c:v>
                </c:pt>
                <c:pt idx="836">
                  <c:v>0.00042112205</c:v>
                </c:pt>
                <c:pt idx="837">
                  <c:v>0.00042125397</c:v>
                </c:pt>
                <c:pt idx="838">
                  <c:v>0.00042136816</c:v>
                </c:pt>
                <c:pt idx="839">
                  <c:v>0.00042145593</c:v>
                </c:pt>
                <c:pt idx="840">
                  <c:v>0.00042154885</c:v>
                </c:pt>
                <c:pt idx="841">
                  <c:v>0.00042163597</c:v>
                </c:pt>
                <c:pt idx="842">
                  <c:v>0.0004217174</c:v>
                </c:pt>
                <c:pt idx="843">
                  <c:v>0.00042179679</c:v>
                </c:pt>
                <c:pt idx="844">
                  <c:v>0.00042187988</c:v>
                </c:pt>
                <c:pt idx="845">
                  <c:v>0.00042193026</c:v>
                </c:pt>
                <c:pt idx="846">
                  <c:v>0.00042198786</c:v>
                </c:pt>
                <c:pt idx="847">
                  <c:v>0.00042204278</c:v>
                </c:pt>
                <c:pt idx="848">
                  <c:v>0.00042209028</c:v>
                </c:pt>
                <c:pt idx="849">
                  <c:v>0.00042214288</c:v>
                </c:pt>
                <c:pt idx="850">
                  <c:v>0.00042216964</c:v>
                </c:pt>
                <c:pt idx="851">
                  <c:v>0.00042219878</c:v>
                </c:pt>
                <c:pt idx="852">
                  <c:v>0.00042222698</c:v>
                </c:pt>
                <c:pt idx="853">
                  <c:v>0.00042224617</c:v>
                </c:pt>
                <c:pt idx="854">
                  <c:v>0.00042225817</c:v>
                </c:pt>
                <c:pt idx="855">
                  <c:v>0.00042227579</c:v>
                </c:pt>
                <c:pt idx="856">
                  <c:v>0.00042227323</c:v>
                </c:pt>
                <c:pt idx="857">
                  <c:v>0.00042227001</c:v>
                </c:pt>
                <c:pt idx="858">
                  <c:v>0.00042225725</c:v>
                </c:pt>
                <c:pt idx="859">
                  <c:v>0.00042224169</c:v>
                </c:pt>
                <c:pt idx="860">
                  <c:v>0.00042222738</c:v>
                </c:pt>
                <c:pt idx="861">
                  <c:v>0.00042219943</c:v>
                </c:pt>
                <c:pt idx="862">
                  <c:v>0.00042216163</c:v>
                </c:pt>
                <c:pt idx="863">
                  <c:v>0.00042212366</c:v>
                </c:pt>
                <c:pt idx="864">
                  <c:v>0.00042209557</c:v>
                </c:pt>
                <c:pt idx="865">
                  <c:v>0.00042203733</c:v>
                </c:pt>
                <c:pt idx="866">
                  <c:v>0.00042197551</c:v>
                </c:pt>
                <c:pt idx="867">
                  <c:v>0.00042191427</c:v>
                </c:pt>
                <c:pt idx="868">
                  <c:v>0.00042185618</c:v>
                </c:pt>
                <c:pt idx="869">
                  <c:v>0.00042179232</c:v>
                </c:pt>
                <c:pt idx="870">
                  <c:v>0.00042170008</c:v>
                </c:pt>
                <c:pt idx="871">
                  <c:v>0.00042161657</c:v>
                </c:pt>
                <c:pt idx="872">
                  <c:v>0.00042153711</c:v>
                </c:pt>
                <c:pt idx="873">
                  <c:v>0.00042144367</c:v>
                </c:pt>
                <c:pt idx="874">
                  <c:v>0.00042134015</c:v>
                </c:pt>
                <c:pt idx="875">
                  <c:v>0.00042124029</c:v>
                </c:pt>
                <c:pt idx="876">
                  <c:v>0.00042114832</c:v>
                </c:pt>
                <c:pt idx="877">
                  <c:v>0.00042102241</c:v>
                </c:pt>
                <c:pt idx="878">
                  <c:v>0.00042090513</c:v>
                </c:pt>
                <c:pt idx="879">
                  <c:v>0.00042079081</c:v>
                </c:pt>
                <c:pt idx="880">
                  <c:v>0.0004206676</c:v>
                </c:pt>
                <c:pt idx="881">
                  <c:v>0.000420543</c:v>
                </c:pt>
                <c:pt idx="882">
                  <c:v>0.00042040417</c:v>
                </c:pt>
                <c:pt idx="883">
                  <c:v>0.0004202712</c:v>
                </c:pt>
                <c:pt idx="884">
                  <c:v>0.00042012288</c:v>
                </c:pt>
                <c:pt idx="885">
                  <c:v>0.00041997673</c:v>
                </c:pt>
                <c:pt idx="886">
                  <c:v>0.00041983461</c:v>
                </c:pt>
                <c:pt idx="887">
                  <c:v>0.00041967357</c:v>
                </c:pt>
                <c:pt idx="888">
                  <c:v>0.00041951462</c:v>
                </c:pt>
                <c:pt idx="889">
                  <c:v>0.00041934918</c:v>
                </c:pt>
                <c:pt idx="890">
                  <c:v>0.0004191897</c:v>
                </c:pt>
                <c:pt idx="891">
                  <c:v>0.00041901272</c:v>
                </c:pt>
                <c:pt idx="892">
                  <c:v>0.00041884035</c:v>
                </c:pt>
                <c:pt idx="893">
                  <c:v>0.00041865385</c:v>
                </c:pt>
                <c:pt idx="894">
                  <c:v>0.00041847335</c:v>
                </c:pt>
                <c:pt idx="895">
                  <c:v>0.00041828045</c:v>
                </c:pt>
                <c:pt idx="896">
                  <c:v>0.00041809133</c:v>
                </c:pt>
                <c:pt idx="897">
                  <c:v>0.00041789681</c:v>
                </c:pt>
                <c:pt idx="898">
                  <c:v>0.00041769356</c:v>
                </c:pt>
                <c:pt idx="899">
                  <c:v>0.00041749668</c:v>
                </c:pt>
                <c:pt idx="900">
                  <c:v>0.00041729121</c:v>
                </c:pt>
                <c:pt idx="901">
                  <c:v>0.0004170778</c:v>
                </c:pt>
                <c:pt idx="902">
                  <c:v>0.00041686787</c:v>
                </c:pt>
                <c:pt idx="903">
                  <c:v>0.00041664898</c:v>
                </c:pt>
                <c:pt idx="904">
                  <c:v>0.00041642818</c:v>
                </c:pt>
                <c:pt idx="905">
                  <c:v>0.0004162056</c:v>
                </c:pt>
                <c:pt idx="906">
                  <c:v>0.00041598774</c:v>
                </c:pt>
                <c:pt idx="907">
                  <c:v>0.00041575354</c:v>
                </c:pt>
                <c:pt idx="908">
                  <c:v>0.00041552821</c:v>
                </c:pt>
                <c:pt idx="909">
                  <c:v>0.00041530281</c:v>
                </c:pt>
                <c:pt idx="910">
                  <c:v>0.00041505868</c:v>
                </c:pt>
                <c:pt idx="911">
                  <c:v>0.00041482528</c:v>
                </c:pt>
                <c:pt idx="912">
                  <c:v>0.00041459861</c:v>
                </c:pt>
                <c:pt idx="913">
                  <c:v>0.00041434371</c:v>
                </c:pt>
                <c:pt idx="914">
                  <c:v>0.00041410509</c:v>
                </c:pt>
                <c:pt idx="915">
                  <c:v>0.00041387106</c:v>
                </c:pt>
                <c:pt idx="916">
                  <c:v>0.00041360947</c:v>
                </c:pt>
                <c:pt idx="917">
                  <c:v>0.00041336303</c:v>
                </c:pt>
                <c:pt idx="918">
                  <c:v>0.00041312443</c:v>
                </c:pt>
                <c:pt idx="919">
                  <c:v>0.00041285626</c:v>
                </c:pt>
                <c:pt idx="920">
                  <c:v>0.00041261249</c:v>
                </c:pt>
                <c:pt idx="921">
                  <c:v>0.00041236981</c:v>
                </c:pt>
                <c:pt idx="922">
                  <c:v>0.00041209995</c:v>
                </c:pt>
                <c:pt idx="923">
                  <c:v>0.00041182316</c:v>
                </c:pt>
                <c:pt idx="924">
                  <c:v>0.00041156367</c:v>
                </c:pt>
                <c:pt idx="925">
                  <c:v>0.00041128853</c:v>
                </c:pt>
                <c:pt idx="926">
                  <c:v>0.00041103059</c:v>
                </c:pt>
                <c:pt idx="927">
                  <c:v>0.00041075487</c:v>
                </c:pt>
                <c:pt idx="928">
                  <c:v>0.0004104991</c:v>
                </c:pt>
                <c:pt idx="929">
                  <c:v>0.00041022288</c:v>
                </c:pt>
                <c:pt idx="930">
                  <c:v>0.00040995678</c:v>
                </c:pt>
                <c:pt idx="931">
                  <c:v>0.00040969007</c:v>
                </c:pt>
                <c:pt idx="932">
                  <c:v>0.00040943453</c:v>
                </c:pt>
                <c:pt idx="933">
                  <c:v>0.00040917566</c:v>
                </c:pt>
                <c:pt idx="934">
                  <c:v>0.00040892139</c:v>
                </c:pt>
                <c:pt idx="935">
                  <c:v>0.00040867358</c:v>
                </c:pt>
                <c:pt idx="936">
                  <c:v>0.00040842573</c:v>
                </c:pt>
                <c:pt idx="937">
                  <c:v>0.00040817503</c:v>
                </c:pt>
                <c:pt idx="938">
                  <c:v>0.00040793702</c:v>
                </c:pt>
                <c:pt idx="939">
                  <c:v>0.00040768511</c:v>
                </c:pt>
                <c:pt idx="940">
                  <c:v>0.00040742591</c:v>
                </c:pt>
                <c:pt idx="941">
                  <c:v>0.0004071908</c:v>
                </c:pt>
                <c:pt idx="942">
                  <c:v>0.00040693228</c:v>
                </c:pt>
                <c:pt idx="943">
                  <c:v>0.00040669996</c:v>
                </c:pt>
                <c:pt idx="944">
                  <c:v>0.00040644849</c:v>
                </c:pt>
                <c:pt idx="945">
                  <c:v>0.00040622038</c:v>
                </c:pt>
                <c:pt idx="946">
                  <c:v>0.00040596789</c:v>
                </c:pt>
                <c:pt idx="947">
                  <c:v>0.00040572895</c:v>
                </c:pt>
                <c:pt idx="948">
                  <c:v>0.00040545977</c:v>
                </c:pt>
                <c:pt idx="949">
                  <c:v>0.00040511838</c:v>
                </c:pt>
                <c:pt idx="950">
                  <c:v>0.00040478905</c:v>
                </c:pt>
                <c:pt idx="951">
                  <c:v>0.00040444751</c:v>
                </c:pt>
                <c:pt idx="952">
                  <c:v>0.00040409721</c:v>
                </c:pt>
                <c:pt idx="953">
                  <c:v>0.00040377128</c:v>
                </c:pt>
                <c:pt idx="954">
                  <c:v>0.00040342</c:v>
                </c:pt>
                <c:pt idx="955">
                  <c:v>0.00040307676</c:v>
                </c:pt>
                <c:pt idx="956">
                  <c:v>0.00040273131</c:v>
                </c:pt>
                <c:pt idx="957">
                  <c:v>0.00040240952</c:v>
                </c:pt>
                <c:pt idx="958">
                  <c:v>0.00040206251</c:v>
                </c:pt>
                <c:pt idx="959">
                  <c:v>0.00040174313</c:v>
                </c:pt>
                <c:pt idx="960">
                  <c:v>0.00040139896</c:v>
                </c:pt>
                <c:pt idx="961">
                  <c:v>0.00040109361</c:v>
                </c:pt>
                <c:pt idx="962">
                  <c:v>0.00040076056</c:v>
                </c:pt>
                <c:pt idx="963">
                  <c:v>0.00040045875</c:v>
                </c:pt>
                <c:pt idx="964">
                  <c:v>0.0004001384</c:v>
                </c:pt>
                <c:pt idx="965">
                  <c:v>0.00039984904</c:v>
                </c:pt>
                <c:pt idx="966">
                  <c:v>0.00039953417</c:v>
                </c:pt>
                <c:pt idx="967">
                  <c:v>0.0003992515</c:v>
                </c:pt>
                <c:pt idx="968">
                  <c:v>0.00039895027</c:v>
                </c:pt>
                <c:pt idx="969">
                  <c:v>0.00039868071</c:v>
                </c:pt>
                <c:pt idx="970">
                  <c:v>0.00039838435</c:v>
                </c:pt>
                <c:pt idx="971">
                  <c:v>0.00039812991</c:v>
                </c:pt>
                <c:pt idx="972">
                  <c:v>0.00039783812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Sheet1!$B$2926</c:f>
              <c:strCache>
                <c:ptCount val="1"/>
                <c:pt idx="0">
                  <c:v>energy</c:v>
                </c:pt>
              </c:strCache>
            </c:strRef>
          </c:tx>
          <c:xVal>
            <c:numRef>
              <c:f>Sheet1!$A$2927:$A$3899</c:f>
              <c:numCache>
                <c:formatCode>General</c:formatCode>
                <c:ptCount val="973"/>
                <c:pt idx="0">
                  <c:v>512.0</c:v>
                </c:pt>
                <c:pt idx="1">
                  <c:v>1012.0</c:v>
                </c:pt>
                <c:pt idx="2">
                  <c:v>1268.0</c:v>
                </c:pt>
                <c:pt idx="3">
                  <c:v>1512.0</c:v>
                </c:pt>
                <c:pt idx="4">
                  <c:v>1640.0</c:v>
                </c:pt>
                <c:pt idx="5">
                  <c:v>1768.0</c:v>
                </c:pt>
                <c:pt idx="6">
                  <c:v>1896.0</c:v>
                </c:pt>
                <c:pt idx="7">
                  <c:v>2012.0</c:v>
                </c:pt>
                <c:pt idx="8">
                  <c:v>2076.0</c:v>
                </c:pt>
                <c:pt idx="9">
                  <c:v>2140.0</c:v>
                </c:pt>
                <c:pt idx="10">
                  <c:v>2204.0</c:v>
                </c:pt>
                <c:pt idx="11">
                  <c:v>2268.0</c:v>
                </c:pt>
                <c:pt idx="12">
                  <c:v>2332.0</c:v>
                </c:pt>
                <c:pt idx="13">
                  <c:v>2396.0</c:v>
                </c:pt>
                <c:pt idx="14">
                  <c:v>2460.0</c:v>
                </c:pt>
                <c:pt idx="15">
                  <c:v>2512.0</c:v>
                </c:pt>
                <c:pt idx="16">
                  <c:v>2544.0</c:v>
                </c:pt>
                <c:pt idx="17">
                  <c:v>2576.0</c:v>
                </c:pt>
                <c:pt idx="18">
                  <c:v>2608.0</c:v>
                </c:pt>
                <c:pt idx="19">
                  <c:v>2640.0</c:v>
                </c:pt>
                <c:pt idx="20">
                  <c:v>2672.0</c:v>
                </c:pt>
                <c:pt idx="21">
                  <c:v>2704.0</c:v>
                </c:pt>
                <c:pt idx="22">
                  <c:v>2736.0</c:v>
                </c:pt>
                <c:pt idx="23">
                  <c:v>2768.0</c:v>
                </c:pt>
                <c:pt idx="24">
                  <c:v>2800.0</c:v>
                </c:pt>
                <c:pt idx="25">
                  <c:v>2832.0</c:v>
                </c:pt>
                <c:pt idx="26">
                  <c:v>2864.0</c:v>
                </c:pt>
                <c:pt idx="27">
                  <c:v>2896.0</c:v>
                </c:pt>
                <c:pt idx="28">
                  <c:v>2928.0</c:v>
                </c:pt>
                <c:pt idx="29">
                  <c:v>2960.0</c:v>
                </c:pt>
                <c:pt idx="30">
                  <c:v>2992.0</c:v>
                </c:pt>
                <c:pt idx="31">
                  <c:v>3012.0</c:v>
                </c:pt>
                <c:pt idx="32">
                  <c:v>3028.0</c:v>
                </c:pt>
                <c:pt idx="33">
                  <c:v>3044.0</c:v>
                </c:pt>
                <c:pt idx="34">
                  <c:v>3060.0</c:v>
                </c:pt>
                <c:pt idx="35">
                  <c:v>3076.0</c:v>
                </c:pt>
                <c:pt idx="36">
                  <c:v>3092.0</c:v>
                </c:pt>
                <c:pt idx="37">
                  <c:v>3108.0</c:v>
                </c:pt>
                <c:pt idx="38">
                  <c:v>3124.0</c:v>
                </c:pt>
                <c:pt idx="39">
                  <c:v>3140.0</c:v>
                </c:pt>
                <c:pt idx="40">
                  <c:v>3156.0</c:v>
                </c:pt>
                <c:pt idx="41">
                  <c:v>3172.0</c:v>
                </c:pt>
                <c:pt idx="42">
                  <c:v>3188.0</c:v>
                </c:pt>
                <c:pt idx="43">
                  <c:v>3204.0</c:v>
                </c:pt>
                <c:pt idx="44">
                  <c:v>3220.0</c:v>
                </c:pt>
                <c:pt idx="45">
                  <c:v>3236.0</c:v>
                </c:pt>
                <c:pt idx="46">
                  <c:v>3252.0</c:v>
                </c:pt>
                <c:pt idx="47">
                  <c:v>3268.0</c:v>
                </c:pt>
                <c:pt idx="48">
                  <c:v>3284.0</c:v>
                </c:pt>
                <c:pt idx="49">
                  <c:v>3300.0</c:v>
                </c:pt>
                <c:pt idx="50">
                  <c:v>3316.0</c:v>
                </c:pt>
                <c:pt idx="51">
                  <c:v>3332.0</c:v>
                </c:pt>
                <c:pt idx="52">
                  <c:v>3348.0</c:v>
                </c:pt>
                <c:pt idx="53">
                  <c:v>3364.0</c:v>
                </c:pt>
                <c:pt idx="54">
                  <c:v>3380.0</c:v>
                </c:pt>
                <c:pt idx="55">
                  <c:v>3396.0</c:v>
                </c:pt>
                <c:pt idx="56">
                  <c:v>3412.0</c:v>
                </c:pt>
                <c:pt idx="57">
                  <c:v>3428.0</c:v>
                </c:pt>
                <c:pt idx="58">
                  <c:v>3444.0</c:v>
                </c:pt>
                <c:pt idx="59">
                  <c:v>3460.0</c:v>
                </c:pt>
                <c:pt idx="60">
                  <c:v>3476.0</c:v>
                </c:pt>
                <c:pt idx="61">
                  <c:v>3492.0</c:v>
                </c:pt>
                <c:pt idx="62">
                  <c:v>3504.0</c:v>
                </c:pt>
                <c:pt idx="63">
                  <c:v>3512.0</c:v>
                </c:pt>
                <c:pt idx="64">
                  <c:v>3520.0</c:v>
                </c:pt>
                <c:pt idx="65">
                  <c:v>3528.0</c:v>
                </c:pt>
                <c:pt idx="66">
                  <c:v>3536.0</c:v>
                </c:pt>
                <c:pt idx="67">
                  <c:v>3544.0</c:v>
                </c:pt>
                <c:pt idx="68">
                  <c:v>3552.0</c:v>
                </c:pt>
                <c:pt idx="69">
                  <c:v>3560.0</c:v>
                </c:pt>
                <c:pt idx="70">
                  <c:v>3568.0</c:v>
                </c:pt>
                <c:pt idx="71">
                  <c:v>3576.0</c:v>
                </c:pt>
                <c:pt idx="72">
                  <c:v>3584.0</c:v>
                </c:pt>
                <c:pt idx="73">
                  <c:v>3592.0</c:v>
                </c:pt>
                <c:pt idx="74">
                  <c:v>3600.0</c:v>
                </c:pt>
                <c:pt idx="75">
                  <c:v>3608.0</c:v>
                </c:pt>
                <c:pt idx="76">
                  <c:v>3616.0</c:v>
                </c:pt>
                <c:pt idx="77">
                  <c:v>3624.0</c:v>
                </c:pt>
                <c:pt idx="78">
                  <c:v>3632.0</c:v>
                </c:pt>
                <c:pt idx="79">
                  <c:v>3640.0</c:v>
                </c:pt>
                <c:pt idx="80">
                  <c:v>3648.0</c:v>
                </c:pt>
                <c:pt idx="81">
                  <c:v>3656.0</c:v>
                </c:pt>
                <c:pt idx="82">
                  <c:v>3664.0</c:v>
                </c:pt>
                <c:pt idx="83">
                  <c:v>3672.0</c:v>
                </c:pt>
                <c:pt idx="84">
                  <c:v>3680.0</c:v>
                </c:pt>
                <c:pt idx="85">
                  <c:v>3688.0</c:v>
                </c:pt>
                <c:pt idx="86">
                  <c:v>3696.0</c:v>
                </c:pt>
                <c:pt idx="87">
                  <c:v>3704.0</c:v>
                </c:pt>
                <c:pt idx="88">
                  <c:v>3712.0</c:v>
                </c:pt>
                <c:pt idx="89">
                  <c:v>3720.0</c:v>
                </c:pt>
                <c:pt idx="90">
                  <c:v>3728.0</c:v>
                </c:pt>
                <c:pt idx="91">
                  <c:v>3736.0</c:v>
                </c:pt>
                <c:pt idx="92">
                  <c:v>3744.0</c:v>
                </c:pt>
                <c:pt idx="93">
                  <c:v>3752.0</c:v>
                </c:pt>
                <c:pt idx="94">
                  <c:v>3760.0</c:v>
                </c:pt>
                <c:pt idx="95">
                  <c:v>3768.0</c:v>
                </c:pt>
                <c:pt idx="96">
                  <c:v>3776.0</c:v>
                </c:pt>
                <c:pt idx="97">
                  <c:v>3784.0</c:v>
                </c:pt>
                <c:pt idx="98">
                  <c:v>3792.0</c:v>
                </c:pt>
                <c:pt idx="99">
                  <c:v>3800.0</c:v>
                </c:pt>
                <c:pt idx="100">
                  <c:v>3808.0</c:v>
                </c:pt>
                <c:pt idx="101">
                  <c:v>3816.0</c:v>
                </c:pt>
                <c:pt idx="102">
                  <c:v>3824.0</c:v>
                </c:pt>
                <c:pt idx="103">
                  <c:v>3832.0</c:v>
                </c:pt>
                <c:pt idx="104">
                  <c:v>3840.0</c:v>
                </c:pt>
                <c:pt idx="105">
                  <c:v>3848.0</c:v>
                </c:pt>
                <c:pt idx="106">
                  <c:v>3856.0</c:v>
                </c:pt>
                <c:pt idx="107">
                  <c:v>3864.0</c:v>
                </c:pt>
                <c:pt idx="108">
                  <c:v>3872.0</c:v>
                </c:pt>
                <c:pt idx="109">
                  <c:v>3880.0</c:v>
                </c:pt>
                <c:pt idx="110">
                  <c:v>3888.0</c:v>
                </c:pt>
                <c:pt idx="111">
                  <c:v>3896.0</c:v>
                </c:pt>
                <c:pt idx="112">
                  <c:v>3904.0</c:v>
                </c:pt>
                <c:pt idx="113">
                  <c:v>3912.0</c:v>
                </c:pt>
                <c:pt idx="114">
                  <c:v>3920.0</c:v>
                </c:pt>
                <c:pt idx="115">
                  <c:v>3928.0</c:v>
                </c:pt>
                <c:pt idx="116">
                  <c:v>3936.0</c:v>
                </c:pt>
                <c:pt idx="117">
                  <c:v>3944.0</c:v>
                </c:pt>
                <c:pt idx="118">
                  <c:v>3952.0</c:v>
                </c:pt>
                <c:pt idx="119">
                  <c:v>3960.0</c:v>
                </c:pt>
                <c:pt idx="120">
                  <c:v>3968.0</c:v>
                </c:pt>
                <c:pt idx="121">
                  <c:v>3976.0</c:v>
                </c:pt>
                <c:pt idx="122">
                  <c:v>3984.0</c:v>
                </c:pt>
                <c:pt idx="123">
                  <c:v>3992.0</c:v>
                </c:pt>
                <c:pt idx="124">
                  <c:v>4000.0</c:v>
                </c:pt>
                <c:pt idx="125">
                  <c:v>4004.0</c:v>
                </c:pt>
                <c:pt idx="126">
                  <c:v>4008.0</c:v>
                </c:pt>
                <c:pt idx="127">
                  <c:v>4012.0</c:v>
                </c:pt>
                <c:pt idx="128">
                  <c:v>4016.0</c:v>
                </c:pt>
                <c:pt idx="129">
                  <c:v>4020.0</c:v>
                </c:pt>
                <c:pt idx="130">
                  <c:v>4024.0</c:v>
                </c:pt>
                <c:pt idx="131">
                  <c:v>4028.0</c:v>
                </c:pt>
                <c:pt idx="132">
                  <c:v>4032.0</c:v>
                </c:pt>
                <c:pt idx="133">
                  <c:v>4036.0</c:v>
                </c:pt>
                <c:pt idx="134">
                  <c:v>4040.0</c:v>
                </c:pt>
                <c:pt idx="135">
                  <c:v>4044.0</c:v>
                </c:pt>
                <c:pt idx="136">
                  <c:v>4048.0</c:v>
                </c:pt>
                <c:pt idx="137">
                  <c:v>4052.0</c:v>
                </c:pt>
                <c:pt idx="138">
                  <c:v>4056.0</c:v>
                </c:pt>
                <c:pt idx="139">
                  <c:v>4060.0</c:v>
                </c:pt>
                <c:pt idx="140">
                  <c:v>4064.0</c:v>
                </c:pt>
                <c:pt idx="141">
                  <c:v>4068.0</c:v>
                </c:pt>
                <c:pt idx="142">
                  <c:v>4072.0</c:v>
                </c:pt>
                <c:pt idx="143">
                  <c:v>4076.0</c:v>
                </c:pt>
                <c:pt idx="144">
                  <c:v>4080.0</c:v>
                </c:pt>
                <c:pt idx="145">
                  <c:v>4084.0</c:v>
                </c:pt>
                <c:pt idx="146">
                  <c:v>4088.0</c:v>
                </c:pt>
                <c:pt idx="147">
                  <c:v>4092.0</c:v>
                </c:pt>
                <c:pt idx="148">
                  <c:v>4096.0</c:v>
                </c:pt>
                <c:pt idx="149">
                  <c:v>4100.0</c:v>
                </c:pt>
                <c:pt idx="150">
                  <c:v>4104.0</c:v>
                </c:pt>
                <c:pt idx="151">
                  <c:v>4108.0</c:v>
                </c:pt>
                <c:pt idx="152">
                  <c:v>4112.0</c:v>
                </c:pt>
                <c:pt idx="153">
                  <c:v>4116.0</c:v>
                </c:pt>
                <c:pt idx="154">
                  <c:v>4120.0</c:v>
                </c:pt>
                <c:pt idx="155">
                  <c:v>4124.0</c:v>
                </c:pt>
                <c:pt idx="156">
                  <c:v>4128.0</c:v>
                </c:pt>
                <c:pt idx="157">
                  <c:v>4132.0</c:v>
                </c:pt>
                <c:pt idx="158">
                  <c:v>4136.0</c:v>
                </c:pt>
                <c:pt idx="159">
                  <c:v>4140.0</c:v>
                </c:pt>
                <c:pt idx="160">
                  <c:v>4144.0</c:v>
                </c:pt>
                <c:pt idx="161">
                  <c:v>4148.0</c:v>
                </c:pt>
                <c:pt idx="162">
                  <c:v>4152.0</c:v>
                </c:pt>
                <c:pt idx="163">
                  <c:v>4156.0</c:v>
                </c:pt>
                <c:pt idx="164">
                  <c:v>4160.0</c:v>
                </c:pt>
                <c:pt idx="165">
                  <c:v>4164.0</c:v>
                </c:pt>
                <c:pt idx="166">
                  <c:v>4168.0</c:v>
                </c:pt>
                <c:pt idx="167">
                  <c:v>4172.0</c:v>
                </c:pt>
                <c:pt idx="168">
                  <c:v>4176.0</c:v>
                </c:pt>
                <c:pt idx="169">
                  <c:v>4180.0</c:v>
                </c:pt>
                <c:pt idx="170">
                  <c:v>4184.0</c:v>
                </c:pt>
                <c:pt idx="171">
                  <c:v>4188.0</c:v>
                </c:pt>
                <c:pt idx="172">
                  <c:v>4192.0</c:v>
                </c:pt>
                <c:pt idx="173">
                  <c:v>4196.0</c:v>
                </c:pt>
                <c:pt idx="174">
                  <c:v>4200.0</c:v>
                </c:pt>
                <c:pt idx="175">
                  <c:v>4204.0</c:v>
                </c:pt>
                <c:pt idx="176">
                  <c:v>4208.0</c:v>
                </c:pt>
                <c:pt idx="177">
                  <c:v>4212.0</c:v>
                </c:pt>
                <c:pt idx="178">
                  <c:v>4216.0</c:v>
                </c:pt>
                <c:pt idx="179">
                  <c:v>4220.0</c:v>
                </c:pt>
                <c:pt idx="180">
                  <c:v>4224.0</c:v>
                </c:pt>
                <c:pt idx="181">
                  <c:v>4228.0</c:v>
                </c:pt>
                <c:pt idx="182">
                  <c:v>4232.0</c:v>
                </c:pt>
                <c:pt idx="183">
                  <c:v>4236.0</c:v>
                </c:pt>
                <c:pt idx="184">
                  <c:v>4240.0</c:v>
                </c:pt>
                <c:pt idx="185">
                  <c:v>4244.0</c:v>
                </c:pt>
                <c:pt idx="186">
                  <c:v>4248.0</c:v>
                </c:pt>
                <c:pt idx="187">
                  <c:v>4252.0</c:v>
                </c:pt>
                <c:pt idx="188">
                  <c:v>4256.0</c:v>
                </c:pt>
                <c:pt idx="189">
                  <c:v>4260.0</c:v>
                </c:pt>
                <c:pt idx="190">
                  <c:v>4264.0</c:v>
                </c:pt>
                <c:pt idx="191">
                  <c:v>4268.0</c:v>
                </c:pt>
                <c:pt idx="192">
                  <c:v>4272.0</c:v>
                </c:pt>
                <c:pt idx="193">
                  <c:v>4276.0</c:v>
                </c:pt>
                <c:pt idx="194">
                  <c:v>4280.0</c:v>
                </c:pt>
                <c:pt idx="195">
                  <c:v>4284.0</c:v>
                </c:pt>
                <c:pt idx="196">
                  <c:v>4288.0</c:v>
                </c:pt>
                <c:pt idx="197">
                  <c:v>4292.0</c:v>
                </c:pt>
                <c:pt idx="198">
                  <c:v>4296.0</c:v>
                </c:pt>
                <c:pt idx="199">
                  <c:v>4300.0</c:v>
                </c:pt>
                <c:pt idx="200">
                  <c:v>4304.0</c:v>
                </c:pt>
                <c:pt idx="201">
                  <c:v>4308.0</c:v>
                </c:pt>
                <c:pt idx="202">
                  <c:v>4312.0</c:v>
                </c:pt>
                <c:pt idx="203">
                  <c:v>4316.0</c:v>
                </c:pt>
                <c:pt idx="204">
                  <c:v>4320.0</c:v>
                </c:pt>
                <c:pt idx="205">
                  <c:v>4324.0</c:v>
                </c:pt>
                <c:pt idx="206">
                  <c:v>4328.0</c:v>
                </c:pt>
                <c:pt idx="207">
                  <c:v>4332.0</c:v>
                </c:pt>
                <c:pt idx="208">
                  <c:v>4336.0</c:v>
                </c:pt>
                <c:pt idx="209">
                  <c:v>4340.0</c:v>
                </c:pt>
                <c:pt idx="210">
                  <c:v>4344.0</c:v>
                </c:pt>
                <c:pt idx="211">
                  <c:v>4348.0</c:v>
                </c:pt>
                <c:pt idx="212">
                  <c:v>4352.0</c:v>
                </c:pt>
                <c:pt idx="213">
                  <c:v>4356.0</c:v>
                </c:pt>
                <c:pt idx="214">
                  <c:v>4360.0</c:v>
                </c:pt>
                <c:pt idx="215">
                  <c:v>4364.0</c:v>
                </c:pt>
                <c:pt idx="216">
                  <c:v>4368.0</c:v>
                </c:pt>
                <c:pt idx="217">
                  <c:v>4372.0</c:v>
                </c:pt>
                <c:pt idx="218">
                  <c:v>4376.0</c:v>
                </c:pt>
                <c:pt idx="219">
                  <c:v>4380.0</c:v>
                </c:pt>
                <c:pt idx="220">
                  <c:v>4384.0</c:v>
                </c:pt>
                <c:pt idx="221">
                  <c:v>4388.0</c:v>
                </c:pt>
                <c:pt idx="222">
                  <c:v>4392.0</c:v>
                </c:pt>
                <c:pt idx="223">
                  <c:v>4396.0</c:v>
                </c:pt>
                <c:pt idx="224">
                  <c:v>4400.0</c:v>
                </c:pt>
                <c:pt idx="225">
                  <c:v>4404.0</c:v>
                </c:pt>
                <c:pt idx="226">
                  <c:v>4408.0</c:v>
                </c:pt>
                <c:pt idx="227">
                  <c:v>4412.0</c:v>
                </c:pt>
                <c:pt idx="228">
                  <c:v>4416.0</c:v>
                </c:pt>
                <c:pt idx="229">
                  <c:v>4420.0</c:v>
                </c:pt>
                <c:pt idx="230">
                  <c:v>4424.0</c:v>
                </c:pt>
                <c:pt idx="231">
                  <c:v>4428.0</c:v>
                </c:pt>
                <c:pt idx="232">
                  <c:v>4432.0</c:v>
                </c:pt>
                <c:pt idx="233">
                  <c:v>4436.0</c:v>
                </c:pt>
                <c:pt idx="234">
                  <c:v>4440.0</c:v>
                </c:pt>
                <c:pt idx="235">
                  <c:v>4444.0</c:v>
                </c:pt>
                <c:pt idx="236">
                  <c:v>4448.0</c:v>
                </c:pt>
                <c:pt idx="237">
                  <c:v>4452.0</c:v>
                </c:pt>
                <c:pt idx="238">
                  <c:v>4456.0</c:v>
                </c:pt>
                <c:pt idx="239">
                  <c:v>4460.0</c:v>
                </c:pt>
                <c:pt idx="240">
                  <c:v>4464.0</c:v>
                </c:pt>
                <c:pt idx="241">
                  <c:v>4468.0</c:v>
                </c:pt>
                <c:pt idx="242">
                  <c:v>4472.0</c:v>
                </c:pt>
                <c:pt idx="243">
                  <c:v>4476.0</c:v>
                </c:pt>
                <c:pt idx="244">
                  <c:v>4480.0</c:v>
                </c:pt>
                <c:pt idx="245">
                  <c:v>4484.0</c:v>
                </c:pt>
                <c:pt idx="246">
                  <c:v>4488.0</c:v>
                </c:pt>
                <c:pt idx="247">
                  <c:v>4492.0</c:v>
                </c:pt>
                <c:pt idx="248">
                  <c:v>4496.0</c:v>
                </c:pt>
                <c:pt idx="249">
                  <c:v>4500.0</c:v>
                </c:pt>
                <c:pt idx="250">
                  <c:v>4502.0</c:v>
                </c:pt>
                <c:pt idx="251">
                  <c:v>4504.0</c:v>
                </c:pt>
                <c:pt idx="252">
                  <c:v>4506.0</c:v>
                </c:pt>
                <c:pt idx="253">
                  <c:v>4508.0</c:v>
                </c:pt>
                <c:pt idx="254">
                  <c:v>4510.0</c:v>
                </c:pt>
                <c:pt idx="255">
                  <c:v>4512.0</c:v>
                </c:pt>
                <c:pt idx="256">
                  <c:v>4514.0</c:v>
                </c:pt>
                <c:pt idx="257">
                  <c:v>4516.0</c:v>
                </c:pt>
                <c:pt idx="258">
                  <c:v>4518.0</c:v>
                </c:pt>
                <c:pt idx="259">
                  <c:v>4520.0</c:v>
                </c:pt>
                <c:pt idx="260">
                  <c:v>4522.0</c:v>
                </c:pt>
                <c:pt idx="261">
                  <c:v>4524.0</c:v>
                </c:pt>
                <c:pt idx="262">
                  <c:v>4526.0</c:v>
                </c:pt>
                <c:pt idx="263">
                  <c:v>4528.0</c:v>
                </c:pt>
                <c:pt idx="264">
                  <c:v>4530.0</c:v>
                </c:pt>
                <c:pt idx="265">
                  <c:v>4532.0</c:v>
                </c:pt>
                <c:pt idx="266">
                  <c:v>4534.0</c:v>
                </c:pt>
                <c:pt idx="267">
                  <c:v>4536.0</c:v>
                </c:pt>
                <c:pt idx="268">
                  <c:v>4538.0</c:v>
                </c:pt>
                <c:pt idx="269">
                  <c:v>4540.0</c:v>
                </c:pt>
                <c:pt idx="270">
                  <c:v>4542.0</c:v>
                </c:pt>
                <c:pt idx="271">
                  <c:v>4544.0</c:v>
                </c:pt>
                <c:pt idx="272">
                  <c:v>4546.0</c:v>
                </c:pt>
                <c:pt idx="273">
                  <c:v>4548.0</c:v>
                </c:pt>
                <c:pt idx="274">
                  <c:v>4550.0</c:v>
                </c:pt>
                <c:pt idx="275">
                  <c:v>4552.0</c:v>
                </c:pt>
                <c:pt idx="276">
                  <c:v>4554.0</c:v>
                </c:pt>
                <c:pt idx="277">
                  <c:v>4556.0</c:v>
                </c:pt>
                <c:pt idx="278">
                  <c:v>4558.0</c:v>
                </c:pt>
                <c:pt idx="279">
                  <c:v>4560.0</c:v>
                </c:pt>
                <c:pt idx="280">
                  <c:v>4562.0</c:v>
                </c:pt>
                <c:pt idx="281">
                  <c:v>4564.0</c:v>
                </c:pt>
                <c:pt idx="282">
                  <c:v>4566.0</c:v>
                </c:pt>
                <c:pt idx="283">
                  <c:v>4568.0</c:v>
                </c:pt>
                <c:pt idx="284">
                  <c:v>4570.0</c:v>
                </c:pt>
                <c:pt idx="285">
                  <c:v>4572.0</c:v>
                </c:pt>
                <c:pt idx="286">
                  <c:v>4574.0</c:v>
                </c:pt>
                <c:pt idx="287">
                  <c:v>4576.0</c:v>
                </c:pt>
                <c:pt idx="288">
                  <c:v>4578.0</c:v>
                </c:pt>
                <c:pt idx="289">
                  <c:v>4580.0</c:v>
                </c:pt>
                <c:pt idx="290">
                  <c:v>4582.0</c:v>
                </c:pt>
                <c:pt idx="291">
                  <c:v>4584.0</c:v>
                </c:pt>
                <c:pt idx="292">
                  <c:v>4586.0</c:v>
                </c:pt>
                <c:pt idx="293">
                  <c:v>4588.0</c:v>
                </c:pt>
                <c:pt idx="294">
                  <c:v>4590.0</c:v>
                </c:pt>
                <c:pt idx="295">
                  <c:v>4592.0</c:v>
                </c:pt>
                <c:pt idx="296">
                  <c:v>4594.0</c:v>
                </c:pt>
                <c:pt idx="297">
                  <c:v>4596.0</c:v>
                </c:pt>
                <c:pt idx="298">
                  <c:v>4598.0</c:v>
                </c:pt>
                <c:pt idx="299">
                  <c:v>4600.0</c:v>
                </c:pt>
                <c:pt idx="300">
                  <c:v>4602.0</c:v>
                </c:pt>
                <c:pt idx="301">
                  <c:v>4604.0</c:v>
                </c:pt>
                <c:pt idx="302">
                  <c:v>4606.0</c:v>
                </c:pt>
                <c:pt idx="303">
                  <c:v>4608.0</c:v>
                </c:pt>
                <c:pt idx="304">
                  <c:v>4610.0</c:v>
                </c:pt>
                <c:pt idx="305">
                  <c:v>4612.0</c:v>
                </c:pt>
                <c:pt idx="306">
                  <c:v>4614.0</c:v>
                </c:pt>
                <c:pt idx="307">
                  <c:v>4616.0</c:v>
                </c:pt>
                <c:pt idx="308">
                  <c:v>4618.0</c:v>
                </c:pt>
                <c:pt idx="309">
                  <c:v>4620.0</c:v>
                </c:pt>
                <c:pt idx="310">
                  <c:v>4622.0</c:v>
                </c:pt>
                <c:pt idx="311">
                  <c:v>4624.0</c:v>
                </c:pt>
                <c:pt idx="312">
                  <c:v>4626.0</c:v>
                </c:pt>
                <c:pt idx="313">
                  <c:v>4628.0</c:v>
                </c:pt>
                <c:pt idx="314">
                  <c:v>4630.0</c:v>
                </c:pt>
                <c:pt idx="315">
                  <c:v>4632.0</c:v>
                </c:pt>
                <c:pt idx="316">
                  <c:v>4634.0</c:v>
                </c:pt>
                <c:pt idx="317">
                  <c:v>4636.0</c:v>
                </c:pt>
                <c:pt idx="318">
                  <c:v>4638.0</c:v>
                </c:pt>
                <c:pt idx="319">
                  <c:v>4640.0</c:v>
                </c:pt>
                <c:pt idx="320">
                  <c:v>4642.0</c:v>
                </c:pt>
                <c:pt idx="321">
                  <c:v>4644.0</c:v>
                </c:pt>
                <c:pt idx="322">
                  <c:v>4646.0</c:v>
                </c:pt>
                <c:pt idx="323">
                  <c:v>4648.0</c:v>
                </c:pt>
                <c:pt idx="324">
                  <c:v>4650.0</c:v>
                </c:pt>
                <c:pt idx="325">
                  <c:v>4652.0</c:v>
                </c:pt>
                <c:pt idx="326">
                  <c:v>4654.0</c:v>
                </c:pt>
                <c:pt idx="327">
                  <c:v>4656.0</c:v>
                </c:pt>
                <c:pt idx="328">
                  <c:v>4658.0</c:v>
                </c:pt>
                <c:pt idx="329">
                  <c:v>4660.0</c:v>
                </c:pt>
                <c:pt idx="330">
                  <c:v>4662.0</c:v>
                </c:pt>
                <c:pt idx="331">
                  <c:v>4664.0</c:v>
                </c:pt>
                <c:pt idx="332">
                  <c:v>4666.0</c:v>
                </c:pt>
                <c:pt idx="333">
                  <c:v>4668.0</c:v>
                </c:pt>
                <c:pt idx="334">
                  <c:v>4670.0</c:v>
                </c:pt>
                <c:pt idx="335">
                  <c:v>4672.0</c:v>
                </c:pt>
                <c:pt idx="336">
                  <c:v>4674.0</c:v>
                </c:pt>
                <c:pt idx="337">
                  <c:v>4676.0</c:v>
                </c:pt>
                <c:pt idx="338">
                  <c:v>4678.0</c:v>
                </c:pt>
                <c:pt idx="339">
                  <c:v>4680.0</c:v>
                </c:pt>
                <c:pt idx="340">
                  <c:v>4682.0</c:v>
                </c:pt>
                <c:pt idx="341">
                  <c:v>4684.0</c:v>
                </c:pt>
                <c:pt idx="342">
                  <c:v>4686.0</c:v>
                </c:pt>
                <c:pt idx="343">
                  <c:v>4688.0</c:v>
                </c:pt>
                <c:pt idx="344">
                  <c:v>4690.0</c:v>
                </c:pt>
                <c:pt idx="345">
                  <c:v>4692.0</c:v>
                </c:pt>
                <c:pt idx="346">
                  <c:v>4694.0</c:v>
                </c:pt>
                <c:pt idx="347">
                  <c:v>4696.0</c:v>
                </c:pt>
                <c:pt idx="348">
                  <c:v>4698.0</c:v>
                </c:pt>
                <c:pt idx="349">
                  <c:v>4700.0</c:v>
                </c:pt>
                <c:pt idx="350">
                  <c:v>4702.0</c:v>
                </c:pt>
                <c:pt idx="351">
                  <c:v>4704.0</c:v>
                </c:pt>
                <c:pt idx="352">
                  <c:v>4706.0</c:v>
                </c:pt>
                <c:pt idx="353">
                  <c:v>4708.0</c:v>
                </c:pt>
                <c:pt idx="354">
                  <c:v>4710.0</c:v>
                </c:pt>
                <c:pt idx="355">
                  <c:v>4712.0</c:v>
                </c:pt>
                <c:pt idx="356">
                  <c:v>4714.0</c:v>
                </c:pt>
                <c:pt idx="357">
                  <c:v>4716.0</c:v>
                </c:pt>
                <c:pt idx="358">
                  <c:v>4718.0</c:v>
                </c:pt>
                <c:pt idx="359">
                  <c:v>4720.0</c:v>
                </c:pt>
                <c:pt idx="360">
                  <c:v>4722.0</c:v>
                </c:pt>
                <c:pt idx="361">
                  <c:v>4724.0</c:v>
                </c:pt>
                <c:pt idx="362">
                  <c:v>4726.0</c:v>
                </c:pt>
                <c:pt idx="363">
                  <c:v>4728.0</c:v>
                </c:pt>
                <c:pt idx="364">
                  <c:v>4730.0</c:v>
                </c:pt>
                <c:pt idx="365">
                  <c:v>4732.0</c:v>
                </c:pt>
                <c:pt idx="366">
                  <c:v>4734.0</c:v>
                </c:pt>
                <c:pt idx="367">
                  <c:v>4736.0</c:v>
                </c:pt>
                <c:pt idx="368">
                  <c:v>4738.0</c:v>
                </c:pt>
                <c:pt idx="369">
                  <c:v>4740.0</c:v>
                </c:pt>
                <c:pt idx="370">
                  <c:v>4742.0</c:v>
                </c:pt>
                <c:pt idx="371">
                  <c:v>4744.0</c:v>
                </c:pt>
                <c:pt idx="372">
                  <c:v>4746.0</c:v>
                </c:pt>
                <c:pt idx="373">
                  <c:v>4748.0</c:v>
                </c:pt>
                <c:pt idx="374">
                  <c:v>4750.0</c:v>
                </c:pt>
                <c:pt idx="375">
                  <c:v>4752.0</c:v>
                </c:pt>
                <c:pt idx="376">
                  <c:v>4754.0</c:v>
                </c:pt>
                <c:pt idx="377">
                  <c:v>4756.0</c:v>
                </c:pt>
                <c:pt idx="378">
                  <c:v>4758.0</c:v>
                </c:pt>
                <c:pt idx="379">
                  <c:v>4760.0</c:v>
                </c:pt>
                <c:pt idx="380">
                  <c:v>4762.0</c:v>
                </c:pt>
                <c:pt idx="381">
                  <c:v>4764.0</c:v>
                </c:pt>
                <c:pt idx="382">
                  <c:v>4766.0</c:v>
                </c:pt>
                <c:pt idx="383">
                  <c:v>4768.0</c:v>
                </c:pt>
                <c:pt idx="384">
                  <c:v>4770.0</c:v>
                </c:pt>
                <c:pt idx="385">
                  <c:v>4772.0</c:v>
                </c:pt>
                <c:pt idx="386">
                  <c:v>4774.0</c:v>
                </c:pt>
                <c:pt idx="387">
                  <c:v>4776.0</c:v>
                </c:pt>
                <c:pt idx="388">
                  <c:v>4778.0</c:v>
                </c:pt>
                <c:pt idx="389">
                  <c:v>4780.0</c:v>
                </c:pt>
                <c:pt idx="390">
                  <c:v>4782.0</c:v>
                </c:pt>
                <c:pt idx="391">
                  <c:v>4784.0</c:v>
                </c:pt>
                <c:pt idx="392">
                  <c:v>4786.0</c:v>
                </c:pt>
                <c:pt idx="393">
                  <c:v>4788.0</c:v>
                </c:pt>
                <c:pt idx="394">
                  <c:v>4790.0</c:v>
                </c:pt>
                <c:pt idx="395">
                  <c:v>4792.0</c:v>
                </c:pt>
                <c:pt idx="396">
                  <c:v>4794.0</c:v>
                </c:pt>
                <c:pt idx="397">
                  <c:v>4796.0</c:v>
                </c:pt>
                <c:pt idx="398">
                  <c:v>4798.0</c:v>
                </c:pt>
                <c:pt idx="399">
                  <c:v>4800.0</c:v>
                </c:pt>
                <c:pt idx="400">
                  <c:v>4802.0</c:v>
                </c:pt>
                <c:pt idx="401">
                  <c:v>4804.0</c:v>
                </c:pt>
                <c:pt idx="402">
                  <c:v>4806.0</c:v>
                </c:pt>
                <c:pt idx="403">
                  <c:v>4808.0</c:v>
                </c:pt>
                <c:pt idx="404">
                  <c:v>4810.0</c:v>
                </c:pt>
                <c:pt idx="405">
                  <c:v>4812.0</c:v>
                </c:pt>
                <c:pt idx="406">
                  <c:v>4814.0</c:v>
                </c:pt>
                <c:pt idx="407">
                  <c:v>4816.0</c:v>
                </c:pt>
                <c:pt idx="408">
                  <c:v>4818.0</c:v>
                </c:pt>
                <c:pt idx="409">
                  <c:v>4820.0</c:v>
                </c:pt>
                <c:pt idx="410">
                  <c:v>4822.0</c:v>
                </c:pt>
                <c:pt idx="411">
                  <c:v>4824.0</c:v>
                </c:pt>
                <c:pt idx="412">
                  <c:v>4826.0</c:v>
                </c:pt>
                <c:pt idx="413">
                  <c:v>4828.0</c:v>
                </c:pt>
                <c:pt idx="414">
                  <c:v>4830.0</c:v>
                </c:pt>
                <c:pt idx="415">
                  <c:v>4832.0</c:v>
                </c:pt>
                <c:pt idx="416">
                  <c:v>4834.0</c:v>
                </c:pt>
                <c:pt idx="417">
                  <c:v>4836.0</c:v>
                </c:pt>
                <c:pt idx="418">
                  <c:v>4838.0</c:v>
                </c:pt>
                <c:pt idx="419">
                  <c:v>4840.0</c:v>
                </c:pt>
                <c:pt idx="420">
                  <c:v>4842.0</c:v>
                </c:pt>
                <c:pt idx="421">
                  <c:v>4844.0</c:v>
                </c:pt>
                <c:pt idx="422">
                  <c:v>4846.0</c:v>
                </c:pt>
                <c:pt idx="423">
                  <c:v>4848.0</c:v>
                </c:pt>
                <c:pt idx="424">
                  <c:v>4850.0</c:v>
                </c:pt>
                <c:pt idx="425">
                  <c:v>4852.0</c:v>
                </c:pt>
                <c:pt idx="426">
                  <c:v>4854.0</c:v>
                </c:pt>
                <c:pt idx="427">
                  <c:v>4856.0</c:v>
                </c:pt>
                <c:pt idx="428">
                  <c:v>4858.0</c:v>
                </c:pt>
                <c:pt idx="429">
                  <c:v>4860.0</c:v>
                </c:pt>
                <c:pt idx="430">
                  <c:v>4862.0</c:v>
                </c:pt>
                <c:pt idx="431">
                  <c:v>4864.0</c:v>
                </c:pt>
                <c:pt idx="432">
                  <c:v>4866.0</c:v>
                </c:pt>
                <c:pt idx="433">
                  <c:v>4868.0</c:v>
                </c:pt>
                <c:pt idx="434">
                  <c:v>4870.0</c:v>
                </c:pt>
                <c:pt idx="435">
                  <c:v>4872.0</c:v>
                </c:pt>
                <c:pt idx="436">
                  <c:v>4874.0</c:v>
                </c:pt>
                <c:pt idx="437">
                  <c:v>4876.0</c:v>
                </c:pt>
                <c:pt idx="438">
                  <c:v>4878.0</c:v>
                </c:pt>
                <c:pt idx="439">
                  <c:v>4880.0</c:v>
                </c:pt>
                <c:pt idx="440">
                  <c:v>4882.0</c:v>
                </c:pt>
                <c:pt idx="441">
                  <c:v>4884.0</c:v>
                </c:pt>
                <c:pt idx="442">
                  <c:v>4886.0</c:v>
                </c:pt>
                <c:pt idx="443">
                  <c:v>4888.0</c:v>
                </c:pt>
                <c:pt idx="444">
                  <c:v>4890.0</c:v>
                </c:pt>
                <c:pt idx="445">
                  <c:v>4892.0</c:v>
                </c:pt>
                <c:pt idx="446">
                  <c:v>4894.0</c:v>
                </c:pt>
                <c:pt idx="447">
                  <c:v>4896.0</c:v>
                </c:pt>
                <c:pt idx="448">
                  <c:v>4898.0</c:v>
                </c:pt>
                <c:pt idx="449">
                  <c:v>4900.0</c:v>
                </c:pt>
                <c:pt idx="450">
                  <c:v>4902.0</c:v>
                </c:pt>
                <c:pt idx="451">
                  <c:v>4904.0</c:v>
                </c:pt>
                <c:pt idx="452">
                  <c:v>4906.0</c:v>
                </c:pt>
                <c:pt idx="453">
                  <c:v>4908.0</c:v>
                </c:pt>
                <c:pt idx="454">
                  <c:v>4910.0</c:v>
                </c:pt>
                <c:pt idx="455">
                  <c:v>4912.0</c:v>
                </c:pt>
                <c:pt idx="456">
                  <c:v>4914.0</c:v>
                </c:pt>
                <c:pt idx="457">
                  <c:v>4916.0</c:v>
                </c:pt>
                <c:pt idx="458">
                  <c:v>4918.0</c:v>
                </c:pt>
                <c:pt idx="459">
                  <c:v>4920.0</c:v>
                </c:pt>
                <c:pt idx="460">
                  <c:v>4922.0</c:v>
                </c:pt>
                <c:pt idx="461">
                  <c:v>4924.0</c:v>
                </c:pt>
                <c:pt idx="462">
                  <c:v>4926.0</c:v>
                </c:pt>
                <c:pt idx="463">
                  <c:v>4928.0</c:v>
                </c:pt>
                <c:pt idx="464">
                  <c:v>4930.0</c:v>
                </c:pt>
                <c:pt idx="465">
                  <c:v>4932.0</c:v>
                </c:pt>
                <c:pt idx="466">
                  <c:v>4934.0</c:v>
                </c:pt>
                <c:pt idx="467">
                  <c:v>4936.0</c:v>
                </c:pt>
                <c:pt idx="468">
                  <c:v>4938.0</c:v>
                </c:pt>
                <c:pt idx="469">
                  <c:v>4940.0</c:v>
                </c:pt>
                <c:pt idx="470">
                  <c:v>4942.0</c:v>
                </c:pt>
                <c:pt idx="471">
                  <c:v>4944.0</c:v>
                </c:pt>
                <c:pt idx="472">
                  <c:v>4946.0</c:v>
                </c:pt>
                <c:pt idx="473">
                  <c:v>4948.0</c:v>
                </c:pt>
                <c:pt idx="474">
                  <c:v>4950.0</c:v>
                </c:pt>
                <c:pt idx="475">
                  <c:v>4952.0</c:v>
                </c:pt>
                <c:pt idx="476">
                  <c:v>4954.0</c:v>
                </c:pt>
                <c:pt idx="477">
                  <c:v>4956.0</c:v>
                </c:pt>
                <c:pt idx="478">
                  <c:v>4958.0</c:v>
                </c:pt>
                <c:pt idx="479">
                  <c:v>4960.0</c:v>
                </c:pt>
                <c:pt idx="480">
                  <c:v>4962.0</c:v>
                </c:pt>
                <c:pt idx="481">
                  <c:v>4964.0</c:v>
                </c:pt>
                <c:pt idx="482">
                  <c:v>4966.0</c:v>
                </c:pt>
                <c:pt idx="483">
                  <c:v>4968.0</c:v>
                </c:pt>
                <c:pt idx="484">
                  <c:v>4970.0</c:v>
                </c:pt>
                <c:pt idx="485">
                  <c:v>4972.0</c:v>
                </c:pt>
                <c:pt idx="486">
                  <c:v>4974.0</c:v>
                </c:pt>
                <c:pt idx="487">
                  <c:v>4976.0</c:v>
                </c:pt>
                <c:pt idx="488">
                  <c:v>4978.0</c:v>
                </c:pt>
                <c:pt idx="489">
                  <c:v>4980.0</c:v>
                </c:pt>
                <c:pt idx="490">
                  <c:v>4982.0</c:v>
                </c:pt>
                <c:pt idx="491">
                  <c:v>4984.0</c:v>
                </c:pt>
                <c:pt idx="492">
                  <c:v>4986.0</c:v>
                </c:pt>
                <c:pt idx="493">
                  <c:v>4988.0</c:v>
                </c:pt>
                <c:pt idx="494">
                  <c:v>4990.0</c:v>
                </c:pt>
                <c:pt idx="495">
                  <c:v>4992.0</c:v>
                </c:pt>
                <c:pt idx="496">
                  <c:v>4994.0</c:v>
                </c:pt>
                <c:pt idx="497">
                  <c:v>4996.0</c:v>
                </c:pt>
                <c:pt idx="498">
                  <c:v>4998.0</c:v>
                </c:pt>
                <c:pt idx="499">
                  <c:v>5000.0</c:v>
                </c:pt>
                <c:pt idx="500">
                  <c:v>5001.0</c:v>
                </c:pt>
                <c:pt idx="501">
                  <c:v>5002.0</c:v>
                </c:pt>
                <c:pt idx="502">
                  <c:v>5003.0</c:v>
                </c:pt>
                <c:pt idx="503">
                  <c:v>5004.0</c:v>
                </c:pt>
                <c:pt idx="504">
                  <c:v>5005.0</c:v>
                </c:pt>
                <c:pt idx="505">
                  <c:v>5006.0</c:v>
                </c:pt>
                <c:pt idx="506">
                  <c:v>5007.0</c:v>
                </c:pt>
                <c:pt idx="507">
                  <c:v>5008.0</c:v>
                </c:pt>
                <c:pt idx="508">
                  <c:v>5009.0</c:v>
                </c:pt>
                <c:pt idx="509">
                  <c:v>5010.0</c:v>
                </c:pt>
                <c:pt idx="510">
                  <c:v>5011.0</c:v>
                </c:pt>
                <c:pt idx="511">
                  <c:v>5012.0</c:v>
                </c:pt>
                <c:pt idx="512">
                  <c:v>5013.0</c:v>
                </c:pt>
                <c:pt idx="513">
                  <c:v>5014.0</c:v>
                </c:pt>
                <c:pt idx="514">
                  <c:v>5015.0</c:v>
                </c:pt>
                <c:pt idx="515">
                  <c:v>5016.0</c:v>
                </c:pt>
                <c:pt idx="516">
                  <c:v>5017.0</c:v>
                </c:pt>
                <c:pt idx="517">
                  <c:v>5018.0</c:v>
                </c:pt>
                <c:pt idx="518">
                  <c:v>5019.0</c:v>
                </c:pt>
                <c:pt idx="519">
                  <c:v>5020.0</c:v>
                </c:pt>
                <c:pt idx="520">
                  <c:v>5021.0</c:v>
                </c:pt>
                <c:pt idx="521">
                  <c:v>5022.0</c:v>
                </c:pt>
                <c:pt idx="522">
                  <c:v>5023.0</c:v>
                </c:pt>
                <c:pt idx="523">
                  <c:v>5024.0</c:v>
                </c:pt>
                <c:pt idx="524">
                  <c:v>5025.0</c:v>
                </c:pt>
                <c:pt idx="525">
                  <c:v>5026.0</c:v>
                </c:pt>
                <c:pt idx="526">
                  <c:v>5027.0</c:v>
                </c:pt>
                <c:pt idx="527">
                  <c:v>5028.0</c:v>
                </c:pt>
                <c:pt idx="528">
                  <c:v>5029.0</c:v>
                </c:pt>
                <c:pt idx="529">
                  <c:v>5030.0</c:v>
                </c:pt>
                <c:pt idx="530">
                  <c:v>5031.0</c:v>
                </c:pt>
                <c:pt idx="531">
                  <c:v>5032.0</c:v>
                </c:pt>
                <c:pt idx="532">
                  <c:v>5033.0</c:v>
                </c:pt>
                <c:pt idx="533">
                  <c:v>5034.0</c:v>
                </c:pt>
                <c:pt idx="534">
                  <c:v>5035.0</c:v>
                </c:pt>
                <c:pt idx="535">
                  <c:v>5036.0</c:v>
                </c:pt>
                <c:pt idx="536">
                  <c:v>5037.0</c:v>
                </c:pt>
                <c:pt idx="537">
                  <c:v>5038.0</c:v>
                </c:pt>
                <c:pt idx="538">
                  <c:v>5039.0</c:v>
                </c:pt>
                <c:pt idx="539">
                  <c:v>5040.0</c:v>
                </c:pt>
                <c:pt idx="540">
                  <c:v>5041.0</c:v>
                </c:pt>
                <c:pt idx="541">
                  <c:v>5042.0</c:v>
                </c:pt>
                <c:pt idx="542">
                  <c:v>5043.0</c:v>
                </c:pt>
                <c:pt idx="543">
                  <c:v>5044.0</c:v>
                </c:pt>
                <c:pt idx="544">
                  <c:v>5045.0</c:v>
                </c:pt>
                <c:pt idx="545">
                  <c:v>5046.0</c:v>
                </c:pt>
                <c:pt idx="546">
                  <c:v>5047.0</c:v>
                </c:pt>
                <c:pt idx="547">
                  <c:v>5048.0</c:v>
                </c:pt>
                <c:pt idx="548">
                  <c:v>5049.0</c:v>
                </c:pt>
                <c:pt idx="549">
                  <c:v>5050.0</c:v>
                </c:pt>
                <c:pt idx="550">
                  <c:v>5051.0</c:v>
                </c:pt>
                <c:pt idx="551">
                  <c:v>5052.0</c:v>
                </c:pt>
                <c:pt idx="552">
                  <c:v>5053.0</c:v>
                </c:pt>
                <c:pt idx="553">
                  <c:v>5054.0</c:v>
                </c:pt>
                <c:pt idx="554">
                  <c:v>5055.0</c:v>
                </c:pt>
                <c:pt idx="555">
                  <c:v>5056.0</c:v>
                </c:pt>
                <c:pt idx="556">
                  <c:v>5057.0</c:v>
                </c:pt>
                <c:pt idx="557">
                  <c:v>5058.0</c:v>
                </c:pt>
                <c:pt idx="558">
                  <c:v>5059.0</c:v>
                </c:pt>
                <c:pt idx="559">
                  <c:v>5060.0</c:v>
                </c:pt>
                <c:pt idx="560">
                  <c:v>5061.0</c:v>
                </c:pt>
                <c:pt idx="561">
                  <c:v>5062.0</c:v>
                </c:pt>
                <c:pt idx="562">
                  <c:v>5063.0</c:v>
                </c:pt>
                <c:pt idx="563">
                  <c:v>5064.0</c:v>
                </c:pt>
                <c:pt idx="564">
                  <c:v>5065.0</c:v>
                </c:pt>
                <c:pt idx="565">
                  <c:v>5066.0</c:v>
                </c:pt>
                <c:pt idx="566">
                  <c:v>5067.0</c:v>
                </c:pt>
                <c:pt idx="567">
                  <c:v>5068.0</c:v>
                </c:pt>
                <c:pt idx="568">
                  <c:v>5069.0</c:v>
                </c:pt>
                <c:pt idx="569">
                  <c:v>5070.0</c:v>
                </c:pt>
                <c:pt idx="570">
                  <c:v>5071.0</c:v>
                </c:pt>
                <c:pt idx="571">
                  <c:v>5072.0</c:v>
                </c:pt>
                <c:pt idx="572">
                  <c:v>5073.0</c:v>
                </c:pt>
                <c:pt idx="573">
                  <c:v>5074.0</c:v>
                </c:pt>
                <c:pt idx="574">
                  <c:v>5075.0</c:v>
                </c:pt>
                <c:pt idx="575">
                  <c:v>5076.0</c:v>
                </c:pt>
                <c:pt idx="576">
                  <c:v>5077.0</c:v>
                </c:pt>
                <c:pt idx="577">
                  <c:v>5078.0</c:v>
                </c:pt>
                <c:pt idx="578">
                  <c:v>5079.0</c:v>
                </c:pt>
                <c:pt idx="579">
                  <c:v>5080.0</c:v>
                </c:pt>
                <c:pt idx="580">
                  <c:v>5081.0</c:v>
                </c:pt>
                <c:pt idx="581">
                  <c:v>5082.0</c:v>
                </c:pt>
                <c:pt idx="582">
                  <c:v>5083.0</c:v>
                </c:pt>
                <c:pt idx="583">
                  <c:v>5084.0</c:v>
                </c:pt>
                <c:pt idx="584">
                  <c:v>5085.0</c:v>
                </c:pt>
                <c:pt idx="585">
                  <c:v>5086.0</c:v>
                </c:pt>
                <c:pt idx="586">
                  <c:v>5087.0</c:v>
                </c:pt>
                <c:pt idx="587">
                  <c:v>5088.0</c:v>
                </c:pt>
                <c:pt idx="588">
                  <c:v>5089.0</c:v>
                </c:pt>
                <c:pt idx="589">
                  <c:v>5090.0</c:v>
                </c:pt>
                <c:pt idx="590">
                  <c:v>5091.0</c:v>
                </c:pt>
                <c:pt idx="591">
                  <c:v>5092.0</c:v>
                </c:pt>
                <c:pt idx="592">
                  <c:v>5093.0</c:v>
                </c:pt>
                <c:pt idx="593">
                  <c:v>5094.0</c:v>
                </c:pt>
                <c:pt idx="594">
                  <c:v>5095.0</c:v>
                </c:pt>
                <c:pt idx="595">
                  <c:v>5096.0</c:v>
                </c:pt>
                <c:pt idx="596">
                  <c:v>5097.0</c:v>
                </c:pt>
                <c:pt idx="597">
                  <c:v>5098.0</c:v>
                </c:pt>
                <c:pt idx="598">
                  <c:v>5099.0</c:v>
                </c:pt>
                <c:pt idx="599">
                  <c:v>5100.0</c:v>
                </c:pt>
                <c:pt idx="600">
                  <c:v>5101.0</c:v>
                </c:pt>
                <c:pt idx="601">
                  <c:v>5102.0</c:v>
                </c:pt>
                <c:pt idx="602">
                  <c:v>5103.0</c:v>
                </c:pt>
                <c:pt idx="603">
                  <c:v>5104.0</c:v>
                </c:pt>
                <c:pt idx="604">
                  <c:v>5105.0</c:v>
                </c:pt>
                <c:pt idx="605">
                  <c:v>5106.0</c:v>
                </c:pt>
                <c:pt idx="606">
                  <c:v>5107.0</c:v>
                </c:pt>
                <c:pt idx="607">
                  <c:v>5108.0</c:v>
                </c:pt>
                <c:pt idx="608">
                  <c:v>5109.0</c:v>
                </c:pt>
                <c:pt idx="609">
                  <c:v>5110.0</c:v>
                </c:pt>
                <c:pt idx="610">
                  <c:v>5111.0</c:v>
                </c:pt>
                <c:pt idx="611">
                  <c:v>5112.0</c:v>
                </c:pt>
                <c:pt idx="612">
                  <c:v>5113.0</c:v>
                </c:pt>
                <c:pt idx="613">
                  <c:v>5114.0</c:v>
                </c:pt>
                <c:pt idx="614">
                  <c:v>5115.0</c:v>
                </c:pt>
                <c:pt idx="615">
                  <c:v>5116.0</c:v>
                </c:pt>
                <c:pt idx="616">
                  <c:v>5117.0</c:v>
                </c:pt>
                <c:pt idx="617">
                  <c:v>5118.0</c:v>
                </c:pt>
                <c:pt idx="618">
                  <c:v>5119.0</c:v>
                </c:pt>
                <c:pt idx="619">
                  <c:v>5120.0</c:v>
                </c:pt>
                <c:pt idx="620">
                  <c:v>5121.0</c:v>
                </c:pt>
                <c:pt idx="621">
                  <c:v>5122.0</c:v>
                </c:pt>
                <c:pt idx="622">
                  <c:v>5123.0</c:v>
                </c:pt>
                <c:pt idx="623">
                  <c:v>5124.0</c:v>
                </c:pt>
                <c:pt idx="624">
                  <c:v>5125.0</c:v>
                </c:pt>
                <c:pt idx="625">
                  <c:v>5126.0</c:v>
                </c:pt>
                <c:pt idx="626">
                  <c:v>5127.0</c:v>
                </c:pt>
                <c:pt idx="627">
                  <c:v>5128.0</c:v>
                </c:pt>
                <c:pt idx="628">
                  <c:v>5129.0</c:v>
                </c:pt>
                <c:pt idx="629">
                  <c:v>5130.0</c:v>
                </c:pt>
                <c:pt idx="630">
                  <c:v>5131.0</c:v>
                </c:pt>
                <c:pt idx="631">
                  <c:v>5132.0</c:v>
                </c:pt>
                <c:pt idx="632">
                  <c:v>5133.0</c:v>
                </c:pt>
                <c:pt idx="633">
                  <c:v>5134.0</c:v>
                </c:pt>
                <c:pt idx="634">
                  <c:v>5135.0</c:v>
                </c:pt>
                <c:pt idx="635">
                  <c:v>5136.0</c:v>
                </c:pt>
                <c:pt idx="636">
                  <c:v>5137.0</c:v>
                </c:pt>
                <c:pt idx="637">
                  <c:v>5138.0</c:v>
                </c:pt>
                <c:pt idx="638">
                  <c:v>5139.0</c:v>
                </c:pt>
                <c:pt idx="639">
                  <c:v>5140.0</c:v>
                </c:pt>
                <c:pt idx="640">
                  <c:v>5141.0</c:v>
                </c:pt>
                <c:pt idx="641">
                  <c:v>5142.0</c:v>
                </c:pt>
                <c:pt idx="642">
                  <c:v>5143.0</c:v>
                </c:pt>
                <c:pt idx="643">
                  <c:v>5144.0</c:v>
                </c:pt>
                <c:pt idx="644">
                  <c:v>5145.0</c:v>
                </c:pt>
                <c:pt idx="645">
                  <c:v>5146.0</c:v>
                </c:pt>
                <c:pt idx="646">
                  <c:v>5147.0</c:v>
                </c:pt>
                <c:pt idx="647">
                  <c:v>5148.0</c:v>
                </c:pt>
                <c:pt idx="648">
                  <c:v>5149.0</c:v>
                </c:pt>
                <c:pt idx="649">
                  <c:v>5150.0</c:v>
                </c:pt>
                <c:pt idx="650">
                  <c:v>5151.0</c:v>
                </c:pt>
                <c:pt idx="651">
                  <c:v>5152.0</c:v>
                </c:pt>
                <c:pt idx="652">
                  <c:v>5153.0</c:v>
                </c:pt>
                <c:pt idx="653">
                  <c:v>5154.0</c:v>
                </c:pt>
                <c:pt idx="654">
                  <c:v>5155.0</c:v>
                </c:pt>
                <c:pt idx="655">
                  <c:v>5156.0</c:v>
                </c:pt>
                <c:pt idx="656">
                  <c:v>5157.0</c:v>
                </c:pt>
                <c:pt idx="657">
                  <c:v>5158.0</c:v>
                </c:pt>
                <c:pt idx="658">
                  <c:v>5159.0</c:v>
                </c:pt>
                <c:pt idx="659">
                  <c:v>5160.0</c:v>
                </c:pt>
                <c:pt idx="660">
                  <c:v>5161.0</c:v>
                </c:pt>
                <c:pt idx="661">
                  <c:v>5162.0</c:v>
                </c:pt>
                <c:pt idx="662">
                  <c:v>5163.0</c:v>
                </c:pt>
                <c:pt idx="663">
                  <c:v>5164.0</c:v>
                </c:pt>
                <c:pt idx="664">
                  <c:v>5165.0</c:v>
                </c:pt>
                <c:pt idx="665">
                  <c:v>5166.0</c:v>
                </c:pt>
                <c:pt idx="666">
                  <c:v>5167.0</c:v>
                </c:pt>
                <c:pt idx="667">
                  <c:v>5168.0</c:v>
                </c:pt>
                <c:pt idx="668">
                  <c:v>5169.0</c:v>
                </c:pt>
                <c:pt idx="669">
                  <c:v>5170.0</c:v>
                </c:pt>
                <c:pt idx="670">
                  <c:v>5171.0</c:v>
                </c:pt>
                <c:pt idx="671">
                  <c:v>5172.0</c:v>
                </c:pt>
                <c:pt idx="672">
                  <c:v>5173.0</c:v>
                </c:pt>
                <c:pt idx="673">
                  <c:v>5174.0</c:v>
                </c:pt>
                <c:pt idx="674">
                  <c:v>5175.0</c:v>
                </c:pt>
                <c:pt idx="675">
                  <c:v>5176.0</c:v>
                </c:pt>
                <c:pt idx="676">
                  <c:v>5177.0</c:v>
                </c:pt>
                <c:pt idx="677">
                  <c:v>5178.0</c:v>
                </c:pt>
                <c:pt idx="678">
                  <c:v>5179.0</c:v>
                </c:pt>
                <c:pt idx="679">
                  <c:v>5180.0</c:v>
                </c:pt>
                <c:pt idx="680">
                  <c:v>5181.0</c:v>
                </c:pt>
                <c:pt idx="681">
                  <c:v>5182.0</c:v>
                </c:pt>
                <c:pt idx="682">
                  <c:v>5183.0</c:v>
                </c:pt>
                <c:pt idx="683">
                  <c:v>5184.0</c:v>
                </c:pt>
                <c:pt idx="684">
                  <c:v>5185.0</c:v>
                </c:pt>
                <c:pt idx="685">
                  <c:v>5186.0</c:v>
                </c:pt>
                <c:pt idx="686">
                  <c:v>5187.0</c:v>
                </c:pt>
                <c:pt idx="687">
                  <c:v>5188.0</c:v>
                </c:pt>
                <c:pt idx="688">
                  <c:v>5189.0</c:v>
                </c:pt>
                <c:pt idx="689">
                  <c:v>5190.0</c:v>
                </c:pt>
                <c:pt idx="690">
                  <c:v>5191.0</c:v>
                </c:pt>
                <c:pt idx="691">
                  <c:v>5192.0</c:v>
                </c:pt>
                <c:pt idx="692">
                  <c:v>5193.0</c:v>
                </c:pt>
                <c:pt idx="693">
                  <c:v>5194.0</c:v>
                </c:pt>
                <c:pt idx="694">
                  <c:v>5195.0</c:v>
                </c:pt>
                <c:pt idx="695">
                  <c:v>5196.0</c:v>
                </c:pt>
                <c:pt idx="696">
                  <c:v>5197.0</c:v>
                </c:pt>
                <c:pt idx="697">
                  <c:v>5198.0</c:v>
                </c:pt>
                <c:pt idx="698">
                  <c:v>5199.0</c:v>
                </c:pt>
                <c:pt idx="699">
                  <c:v>5200.0</c:v>
                </c:pt>
                <c:pt idx="700">
                  <c:v>5201.0</c:v>
                </c:pt>
                <c:pt idx="701">
                  <c:v>5202.0</c:v>
                </c:pt>
                <c:pt idx="702">
                  <c:v>5203.0</c:v>
                </c:pt>
                <c:pt idx="703">
                  <c:v>5204.0</c:v>
                </c:pt>
                <c:pt idx="704">
                  <c:v>5205.0</c:v>
                </c:pt>
                <c:pt idx="705">
                  <c:v>5206.0</c:v>
                </c:pt>
                <c:pt idx="706">
                  <c:v>5207.0</c:v>
                </c:pt>
                <c:pt idx="707">
                  <c:v>5208.0</c:v>
                </c:pt>
                <c:pt idx="708">
                  <c:v>5209.0</c:v>
                </c:pt>
                <c:pt idx="709">
                  <c:v>5210.0</c:v>
                </c:pt>
                <c:pt idx="710">
                  <c:v>5211.0</c:v>
                </c:pt>
                <c:pt idx="711">
                  <c:v>5212.0</c:v>
                </c:pt>
                <c:pt idx="712">
                  <c:v>5213.0</c:v>
                </c:pt>
                <c:pt idx="713">
                  <c:v>5214.0</c:v>
                </c:pt>
                <c:pt idx="714">
                  <c:v>5215.0</c:v>
                </c:pt>
                <c:pt idx="715">
                  <c:v>5216.0</c:v>
                </c:pt>
                <c:pt idx="716">
                  <c:v>5217.0</c:v>
                </c:pt>
                <c:pt idx="717">
                  <c:v>5218.0</c:v>
                </c:pt>
                <c:pt idx="718">
                  <c:v>5219.0</c:v>
                </c:pt>
                <c:pt idx="719">
                  <c:v>5220.0</c:v>
                </c:pt>
                <c:pt idx="720">
                  <c:v>5221.0</c:v>
                </c:pt>
                <c:pt idx="721">
                  <c:v>5222.0</c:v>
                </c:pt>
                <c:pt idx="722">
                  <c:v>5223.0</c:v>
                </c:pt>
                <c:pt idx="723">
                  <c:v>5224.0</c:v>
                </c:pt>
                <c:pt idx="724">
                  <c:v>5225.0</c:v>
                </c:pt>
                <c:pt idx="725">
                  <c:v>5226.0</c:v>
                </c:pt>
                <c:pt idx="726">
                  <c:v>5227.0</c:v>
                </c:pt>
                <c:pt idx="727">
                  <c:v>5228.0</c:v>
                </c:pt>
                <c:pt idx="728">
                  <c:v>5229.0</c:v>
                </c:pt>
                <c:pt idx="729">
                  <c:v>5230.0</c:v>
                </c:pt>
                <c:pt idx="730">
                  <c:v>5231.0</c:v>
                </c:pt>
                <c:pt idx="731">
                  <c:v>5232.0</c:v>
                </c:pt>
                <c:pt idx="732">
                  <c:v>5233.0</c:v>
                </c:pt>
                <c:pt idx="733">
                  <c:v>5234.0</c:v>
                </c:pt>
                <c:pt idx="734">
                  <c:v>5235.0</c:v>
                </c:pt>
                <c:pt idx="735">
                  <c:v>5236.0</c:v>
                </c:pt>
                <c:pt idx="736">
                  <c:v>5237.0</c:v>
                </c:pt>
                <c:pt idx="737">
                  <c:v>5238.0</c:v>
                </c:pt>
                <c:pt idx="738">
                  <c:v>5239.0</c:v>
                </c:pt>
                <c:pt idx="739">
                  <c:v>5240.0</c:v>
                </c:pt>
                <c:pt idx="740">
                  <c:v>5241.0</c:v>
                </c:pt>
                <c:pt idx="741">
                  <c:v>5242.0</c:v>
                </c:pt>
                <c:pt idx="742">
                  <c:v>5243.0</c:v>
                </c:pt>
                <c:pt idx="743">
                  <c:v>5244.0</c:v>
                </c:pt>
                <c:pt idx="744">
                  <c:v>5245.0</c:v>
                </c:pt>
                <c:pt idx="745">
                  <c:v>5246.0</c:v>
                </c:pt>
                <c:pt idx="746">
                  <c:v>5247.0</c:v>
                </c:pt>
                <c:pt idx="747">
                  <c:v>5248.0</c:v>
                </c:pt>
                <c:pt idx="748">
                  <c:v>5249.0</c:v>
                </c:pt>
                <c:pt idx="749">
                  <c:v>5250.0</c:v>
                </c:pt>
                <c:pt idx="750">
                  <c:v>5251.0</c:v>
                </c:pt>
                <c:pt idx="751">
                  <c:v>5252.0</c:v>
                </c:pt>
                <c:pt idx="752">
                  <c:v>5253.0</c:v>
                </c:pt>
                <c:pt idx="753">
                  <c:v>5254.0</c:v>
                </c:pt>
                <c:pt idx="754">
                  <c:v>5255.0</c:v>
                </c:pt>
                <c:pt idx="755">
                  <c:v>5256.0</c:v>
                </c:pt>
                <c:pt idx="756">
                  <c:v>5257.0</c:v>
                </c:pt>
                <c:pt idx="757">
                  <c:v>5258.0</c:v>
                </c:pt>
                <c:pt idx="758">
                  <c:v>5259.0</c:v>
                </c:pt>
                <c:pt idx="759">
                  <c:v>5260.0</c:v>
                </c:pt>
                <c:pt idx="760">
                  <c:v>5261.0</c:v>
                </c:pt>
                <c:pt idx="761">
                  <c:v>5262.0</c:v>
                </c:pt>
                <c:pt idx="762">
                  <c:v>5263.0</c:v>
                </c:pt>
                <c:pt idx="763">
                  <c:v>5264.0</c:v>
                </c:pt>
                <c:pt idx="764">
                  <c:v>5265.0</c:v>
                </c:pt>
                <c:pt idx="765">
                  <c:v>5266.0</c:v>
                </c:pt>
                <c:pt idx="766">
                  <c:v>5267.0</c:v>
                </c:pt>
                <c:pt idx="767">
                  <c:v>5268.0</c:v>
                </c:pt>
                <c:pt idx="768">
                  <c:v>5269.0</c:v>
                </c:pt>
                <c:pt idx="769">
                  <c:v>5270.0</c:v>
                </c:pt>
                <c:pt idx="770">
                  <c:v>5271.0</c:v>
                </c:pt>
                <c:pt idx="771">
                  <c:v>5272.0</c:v>
                </c:pt>
                <c:pt idx="772">
                  <c:v>5273.0</c:v>
                </c:pt>
                <c:pt idx="773">
                  <c:v>5274.0</c:v>
                </c:pt>
                <c:pt idx="774">
                  <c:v>5275.0</c:v>
                </c:pt>
                <c:pt idx="775">
                  <c:v>5276.0</c:v>
                </c:pt>
                <c:pt idx="776">
                  <c:v>5277.0</c:v>
                </c:pt>
                <c:pt idx="777">
                  <c:v>5278.0</c:v>
                </c:pt>
                <c:pt idx="778">
                  <c:v>5279.0</c:v>
                </c:pt>
                <c:pt idx="779">
                  <c:v>5280.0</c:v>
                </c:pt>
                <c:pt idx="780">
                  <c:v>5281.0</c:v>
                </c:pt>
                <c:pt idx="781">
                  <c:v>5282.0</c:v>
                </c:pt>
                <c:pt idx="782">
                  <c:v>5283.0</c:v>
                </c:pt>
                <c:pt idx="783">
                  <c:v>5284.0</c:v>
                </c:pt>
                <c:pt idx="784">
                  <c:v>5285.0</c:v>
                </c:pt>
                <c:pt idx="785">
                  <c:v>5286.0</c:v>
                </c:pt>
                <c:pt idx="786">
                  <c:v>5287.0</c:v>
                </c:pt>
                <c:pt idx="787">
                  <c:v>5288.0</c:v>
                </c:pt>
                <c:pt idx="788">
                  <c:v>5289.0</c:v>
                </c:pt>
                <c:pt idx="789">
                  <c:v>5290.0</c:v>
                </c:pt>
                <c:pt idx="790">
                  <c:v>5291.0</c:v>
                </c:pt>
                <c:pt idx="791">
                  <c:v>5292.0</c:v>
                </c:pt>
                <c:pt idx="792">
                  <c:v>5293.0</c:v>
                </c:pt>
                <c:pt idx="793">
                  <c:v>5294.0</c:v>
                </c:pt>
                <c:pt idx="794">
                  <c:v>5295.0</c:v>
                </c:pt>
                <c:pt idx="795">
                  <c:v>5296.0</c:v>
                </c:pt>
                <c:pt idx="796">
                  <c:v>5297.0</c:v>
                </c:pt>
                <c:pt idx="797">
                  <c:v>5298.0</c:v>
                </c:pt>
                <c:pt idx="798">
                  <c:v>5299.0</c:v>
                </c:pt>
                <c:pt idx="799">
                  <c:v>5300.0</c:v>
                </c:pt>
                <c:pt idx="800">
                  <c:v>5301.0</c:v>
                </c:pt>
                <c:pt idx="801">
                  <c:v>5302.0</c:v>
                </c:pt>
                <c:pt idx="802">
                  <c:v>5303.0</c:v>
                </c:pt>
                <c:pt idx="803">
                  <c:v>5304.0</c:v>
                </c:pt>
                <c:pt idx="804">
                  <c:v>5305.0</c:v>
                </c:pt>
                <c:pt idx="805">
                  <c:v>5306.0</c:v>
                </c:pt>
                <c:pt idx="806">
                  <c:v>5307.0</c:v>
                </c:pt>
                <c:pt idx="807">
                  <c:v>5308.0</c:v>
                </c:pt>
                <c:pt idx="808">
                  <c:v>5309.0</c:v>
                </c:pt>
                <c:pt idx="809">
                  <c:v>5310.0</c:v>
                </c:pt>
                <c:pt idx="810">
                  <c:v>5311.0</c:v>
                </c:pt>
                <c:pt idx="811">
                  <c:v>5312.0</c:v>
                </c:pt>
                <c:pt idx="812">
                  <c:v>5313.0</c:v>
                </c:pt>
                <c:pt idx="813">
                  <c:v>5314.0</c:v>
                </c:pt>
                <c:pt idx="814">
                  <c:v>5315.0</c:v>
                </c:pt>
                <c:pt idx="815">
                  <c:v>5316.0</c:v>
                </c:pt>
                <c:pt idx="816">
                  <c:v>5317.0</c:v>
                </c:pt>
                <c:pt idx="817">
                  <c:v>5318.0</c:v>
                </c:pt>
                <c:pt idx="818">
                  <c:v>5319.0</c:v>
                </c:pt>
                <c:pt idx="819">
                  <c:v>5320.0</c:v>
                </c:pt>
                <c:pt idx="820">
                  <c:v>5321.0</c:v>
                </c:pt>
                <c:pt idx="821">
                  <c:v>5322.0</c:v>
                </c:pt>
                <c:pt idx="822">
                  <c:v>5323.0</c:v>
                </c:pt>
                <c:pt idx="823">
                  <c:v>5324.0</c:v>
                </c:pt>
                <c:pt idx="824">
                  <c:v>5325.0</c:v>
                </c:pt>
                <c:pt idx="825">
                  <c:v>5326.0</c:v>
                </c:pt>
                <c:pt idx="826">
                  <c:v>5327.0</c:v>
                </c:pt>
                <c:pt idx="827">
                  <c:v>5328.0</c:v>
                </c:pt>
                <c:pt idx="828">
                  <c:v>5329.0</c:v>
                </c:pt>
                <c:pt idx="829">
                  <c:v>5330.0</c:v>
                </c:pt>
                <c:pt idx="830">
                  <c:v>5331.0</c:v>
                </c:pt>
                <c:pt idx="831">
                  <c:v>5332.0</c:v>
                </c:pt>
                <c:pt idx="832">
                  <c:v>5333.0</c:v>
                </c:pt>
                <c:pt idx="833">
                  <c:v>5334.0</c:v>
                </c:pt>
                <c:pt idx="834">
                  <c:v>5335.0</c:v>
                </c:pt>
                <c:pt idx="835">
                  <c:v>5336.0</c:v>
                </c:pt>
                <c:pt idx="836">
                  <c:v>5337.0</c:v>
                </c:pt>
                <c:pt idx="837">
                  <c:v>5338.0</c:v>
                </c:pt>
                <c:pt idx="838">
                  <c:v>5339.0</c:v>
                </c:pt>
                <c:pt idx="839">
                  <c:v>5340.0</c:v>
                </c:pt>
                <c:pt idx="840">
                  <c:v>5341.0</c:v>
                </c:pt>
                <c:pt idx="841">
                  <c:v>5342.0</c:v>
                </c:pt>
                <c:pt idx="842">
                  <c:v>5343.0</c:v>
                </c:pt>
                <c:pt idx="843">
                  <c:v>5344.0</c:v>
                </c:pt>
                <c:pt idx="844">
                  <c:v>5345.0</c:v>
                </c:pt>
                <c:pt idx="845">
                  <c:v>5346.0</c:v>
                </c:pt>
                <c:pt idx="846">
                  <c:v>5347.0</c:v>
                </c:pt>
                <c:pt idx="847">
                  <c:v>5348.0</c:v>
                </c:pt>
                <c:pt idx="848">
                  <c:v>5349.0</c:v>
                </c:pt>
                <c:pt idx="849">
                  <c:v>5350.0</c:v>
                </c:pt>
                <c:pt idx="850">
                  <c:v>5351.0</c:v>
                </c:pt>
                <c:pt idx="851">
                  <c:v>5352.0</c:v>
                </c:pt>
                <c:pt idx="852">
                  <c:v>5353.0</c:v>
                </c:pt>
                <c:pt idx="853">
                  <c:v>5354.0</c:v>
                </c:pt>
                <c:pt idx="854">
                  <c:v>5355.0</c:v>
                </c:pt>
                <c:pt idx="855">
                  <c:v>5356.0</c:v>
                </c:pt>
                <c:pt idx="856">
                  <c:v>5357.0</c:v>
                </c:pt>
                <c:pt idx="857">
                  <c:v>5358.0</c:v>
                </c:pt>
                <c:pt idx="858">
                  <c:v>5359.0</c:v>
                </c:pt>
                <c:pt idx="859">
                  <c:v>5360.0</c:v>
                </c:pt>
                <c:pt idx="860">
                  <c:v>5361.0</c:v>
                </c:pt>
                <c:pt idx="861">
                  <c:v>5362.0</c:v>
                </c:pt>
                <c:pt idx="862">
                  <c:v>5363.0</c:v>
                </c:pt>
                <c:pt idx="863">
                  <c:v>5364.0</c:v>
                </c:pt>
                <c:pt idx="864">
                  <c:v>5365.0</c:v>
                </c:pt>
                <c:pt idx="865">
                  <c:v>5366.0</c:v>
                </c:pt>
                <c:pt idx="866">
                  <c:v>5367.0</c:v>
                </c:pt>
                <c:pt idx="867">
                  <c:v>5368.0</c:v>
                </c:pt>
                <c:pt idx="868">
                  <c:v>5369.0</c:v>
                </c:pt>
                <c:pt idx="869">
                  <c:v>5370.0</c:v>
                </c:pt>
                <c:pt idx="870">
                  <c:v>5371.0</c:v>
                </c:pt>
                <c:pt idx="871">
                  <c:v>5372.0</c:v>
                </c:pt>
                <c:pt idx="872">
                  <c:v>5373.0</c:v>
                </c:pt>
                <c:pt idx="873">
                  <c:v>5374.0</c:v>
                </c:pt>
                <c:pt idx="874">
                  <c:v>5375.0</c:v>
                </c:pt>
                <c:pt idx="875">
                  <c:v>5376.0</c:v>
                </c:pt>
                <c:pt idx="876">
                  <c:v>5377.0</c:v>
                </c:pt>
                <c:pt idx="877">
                  <c:v>5378.0</c:v>
                </c:pt>
                <c:pt idx="878">
                  <c:v>5379.0</c:v>
                </c:pt>
                <c:pt idx="879">
                  <c:v>5380.0</c:v>
                </c:pt>
                <c:pt idx="880">
                  <c:v>5381.0</c:v>
                </c:pt>
                <c:pt idx="881">
                  <c:v>5382.0</c:v>
                </c:pt>
                <c:pt idx="882">
                  <c:v>5383.0</c:v>
                </c:pt>
                <c:pt idx="883">
                  <c:v>5384.0</c:v>
                </c:pt>
                <c:pt idx="884">
                  <c:v>5385.0</c:v>
                </c:pt>
                <c:pt idx="885">
                  <c:v>5386.0</c:v>
                </c:pt>
                <c:pt idx="886">
                  <c:v>5387.0</c:v>
                </c:pt>
                <c:pt idx="887">
                  <c:v>5388.0</c:v>
                </c:pt>
                <c:pt idx="888">
                  <c:v>5389.0</c:v>
                </c:pt>
                <c:pt idx="889">
                  <c:v>5390.0</c:v>
                </c:pt>
                <c:pt idx="890">
                  <c:v>5391.0</c:v>
                </c:pt>
                <c:pt idx="891">
                  <c:v>5392.0</c:v>
                </c:pt>
                <c:pt idx="892">
                  <c:v>5393.0</c:v>
                </c:pt>
                <c:pt idx="893">
                  <c:v>5394.0</c:v>
                </c:pt>
                <c:pt idx="894">
                  <c:v>5395.0</c:v>
                </c:pt>
                <c:pt idx="895">
                  <c:v>5396.0</c:v>
                </c:pt>
                <c:pt idx="896">
                  <c:v>5397.0</c:v>
                </c:pt>
                <c:pt idx="897">
                  <c:v>5398.0</c:v>
                </c:pt>
                <c:pt idx="898">
                  <c:v>5399.0</c:v>
                </c:pt>
                <c:pt idx="899">
                  <c:v>5400.0</c:v>
                </c:pt>
                <c:pt idx="900">
                  <c:v>5401.0</c:v>
                </c:pt>
                <c:pt idx="901">
                  <c:v>5402.0</c:v>
                </c:pt>
                <c:pt idx="902">
                  <c:v>5403.0</c:v>
                </c:pt>
                <c:pt idx="903">
                  <c:v>5404.0</c:v>
                </c:pt>
                <c:pt idx="904">
                  <c:v>5405.0</c:v>
                </c:pt>
                <c:pt idx="905">
                  <c:v>5406.0</c:v>
                </c:pt>
                <c:pt idx="906">
                  <c:v>5407.0</c:v>
                </c:pt>
                <c:pt idx="907">
                  <c:v>5408.0</c:v>
                </c:pt>
                <c:pt idx="908">
                  <c:v>5409.0</c:v>
                </c:pt>
                <c:pt idx="909">
                  <c:v>5410.0</c:v>
                </c:pt>
                <c:pt idx="910">
                  <c:v>5411.0</c:v>
                </c:pt>
                <c:pt idx="911">
                  <c:v>5412.0</c:v>
                </c:pt>
                <c:pt idx="912">
                  <c:v>5413.0</c:v>
                </c:pt>
                <c:pt idx="913">
                  <c:v>5414.0</c:v>
                </c:pt>
                <c:pt idx="914">
                  <c:v>5415.0</c:v>
                </c:pt>
                <c:pt idx="915">
                  <c:v>5416.0</c:v>
                </c:pt>
                <c:pt idx="916">
                  <c:v>5417.0</c:v>
                </c:pt>
                <c:pt idx="917">
                  <c:v>5418.0</c:v>
                </c:pt>
                <c:pt idx="918">
                  <c:v>5419.0</c:v>
                </c:pt>
                <c:pt idx="919">
                  <c:v>5420.0</c:v>
                </c:pt>
                <c:pt idx="920">
                  <c:v>5421.0</c:v>
                </c:pt>
                <c:pt idx="921">
                  <c:v>5422.0</c:v>
                </c:pt>
                <c:pt idx="922">
                  <c:v>5423.0</c:v>
                </c:pt>
                <c:pt idx="923">
                  <c:v>5424.0</c:v>
                </c:pt>
                <c:pt idx="924">
                  <c:v>5425.0</c:v>
                </c:pt>
                <c:pt idx="925">
                  <c:v>5426.0</c:v>
                </c:pt>
                <c:pt idx="926">
                  <c:v>5427.0</c:v>
                </c:pt>
                <c:pt idx="927">
                  <c:v>5428.0</c:v>
                </c:pt>
                <c:pt idx="928">
                  <c:v>5429.0</c:v>
                </c:pt>
                <c:pt idx="929">
                  <c:v>5430.0</c:v>
                </c:pt>
                <c:pt idx="930">
                  <c:v>5431.0</c:v>
                </c:pt>
                <c:pt idx="931">
                  <c:v>5432.0</c:v>
                </c:pt>
                <c:pt idx="932">
                  <c:v>5433.0</c:v>
                </c:pt>
                <c:pt idx="933">
                  <c:v>5434.0</c:v>
                </c:pt>
                <c:pt idx="934">
                  <c:v>5435.0</c:v>
                </c:pt>
                <c:pt idx="935">
                  <c:v>5436.0</c:v>
                </c:pt>
                <c:pt idx="936">
                  <c:v>5437.0</c:v>
                </c:pt>
                <c:pt idx="937">
                  <c:v>5438.0</c:v>
                </c:pt>
                <c:pt idx="938">
                  <c:v>5439.0</c:v>
                </c:pt>
                <c:pt idx="939">
                  <c:v>5440.0</c:v>
                </c:pt>
                <c:pt idx="940">
                  <c:v>5441.0</c:v>
                </c:pt>
                <c:pt idx="941">
                  <c:v>5442.0</c:v>
                </c:pt>
                <c:pt idx="942">
                  <c:v>5443.0</c:v>
                </c:pt>
                <c:pt idx="943">
                  <c:v>5444.0</c:v>
                </c:pt>
                <c:pt idx="944">
                  <c:v>5445.0</c:v>
                </c:pt>
                <c:pt idx="945">
                  <c:v>5446.0</c:v>
                </c:pt>
                <c:pt idx="946">
                  <c:v>5447.0</c:v>
                </c:pt>
                <c:pt idx="947">
                  <c:v>5448.0</c:v>
                </c:pt>
                <c:pt idx="948">
                  <c:v>5449.0</c:v>
                </c:pt>
                <c:pt idx="949">
                  <c:v>5450.0</c:v>
                </c:pt>
                <c:pt idx="950">
                  <c:v>5451.0</c:v>
                </c:pt>
                <c:pt idx="951">
                  <c:v>5452.0</c:v>
                </c:pt>
                <c:pt idx="952">
                  <c:v>5453.0</c:v>
                </c:pt>
                <c:pt idx="953">
                  <c:v>5454.0</c:v>
                </c:pt>
                <c:pt idx="954">
                  <c:v>5455.0</c:v>
                </c:pt>
                <c:pt idx="955">
                  <c:v>5456.0</c:v>
                </c:pt>
                <c:pt idx="956">
                  <c:v>5457.0</c:v>
                </c:pt>
                <c:pt idx="957">
                  <c:v>5458.0</c:v>
                </c:pt>
                <c:pt idx="958">
                  <c:v>5459.0</c:v>
                </c:pt>
                <c:pt idx="959">
                  <c:v>5460.0</c:v>
                </c:pt>
                <c:pt idx="960">
                  <c:v>5461.0</c:v>
                </c:pt>
                <c:pt idx="961">
                  <c:v>5462.0</c:v>
                </c:pt>
                <c:pt idx="962">
                  <c:v>5463.0</c:v>
                </c:pt>
                <c:pt idx="963">
                  <c:v>5464.0</c:v>
                </c:pt>
                <c:pt idx="964">
                  <c:v>5465.0</c:v>
                </c:pt>
                <c:pt idx="965">
                  <c:v>5466.0</c:v>
                </c:pt>
                <c:pt idx="966">
                  <c:v>5467.0</c:v>
                </c:pt>
                <c:pt idx="967">
                  <c:v>5468.0</c:v>
                </c:pt>
                <c:pt idx="968">
                  <c:v>5469.0</c:v>
                </c:pt>
                <c:pt idx="969">
                  <c:v>5470.0</c:v>
                </c:pt>
                <c:pt idx="970">
                  <c:v>5471.0</c:v>
                </c:pt>
                <c:pt idx="971">
                  <c:v>5472.0</c:v>
                </c:pt>
                <c:pt idx="972">
                  <c:v>5473.0</c:v>
                </c:pt>
              </c:numCache>
            </c:numRef>
          </c:xVal>
          <c:yVal>
            <c:numRef>
              <c:f>Sheet1!$B$2927:$B$3899</c:f>
              <c:numCache>
                <c:formatCode>General</c:formatCode>
                <c:ptCount val="973"/>
                <c:pt idx="0">
                  <c:v>0.061943298</c:v>
                </c:pt>
                <c:pt idx="1">
                  <c:v>0.066052572</c:v>
                </c:pt>
                <c:pt idx="2">
                  <c:v>0.038416235</c:v>
                </c:pt>
                <c:pt idx="3">
                  <c:v>0.019450964</c:v>
                </c:pt>
                <c:pt idx="4">
                  <c:v>0.014638727</c:v>
                </c:pt>
                <c:pt idx="5">
                  <c:v>0.017047793</c:v>
                </c:pt>
                <c:pt idx="6">
                  <c:v>0.013938828</c:v>
                </c:pt>
                <c:pt idx="7">
                  <c:v>0.0098783959</c:v>
                </c:pt>
                <c:pt idx="8">
                  <c:v>0.0098944078</c:v>
                </c:pt>
                <c:pt idx="9">
                  <c:v>0.010321018</c:v>
                </c:pt>
                <c:pt idx="10">
                  <c:v>0.010479292</c:v>
                </c:pt>
                <c:pt idx="11">
                  <c:v>0.0097188491</c:v>
                </c:pt>
                <c:pt idx="12">
                  <c:v>0.0082786559</c:v>
                </c:pt>
                <c:pt idx="13">
                  <c:v>0.008466704</c:v>
                </c:pt>
                <c:pt idx="14">
                  <c:v>0.0075673682</c:v>
                </c:pt>
                <c:pt idx="15">
                  <c:v>0.0068136897</c:v>
                </c:pt>
                <c:pt idx="16">
                  <c:v>0.0065764696</c:v>
                </c:pt>
                <c:pt idx="17">
                  <c:v>0.0066309506</c:v>
                </c:pt>
                <c:pt idx="18">
                  <c:v>0.0069628445</c:v>
                </c:pt>
                <c:pt idx="19">
                  <c:v>0.007250083</c:v>
                </c:pt>
                <c:pt idx="20">
                  <c:v>0.0072807927</c:v>
                </c:pt>
                <c:pt idx="21">
                  <c:v>0.0070451405</c:v>
                </c:pt>
                <c:pt idx="22">
                  <c:v>0.0065553384</c:v>
                </c:pt>
                <c:pt idx="23">
                  <c:v>0.0059007504</c:v>
                </c:pt>
                <c:pt idx="24">
                  <c:v>0.0052730295</c:v>
                </c:pt>
                <c:pt idx="25">
                  <c:v>0.0048701548</c:v>
                </c:pt>
                <c:pt idx="26">
                  <c:v>0.0046547838</c:v>
                </c:pt>
                <c:pt idx="27">
                  <c:v>0.0047634508</c:v>
                </c:pt>
                <c:pt idx="28">
                  <c:v>0.0052015668</c:v>
                </c:pt>
                <c:pt idx="29">
                  <c:v>0.0056682992</c:v>
                </c:pt>
                <c:pt idx="30">
                  <c:v>0.0056570508</c:v>
                </c:pt>
                <c:pt idx="31">
                  <c:v>0.0052859661</c:v>
                </c:pt>
                <c:pt idx="32">
                  <c:v>0.004907573</c:v>
                </c:pt>
                <c:pt idx="33">
                  <c:v>0.0045692635</c:v>
                </c:pt>
                <c:pt idx="34">
                  <c:v>0.0043429611</c:v>
                </c:pt>
                <c:pt idx="35">
                  <c:v>0.0042291678</c:v>
                </c:pt>
                <c:pt idx="36">
                  <c:v>0.0041543256</c:v>
                </c:pt>
                <c:pt idx="37">
                  <c:v>0.0040542332</c:v>
                </c:pt>
                <c:pt idx="38">
                  <c:v>0.0039211121</c:v>
                </c:pt>
                <c:pt idx="39">
                  <c:v>0.0037579018</c:v>
                </c:pt>
                <c:pt idx="40">
                  <c:v>0.0035386072</c:v>
                </c:pt>
                <c:pt idx="41">
                  <c:v>0.0032666653</c:v>
                </c:pt>
                <c:pt idx="42">
                  <c:v>0.0029884654</c:v>
                </c:pt>
                <c:pt idx="43">
                  <c:v>0.0027572763</c:v>
                </c:pt>
                <c:pt idx="44">
                  <c:v>0.0026089267</c:v>
                </c:pt>
                <c:pt idx="45">
                  <c:v>0.0025795159</c:v>
                </c:pt>
                <c:pt idx="46">
                  <c:v>0.0026519972</c:v>
                </c:pt>
                <c:pt idx="47">
                  <c:v>0.002762681</c:v>
                </c:pt>
                <c:pt idx="48">
                  <c:v>0.0028554851</c:v>
                </c:pt>
                <c:pt idx="49">
                  <c:v>0.0029149896</c:v>
                </c:pt>
                <c:pt idx="50">
                  <c:v>0.0029436849</c:v>
                </c:pt>
                <c:pt idx="51">
                  <c:v>0.0029555849</c:v>
                </c:pt>
                <c:pt idx="52">
                  <c:v>0.0029569568</c:v>
                </c:pt>
                <c:pt idx="53">
                  <c:v>0.0029511096</c:v>
                </c:pt>
                <c:pt idx="54">
                  <c:v>0.0029303858</c:v>
                </c:pt>
                <c:pt idx="55">
                  <c:v>0.002889865</c:v>
                </c:pt>
                <c:pt idx="56">
                  <c:v>0.0028259606</c:v>
                </c:pt>
                <c:pt idx="57">
                  <c:v>0.0027344394</c:v>
                </c:pt>
                <c:pt idx="58">
                  <c:v>0.0026250618</c:v>
                </c:pt>
                <c:pt idx="59">
                  <c:v>0.0025139845</c:v>
                </c:pt>
                <c:pt idx="60">
                  <c:v>0.002413699</c:v>
                </c:pt>
                <c:pt idx="61">
                  <c:v>0.002330159</c:v>
                </c:pt>
                <c:pt idx="62">
                  <c:v>0.0022809037</c:v>
                </c:pt>
                <c:pt idx="63">
                  <c:v>0.0022551919</c:v>
                </c:pt>
                <c:pt idx="64">
                  <c:v>0.0022368073</c:v>
                </c:pt>
                <c:pt idx="65">
                  <c:v>0.0022262426</c:v>
                </c:pt>
                <c:pt idx="66">
                  <c:v>0.0022238572</c:v>
                </c:pt>
                <c:pt idx="67">
                  <c:v>0.002226669</c:v>
                </c:pt>
                <c:pt idx="68">
                  <c:v>0.0022377301</c:v>
                </c:pt>
                <c:pt idx="69">
                  <c:v>0.0022541132</c:v>
                </c:pt>
                <c:pt idx="70">
                  <c:v>0.0022724913</c:v>
                </c:pt>
                <c:pt idx="71">
                  <c:v>0.0022954073</c:v>
                </c:pt>
                <c:pt idx="72">
                  <c:v>0.0023272492</c:v>
                </c:pt>
                <c:pt idx="73">
                  <c:v>0.002369932</c:v>
                </c:pt>
                <c:pt idx="74">
                  <c:v>0.0024161523</c:v>
                </c:pt>
                <c:pt idx="75">
                  <c:v>0.002464456</c:v>
                </c:pt>
                <c:pt idx="76">
                  <c:v>0.0025147468</c:v>
                </c:pt>
                <c:pt idx="77">
                  <c:v>0.0025669664</c:v>
                </c:pt>
                <c:pt idx="78">
                  <c:v>0.002624576</c:v>
                </c:pt>
                <c:pt idx="79">
                  <c:v>0.0026898226</c:v>
                </c:pt>
                <c:pt idx="80">
                  <c:v>0.0027616792</c:v>
                </c:pt>
                <c:pt idx="81">
                  <c:v>0.0028317825</c:v>
                </c:pt>
                <c:pt idx="82">
                  <c:v>0.0028913336</c:v>
                </c:pt>
                <c:pt idx="83">
                  <c:v>0.0029288038</c:v>
                </c:pt>
                <c:pt idx="84">
                  <c:v>0.0029372072</c:v>
                </c:pt>
                <c:pt idx="85">
                  <c:v>0.0029150273</c:v>
                </c:pt>
                <c:pt idx="86">
                  <c:v>0.0028640958</c:v>
                </c:pt>
                <c:pt idx="87">
                  <c:v>0.0027837676</c:v>
                </c:pt>
                <c:pt idx="88">
                  <c:v>0.0026827096</c:v>
                </c:pt>
                <c:pt idx="89">
                  <c:v>0.0025738186</c:v>
                </c:pt>
                <c:pt idx="90">
                  <c:v>0.0024699251</c:v>
                </c:pt>
                <c:pt idx="91">
                  <c:v>0.0023778457</c:v>
                </c:pt>
                <c:pt idx="92">
                  <c:v>0.0023096986</c:v>
                </c:pt>
                <c:pt idx="93">
                  <c:v>0.0022688382</c:v>
                </c:pt>
                <c:pt idx="94">
                  <c:v>0.002254522</c:v>
                </c:pt>
                <c:pt idx="95">
                  <c:v>0.002265616</c:v>
                </c:pt>
                <c:pt idx="96">
                  <c:v>0.0022926945</c:v>
                </c:pt>
                <c:pt idx="97">
                  <c:v>0.0023276673</c:v>
                </c:pt>
                <c:pt idx="98">
                  <c:v>0.002365012</c:v>
                </c:pt>
                <c:pt idx="99">
                  <c:v>0.0023958037</c:v>
                </c:pt>
                <c:pt idx="100">
                  <c:v>0.0024176995</c:v>
                </c:pt>
                <c:pt idx="101">
                  <c:v>0.0024310129</c:v>
                </c:pt>
                <c:pt idx="102">
                  <c:v>0.0024329273</c:v>
                </c:pt>
                <c:pt idx="103">
                  <c:v>0.0024219174</c:v>
                </c:pt>
                <c:pt idx="104">
                  <c:v>0.0023942519</c:v>
                </c:pt>
                <c:pt idx="105">
                  <c:v>0.0023549587</c:v>
                </c:pt>
                <c:pt idx="106">
                  <c:v>0.0023072091</c:v>
                </c:pt>
                <c:pt idx="107">
                  <c:v>0.0022541636</c:v>
                </c:pt>
                <c:pt idx="108">
                  <c:v>0.0021981276</c:v>
                </c:pt>
                <c:pt idx="109">
                  <c:v>0.002137195</c:v>
                </c:pt>
                <c:pt idx="110">
                  <c:v>0.002077351</c:v>
                </c:pt>
                <c:pt idx="111">
                  <c:v>0.0020200807</c:v>
                </c:pt>
                <c:pt idx="112">
                  <c:v>0.0019664053</c:v>
                </c:pt>
                <c:pt idx="113">
                  <c:v>0.0019144207</c:v>
                </c:pt>
                <c:pt idx="114">
                  <c:v>0.0018683733</c:v>
                </c:pt>
                <c:pt idx="115">
                  <c:v>0.0018261684</c:v>
                </c:pt>
                <c:pt idx="116">
                  <c:v>0.0017855483</c:v>
                </c:pt>
                <c:pt idx="117">
                  <c:v>0.0017501458</c:v>
                </c:pt>
                <c:pt idx="118">
                  <c:v>0.001722165</c:v>
                </c:pt>
                <c:pt idx="119">
                  <c:v>0.0016995588</c:v>
                </c:pt>
                <c:pt idx="120">
                  <c:v>0.0016954249</c:v>
                </c:pt>
                <c:pt idx="121">
                  <c:v>0.0017028521</c:v>
                </c:pt>
                <c:pt idx="122">
                  <c:v>0.001722653</c:v>
                </c:pt>
                <c:pt idx="123">
                  <c:v>0.0017491489</c:v>
                </c:pt>
                <c:pt idx="124">
                  <c:v>0.0017762248</c:v>
                </c:pt>
                <c:pt idx="125">
                  <c:v>0.0017884088</c:v>
                </c:pt>
                <c:pt idx="126">
                  <c:v>0.0018001742</c:v>
                </c:pt>
                <c:pt idx="127">
                  <c:v>0.0018119522</c:v>
                </c:pt>
                <c:pt idx="128">
                  <c:v>0.0018231019</c:v>
                </c:pt>
                <c:pt idx="129">
                  <c:v>0.0018338976</c:v>
                </c:pt>
                <c:pt idx="130">
                  <c:v>0.0018441604</c:v>
                </c:pt>
                <c:pt idx="131">
                  <c:v>0.0018534585</c:v>
                </c:pt>
                <c:pt idx="132">
                  <c:v>0.0018622402</c:v>
                </c:pt>
                <c:pt idx="133">
                  <c:v>0.0018683131</c:v>
                </c:pt>
                <c:pt idx="134">
                  <c:v>0.0018733536</c:v>
                </c:pt>
                <c:pt idx="135">
                  <c:v>0.0018761561</c:v>
                </c:pt>
                <c:pt idx="136">
                  <c:v>0.0018764043</c:v>
                </c:pt>
                <c:pt idx="137">
                  <c:v>0.0018749107</c:v>
                </c:pt>
                <c:pt idx="138">
                  <c:v>0.0018714573</c:v>
                </c:pt>
                <c:pt idx="139">
                  <c:v>0.0018629575</c:v>
                </c:pt>
                <c:pt idx="140">
                  <c:v>0.0018545866</c:v>
                </c:pt>
                <c:pt idx="141">
                  <c:v>0.0018426089</c:v>
                </c:pt>
                <c:pt idx="142">
                  <c:v>0.001830004</c:v>
                </c:pt>
                <c:pt idx="143">
                  <c:v>0.0018149443</c:v>
                </c:pt>
                <c:pt idx="144">
                  <c:v>0.0017976487</c:v>
                </c:pt>
                <c:pt idx="145">
                  <c:v>0.0017801094</c:v>
                </c:pt>
                <c:pt idx="146">
                  <c:v>0.001761918</c:v>
                </c:pt>
                <c:pt idx="147">
                  <c:v>0.0017434803</c:v>
                </c:pt>
                <c:pt idx="148">
                  <c:v>0.0017251553</c:v>
                </c:pt>
                <c:pt idx="149">
                  <c:v>0.0017080034</c:v>
                </c:pt>
                <c:pt idx="150">
                  <c:v>0.0016896403</c:v>
                </c:pt>
                <c:pt idx="151">
                  <c:v>0.001674151</c:v>
                </c:pt>
                <c:pt idx="152">
                  <c:v>0.0016574415</c:v>
                </c:pt>
                <c:pt idx="153">
                  <c:v>0.0016439617</c:v>
                </c:pt>
                <c:pt idx="154">
                  <c:v>0.0016305284</c:v>
                </c:pt>
                <c:pt idx="155">
                  <c:v>0.001620162</c:v>
                </c:pt>
                <c:pt idx="156">
                  <c:v>0.0016106798</c:v>
                </c:pt>
                <c:pt idx="157">
                  <c:v>0.0016021402</c:v>
                </c:pt>
                <c:pt idx="158">
                  <c:v>0.0015961577</c:v>
                </c:pt>
                <c:pt idx="159">
                  <c:v>0.0015917655</c:v>
                </c:pt>
                <c:pt idx="160">
                  <c:v>0.0015887047</c:v>
                </c:pt>
                <c:pt idx="161">
                  <c:v>0.0015878191</c:v>
                </c:pt>
                <c:pt idx="162">
                  <c:v>0.0015870839</c:v>
                </c:pt>
                <c:pt idx="163">
                  <c:v>0.0015861303</c:v>
                </c:pt>
                <c:pt idx="164">
                  <c:v>0.0015871748</c:v>
                </c:pt>
                <c:pt idx="165">
                  <c:v>0.0015875752</c:v>
                </c:pt>
                <c:pt idx="166">
                  <c:v>0.001587124</c:v>
                </c:pt>
                <c:pt idx="167">
                  <c:v>0.0015872944</c:v>
                </c:pt>
                <c:pt idx="168">
                  <c:v>0.0015868987</c:v>
                </c:pt>
                <c:pt idx="169">
                  <c:v>0.0015869294</c:v>
                </c:pt>
                <c:pt idx="170">
                  <c:v>0.001584508</c:v>
                </c:pt>
                <c:pt idx="171">
                  <c:v>0.0015830808</c:v>
                </c:pt>
                <c:pt idx="172">
                  <c:v>0.0015792483</c:v>
                </c:pt>
                <c:pt idx="173">
                  <c:v>0.0015775008</c:v>
                </c:pt>
                <c:pt idx="174">
                  <c:v>0.0015709855</c:v>
                </c:pt>
                <c:pt idx="175">
                  <c:v>0.0015655416</c:v>
                </c:pt>
                <c:pt idx="176">
                  <c:v>0.0015599647</c:v>
                </c:pt>
                <c:pt idx="177">
                  <c:v>0.0015517153</c:v>
                </c:pt>
                <c:pt idx="178">
                  <c:v>0.0015442873</c:v>
                </c:pt>
                <c:pt idx="179">
                  <c:v>0.0015352243</c:v>
                </c:pt>
                <c:pt idx="180">
                  <c:v>0.001525343</c:v>
                </c:pt>
                <c:pt idx="181">
                  <c:v>0.0015131926</c:v>
                </c:pt>
                <c:pt idx="182">
                  <c:v>0.0015027691</c:v>
                </c:pt>
                <c:pt idx="183">
                  <c:v>0.0014892501</c:v>
                </c:pt>
                <c:pt idx="184">
                  <c:v>0.0014772392</c:v>
                </c:pt>
                <c:pt idx="185">
                  <c:v>0.0014636958</c:v>
                </c:pt>
                <c:pt idx="186">
                  <c:v>0.0014499379</c:v>
                </c:pt>
                <c:pt idx="187">
                  <c:v>0.0014361249</c:v>
                </c:pt>
                <c:pt idx="188">
                  <c:v>0.0014226173</c:v>
                </c:pt>
                <c:pt idx="189">
                  <c:v>0.0014085434</c:v>
                </c:pt>
                <c:pt idx="190">
                  <c:v>0.0013958977</c:v>
                </c:pt>
                <c:pt idx="191">
                  <c:v>0.0013838489</c:v>
                </c:pt>
                <c:pt idx="192">
                  <c:v>0.0013725169</c:v>
                </c:pt>
                <c:pt idx="193">
                  <c:v>0.0013618232</c:v>
                </c:pt>
                <c:pt idx="194">
                  <c:v>0.0013517379</c:v>
                </c:pt>
                <c:pt idx="195">
                  <c:v>0.0013423995</c:v>
                </c:pt>
                <c:pt idx="196">
                  <c:v>0.0013349968</c:v>
                </c:pt>
                <c:pt idx="197">
                  <c:v>0.0013261494</c:v>
                </c:pt>
                <c:pt idx="198">
                  <c:v>0.0013193388</c:v>
                </c:pt>
                <c:pt idx="199">
                  <c:v>0.0013126849</c:v>
                </c:pt>
                <c:pt idx="200">
                  <c:v>0.0013064447</c:v>
                </c:pt>
                <c:pt idx="201">
                  <c:v>0.001302025</c:v>
                </c:pt>
                <c:pt idx="202">
                  <c:v>0.0012973195</c:v>
                </c:pt>
                <c:pt idx="203">
                  <c:v>0.0012932681</c:v>
                </c:pt>
                <c:pt idx="204">
                  <c:v>0.0012893073</c:v>
                </c:pt>
                <c:pt idx="205">
                  <c:v>0.0012842549</c:v>
                </c:pt>
                <c:pt idx="206">
                  <c:v>0.0012815205</c:v>
                </c:pt>
                <c:pt idx="207">
                  <c:v>0.0012765888</c:v>
                </c:pt>
                <c:pt idx="208">
                  <c:v>0.0012726063</c:v>
                </c:pt>
                <c:pt idx="209">
                  <c:v>0.0012693061</c:v>
                </c:pt>
                <c:pt idx="210">
                  <c:v>0.0012638278</c:v>
                </c:pt>
                <c:pt idx="211">
                  <c:v>0.0012593023</c:v>
                </c:pt>
                <c:pt idx="212">
                  <c:v>0.001255688</c:v>
                </c:pt>
                <c:pt idx="213">
                  <c:v>0.0012500166</c:v>
                </c:pt>
                <c:pt idx="214">
                  <c:v>0.0012452211</c:v>
                </c:pt>
                <c:pt idx="215">
                  <c:v>0.001241313</c:v>
                </c:pt>
                <c:pt idx="216">
                  <c:v>0.0012368415</c:v>
                </c:pt>
                <c:pt idx="217">
                  <c:v>0.0012303115</c:v>
                </c:pt>
                <c:pt idx="218">
                  <c:v>0.001226199</c:v>
                </c:pt>
                <c:pt idx="219">
                  <c:v>0.0012200401</c:v>
                </c:pt>
                <c:pt idx="220">
                  <c:v>0.0012145547</c:v>
                </c:pt>
                <c:pt idx="221">
                  <c:v>0.0012096283</c:v>
                </c:pt>
                <c:pt idx="222">
                  <c:v>0.0012027735</c:v>
                </c:pt>
                <c:pt idx="223">
                  <c:v>0.0011988298</c:v>
                </c:pt>
                <c:pt idx="224">
                  <c:v>0.0011901306</c:v>
                </c:pt>
                <c:pt idx="225">
                  <c:v>0.0011844592</c:v>
                </c:pt>
                <c:pt idx="226">
                  <c:v>0.0011768306</c:v>
                </c:pt>
                <c:pt idx="227">
                  <c:v>0.0011716897</c:v>
                </c:pt>
                <c:pt idx="228">
                  <c:v>0.0011633755</c:v>
                </c:pt>
                <c:pt idx="229">
                  <c:v>0.0011576253</c:v>
                </c:pt>
                <c:pt idx="230">
                  <c:v>0.0011500981</c:v>
                </c:pt>
                <c:pt idx="231">
                  <c:v>0.0011444674</c:v>
                </c:pt>
                <c:pt idx="232">
                  <c:v>0.001137164</c:v>
                </c:pt>
                <c:pt idx="233">
                  <c:v>0.0011316901</c:v>
                </c:pt>
                <c:pt idx="234">
                  <c:v>0.0011246468</c:v>
                </c:pt>
                <c:pt idx="235">
                  <c:v>0.0011192294</c:v>
                </c:pt>
                <c:pt idx="236">
                  <c:v>0.0011122246</c:v>
                </c:pt>
                <c:pt idx="237">
                  <c:v>0.0011067499</c:v>
                </c:pt>
                <c:pt idx="238">
                  <c:v>0.0011005219</c:v>
                </c:pt>
                <c:pt idx="239">
                  <c:v>0.0010935792</c:v>
                </c:pt>
                <c:pt idx="240">
                  <c:v>0.0010873341</c:v>
                </c:pt>
                <c:pt idx="241">
                  <c:v>0.0010816127</c:v>
                </c:pt>
                <c:pt idx="242">
                  <c:v>0.0010751782</c:v>
                </c:pt>
                <c:pt idx="243">
                  <c:v>0.0010679796</c:v>
                </c:pt>
                <c:pt idx="244">
                  <c:v>0.0010613504</c:v>
                </c:pt>
                <c:pt idx="245">
                  <c:v>0.0010546309</c:v>
                </c:pt>
                <c:pt idx="246">
                  <c:v>0.001047429</c:v>
                </c:pt>
                <c:pt idx="247">
                  <c:v>0.0010394617</c:v>
                </c:pt>
                <c:pt idx="248">
                  <c:v>0.0010309505</c:v>
                </c:pt>
                <c:pt idx="249">
                  <c:v>0.0010236853</c:v>
                </c:pt>
                <c:pt idx="250">
                  <c:v>0.0010167256</c:v>
                </c:pt>
                <c:pt idx="251">
                  <c:v>0.0010117736</c:v>
                </c:pt>
                <c:pt idx="252">
                  <c:v>0.0010067993</c:v>
                </c:pt>
                <c:pt idx="253">
                  <c:v>0.0010022161</c:v>
                </c:pt>
                <c:pt idx="254">
                  <c:v>0.0009969968</c:v>
                </c:pt>
                <c:pt idx="255">
                  <c:v>0.00099148635</c:v>
                </c:pt>
                <c:pt idx="256">
                  <c:v>0.0009868686</c:v>
                </c:pt>
                <c:pt idx="257">
                  <c:v>0.00098120661</c:v>
                </c:pt>
                <c:pt idx="258">
                  <c:v>0.00097605135</c:v>
                </c:pt>
                <c:pt idx="259">
                  <c:v>0.00097084405</c:v>
                </c:pt>
                <c:pt idx="260">
                  <c:v>0.00096550528</c:v>
                </c:pt>
                <c:pt idx="261">
                  <c:v>0.00096005857</c:v>
                </c:pt>
                <c:pt idx="262">
                  <c:v>0.00095472258</c:v>
                </c:pt>
                <c:pt idx="263">
                  <c:v>0.0009492277</c:v>
                </c:pt>
                <c:pt idx="264">
                  <c:v>0.00094460599</c:v>
                </c:pt>
                <c:pt idx="265">
                  <c:v>0.00093930608</c:v>
                </c:pt>
                <c:pt idx="266">
                  <c:v>0.00093420288</c:v>
                </c:pt>
                <c:pt idx="267">
                  <c:v>0.00092886085</c:v>
                </c:pt>
                <c:pt idx="268">
                  <c:v>0.00092343322</c:v>
                </c:pt>
                <c:pt idx="269">
                  <c:v>0.00091826841</c:v>
                </c:pt>
                <c:pt idx="270">
                  <c:v>0.00091325662</c:v>
                </c:pt>
                <c:pt idx="271">
                  <c:v>0.00090776177</c:v>
                </c:pt>
                <c:pt idx="272">
                  <c:v>0.00090285767</c:v>
                </c:pt>
                <c:pt idx="273">
                  <c:v>0.00089813012</c:v>
                </c:pt>
                <c:pt idx="274">
                  <c:v>0.00089368544</c:v>
                </c:pt>
                <c:pt idx="275">
                  <c:v>0.00088918055</c:v>
                </c:pt>
                <c:pt idx="276">
                  <c:v>0.00088493356</c:v>
                </c:pt>
                <c:pt idx="277">
                  <c:v>0.00088094161</c:v>
                </c:pt>
                <c:pt idx="278">
                  <c:v>0.00087706083</c:v>
                </c:pt>
                <c:pt idx="279">
                  <c:v>0.00087341247</c:v>
                </c:pt>
                <c:pt idx="280">
                  <c:v>0.00087024476</c:v>
                </c:pt>
                <c:pt idx="281">
                  <c:v>0.00086664172</c:v>
                </c:pt>
                <c:pt idx="282">
                  <c:v>0.00086313643</c:v>
                </c:pt>
                <c:pt idx="283">
                  <c:v>0.00085991262</c:v>
                </c:pt>
                <c:pt idx="284">
                  <c:v>0.00085709453</c:v>
                </c:pt>
                <c:pt idx="285">
                  <c:v>0.00085442291</c:v>
                </c:pt>
                <c:pt idx="286">
                  <c:v>0.00085192259</c:v>
                </c:pt>
                <c:pt idx="287">
                  <c:v>0.00084955348</c:v>
                </c:pt>
                <c:pt idx="288">
                  <c:v>0.00084746463</c:v>
                </c:pt>
                <c:pt idx="289">
                  <c:v>0.00084529676</c:v>
                </c:pt>
                <c:pt idx="290">
                  <c:v>0.00084314367</c:v>
                </c:pt>
                <c:pt idx="291">
                  <c:v>0.00084102888</c:v>
                </c:pt>
                <c:pt idx="292">
                  <c:v>0.00083895035</c:v>
                </c:pt>
                <c:pt idx="293">
                  <c:v>0.00083719443</c:v>
                </c:pt>
                <c:pt idx="294">
                  <c:v>0.00083576518</c:v>
                </c:pt>
                <c:pt idx="295">
                  <c:v>0.00083436481</c:v>
                </c:pt>
                <c:pt idx="296">
                  <c:v>0.00083308447</c:v>
                </c:pt>
                <c:pt idx="297">
                  <c:v>0.00083198713</c:v>
                </c:pt>
                <c:pt idx="298">
                  <c:v>0.00083096434</c:v>
                </c:pt>
                <c:pt idx="299">
                  <c:v>0.00083019182</c:v>
                </c:pt>
                <c:pt idx="300">
                  <c:v>0.0008297332</c:v>
                </c:pt>
                <c:pt idx="301">
                  <c:v>0.00082960152</c:v>
                </c:pt>
                <c:pt idx="302">
                  <c:v>0.00083195841</c:v>
                </c:pt>
                <c:pt idx="303">
                  <c:v>0.00082866248</c:v>
                </c:pt>
                <c:pt idx="304">
                  <c:v>0.00082847318</c:v>
                </c:pt>
                <c:pt idx="305">
                  <c:v>0.00082857227</c:v>
                </c:pt>
                <c:pt idx="306">
                  <c:v>0.00082899808</c:v>
                </c:pt>
                <c:pt idx="307">
                  <c:v>0.00082964493</c:v>
                </c:pt>
                <c:pt idx="308">
                  <c:v>0.00083056894</c:v>
                </c:pt>
                <c:pt idx="309">
                  <c:v>0.00083422885</c:v>
                </c:pt>
                <c:pt idx="310">
                  <c:v>0.00083394283</c:v>
                </c:pt>
                <c:pt idx="311">
                  <c:v>0.00083603604</c:v>
                </c:pt>
                <c:pt idx="312">
                  <c:v>0.00083858977</c:v>
                </c:pt>
                <c:pt idx="313">
                  <c:v>0.00084196155</c:v>
                </c:pt>
                <c:pt idx="314">
                  <c:v>0.0008454226</c:v>
                </c:pt>
                <c:pt idx="315">
                  <c:v>0.00084996314</c:v>
                </c:pt>
                <c:pt idx="316">
                  <c:v>0.00085513325</c:v>
                </c:pt>
                <c:pt idx="317">
                  <c:v>0.00086096058</c:v>
                </c:pt>
                <c:pt idx="318">
                  <c:v>0.00086801853</c:v>
                </c:pt>
                <c:pt idx="319">
                  <c:v>0.00087487442</c:v>
                </c:pt>
                <c:pt idx="320">
                  <c:v>0.00088158994</c:v>
                </c:pt>
                <c:pt idx="321">
                  <c:v>0.00088935378</c:v>
                </c:pt>
                <c:pt idx="322">
                  <c:v>0.0008975599</c:v>
                </c:pt>
                <c:pt idx="323">
                  <c:v>0.00090680382</c:v>
                </c:pt>
                <c:pt idx="324">
                  <c:v>0.00091576208</c:v>
                </c:pt>
                <c:pt idx="325">
                  <c:v>0.00092422092</c:v>
                </c:pt>
                <c:pt idx="326">
                  <c:v>0.00093357989</c:v>
                </c:pt>
                <c:pt idx="327">
                  <c:v>0.00094589918</c:v>
                </c:pt>
                <c:pt idx="328">
                  <c:v>0.0009525495</c:v>
                </c:pt>
                <c:pt idx="329">
                  <c:v>0.00096213876</c:v>
                </c:pt>
                <c:pt idx="330">
                  <c:v>0.00097163911</c:v>
                </c:pt>
                <c:pt idx="331">
                  <c:v>0.00098180889</c:v>
                </c:pt>
                <c:pt idx="332">
                  <c:v>0.00099039555</c:v>
                </c:pt>
                <c:pt idx="333">
                  <c:v>0.00099967878</c:v>
                </c:pt>
                <c:pt idx="334">
                  <c:v>0.0010114801</c:v>
                </c:pt>
                <c:pt idx="335">
                  <c:v>0.0010177148</c:v>
                </c:pt>
                <c:pt idx="336">
                  <c:v>0.0010264696</c:v>
                </c:pt>
                <c:pt idx="337">
                  <c:v>0.0010348639</c:v>
                </c:pt>
                <c:pt idx="338">
                  <c:v>0.0010430577</c:v>
                </c:pt>
                <c:pt idx="339">
                  <c:v>0.0010517123</c:v>
                </c:pt>
                <c:pt idx="340">
                  <c:v>0.0010583533</c:v>
                </c:pt>
                <c:pt idx="341">
                  <c:v>0.0010655235</c:v>
                </c:pt>
                <c:pt idx="342">
                  <c:v>0.0010722211</c:v>
                </c:pt>
                <c:pt idx="343">
                  <c:v>0.0010786209</c:v>
                </c:pt>
                <c:pt idx="344">
                  <c:v>0.001084573</c:v>
                </c:pt>
                <c:pt idx="345">
                  <c:v>0.0010901356</c:v>
                </c:pt>
                <c:pt idx="346">
                  <c:v>0.0010952393</c:v>
                </c:pt>
                <c:pt idx="347">
                  <c:v>0.0011000099</c:v>
                </c:pt>
                <c:pt idx="348">
                  <c:v>0.0011042919</c:v>
                </c:pt>
                <c:pt idx="349">
                  <c:v>0.0011082509</c:v>
                </c:pt>
                <c:pt idx="350">
                  <c:v>0.001111796</c:v>
                </c:pt>
                <c:pt idx="351">
                  <c:v>0.0011159542</c:v>
                </c:pt>
                <c:pt idx="352">
                  <c:v>0.0011193963</c:v>
                </c:pt>
                <c:pt idx="353">
                  <c:v>0.0011202151</c:v>
                </c:pt>
                <c:pt idx="354">
                  <c:v>0.0011222946</c:v>
                </c:pt>
                <c:pt idx="355">
                  <c:v>0.0011255657</c:v>
                </c:pt>
                <c:pt idx="356">
                  <c:v>0.0011263771</c:v>
                </c:pt>
                <c:pt idx="357">
                  <c:v>0.0011261947</c:v>
                </c:pt>
                <c:pt idx="358">
                  <c:v>0.001126155</c:v>
                </c:pt>
                <c:pt idx="359">
                  <c:v>0.00112552</c:v>
                </c:pt>
                <c:pt idx="360">
                  <c:v>0.0011259809</c:v>
                </c:pt>
                <c:pt idx="361">
                  <c:v>0.001122876</c:v>
                </c:pt>
                <c:pt idx="362">
                  <c:v>0.001120991</c:v>
                </c:pt>
                <c:pt idx="363">
                  <c:v>0.0011203011</c:v>
                </c:pt>
                <c:pt idx="364">
                  <c:v>0.0011167097</c:v>
                </c:pt>
                <c:pt idx="365">
                  <c:v>0.0011121364</c:v>
                </c:pt>
                <c:pt idx="366">
                  <c:v>0.0011081844</c:v>
                </c:pt>
                <c:pt idx="367">
                  <c:v>0.001103766</c:v>
                </c:pt>
                <c:pt idx="368">
                  <c:v>0.001099002</c:v>
                </c:pt>
                <c:pt idx="369">
                  <c:v>0.0010939194</c:v>
                </c:pt>
                <c:pt idx="370">
                  <c:v>0.0010895405</c:v>
                </c:pt>
                <c:pt idx="371">
                  <c:v>0.0010827604</c:v>
                </c:pt>
                <c:pt idx="372">
                  <c:v>0.0010767602</c:v>
                </c:pt>
                <c:pt idx="373">
                  <c:v>0.0010715725</c:v>
                </c:pt>
                <c:pt idx="374">
                  <c:v>0.0010639459</c:v>
                </c:pt>
                <c:pt idx="375">
                  <c:v>0.0010584916</c:v>
                </c:pt>
                <c:pt idx="376">
                  <c:v>0.0010506235</c:v>
                </c:pt>
                <c:pt idx="377">
                  <c:v>0.0010438473</c:v>
                </c:pt>
                <c:pt idx="378">
                  <c:v>0.0010398454</c:v>
                </c:pt>
                <c:pt idx="379">
                  <c:v>0.0010302184</c:v>
                </c:pt>
                <c:pt idx="380">
                  <c:v>0.0010251011</c:v>
                </c:pt>
                <c:pt idx="381">
                  <c:v>0.0010165296</c:v>
                </c:pt>
                <c:pt idx="382">
                  <c:v>0.0010098037</c:v>
                </c:pt>
                <c:pt idx="383">
                  <c:v>0.001004356</c:v>
                </c:pt>
                <c:pt idx="384">
                  <c:v>0.00099676297</c:v>
                </c:pt>
                <c:pt idx="385">
                  <c:v>0.00099049071</c:v>
                </c:pt>
                <c:pt idx="386">
                  <c:v>0.00098450047</c:v>
                </c:pt>
                <c:pt idx="387">
                  <c:v>0.00097864745</c:v>
                </c:pt>
                <c:pt idx="388">
                  <c:v>0.00097306732</c:v>
                </c:pt>
                <c:pt idx="389">
                  <c:v>0.00096765411</c:v>
                </c:pt>
                <c:pt idx="390">
                  <c:v>0.00096257844</c:v>
                </c:pt>
                <c:pt idx="391">
                  <c:v>0.0009578226</c:v>
                </c:pt>
                <c:pt idx="392">
                  <c:v>0.00095338484</c:v>
                </c:pt>
                <c:pt idx="393">
                  <c:v>0.00094932196</c:v>
                </c:pt>
                <c:pt idx="394">
                  <c:v>0.00094899516</c:v>
                </c:pt>
                <c:pt idx="395">
                  <c:v>0.00094247272</c:v>
                </c:pt>
                <c:pt idx="396">
                  <c:v>0.00093972127</c:v>
                </c:pt>
                <c:pt idx="397">
                  <c:v>0.00093714875</c:v>
                </c:pt>
                <c:pt idx="398">
                  <c:v>0.00093484634</c:v>
                </c:pt>
                <c:pt idx="399">
                  <c:v>0.00093472194</c:v>
                </c:pt>
                <c:pt idx="400">
                  <c:v>0.00093129875</c:v>
                </c:pt>
                <c:pt idx="401">
                  <c:v>0.00092966067</c:v>
                </c:pt>
                <c:pt idx="402">
                  <c:v>0.00092839003</c:v>
                </c:pt>
                <c:pt idx="403">
                  <c:v>0.00092909432</c:v>
                </c:pt>
                <c:pt idx="404">
                  <c:v>0.00092832663</c:v>
                </c:pt>
                <c:pt idx="405">
                  <c:v>0.00092784305</c:v>
                </c:pt>
                <c:pt idx="406">
                  <c:v>0.00092596322</c:v>
                </c:pt>
                <c:pt idx="407">
                  <c:v>0.0009262525</c:v>
                </c:pt>
                <c:pt idx="408">
                  <c:v>0.00092856758</c:v>
                </c:pt>
                <c:pt idx="409">
                  <c:v>0.00092773691</c:v>
                </c:pt>
                <c:pt idx="410">
                  <c:v>0.00093046165</c:v>
                </c:pt>
                <c:pt idx="411">
                  <c:v>0.00093025659</c:v>
                </c:pt>
                <c:pt idx="412">
                  <c:v>0.00093176214</c:v>
                </c:pt>
                <c:pt idx="413">
                  <c:v>0.00093348314</c:v>
                </c:pt>
                <c:pt idx="414">
                  <c:v>0.00093680948</c:v>
                </c:pt>
                <c:pt idx="415">
                  <c:v>0.00093731511</c:v>
                </c:pt>
                <c:pt idx="416">
                  <c:v>0.00093957798</c:v>
                </c:pt>
                <c:pt idx="417">
                  <c:v>0.00094498321</c:v>
                </c:pt>
                <c:pt idx="418">
                  <c:v>0.00094437085</c:v>
                </c:pt>
                <c:pt idx="419">
                  <c:v>0.00094680019</c:v>
                </c:pt>
                <c:pt idx="420">
                  <c:v>0.00095218463</c:v>
                </c:pt>
                <c:pt idx="421">
                  <c:v>0.00095180189</c:v>
                </c:pt>
                <c:pt idx="422">
                  <c:v>0.00095446156</c:v>
                </c:pt>
                <c:pt idx="423">
                  <c:v>0.00095836943</c:v>
                </c:pt>
                <c:pt idx="424">
                  <c:v>0.00095968784</c:v>
                </c:pt>
                <c:pt idx="425">
                  <c:v>0.00096241427</c:v>
                </c:pt>
                <c:pt idx="426">
                  <c:v>0.00096782161</c:v>
                </c:pt>
                <c:pt idx="427">
                  <c:v>0.0009677048</c:v>
                </c:pt>
                <c:pt idx="428">
                  <c:v>0.00097031611</c:v>
                </c:pt>
                <c:pt idx="429">
                  <c:v>0.00097546254</c:v>
                </c:pt>
                <c:pt idx="430">
                  <c:v>0.00097546939</c:v>
                </c:pt>
                <c:pt idx="431">
                  <c:v>0.00097811425</c:v>
                </c:pt>
                <c:pt idx="432">
                  <c:v>0.00098316267</c:v>
                </c:pt>
                <c:pt idx="433">
                  <c:v>0.00098328758</c:v>
                </c:pt>
                <c:pt idx="434">
                  <c:v>0.00098592653</c:v>
                </c:pt>
                <c:pt idx="435">
                  <c:v>0.0009908649</c:v>
                </c:pt>
                <c:pt idx="436">
                  <c:v>0.00099092233</c:v>
                </c:pt>
                <c:pt idx="437">
                  <c:v>0.00099336701</c:v>
                </c:pt>
                <c:pt idx="438">
                  <c:v>0.00099573846</c:v>
                </c:pt>
                <c:pt idx="439">
                  <c:v>0.0010006967</c:v>
                </c:pt>
                <c:pt idx="440">
                  <c:v>0.0010004269</c:v>
                </c:pt>
                <c:pt idx="441">
                  <c:v>0.0010028236</c:v>
                </c:pt>
                <c:pt idx="442">
                  <c:v>0.0010063976</c:v>
                </c:pt>
                <c:pt idx="443">
                  <c:v>0.0010074553</c:v>
                </c:pt>
                <c:pt idx="444">
                  <c:v>0.0010097111</c:v>
                </c:pt>
                <c:pt idx="445">
                  <c:v>0.0010146682</c:v>
                </c:pt>
                <c:pt idx="446">
                  <c:v>0.0010139386</c:v>
                </c:pt>
                <c:pt idx="447">
                  <c:v>0.0010159845</c:v>
                </c:pt>
                <c:pt idx="448">
                  <c:v>0.0010178198</c:v>
                </c:pt>
                <c:pt idx="449">
                  <c:v>0.0010195247</c:v>
                </c:pt>
                <c:pt idx="450">
                  <c:v>0.0010224941</c:v>
                </c:pt>
                <c:pt idx="451">
                  <c:v>0.0010226576</c:v>
                </c:pt>
                <c:pt idx="452">
                  <c:v>0.0010239944</c:v>
                </c:pt>
                <c:pt idx="453">
                  <c:v>0.0010253077</c:v>
                </c:pt>
                <c:pt idx="454">
                  <c:v>0.0010264818</c:v>
                </c:pt>
                <c:pt idx="455">
                  <c:v>0.0010275487</c:v>
                </c:pt>
                <c:pt idx="456">
                  <c:v>0.001028615</c:v>
                </c:pt>
                <c:pt idx="457">
                  <c:v>0.0010295828</c:v>
                </c:pt>
                <c:pt idx="458">
                  <c:v>0.0010319835</c:v>
                </c:pt>
                <c:pt idx="459">
                  <c:v>0.0010314676</c:v>
                </c:pt>
                <c:pt idx="460">
                  <c:v>0.0010323154</c:v>
                </c:pt>
                <c:pt idx="461">
                  <c:v>0.0010331605</c:v>
                </c:pt>
                <c:pt idx="462">
                  <c:v>0.0010339744</c:v>
                </c:pt>
                <c:pt idx="463">
                  <c:v>0.0010347907</c:v>
                </c:pt>
                <c:pt idx="464">
                  <c:v>0.0010369692</c:v>
                </c:pt>
                <c:pt idx="465">
                  <c:v>0.0010363555</c:v>
                </c:pt>
                <c:pt idx="466">
                  <c:v>0.0010390916</c:v>
                </c:pt>
                <c:pt idx="467">
                  <c:v>0.001037961</c:v>
                </c:pt>
                <c:pt idx="468">
                  <c:v>0.0010387906</c:v>
                </c:pt>
                <c:pt idx="469">
                  <c:v>0.0010396262</c:v>
                </c:pt>
                <c:pt idx="470">
                  <c:v>0.0010422305</c:v>
                </c:pt>
                <c:pt idx="471">
                  <c:v>0.0010414219</c:v>
                </c:pt>
                <c:pt idx="472">
                  <c:v>0.0010422571</c:v>
                </c:pt>
                <c:pt idx="473">
                  <c:v>0.0010445589</c:v>
                </c:pt>
                <c:pt idx="474">
                  <c:v>0.001043965</c:v>
                </c:pt>
                <c:pt idx="475">
                  <c:v>0.0010463764</c:v>
                </c:pt>
                <c:pt idx="476">
                  <c:v>0.0010459896</c:v>
                </c:pt>
                <c:pt idx="477">
                  <c:v>0.0010471648</c:v>
                </c:pt>
                <c:pt idx="478">
                  <c:v>0.0010483188</c:v>
                </c:pt>
                <c:pt idx="479">
                  <c:v>0.00104956</c:v>
                </c:pt>
                <c:pt idx="480">
                  <c:v>0.0010526221</c:v>
                </c:pt>
                <c:pt idx="481">
                  <c:v>0.0010537427</c:v>
                </c:pt>
                <c:pt idx="482">
                  <c:v>0.0010539639</c:v>
                </c:pt>
                <c:pt idx="483">
                  <c:v>0.0010571032</c:v>
                </c:pt>
                <c:pt idx="484">
                  <c:v>0.001058527</c:v>
                </c:pt>
                <c:pt idx="485">
                  <c:v>0.0010591596</c:v>
                </c:pt>
                <c:pt idx="486">
                  <c:v>0.00106112</c:v>
                </c:pt>
                <c:pt idx="487">
                  <c:v>0.0010643171</c:v>
                </c:pt>
                <c:pt idx="488">
                  <c:v>0.001065246</c:v>
                </c:pt>
                <c:pt idx="489">
                  <c:v>0.0010674542</c:v>
                </c:pt>
                <c:pt idx="490">
                  <c:v>0.0010724164</c:v>
                </c:pt>
                <c:pt idx="491">
                  <c:v>0.0010723096</c:v>
                </c:pt>
                <c:pt idx="492">
                  <c:v>0.0010749595</c:v>
                </c:pt>
                <c:pt idx="493">
                  <c:v>0.0010801251</c:v>
                </c:pt>
                <c:pt idx="494">
                  <c:v>0.0010803194</c:v>
                </c:pt>
                <c:pt idx="495">
                  <c:v>0.0010832299</c:v>
                </c:pt>
                <c:pt idx="496">
                  <c:v>0.0010885881</c:v>
                </c:pt>
                <c:pt idx="497">
                  <c:v>0.001089281</c:v>
                </c:pt>
                <c:pt idx="498">
                  <c:v>0.0010925492</c:v>
                </c:pt>
                <c:pt idx="499">
                  <c:v>0.0010970275</c:v>
                </c:pt>
                <c:pt idx="500">
                  <c:v>0.0010977394</c:v>
                </c:pt>
                <c:pt idx="501">
                  <c:v>0.0011007783</c:v>
                </c:pt>
                <c:pt idx="502">
                  <c:v>0.0011022914</c:v>
                </c:pt>
                <c:pt idx="503">
                  <c:v>0.0011041433</c:v>
                </c:pt>
                <c:pt idx="504">
                  <c:v>0.0011046778</c:v>
                </c:pt>
                <c:pt idx="505">
                  <c:v>0.0011064067</c:v>
                </c:pt>
                <c:pt idx="506">
                  <c:v>0.0011082197</c:v>
                </c:pt>
                <c:pt idx="507">
                  <c:v>0.0011100426</c:v>
                </c:pt>
                <c:pt idx="508">
                  <c:v>0.0011142511</c:v>
                </c:pt>
                <c:pt idx="509">
                  <c:v>0.0011138285</c:v>
                </c:pt>
                <c:pt idx="510">
                  <c:v>0.0011157358</c:v>
                </c:pt>
                <c:pt idx="511">
                  <c:v>0.0011176787</c:v>
                </c:pt>
                <c:pt idx="512">
                  <c:v>0.0011196452</c:v>
                </c:pt>
                <c:pt idx="513">
                  <c:v>0.0011216907</c:v>
                </c:pt>
                <c:pt idx="514">
                  <c:v>0.0011262294</c:v>
                </c:pt>
                <c:pt idx="515">
                  <c:v>0.0011258712</c:v>
                </c:pt>
                <c:pt idx="516">
                  <c:v>0.0011279064</c:v>
                </c:pt>
                <c:pt idx="517">
                  <c:v>0.0011310662</c:v>
                </c:pt>
                <c:pt idx="518">
                  <c:v>0.0011319094</c:v>
                </c:pt>
                <c:pt idx="519">
                  <c:v>0.0011339236</c:v>
                </c:pt>
                <c:pt idx="520">
                  <c:v>0.0011359637</c:v>
                </c:pt>
                <c:pt idx="521">
                  <c:v>0.0011380222</c:v>
                </c:pt>
                <c:pt idx="522">
                  <c:v>0.0011412448</c:v>
                </c:pt>
                <c:pt idx="523">
                  <c:v>0.0011434603</c:v>
                </c:pt>
                <c:pt idx="524">
                  <c:v>0.0011440743</c:v>
                </c:pt>
                <c:pt idx="525">
                  <c:v>0.001147217</c:v>
                </c:pt>
                <c:pt idx="526">
                  <c:v>0.0011481044</c:v>
                </c:pt>
                <c:pt idx="527">
                  <c:v>0.0011501122</c:v>
                </c:pt>
                <c:pt idx="528">
                  <c:v>0.001153265</c:v>
                </c:pt>
                <c:pt idx="529">
                  <c:v>0.0011542508</c:v>
                </c:pt>
                <c:pt idx="530">
                  <c:v>0.0011562896</c:v>
                </c:pt>
                <c:pt idx="531">
                  <c:v>0.0011593689</c:v>
                </c:pt>
                <c:pt idx="532">
                  <c:v>0.0011603502</c:v>
                </c:pt>
                <c:pt idx="533">
                  <c:v>0.0011623734</c:v>
                </c:pt>
                <c:pt idx="534">
                  <c:v>0.0011669305</c:v>
                </c:pt>
                <c:pt idx="535">
                  <c:v>0.001166423</c:v>
                </c:pt>
                <c:pt idx="536">
                  <c:v>0.0011683299</c:v>
                </c:pt>
                <c:pt idx="537">
                  <c:v>0.0011711667</c:v>
                </c:pt>
                <c:pt idx="538">
                  <c:v>0.0011733998</c:v>
                </c:pt>
                <c:pt idx="539">
                  <c:v>0.0011746806</c:v>
                </c:pt>
                <c:pt idx="540">
                  <c:v>0.001175517</c:v>
                </c:pt>
                <c:pt idx="541">
                  <c:v>0.0011772828</c:v>
                </c:pt>
                <c:pt idx="542">
                  <c:v>0.0011814194</c:v>
                </c:pt>
                <c:pt idx="543">
                  <c:v>0.0011809003</c:v>
                </c:pt>
                <c:pt idx="544">
                  <c:v>0.0011826794</c:v>
                </c:pt>
                <c:pt idx="545">
                  <c:v>0.0011867132</c:v>
                </c:pt>
                <c:pt idx="546">
                  <c:v>0.0011862964</c:v>
                </c:pt>
                <c:pt idx="547">
                  <c:v>0.001188914</c:v>
                </c:pt>
                <c:pt idx="548">
                  <c:v>0.001189739</c:v>
                </c:pt>
                <c:pt idx="549">
                  <c:v>0.001191373</c:v>
                </c:pt>
                <c:pt idx="550">
                  <c:v>0.0011951511</c:v>
                </c:pt>
                <c:pt idx="551">
                  <c:v>0.0011945909</c:v>
                </c:pt>
                <c:pt idx="552">
                  <c:v>0.0011962256</c:v>
                </c:pt>
                <c:pt idx="553">
                  <c:v>0.001199987</c:v>
                </c:pt>
                <c:pt idx="554">
                  <c:v>0.0011995274</c:v>
                </c:pt>
                <c:pt idx="555">
                  <c:v>0.0012019684</c:v>
                </c:pt>
                <c:pt idx="556">
                  <c:v>0.0012027416</c:v>
                </c:pt>
                <c:pt idx="557">
                  <c:v>0.0012042936</c:v>
                </c:pt>
                <c:pt idx="558">
                  <c:v>0.0012057612</c:v>
                </c:pt>
                <c:pt idx="559">
                  <c:v>0.0012093297</c:v>
                </c:pt>
                <c:pt idx="560">
                  <c:v>0.0012085947</c:v>
                </c:pt>
                <c:pt idx="561">
                  <c:v>0.0012099714</c:v>
                </c:pt>
                <c:pt idx="562">
                  <c:v>0.0012134475</c:v>
                </c:pt>
                <c:pt idx="563">
                  <c:v>0.0012127376</c:v>
                </c:pt>
                <c:pt idx="564">
                  <c:v>0.0012139638</c:v>
                </c:pt>
                <c:pt idx="565">
                  <c:v>0.0012160513</c:v>
                </c:pt>
                <c:pt idx="566">
                  <c:v>0.0012164421</c:v>
                </c:pt>
                <c:pt idx="567">
                  <c:v>0.0012176277</c:v>
                </c:pt>
                <c:pt idx="568">
                  <c:v>0.0012209794</c:v>
                </c:pt>
                <c:pt idx="569">
                  <c:v>0.00122012</c:v>
                </c:pt>
                <c:pt idx="570">
                  <c:v>0.0012213194</c:v>
                </c:pt>
                <c:pt idx="571">
                  <c:v>0.0012244256</c:v>
                </c:pt>
                <c:pt idx="572">
                  <c:v>0.0012232834</c:v>
                </c:pt>
                <c:pt idx="573">
                  <c:v>0.0012240858</c:v>
                </c:pt>
                <c:pt idx="574">
                  <c:v>0.0012257501</c:v>
                </c:pt>
                <c:pt idx="575">
                  <c:v>0.0012256682</c:v>
                </c:pt>
                <c:pt idx="576">
                  <c:v>0.001227625</c:v>
                </c:pt>
                <c:pt idx="577">
                  <c:v>0.0012279497</c:v>
                </c:pt>
                <c:pt idx="578">
                  <c:v>0.0012277374</c:v>
                </c:pt>
                <c:pt idx="579">
                  <c:v>0.0012302999</c:v>
                </c:pt>
                <c:pt idx="580">
                  <c:v>0.0012288962</c:v>
                </c:pt>
                <c:pt idx="581">
                  <c:v>0.0012293554</c:v>
                </c:pt>
                <c:pt idx="582">
                  <c:v>0.0012305484</c:v>
                </c:pt>
                <c:pt idx="583">
                  <c:v>0.0012300952</c:v>
                </c:pt>
                <c:pt idx="584">
                  <c:v>0.0012324084</c:v>
                </c:pt>
                <c:pt idx="585">
                  <c:v>0.0012307824</c:v>
                </c:pt>
                <c:pt idx="586">
                  <c:v>0.0012310101</c:v>
                </c:pt>
                <c:pt idx="587">
                  <c:v>0.0012331484</c:v>
                </c:pt>
                <c:pt idx="588">
                  <c:v>0.0012313625</c:v>
                </c:pt>
                <c:pt idx="589">
                  <c:v>0.0012321302</c:v>
                </c:pt>
                <c:pt idx="590">
                  <c:v>0.0012313466</c:v>
                </c:pt>
                <c:pt idx="591">
                  <c:v>0.0012331016</c:v>
                </c:pt>
                <c:pt idx="592">
                  <c:v>0.0012310762</c:v>
                </c:pt>
                <c:pt idx="593">
                  <c:v>0.0012307681</c:v>
                </c:pt>
                <c:pt idx="594">
                  <c:v>0.0012311859</c:v>
                </c:pt>
                <c:pt idx="595">
                  <c:v>0.0012301607</c:v>
                </c:pt>
                <c:pt idx="596">
                  <c:v>0.0012304747</c:v>
                </c:pt>
                <c:pt idx="597">
                  <c:v>0.0012305699</c:v>
                </c:pt>
                <c:pt idx="598">
                  <c:v>0.0012295406</c:v>
                </c:pt>
                <c:pt idx="599">
                  <c:v>0.0012283109</c:v>
                </c:pt>
                <c:pt idx="600">
                  <c:v>0.0012277087</c:v>
                </c:pt>
                <c:pt idx="601">
                  <c:v>0.0012277536</c:v>
                </c:pt>
                <c:pt idx="602">
                  <c:v>0.0012275974</c:v>
                </c:pt>
                <c:pt idx="603">
                  <c:v>0.0012262424</c:v>
                </c:pt>
                <c:pt idx="604">
                  <c:v>0.0012247932</c:v>
                </c:pt>
                <c:pt idx="605">
                  <c:v>0.0012257566</c:v>
                </c:pt>
                <c:pt idx="606">
                  <c:v>0.0012229593</c:v>
                </c:pt>
                <c:pt idx="607">
                  <c:v>0.0012225427</c:v>
                </c:pt>
                <c:pt idx="608">
                  <c:v>0.0012209027</c:v>
                </c:pt>
                <c:pt idx="609">
                  <c:v>0.0012204266</c:v>
                </c:pt>
                <c:pt idx="610">
                  <c:v>0.0012199167</c:v>
                </c:pt>
                <c:pt idx="611">
                  <c:v>0.0012180665</c:v>
                </c:pt>
                <c:pt idx="612">
                  <c:v>0.0012162373</c:v>
                </c:pt>
                <c:pt idx="613">
                  <c:v>0.0012154912</c:v>
                </c:pt>
                <c:pt idx="614">
                  <c:v>0.0012148205</c:v>
                </c:pt>
                <c:pt idx="615">
                  <c:v>0.0012127439</c:v>
                </c:pt>
                <c:pt idx="616">
                  <c:v>0.0012107968</c:v>
                </c:pt>
                <c:pt idx="617">
                  <c:v>0.0012098889</c:v>
                </c:pt>
                <c:pt idx="618">
                  <c:v>0.0012079601</c:v>
                </c:pt>
                <c:pt idx="619">
                  <c:v>0.0012083049</c:v>
                </c:pt>
                <c:pt idx="620">
                  <c:v>0.0012051126</c:v>
                </c:pt>
                <c:pt idx="621">
                  <c:v>0.0012040979</c:v>
                </c:pt>
                <c:pt idx="622">
                  <c:v>0.0012020023</c:v>
                </c:pt>
                <c:pt idx="623">
                  <c:v>0.0012008134</c:v>
                </c:pt>
                <c:pt idx="624">
                  <c:v>0.0011985888</c:v>
                </c:pt>
                <c:pt idx="625">
                  <c:v>0.0011985589</c:v>
                </c:pt>
                <c:pt idx="626">
                  <c:v>0.0011949691</c:v>
                </c:pt>
                <c:pt idx="627">
                  <c:v>0.0011936441</c:v>
                </c:pt>
                <c:pt idx="628">
                  <c:v>0.0011914035</c:v>
                </c:pt>
                <c:pt idx="629">
                  <c:v>0.0011896536</c:v>
                </c:pt>
                <c:pt idx="630">
                  <c:v>0.0011882058</c:v>
                </c:pt>
                <c:pt idx="631">
                  <c:v>0.0011857156</c:v>
                </c:pt>
                <c:pt idx="632">
                  <c:v>0.0011855995</c:v>
                </c:pt>
                <c:pt idx="633">
                  <c:v>0.0011817149</c:v>
                </c:pt>
                <c:pt idx="634">
                  <c:v>0.0011797156</c:v>
                </c:pt>
                <c:pt idx="635">
                  <c:v>0.0011776957</c:v>
                </c:pt>
                <c:pt idx="636">
                  <c:v>0.0011762737</c:v>
                </c:pt>
                <c:pt idx="637">
                  <c:v>0.0011743438</c:v>
                </c:pt>
                <c:pt idx="638">
                  <c:v>0.001173287</c:v>
                </c:pt>
                <c:pt idx="639">
                  <c:v>0.0011705022</c:v>
                </c:pt>
                <c:pt idx="640">
                  <c:v>0.0011680853</c:v>
                </c:pt>
                <c:pt idx="641">
                  <c:v>0.0011661491</c:v>
                </c:pt>
                <c:pt idx="642">
                  <c:v>0.0011655989</c:v>
                </c:pt>
                <c:pt idx="643">
                  <c:v>0.0011628194</c:v>
                </c:pt>
                <c:pt idx="644">
                  <c:v>0.0011608875</c:v>
                </c:pt>
                <c:pt idx="645">
                  <c:v>0.0011583965</c:v>
                </c:pt>
                <c:pt idx="646">
                  <c:v>0.0011584458</c:v>
                </c:pt>
                <c:pt idx="647">
                  <c:v>0.001154616</c:v>
                </c:pt>
                <c:pt idx="648">
                  <c:v>0.0011532299</c:v>
                </c:pt>
                <c:pt idx="649">
                  <c:v>0.0011507495</c:v>
                </c:pt>
                <c:pt idx="650">
                  <c:v>0.0011501731</c:v>
                </c:pt>
                <c:pt idx="651">
                  <c:v>0.0011473711</c:v>
                </c:pt>
                <c:pt idx="652">
                  <c:v>0.0011448332</c:v>
                </c:pt>
                <c:pt idx="653">
                  <c:v>0.001143476</c:v>
                </c:pt>
                <c:pt idx="654">
                  <c:v>0.0011410379</c:v>
                </c:pt>
                <c:pt idx="655">
                  <c:v>0.0011391693</c:v>
                </c:pt>
                <c:pt idx="656">
                  <c:v>0.0011392508</c:v>
                </c:pt>
                <c:pt idx="657">
                  <c:v>0.00113533</c:v>
                </c:pt>
                <c:pt idx="658">
                  <c:v>0.001134028</c:v>
                </c:pt>
                <c:pt idx="659">
                  <c:v>0.0011315885</c:v>
                </c:pt>
                <c:pt idx="660">
                  <c:v>0.001131163</c:v>
                </c:pt>
                <c:pt idx="661">
                  <c:v>0.0011277757</c:v>
                </c:pt>
                <c:pt idx="662">
                  <c:v>0.0011262639</c:v>
                </c:pt>
                <c:pt idx="663">
                  <c:v>0.00112335</c:v>
                </c:pt>
                <c:pt idx="664">
                  <c:v>0.0011210542</c:v>
                </c:pt>
                <c:pt idx="665">
                  <c:v>0.0011187619</c:v>
                </c:pt>
                <c:pt idx="666">
                  <c:v>0.0011187314</c:v>
                </c:pt>
                <c:pt idx="667">
                  <c:v>0.001115129</c:v>
                </c:pt>
                <c:pt idx="668">
                  <c:v>0.00111233</c:v>
                </c:pt>
                <c:pt idx="669">
                  <c:v>0.0011109519</c:v>
                </c:pt>
                <c:pt idx="670">
                  <c:v>0.0011083109</c:v>
                </c:pt>
                <c:pt idx="671">
                  <c:v>0.001106381</c:v>
                </c:pt>
                <c:pt idx="672">
                  <c:v>0.0011058742</c:v>
                </c:pt>
                <c:pt idx="673">
                  <c:v>0.0011030625</c:v>
                </c:pt>
                <c:pt idx="674">
                  <c:v>0.0011004307</c:v>
                </c:pt>
                <c:pt idx="675">
                  <c:v>0.0010984667</c:v>
                </c:pt>
                <c:pt idx="676">
                  <c:v>0.0010965489</c:v>
                </c:pt>
                <c:pt idx="677">
                  <c:v>0.0010969965</c:v>
                </c:pt>
                <c:pt idx="678">
                  <c:v>0.001093666</c:v>
                </c:pt>
                <c:pt idx="679">
                  <c:v>0.0010911472</c:v>
                </c:pt>
                <c:pt idx="680">
                  <c:v>0.0010901078</c:v>
                </c:pt>
                <c:pt idx="681">
                  <c:v>0.0010892565</c:v>
                </c:pt>
                <c:pt idx="682">
                  <c:v>0.0010867983</c:v>
                </c:pt>
                <c:pt idx="683">
                  <c:v>0.0010845507</c:v>
                </c:pt>
                <c:pt idx="684">
                  <c:v>0.001083031</c:v>
                </c:pt>
                <c:pt idx="685">
                  <c:v>0.0010815253</c:v>
                </c:pt>
                <c:pt idx="686">
                  <c:v>0.0010807994</c:v>
                </c:pt>
                <c:pt idx="687">
                  <c:v>0.0010794206</c:v>
                </c:pt>
                <c:pt idx="688">
                  <c:v>0.0010774733</c:v>
                </c:pt>
                <c:pt idx="689">
                  <c:v>0.0010784929</c:v>
                </c:pt>
                <c:pt idx="690">
                  <c:v>0.0010751238</c:v>
                </c:pt>
                <c:pt idx="691">
                  <c:v>0.0010740153</c:v>
                </c:pt>
                <c:pt idx="692">
                  <c:v>0.0010729323</c:v>
                </c:pt>
                <c:pt idx="693">
                  <c:v>0.0010725625</c:v>
                </c:pt>
                <c:pt idx="694">
                  <c:v>0.0010726123</c:v>
                </c:pt>
                <c:pt idx="695">
                  <c:v>0.0010700922</c:v>
                </c:pt>
                <c:pt idx="696">
                  <c:v>0.0010698771</c:v>
                </c:pt>
                <c:pt idx="697">
                  <c:v>0.0010684416</c:v>
                </c:pt>
                <c:pt idx="698">
                  <c:v>0.001067658</c:v>
                </c:pt>
                <c:pt idx="699">
                  <c:v>0.0010692467</c:v>
                </c:pt>
                <c:pt idx="700">
                  <c:v>0.0010663612</c:v>
                </c:pt>
                <c:pt idx="701">
                  <c:v>0.0010657246</c:v>
                </c:pt>
                <c:pt idx="702">
                  <c:v>0.001065842</c:v>
                </c:pt>
                <c:pt idx="703">
                  <c:v>0.0010646438</c:v>
                </c:pt>
                <c:pt idx="704">
                  <c:v>0.0010657353</c:v>
                </c:pt>
                <c:pt idx="705">
                  <c:v>0.0010643674</c:v>
                </c:pt>
                <c:pt idx="706">
                  <c:v>0.0010632541</c:v>
                </c:pt>
                <c:pt idx="707">
                  <c:v>0.0010628154</c:v>
                </c:pt>
                <c:pt idx="708">
                  <c:v>0.0010631459</c:v>
                </c:pt>
                <c:pt idx="709">
                  <c:v>0.0010637489</c:v>
                </c:pt>
                <c:pt idx="710">
                  <c:v>0.0010618215</c:v>
                </c:pt>
                <c:pt idx="711">
                  <c:v>0.0010622571</c:v>
                </c:pt>
                <c:pt idx="712">
                  <c:v>0.0010620259</c:v>
                </c:pt>
                <c:pt idx="713">
                  <c:v>0.0010611648</c:v>
                </c:pt>
                <c:pt idx="714">
                  <c:v>0.0010626268</c:v>
                </c:pt>
                <c:pt idx="715">
                  <c:v>0.0010614878</c:v>
                </c:pt>
                <c:pt idx="716">
                  <c:v>0.0010607129</c:v>
                </c:pt>
                <c:pt idx="717">
                  <c:v>0.0010605464</c:v>
                </c:pt>
                <c:pt idx="718">
                  <c:v>0.0010610684</c:v>
                </c:pt>
                <c:pt idx="719">
                  <c:v>0.0010603596</c:v>
                </c:pt>
                <c:pt idx="720">
                  <c:v>0.0010602664</c:v>
                </c:pt>
                <c:pt idx="721">
                  <c:v>0.0010608936</c:v>
                </c:pt>
                <c:pt idx="722">
                  <c:v>0.0010602605</c:v>
                </c:pt>
                <c:pt idx="723">
                  <c:v>0.0010619666</c:v>
                </c:pt>
                <c:pt idx="724">
                  <c:v>0.0010608829</c:v>
                </c:pt>
                <c:pt idx="725">
                  <c:v>0.0010607316</c:v>
                </c:pt>
                <c:pt idx="726">
                  <c:v>0.0010599364</c:v>
                </c:pt>
                <c:pt idx="727">
                  <c:v>0.0010597768</c:v>
                </c:pt>
                <c:pt idx="728">
                  <c:v>0.0010601767</c:v>
                </c:pt>
                <c:pt idx="729">
                  <c:v>0.0010594284</c:v>
                </c:pt>
                <c:pt idx="730">
                  <c:v>0.0010591908</c:v>
                </c:pt>
                <c:pt idx="731">
                  <c:v>0.0010595827</c:v>
                </c:pt>
                <c:pt idx="732">
                  <c:v>0.0010587849</c:v>
                </c:pt>
                <c:pt idx="733">
                  <c:v>0.001058505</c:v>
                </c:pt>
                <c:pt idx="734">
                  <c:v>0.0010588099</c:v>
                </c:pt>
                <c:pt idx="735">
                  <c:v>0.0010579095</c:v>
                </c:pt>
                <c:pt idx="736">
                  <c:v>0.0010594067</c:v>
                </c:pt>
                <c:pt idx="737">
                  <c:v>0.001057916</c:v>
                </c:pt>
                <c:pt idx="738">
                  <c:v>0.0010575917</c:v>
                </c:pt>
                <c:pt idx="739">
                  <c:v>0.0010566613</c:v>
                </c:pt>
                <c:pt idx="740">
                  <c:v>0.0010563414</c:v>
                </c:pt>
                <c:pt idx="741">
                  <c:v>0.001056541</c:v>
                </c:pt>
                <c:pt idx="742">
                  <c:v>0.0010574969</c:v>
                </c:pt>
                <c:pt idx="743">
                  <c:v>0.001055309</c:v>
                </c:pt>
                <c:pt idx="744">
                  <c:v>0.0010555205</c:v>
                </c:pt>
                <c:pt idx="745">
                  <c:v>0.0010551677</c:v>
                </c:pt>
                <c:pt idx="746">
                  <c:v>0.0010542724</c:v>
                </c:pt>
                <c:pt idx="747">
                  <c:v>0.0010544629</c:v>
                </c:pt>
                <c:pt idx="748">
                  <c:v>0.0010536331</c:v>
                </c:pt>
                <c:pt idx="749">
                  <c:v>0.0010551455</c:v>
                </c:pt>
                <c:pt idx="750">
                  <c:v>0.0010530009</c:v>
                </c:pt>
                <c:pt idx="751">
                  <c:v>0.0010532084</c:v>
                </c:pt>
                <c:pt idx="752">
                  <c:v>0.0010529049</c:v>
                </c:pt>
                <c:pt idx="753">
                  <c:v>0.0010521047</c:v>
                </c:pt>
                <c:pt idx="754">
                  <c:v>0.001052308</c:v>
                </c:pt>
                <c:pt idx="755">
                  <c:v>0.0010533742</c:v>
                </c:pt>
                <c:pt idx="756">
                  <c:v>0.0010517818</c:v>
                </c:pt>
                <c:pt idx="757">
                  <c:v>0.0010510762</c:v>
                </c:pt>
                <c:pt idx="758">
                  <c:v>0.0010512536</c:v>
                </c:pt>
                <c:pt idx="759">
                  <c:v>0.0010505987</c:v>
                </c:pt>
                <c:pt idx="760">
                  <c:v>0.0010507532</c:v>
                </c:pt>
                <c:pt idx="761">
                  <c:v>0.0010519058</c:v>
                </c:pt>
                <c:pt idx="762">
                  <c:v>0.0010502739</c:v>
                </c:pt>
                <c:pt idx="763">
                  <c:v>0.0010496284</c:v>
                </c:pt>
                <c:pt idx="764">
                  <c:v>0.0010496886</c:v>
                </c:pt>
                <c:pt idx="765">
                  <c:v>0.0010490359</c:v>
                </c:pt>
                <c:pt idx="766">
                  <c:v>0.001049068</c:v>
                </c:pt>
                <c:pt idx="767">
                  <c:v>0.001048438</c:v>
                </c:pt>
                <c:pt idx="768">
                  <c:v>0.0010484388</c:v>
                </c:pt>
                <c:pt idx="769">
                  <c:v>0.00104779</c:v>
                </c:pt>
                <c:pt idx="770">
                  <c:v>0.0010474603</c:v>
                </c:pt>
                <c:pt idx="771">
                  <c:v>0.0010474014</c:v>
                </c:pt>
                <c:pt idx="772">
                  <c:v>0.0010467792</c:v>
                </c:pt>
                <c:pt idx="773">
                  <c:v>0.0010482595</c:v>
                </c:pt>
                <c:pt idx="774">
                  <c:v>0.0010463827</c:v>
                </c:pt>
                <c:pt idx="775">
                  <c:v>0.0010460179</c:v>
                </c:pt>
                <c:pt idx="776">
                  <c:v>0.0010453019</c:v>
                </c:pt>
                <c:pt idx="777">
                  <c:v>0.0010452536</c:v>
                </c:pt>
                <c:pt idx="778">
                  <c:v>0.001044548</c:v>
                </c:pt>
                <c:pt idx="779">
                  <c:v>0.0010444677</c:v>
                </c:pt>
                <c:pt idx="780">
                  <c:v>0.0010437415</c:v>
                </c:pt>
                <c:pt idx="781">
                  <c:v>0.0010433496</c:v>
                </c:pt>
                <c:pt idx="782">
                  <c:v>0.0010428808</c:v>
                </c:pt>
                <c:pt idx="783">
                  <c:v>0.0010428087</c:v>
                </c:pt>
                <c:pt idx="784">
                  <c:v>0.0010423476</c:v>
                </c:pt>
                <c:pt idx="785">
                  <c:v>0.0010434715</c:v>
                </c:pt>
                <c:pt idx="786">
                  <c:v>0.0010414217</c:v>
                </c:pt>
                <c:pt idx="787">
                  <c:v>0.0010406104</c:v>
                </c:pt>
                <c:pt idx="788">
                  <c:v>0.0010404491</c:v>
                </c:pt>
                <c:pt idx="789">
                  <c:v>0.0010396328</c:v>
                </c:pt>
                <c:pt idx="790">
                  <c:v>0.0010391562</c:v>
                </c:pt>
                <c:pt idx="791">
                  <c:v>0.0010386102</c:v>
                </c:pt>
                <c:pt idx="792">
                  <c:v>0.0010384405</c:v>
                </c:pt>
                <c:pt idx="793">
                  <c:v>0.001039849</c:v>
                </c:pt>
                <c:pt idx="794">
                  <c:v>0.0010370373</c:v>
                </c:pt>
                <c:pt idx="795">
                  <c:v>0.0010368477</c:v>
                </c:pt>
                <c:pt idx="796">
                  <c:v>0.0010359545</c:v>
                </c:pt>
                <c:pt idx="797">
                  <c:v>0.0010357337</c:v>
                </c:pt>
                <c:pt idx="798">
                  <c:v>0.001034816</c:v>
                </c:pt>
                <c:pt idx="799">
                  <c:v>0.0010342606</c:v>
                </c:pt>
                <c:pt idx="800">
                  <c:v>0.0010336304</c:v>
                </c:pt>
                <c:pt idx="801">
                  <c:v>0.0010353454</c:v>
                </c:pt>
                <c:pt idx="802">
                  <c:v>0.0010328491</c:v>
                </c:pt>
                <c:pt idx="803">
                  <c:v>0.0010318622</c:v>
                </c:pt>
                <c:pt idx="804">
                  <c:v>0.0010312768</c:v>
                </c:pt>
                <c:pt idx="805">
                  <c:v>0.0010306235</c:v>
                </c:pt>
                <c:pt idx="806">
                  <c:v>0.0010304195</c:v>
                </c:pt>
                <c:pt idx="807">
                  <c:v>0.0010317069</c:v>
                </c:pt>
                <c:pt idx="808">
                  <c:v>0.0010287914</c:v>
                </c:pt>
                <c:pt idx="809">
                  <c:v>0.0010281782</c:v>
                </c:pt>
                <c:pt idx="810">
                  <c:v>0.0010274967</c:v>
                </c:pt>
                <c:pt idx="811">
                  <c:v>0.0010272968</c:v>
                </c:pt>
                <c:pt idx="812">
                  <c:v>0.0010266584</c:v>
                </c:pt>
                <c:pt idx="813">
                  <c:v>0.0010255732</c:v>
                </c:pt>
                <c:pt idx="814">
                  <c:v>0.0010253422</c:v>
                </c:pt>
                <c:pt idx="815">
                  <c:v>0.001026179</c:v>
                </c:pt>
                <c:pt idx="816">
                  <c:v>0.0010240369</c:v>
                </c:pt>
                <c:pt idx="817">
                  <c:v>0.0010229655</c:v>
                </c:pt>
                <c:pt idx="818">
                  <c:v>0.0010223263</c:v>
                </c:pt>
                <c:pt idx="819">
                  <c:v>0.0010216209</c:v>
                </c:pt>
                <c:pt idx="820">
                  <c:v>0.0010213926</c:v>
                </c:pt>
                <c:pt idx="821">
                  <c:v>0.0010207359</c:v>
                </c:pt>
                <c:pt idx="822">
                  <c:v>0.0010196334</c:v>
                </c:pt>
                <c:pt idx="823">
                  <c:v>0.001018994</c:v>
                </c:pt>
                <c:pt idx="824">
                  <c:v>0.0010182872</c:v>
                </c:pt>
                <c:pt idx="825">
                  <c:v>0.0010180912</c:v>
                </c:pt>
                <c:pt idx="826">
                  <c:v>0.0010174374</c:v>
                </c:pt>
                <c:pt idx="827">
                  <c:v>0.0010163218</c:v>
                </c:pt>
                <c:pt idx="828">
                  <c:v>0.0010161035</c:v>
                </c:pt>
                <c:pt idx="829">
                  <c:v>0.0010150136</c:v>
                </c:pt>
                <c:pt idx="830">
                  <c:v>0.0010147731</c:v>
                </c:pt>
                <c:pt idx="831">
                  <c:v>0.0010136927</c:v>
                </c:pt>
                <c:pt idx="832">
                  <c:v>0.0010130496</c:v>
                </c:pt>
                <c:pt idx="833">
                  <c:v>0.001012343</c:v>
                </c:pt>
                <c:pt idx="834">
                  <c:v>0.0010121223</c:v>
                </c:pt>
                <c:pt idx="835">
                  <c:v>0.001011464</c:v>
                </c:pt>
                <c:pt idx="836">
                  <c:v>0.0010103544</c:v>
                </c:pt>
                <c:pt idx="837">
                  <c:v>0.0010101285</c:v>
                </c:pt>
                <c:pt idx="838">
                  <c:v>0.0010111611</c:v>
                </c:pt>
                <c:pt idx="839">
                  <c:v>0.0010088209</c:v>
                </c:pt>
                <c:pt idx="840">
                  <c:v>0.0010077566</c:v>
                </c:pt>
                <c:pt idx="841">
                  <c:v>0.0010074975</c:v>
                </c:pt>
                <c:pt idx="842">
                  <c:v>0.0010064694</c:v>
                </c:pt>
                <c:pt idx="843">
                  <c:v>0.0010061962</c:v>
                </c:pt>
                <c:pt idx="844">
                  <c:v>0.001007238</c:v>
                </c:pt>
                <c:pt idx="845">
                  <c:v>0.0010045946</c:v>
                </c:pt>
                <c:pt idx="846">
                  <c:v>0.00100392</c:v>
                </c:pt>
                <c:pt idx="847">
                  <c:v>0.0010036999</c:v>
                </c:pt>
                <c:pt idx="848">
                  <c:v>0.0010030894</c:v>
                </c:pt>
                <c:pt idx="849">
                  <c:v>0.0010040726</c:v>
                </c:pt>
                <c:pt idx="850">
                  <c:v>0.0010018964</c:v>
                </c:pt>
                <c:pt idx="851">
                  <c:v>0.0010009276</c:v>
                </c:pt>
                <c:pt idx="852">
                  <c:v>0.0010006721</c:v>
                </c:pt>
                <c:pt idx="853">
                  <c:v>0.00099966499</c:v>
                </c:pt>
                <c:pt idx="854">
                  <c:v>0.00099938009</c:v>
                </c:pt>
                <c:pt idx="855">
                  <c:v>0.0010003509</c:v>
                </c:pt>
                <c:pt idx="856">
                  <c:v>0.00099810225</c:v>
                </c:pt>
                <c:pt idx="857">
                  <c:v>0.0009971069</c:v>
                </c:pt>
                <c:pt idx="858">
                  <c:v>0.00099678439</c:v>
                </c:pt>
                <c:pt idx="859">
                  <c:v>0.00099581262</c:v>
                </c:pt>
                <c:pt idx="860">
                  <c:v>0.00099549988</c:v>
                </c:pt>
                <c:pt idx="861">
                  <c:v>0.00099452544</c:v>
                </c:pt>
                <c:pt idx="862">
                  <c:v>0.0009942191</c:v>
                </c:pt>
                <c:pt idx="863">
                  <c:v>0.00099325538</c:v>
                </c:pt>
                <c:pt idx="864">
                  <c:v>0.00099489479</c:v>
                </c:pt>
                <c:pt idx="865">
                  <c:v>0.00099197698</c:v>
                </c:pt>
                <c:pt idx="866">
                  <c:v>0.0009915893</c:v>
                </c:pt>
                <c:pt idx="867">
                  <c:v>0.00099062573</c:v>
                </c:pt>
                <c:pt idx="868">
                  <c:v>0.00099021118</c:v>
                </c:pt>
                <c:pt idx="869">
                  <c:v>0.00099117871</c:v>
                </c:pt>
                <c:pt idx="870">
                  <c:v>0.00098881476</c:v>
                </c:pt>
                <c:pt idx="871">
                  <c:v>0.00098781688</c:v>
                </c:pt>
                <c:pt idx="872">
                  <c:v>0.00098733912</c:v>
                </c:pt>
                <c:pt idx="873">
                  <c:v>0.00098632376</c:v>
                </c:pt>
                <c:pt idx="874">
                  <c:v>0.0009858432</c:v>
                </c:pt>
                <c:pt idx="875">
                  <c:v>0.00098480867</c:v>
                </c:pt>
                <c:pt idx="876">
                  <c:v>0.00098601038</c:v>
                </c:pt>
                <c:pt idx="877">
                  <c:v>0.00098325621</c:v>
                </c:pt>
                <c:pt idx="878">
                  <c:v>0.00098279607</c:v>
                </c:pt>
                <c:pt idx="879">
                  <c:v>0.00098201966</c:v>
                </c:pt>
                <c:pt idx="880">
                  <c:v>0.00098089936</c:v>
                </c:pt>
                <c:pt idx="881">
                  <c:v>0.0009823566</c:v>
                </c:pt>
                <c:pt idx="882">
                  <c:v>0.00097934477</c:v>
                </c:pt>
                <c:pt idx="883">
                  <c:v>0.00097854416</c:v>
                </c:pt>
                <c:pt idx="884">
                  <c:v>0.00097768495</c:v>
                </c:pt>
                <c:pt idx="885">
                  <c:v>0.00097724232</c:v>
                </c:pt>
                <c:pt idx="886">
                  <c:v>0.00097832571</c:v>
                </c:pt>
                <c:pt idx="887">
                  <c:v>0.00097522585</c:v>
                </c:pt>
                <c:pt idx="888">
                  <c:v>0.00097473282</c:v>
                </c:pt>
                <c:pt idx="889">
                  <c:v>0.00097349524</c:v>
                </c:pt>
                <c:pt idx="890">
                  <c:v>0.00097293689</c:v>
                </c:pt>
                <c:pt idx="891">
                  <c:v>0.00097163678</c:v>
                </c:pt>
                <c:pt idx="892">
                  <c:v>0.00097293288</c:v>
                </c:pt>
                <c:pt idx="893">
                  <c:v>0.00096974058</c:v>
                </c:pt>
                <c:pt idx="894">
                  <c:v>0.00096875108</c:v>
                </c:pt>
                <c:pt idx="895">
                  <c:v>0.00096769754</c:v>
                </c:pt>
                <c:pt idx="896">
                  <c:v>0.00096708404</c:v>
                </c:pt>
                <c:pt idx="897">
                  <c:v>0.00096757992</c:v>
                </c:pt>
                <c:pt idx="898">
                  <c:v>0.00096464083</c:v>
                </c:pt>
                <c:pt idx="899">
                  <c:v>0.00096406579</c:v>
                </c:pt>
                <c:pt idx="900">
                  <c:v>0.00096302863</c:v>
                </c:pt>
                <c:pt idx="901">
                  <c:v>0.00096151255</c:v>
                </c:pt>
                <c:pt idx="902">
                  <c:v>0.00096089431</c:v>
                </c:pt>
                <c:pt idx="903">
                  <c:v>0.00096128745</c:v>
                </c:pt>
                <c:pt idx="904">
                  <c:v>0.00095831259</c:v>
                </c:pt>
                <c:pt idx="905">
                  <c:v>0.00095714709</c:v>
                </c:pt>
                <c:pt idx="906">
                  <c:v>0.00095649585</c:v>
                </c:pt>
                <c:pt idx="907">
                  <c:v>0.00095487732</c:v>
                </c:pt>
                <c:pt idx="908">
                  <c:v>0.00095560707</c:v>
                </c:pt>
                <c:pt idx="909">
                  <c:v>0.00095310584</c:v>
                </c:pt>
                <c:pt idx="910">
                  <c:v>0.0009514126</c:v>
                </c:pt>
                <c:pt idx="911">
                  <c:v>0.00095019047</c:v>
                </c:pt>
                <c:pt idx="912">
                  <c:v>0.00095147194</c:v>
                </c:pt>
                <c:pt idx="913">
                  <c:v>0.0009478626</c:v>
                </c:pt>
                <c:pt idx="914">
                  <c:v>0.00094662391</c:v>
                </c:pt>
                <c:pt idx="915">
                  <c:v>0.00094604865</c:v>
                </c:pt>
                <c:pt idx="916">
                  <c:v>0.00094423131</c:v>
                </c:pt>
                <c:pt idx="917">
                  <c:v>0.00094299014</c:v>
                </c:pt>
                <c:pt idx="918">
                  <c:v>0.00094247447</c:v>
                </c:pt>
                <c:pt idx="919">
                  <c:v>0.00094059699</c:v>
                </c:pt>
                <c:pt idx="920">
                  <c:v>0.00093935192</c:v>
                </c:pt>
                <c:pt idx="921">
                  <c:v>0.0009408382</c:v>
                </c:pt>
                <c:pt idx="922">
                  <c:v>0.00093765572</c:v>
                </c:pt>
                <c:pt idx="923">
                  <c:v>0.00093574736</c:v>
                </c:pt>
                <c:pt idx="924">
                  <c:v>0.00093518771</c:v>
                </c:pt>
                <c:pt idx="925">
                  <c:v>0.00093526331</c:v>
                </c:pt>
                <c:pt idx="926">
                  <c:v>0.00093274151</c:v>
                </c:pt>
                <c:pt idx="927">
                  <c:v>0.00093086997</c:v>
                </c:pt>
                <c:pt idx="928">
                  <c:v>0.00093021188</c:v>
                </c:pt>
                <c:pt idx="929">
                  <c:v>0.00093030177</c:v>
                </c:pt>
                <c:pt idx="930">
                  <c:v>0.00092716217</c:v>
                </c:pt>
                <c:pt idx="931">
                  <c:v>0.000925869</c:v>
                </c:pt>
                <c:pt idx="932">
                  <c:v>0.00092523473</c:v>
                </c:pt>
                <c:pt idx="933">
                  <c:v>0.00092399133</c:v>
                </c:pt>
                <c:pt idx="934">
                  <c:v>0.00092215471</c:v>
                </c:pt>
                <c:pt idx="935">
                  <c:v>0.00092290768</c:v>
                </c:pt>
                <c:pt idx="936">
                  <c:v>0.00091970473</c:v>
                </c:pt>
                <c:pt idx="937">
                  <c:v>0.00091844158</c:v>
                </c:pt>
                <c:pt idx="938">
                  <c:v>0.00091791732</c:v>
                </c:pt>
                <c:pt idx="939">
                  <c:v>0.00091863913</c:v>
                </c:pt>
                <c:pt idx="940">
                  <c:v>0.00091482813</c:v>
                </c:pt>
                <c:pt idx="941">
                  <c:v>0.00091426402</c:v>
                </c:pt>
                <c:pt idx="942">
                  <c:v>0.00091240866</c:v>
                </c:pt>
                <c:pt idx="943">
                  <c:v>0.00091373492</c:v>
                </c:pt>
                <c:pt idx="944">
                  <c:v>0.00091004044</c:v>
                </c:pt>
                <c:pt idx="945">
                  <c:v>0.00090942752</c:v>
                </c:pt>
                <c:pt idx="946">
                  <c:v>0.00090765005</c:v>
                </c:pt>
                <c:pt idx="947">
                  <c:v>0.00090838678</c:v>
                </c:pt>
                <c:pt idx="948">
                  <c:v>0.00090530517</c:v>
                </c:pt>
                <c:pt idx="949">
                  <c:v>0.00090409619</c:v>
                </c:pt>
                <c:pt idx="950">
                  <c:v>0.0009036201</c:v>
                </c:pt>
                <c:pt idx="951">
                  <c:v>0.00090435216</c:v>
                </c:pt>
                <c:pt idx="952">
                  <c:v>0.00090068477</c:v>
                </c:pt>
                <c:pt idx="953">
                  <c:v>0.00090019589</c:v>
                </c:pt>
                <c:pt idx="954">
                  <c:v>0.00089842344</c:v>
                </c:pt>
                <c:pt idx="955">
                  <c:v>0.00089726739</c:v>
                </c:pt>
                <c:pt idx="956">
                  <c:v>0.00089809088</c:v>
                </c:pt>
                <c:pt idx="957">
                  <c:v>0.00089581936</c:v>
                </c:pt>
                <c:pt idx="958">
                  <c:v>0.00089395554</c:v>
                </c:pt>
                <c:pt idx="959">
                  <c:v>0.00089357038</c:v>
                </c:pt>
                <c:pt idx="960">
                  <c:v>0.00089367708</c:v>
                </c:pt>
                <c:pt idx="961">
                  <c:v>0.00089140283</c:v>
                </c:pt>
                <c:pt idx="962">
                  <c:v>0.00088965266</c:v>
                </c:pt>
                <c:pt idx="963">
                  <c:v>0.00089106615</c:v>
                </c:pt>
                <c:pt idx="964">
                  <c:v>0.00088756804</c:v>
                </c:pt>
                <c:pt idx="965">
                  <c:v>0.00088713246</c:v>
                </c:pt>
                <c:pt idx="966">
                  <c:v>0.00088548578</c:v>
                </c:pt>
                <c:pt idx="967">
                  <c:v>0.00088690285</c:v>
                </c:pt>
                <c:pt idx="968">
                  <c:v>0.00088350761</c:v>
                </c:pt>
                <c:pt idx="969">
                  <c:v>0.00088306719</c:v>
                </c:pt>
                <c:pt idx="970">
                  <c:v>0.00088151584</c:v>
                </c:pt>
                <c:pt idx="971">
                  <c:v>0.00088109354</c:v>
                </c:pt>
                <c:pt idx="972">
                  <c:v>0.00088148277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logBase val="1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Residuals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report-def-0-rplot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report-def-0</c:v>
                </c:pt>
              </c:strCache>
            </c:strRef>
          </c:tx>
          <c:xVal>
            <c:numRef>
              <c:f>Sheet1!$A$2:$A$1265</c:f>
              <c:numCache>
                <c:formatCode>General</c:formatCode>
                <c:ptCount val="1264"/>
                <c:pt idx="0">
                  <c:v>4210.0</c:v>
                </c:pt>
                <c:pt idx="1">
                  <c:v>4211.0</c:v>
                </c:pt>
                <c:pt idx="2">
                  <c:v>4212.0</c:v>
                </c:pt>
                <c:pt idx="3">
                  <c:v>4213.0</c:v>
                </c:pt>
                <c:pt idx="4">
                  <c:v>4214.0</c:v>
                </c:pt>
                <c:pt idx="5">
                  <c:v>4215.0</c:v>
                </c:pt>
                <c:pt idx="6">
                  <c:v>4216.0</c:v>
                </c:pt>
                <c:pt idx="7">
                  <c:v>4217.0</c:v>
                </c:pt>
                <c:pt idx="8">
                  <c:v>4218.0</c:v>
                </c:pt>
                <c:pt idx="9">
                  <c:v>4219.0</c:v>
                </c:pt>
                <c:pt idx="10">
                  <c:v>4220.0</c:v>
                </c:pt>
                <c:pt idx="11">
                  <c:v>4221.0</c:v>
                </c:pt>
                <c:pt idx="12">
                  <c:v>4222.0</c:v>
                </c:pt>
                <c:pt idx="13">
                  <c:v>4223.0</c:v>
                </c:pt>
                <c:pt idx="14">
                  <c:v>4224.0</c:v>
                </c:pt>
                <c:pt idx="15">
                  <c:v>4225.0</c:v>
                </c:pt>
                <c:pt idx="16">
                  <c:v>4226.0</c:v>
                </c:pt>
                <c:pt idx="17">
                  <c:v>4227.0</c:v>
                </c:pt>
                <c:pt idx="18">
                  <c:v>4228.0</c:v>
                </c:pt>
                <c:pt idx="19">
                  <c:v>4229.0</c:v>
                </c:pt>
                <c:pt idx="20">
                  <c:v>4230.0</c:v>
                </c:pt>
                <c:pt idx="21">
                  <c:v>4231.0</c:v>
                </c:pt>
                <c:pt idx="22">
                  <c:v>4232.0</c:v>
                </c:pt>
                <c:pt idx="23">
                  <c:v>4233.0</c:v>
                </c:pt>
                <c:pt idx="24">
                  <c:v>4234.0</c:v>
                </c:pt>
                <c:pt idx="25">
                  <c:v>4235.0</c:v>
                </c:pt>
                <c:pt idx="26">
                  <c:v>4236.0</c:v>
                </c:pt>
                <c:pt idx="27">
                  <c:v>4237.0</c:v>
                </c:pt>
                <c:pt idx="28">
                  <c:v>4238.0</c:v>
                </c:pt>
                <c:pt idx="29">
                  <c:v>4239.0</c:v>
                </c:pt>
                <c:pt idx="30">
                  <c:v>4240.0</c:v>
                </c:pt>
                <c:pt idx="31">
                  <c:v>4241.0</c:v>
                </c:pt>
                <c:pt idx="32">
                  <c:v>4242.0</c:v>
                </c:pt>
                <c:pt idx="33">
                  <c:v>4243.0</c:v>
                </c:pt>
                <c:pt idx="34">
                  <c:v>4244.0</c:v>
                </c:pt>
                <c:pt idx="35">
                  <c:v>4245.0</c:v>
                </c:pt>
                <c:pt idx="36">
                  <c:v>4246.0</c:v>
                </c:pt>
                <c:pt idx="37">
                  <c:v>4247.0</c:v>
                </c:pt>
                <c:pt idx="38">
                  <c:v>4248.0</c:v>
                </c:pt>
                <c:pt idx="39">
                  <c:v>4249.0</c:v>
                </c:pt>
                <c:pt idx="40">
                  <c:v>4250.0</c:v>
                </c:pt>
                <c:pt idx="41">
                  <c:v>4251.0</c:v>
                </c:pt>
                <c:pt idx="42">
                  <c:v>4252.0</c:v>
                </c:pt>
                <c:pt idx="43">
                  <c:v>4253.0</c:v>
                </c:pt>
                <c:pt idx="44">
                  <c:v>4254.0</c:v>
                </c:pt>
                <c:pt idx="45">
                  <c:v>4255.0</c:v>
                </c:pt>
                <c:pt idx="46">
                  <c:v>4256.0</c:v>
                </c:pt>
                <c:pt idx="47">
                  <c:v>4257.0</c:v>
                </c:pt>
                <c:pt idx="48">
                  <c:v>4258.0</c:v>
                </c:pt>
                <c:pt idx="49">
                  <c:v>4259.0</c:v>
                </c:pt>
                <c:pt idx="50">
                  <c:v>4260.0</c:v>
                </c:pt>
                <c:pt idx="51">
                  <c:v>4261.0</c:v>
                </c:pt>
                <c:pt idx="52">
                  <c:v>4262.0</c:v>
                </c:pt>
                <c:pt idx="53">
                  <c:v>4263.0</c:v>
                </c:pt>
                <c:pt idx="54">
                  <c:v>4264.0</c:v>
                </c:pt>
                <c:pt idx="55">
                  <c:v>4265.0</c:v>
                </c:pt>
                <c:pt idx="56">
                  <c:v>4266.0</c:v>
                </c:pt>
                <c:pt idx="57">
                  <c:v>4267.0</c:v>
                </c:pt>
                <c:pt idx="58">
                  <c:v>4268.0</c:v>
                </c:pt>
                <c:pt idx="59">
                  <c:v>4269.0</c:v>
                </c:pt>
                <c:pt idx="60">
                  <c:v>4270.0</c:v>
                </c:pt>
                <c:pt idx="61">
                  <c:v>4271.0</c:v>
                </c:pt>
                <c:pt idx="62">
                  <c:v>4272.0</c:v>
                </c:pt>
                <c:pt idx="63">
                  <c:v>4273.0</c:v>
                </c:pt>
                <c:pt idx="64">
                  <c:v>4274.0</c:v>
                </c:pt>
                <c:pt idx="65">
                  <c:v>4275.0</c:v>
                </c:pt>
                <c:pt idx="66">
                  <c:v>4276.0</c:v>
                </c:pt>
                <c:pt idx="67">
                  <c:v>4277.0</c:v>
                </c:pt>
                <c:pt idx="68">
                  <c:v>4278.0</c:v>
                </c:pt>
                <c:pt idx="69">
                  <c:v>4279.0</c:v>
                </c:pt>
                <c:pt idx="70">
                  <c:v>4280.0</c:v>
                </c:pt>
                <c:pt idx="71">
                  <c:v>4281.0</c:v>
                </c:pt>
                <c:pt idx="72">
                  <c:v>4282.0</c:v>
                </c:pt>
                <c:pt idx="73">
                  <c:v>4283.0</c:v>
                </c:pt>
                <c:pt idx="74">
                  <c:v>4284.0</c:v>
                </c:pt>
                <c:pt idx="75">
                  <c:v>4285.0</c:v>
                </c:pt>
                <c:pt idx="76">
                  <c:v>4286.0</c:v>
                </c:pt>
                <c:pt idx="77">
                  <c:v>4287.0</c:v>
                </c:pt>
                <c:pt idx="78">
                  <c:v>4288.0</c:v>
                </c:pt>
                <c:pt idx="79">
                  <c:v>4289.0</c:v>
                </c:pt>
                <c:pt idx="80">
                  <c:v>4290.0</c:v>
                </c:pt>
                <c:pt idx="81">
                  <c:v>4291.0</c:v>
                </c:pt>
                <c:pt idx="82">
                  <c:v>4292.0</c:v>
                </c:pt>
                <c:pt idx="83">
                  <c:v>4293.0</c:v>
                </c:pt>
                <c:pt idx="84">
                  <c:v>4294.0</c:v>
                </c:pt>
                <c:pt idx="85">
                  <c:v>4295.0</c:v>
                </c:pt>
                <c:pt idx="86">
                  <c:v>4296.0</c:v>
                </c:pt>
                <c:pt idx="87">
                  <c:v>4297.0</c:v>
                </c:pt>
                <c:pt idx="88">
                  <c:v>4298.0</c:v>
                </c:pt>
                <c:pt idx="89">
                  <c:v>4299.0</c:v>
                </c:pt>
                <c:pt idx="90">
                  <c:v>4300.0</c:v>
                </c:pt>
                <c:pt idx="91">
                  <c:v>4301.0</c:v>
                </c:pt>
                <c:pt idx="92">
                  <c:v>4302.0</c:v>
                </c:pt>
                <c:pt idx="93">
                  <c:v>4303.0</c:v>
                </c:pt>
                <c:pt idx="94">
                  <c:v>4304.0</c:v>
                </c:pt>
                <c:pt idx="95">
                  <c:v>4305.0</c:v>
                </c:pt>
                <c:pt idx="96">
                  <c:v>4306.0</c:v>
                </c:pt>
                <c:pt idx="97">
                  <c:v>4307.0</c:v>
                </c:pt>
                <c:pt idx="98">
                  <c:v>4308.0</c:v>
                </c:pt>
                <c:pt idx="99">
                  <c:v>4309.0</c:v>
                </c:pt>
                <c:pt idx="100">
                  <c:v>4310.0</c:v>
                </c:pt>
                <c:pt idx="101">
                  <c:v>4311.0</c:v>
                </c:pt>
                <c:pt idx="102">
                  <c:v>4312.0</c:v>
                </c:pt>
                <c:pt idx="103">
                  <c:v>4313.0</c:v>
                </c:pt>
                <c:pt idx="104">
                  <c:v>4314.0</c:v>
                </c:pt>
                <c:pt idx="105">
                  <c:v>4315.0</c:v>
                </c:pt>
                <c:pt idx="106">
                  <c:v>4316.0</c:v>
                </c:pt>
                <c:pt idx="107">
                  <c:v>4317.0</c:v>
                </c:pt>
                <c:pt idx="108">
                  <c:v>4318.0</c:v>
                </c:pt>
                <c:pt idx="109">
                  <c:v>4319.0</c:v>
                </c:pt>
                <c:pt idx="110">
                  <c:v>4320.0</c:v>
                </c:pt>
                <c:pt idx="111">
                  <c:v>4321.0</c:v>
                </c:pt>
                <c:pt idx="112">
                  <c:v>4322.0</c:v>
                </c:pt>
                <c:pt idx="113">
                  <c:v>4323.0</c:v>
                </c:pt>
                <c:pt idx="114">
                  <c:v>4324.0</c:v>
                </c:pt>
                <c:pt idx="115">
                  <c:v>4325.0</c:v>
                </c:pt>
                <c:pt idx="116">
                  <c:v>4326.0</c:v>
                </c:pt>
                <c:pt idx="117">
                  <c:v>4327.0</c:v>
                </c:pt>
                <c:pt idx="118">
                  <c:v>4328.0</c:v>
                </c:pt>
                <c:pt idx="119">
                  <c:v>4329.0</c:v>
                </c:pt>
                <c:pt idx="120">
                  <c:v>4330.0</c:v>
                </c:pt>
                <c:pt idx="121">
                  <c:v>4331.0</c:v>
                </c:pt>
                <c:pt idx="122">
                  <c:v>4332.0</c:v>
                </c:pt>
                <c:pt idx="123">
                  <c:v>4333.0</c:v>
                </c:pt>
                <c:pt idx="124">
                  <c:v>4334.0</c:v>
                </c:pt>
                <c:pt idx="125">
                  <c:v>4335.0</c:v>
                </c:pt>
                <c:pt idx="126">
                  <c:v>4336.0</c:v>
                </c:pt>
                <c:pt idx="127">
                  <c:v>4337.0</c:v>
                </c:pt>
                <c:pt idx="128">
                  <c:v>4338.0</c:v>
                </c:pt>
                <c:pt idx="129">
                  <c:v>4339.0</c:v>
                </c:pt>
                <c:pt idx="130">
                  <c:v>4340.0</c:v>
                </c:pt>
                <c:pt idx="131">
                  <c:v>4341.0</c:v>
                </c:pt>
                <c:pt idx="132">
                  <c:v>4342.0</c:v>
                </c:pt>
                <c:pt idx="133">
                  <c:v>4343.0</c:v>
                </c:pt>
                <c:pt idx="134">
                  <c:v>4344.0</c:v>
                </c:pt>
                <c:pt idx="135">
                  <c:v>4345.0</c:v>
                </c:pt>
                <c:pt idx="136">
                  <c:v>4346.0</c:v>
                </c:pt>
                <c:pt idx="137">
                  <c:v>4347.0</c:v>
                </c:pt>
                <c:pt idx="138">
                  <c:v>4348.0</c:v>
                </c:pt>
                <c:pt idx="139">
                  <c:v>4349.0</c:v>
                </c:pt>
                <c:pt idx="140">
                  <c:v>4350.0</c:v>
                </c:pt>
                <c:pt idx="141">
                  <c:v>4351.0</c:v>
                </c:pt>
                <c:pt idx="142">
                  <c:v>4352.0</c:v>
                </c:pt>
                <c:pt idx="143">
                  <c:v>4353.0</c:v>
                </c:pt>
                <c:pt idx="144">
                  <c:v>4354.0</c:v>
                </c:pt>
                <c:pt idx="145">
                  <c:v>4355.0</c:v>
                </c:pt>
                <c:pt idx="146">
                  <c:v>4356.0</c:v>
                </c:pt>
                <c:pt idx="147">
                  <c:v>4357.0</c:v>
                </c:pt>
                <c:pt idx="148">
                  <c:v>4358.0</c:v>
                </c:pt>
                <c:pt idx="149">
                  <c:v>4359.0</c:v>
                </c:pt>
                <c:pt idx="150">
                  <c:v>4360.0</c:v>
                </c:pt>
                <c:pt idx="151">
                  <c:v>4361.0</c:v>
                </c:pt>
                <c:pt idx="152">
                  <c:v>4362.0</c:v>
                </c:pt>
                <c:pt idx="153">
                  <c:v>4363.0</c:v>
                </c:pt>
                <c:pt idx="154">
                  <c:v>4364.0</c:v>
                </c:pt>
                <c:pt idx="155">
                  <c:v>4365.0</c:v>
                </c:pt>
                <c:pt idx="156">
                  <c:v>4366.0</c:v>
                </c:pt>
                <c:pt idx="157">
                  <c:v>4367.0</c:v>
                </c:pt>
                <c:pt idx="158">
                  <c:v>4368.0</c:v>
                </c:pt>
                <c:pt idx="159">
                  <c:v>4369.0</c:v>
                </c:pt>
                <c:pt idx="160">
                  <c:v>4370.0</c:v>
                </c:pt>
                <c:pt idx="161">
                  <c:v>4371.0</c:v>
                </c:pt>
                <c:pt idx="162">
                  <c:v>4372.0</c:v>
                </c:pt>
                <c:pt idx="163">
                  <c:v>4373.0</c:v>
                </c:pt>
                <c:pt idx="164">
                  <c:v>4374.0</c:v>
                </c:pt>
                <c:pt idx="165">
                  <c:v>4375.0</c:v>
                </c:pt>
                <c:pt idx="166">
                  <c:v>4376.0</c:v>
                </c:pt>
                <c:pt idx="167">
                  <c:v>4377.0</c:v>
                </c:pt>
                <c:pt idx="168">
                  <c:v>4378.0</c:v>
                </c:pt>
                <c:pt idx="169">
                  <c:v>4379.0</c:v>
                </c:pt>
                <c:pt idx="170">
                  <c:v>4380.0</c:v>
                </c:pt>
                <c:pt idx="171">
                  <c:v>4381.0</c:v>
                </c:pt>
                <c:pt idx="172">
                  <c:v>4382.0</c:v>
                </c:pt>
                <c:pt idx="173">
                  <c:v>4383.0</c:v>
                </c:pt>
                <c:pt idx="174">
                  <c:v>4384.0</c:v>
                </c:pt>
                <c:pt idx="175">
                  <c:v>4385.0</c:v>
                </c:pt>
                <c:pt idx="176">
                  <c:v>4386.0</c:v>
                </c:pt>
                <c:pt idx="177">
                  <c:v>4387.0</c:v>
                </c:pt>
                <c:pt idx="178">
                  <c:v>4388.0</c:v>
                </c:pt>
                <c:pt idx="179">
                  <c:v>4389.0</c:v>
                </c:pt>
                <c:pt idx="180">
                  <c:v>4390.0</c:v>
                </c:pt>
                <c:pt idx="181">
                  <c:v>4391.0</c:v>
                </c:pt>
                <c:pt idx="182">
                  <c:v>4392.0</c:v>
                </c:pt>
                <c:pt idx="183">
                  <c:v>4393.0</c:v>
                </c:pt>
                <c:pt idx="184">
                  <c:v>4394.0</c:v>
                </c:pt>
                <c:pt idx="185">
                  <c:v>4395.0</c:v>
                </c:pt>
                <c:pt idx="186">
                  <c:v>4396.0</c:v>
                </c:pt>
                <c:pt idx="187">
                  <c:v>4397.0</c:v>
                </c:pt>
                <c:pt idx="188">
                  <c:v>4398.0</c:v>
                </c:pt>
                <c:pt idx="189">
                  <c:v>4399.0</c:v>
                </c:pt>
                <c:pt idx="190">
                  <c:v>4400.0</c:v>
                </c:pt>
                <c:pt idx="191">
                  <c:v>4401.0</c:v>
                </c:pt>
                <c:pt idx="192">
                  <c:v>4402.0</c:v>
                </c:pt>
                <c:pt idx="193">
                  <c:v>4403.0</c:v>
                </c:pt>
                <c:pt idx="194">
                  <c:v>4404.0</c:v>
                </c:pt>
                <c:pt idx="195">
                  <c:v>4405.0</c:v>
                </c:pt>
                <c:pt idx="196">
                  <c:v>4406.0</c:v>
                </c:pt>
                <c:pt idx="197">
                  <c:v>4407.0</c:v>
                </c:pt>
                <c:pt idx="198">
                  <c:v>4408.0</c:v>
                </c:pt>
                <c:pt idx="199">
                  <c:v>4409.0</c:v>
                </c:pt>
                <c:pt idx="200">
                  <c:v>4410.0</c:v>
                </c:pt>
                <c:pt idx="201">
                  <c:v>4411.0</c:v>
                </c:pt>
                <c:pt idx="202">
                  <c:v>4412.0</c:v>
                </c:pt>
                <c:pt idx="203">
                  <c:v>4413.0</c:v>
                </c:pt>
                <c:pt idx="204">
                  <c:v>4414.0</c:v>
                </c:pt>
                <c:pt idx="205">
                  <c:v>4415.0</c:v>
                </c:pt>
                <c:pt idx="206">
                  <c:v>4416.0</c:v>
                </c:pt>
                <c:pt idx="207">
                  <c:v>4417.0</c:v>
                </c:pt>
                <c:pt idx="208">
                  <c:v>4418.0</c:v>
                </c:pt>
                <c:pt idx="209">
                  <c:v>4419.0</c:v>
                </c:pt>
                <c:pt idx="210">
                  <c:v>4420.0</c:v>
                </c:pt>
                <c:pt idx="211">
                  <c:v>4421.0</c:v>
                </c:pt>
                <c:pt idx="212">
                  <c:v>4422.0</c:v>
                </c:pt>
                <c:pt idx="213">
                  <c:v>4423.0</c:v>
                </c:pt>
                <c:pt idx="214">
                  <c:v>4424.0</c:v>
                </c:pt>
                <c:pt idx="215">
                  <c:v>4425.0</c:v>
                </c:pt>
                <c:pt idx="216">
                  <c:v>4426.0</c:v>
                </c:pt>
                <c:pt idx="217">
                  <c:v>4427.0</c:v>
                </c:pt>
                <c:pt idx="218">
                  <c:v>4428.0</c:v>
                </c:pt>
                <c:pt idx="219">
                  <c:v>4429.0</c:v>
                </c:pt>
                <c:pt idx="220">
                  <c:v>4430.0</c:v>
                </c:pt>
                <c:pt idx="221">
                  <c:v>4431.0</c:v>
                </c:pt>
                <c:pt idx="222">
                  <c:v>4432.0</c:v>
                </c:pt>
                <c:pt idx="223">
                  <c:v>4433.0</c:v>
                </c:pt>
                <c:pt idx="224">
                  <c:v>4434.0</c:v>
                </c:pt>
                <c:pt idx="225">
                  <c:v>4435.0</c:v>
                </c:pt>
                <c:pt idx="226">
                  <c:v>4436.0</c:v>
                </c:pt>
                <c:pt idx="227">
                  <c:v>4437.0</c:v>
                </c:pt>
                <c:pt idx="228">
                  <c:v>4438.0</c:v>
                </c:pt>
                <c:pt idx="229">
                  <c:v>4439.0</c:v>
                </c:pt>
                <c:pt idx="230">
                  <c:v>4440.0</c:v>
                </c:pt>
                <c:pt idx="231">
                  <c:v>4441.0</c:v>
                </c:pt>
                <c:pt idx="232">
                  <c:v>4442.0</c:v>
                </c:pt>
                <c:pt idx="233">
                  <c:v>4443.0</c:v>
                </c:pt>
                <c:pt idx="234">
                  <c:v>4444.0</c:v>
                </c:pt>
                <c:pt idx="235">
                  <c:v>4445.0</c:v>
                </c:pt>
                <c:pt idx="236">
                  <c:v>4446.0</c:v>
                </c:pt>
                <c:pt idx="237">
                  <c:v>4447.0</c:v>
                </c:pt>
                <c:pt idx="238">
                  <c:v>4448.0</c:v>
                </c:pt>
                <c:pt idx="239">
                  <c:v>4449.0</c:v>
                </c:pt>
                <c:pt idx="240">
                  <c:v>4450.0</c:v>
                </c:pt>
                <c:pt idx="241">
                  <c:v>4451.0</c:v>
                </c:pt>
                <c:pt idx="242">
                  <c:v>4452.0</c:v>
                </c:pt>
                <c:pt idx="243">
                  <c:v>4453.0</c:v>
                </c:pt>
                <c:pt idx="244">
                  <c:v>4454.0</c:v>
                </c:pt>
                <c:pt idx="245">
                  <c:v>4455.0</c:v>
                </c:pt>
                <c:pt idx="246">
                  <c:v>4456.0</c:v>
                </c:pt>
                <c:pt idx="247">
                  <c:v>4457.0</c:v>
                </c:pt>
                <c:pt idx="248">
                  <c:v>4458.0</c:v>
                </c:pt>
                <c:pt idx="249">
                  <c:v>4459.0</c:v>
                </c:pt>
                <c:pt idx="250">
                  <c:v>4460.0</c:v>
                </c:pt>
                <c:pt idx="251">
                  <c:v>4461.0</c:v>
                </c:pt>
                <c:pt idx="252">
                  <c:v>4462.0</c:v>
                </c:pt>
                <c:pt idx="253">
                  <c:v>4463.0</c:v>
                </c:pt>
                <c:pt idx="254">
                  <c:v>4464.0</c:v>
                </c:pt>
                <c:pt idx="255">
                  <c:v>4465.0</c:v>
                </c:pt>
                <c:pt idx="256">
                  <c:v>4466.0</c:v>
                </c:pt>
                <c:pt idx="257">
                  <c:v>4467.0</c:v>
                </c:pt>
                <c:pt idx="258">
                  <c:v>4468.0</c:v>
                </c:pt>
                <c:pt idx="259">
                  <c:v>4469.0</c:v>
                </c:pt>
                <c:pt idx="260">
                  <c:v>4470.0</c:v>
                </c:pt>
                <c:pt idx="261">
                  <c:v>4471.0</c:v>
                </c:pt>
                <c:pt idx="262">
                  <c:v>4472.0</c:v>
                </c:pt>
                <c:pt idx="263">
                  <c:v>4473.0</c:v>
                </c:pt>
                <c:pt idx="264">
                  <c:v>4474.0</c:v>
                </c:pt>
                <c:pt idx="265">
                  <c:v>4475.0</c:v>
                </c:pt>
                <c:pt idx="266">
                  <c:v>4476.0</c:v>
                </c:pt>
                <c:pt idx="267">
                  <c:v>4477.0</c:v>
                </c:pt>
                <c:pt idx="268">
                  <c:v>4478.0</c:v>
                </c:pt>
                <c:pt idx="269">
                  <c:v>4479.0</c:v>
                </c:pt>
                <c:pt idx="270">
                  <c:v>4480.0</c:v>
                </c:pt>
                <c:pt idx="271">
                  <c:v>4481.0</c:v>
                </c:pt>
                <c:pt idx="272">
                  <c:v>4482.0</c:v>
                </c:pt>
                <c:pt idx="273">
                  <c:v>4483.0</c:v>
                </c:pt>
                <c:pt idx="274">
                  <c:v>4484.0</c:v>
                </c:pt>
                <c:pt idx="275">
                  <c:v>4485.0</c:v>
                </c:pt>
                <c:pt idx="276">
                  <c:v>4486.0</c:v>
                </c:pt>
                <c:pt idx="277">
                  <c:v>4487.0</c:v>
                </c:pt>
                <c:pt idx="278">
                  <c:v>4488.0</c:v>
                </c:pt>
                <c:pt idx="279">
                  <c:v>4489.0</c:v>
                </c:pt>
                <c:pt idx="280">
                  <c:v>4490.0</c:v>
                </c:pt>
                <c:pt idx="281">
                  <c:v>4491.0</c:v>
                </c:pt>
                <c:pt idx="282">
                  <c:v>4492.0</c:v>
                </c:pt>
                <c:pt idx="283">
                  <c:v>4493.0</c:v>
                </c:pt>
                <c:pt idx="284">
                  <c:v>4494.0</c:v>
                </c:pt>
                <c:pt idx="285">
                  <c:v>4495.0</c:v>
                </c:pt>
                <c:pt idx="286">
                  <c:v>4496.0</c:v>
                </c:pt>
                <c:pt idx="287">
                  <c:v>4497.0</c:v>
                </c:pt>
                <c:pt idx="288">
                  <c:v>4498.0</c:v>
                </c:pt>
                <c:pt idx="289">
                  <c:v>4499.0</c:v>
                </c:pt>
                <c:pt idx="290">
                  <c:v>4500.0</c:v>
                </c:pt>
                <c:pt idx="291">
                  <c:v>4501.0</c:v>
                </c:pt>
                <c:pt idx="292">
                  <c:v>4502.0</c:v>
                </c:pt>
                <c:pt idx="293">
                  <c:v>4503.0</c:v>
                </c:pt>
                <c:pt idx="294">
                  <c:v>4504.0</c:v>
                </c:pt>
                <c:pt idx="295">
                  <c:v>4505.0</c:v>
                </c:pt>
                <c:pt idx="296">
                  <c:v>4506.0</c:v>
                </c:pt>
                <c:pt idx="297">
                  <c:v>4507.0</c:v>
                </c:pt>
                <c:pt idx="298">
                  <c:v>4508.0</c:v>
                </c:pt>
                <c:pt idx="299">
                  <c:v>4509.0</c:v>
                </c:pt>
                <c:pt idx="300">
                  <c:v>4510.0</c:v>
                </c:pt>
                <c:pt idx="301">
                  <c:v>4511.0</c:v>
                </c:pt>
                <c:pt idx="302">
                  <c:v>4512.0</c:v>
                </c:pt>
                <c:pt idx="303">
                  <c:v>4513.0</c:v>
                </c:pt>
                <c:pt idx="304">
                  <c:v>4514.0</c:v>
                </c:pt>
                <c:pt idx="305">
                  <c:v>4515.0</c:v>
                </c:pt>
                <c:pt idx="306">
                  <c:v>4516.0</c:v>
                </c:pt>
                <c:pt idx="307">
                  <c:v>4517.0</c:v>
                </c:pt>
                <c:pt idx="308">
                  <c:v>4518.0</c:v>
                </c:pt>
                <c:pt idx="309">
                  <c:v>4519.0</c:v>
                </c:pt>
                <c:pt idx="310">
                  <c:v>4520.0</c:v>
                </c:pt>
                <c:pt idx="311">
                  <c:v>4521.0</c:v>
                </c:pt>
                <c:pt idx="312">
                  <c:v>4522.0</c:v>
                </c:pt>
                <c:pt idx="313">
                  <c:v>4523.0</c:v>
                </c:pt>
                <c:pt idx="314">
                  <c:v>4524.0</c:v>
                </c:pt>
                <c:pt idx="315">
                  <c:v>4525.0</c:v>
                </c:pt>
                <c:pt idx="316">
                  <c:v>4526.0</c:v>
                </c:pt>
                <c:pt idx="317">
                  <c:v>4527.0</c:v>
                </c:pt>
                <c:pt idx="318">
                  <c:v>4528.0</c:v>
                </c:pt>
                <c:pt idx="319">
                  <c:v>4529.0</c:v>
                </c:pt>
                <c:pt idx="320">
                  <c:v>4530.0</c:v>
                </c:pt>
                <c:pt idx="321">
                  <c:v>4531.0</c:v>
                </c:pt>
                <c:pt idx="322">
                  <c:v>4532.0</c:v>
                </c:pt>
                <c:pt idx="323">
                  <c:v>4533.0</c:v>
                </c:pt>
                <c:pt idx="324">
                  <c:v>4534.0</c:v>
                </c:pt>
                <c:pt idx="325">
                  <c:v>4535.0</c:v>
                </c:pt>
                <c:pt idx="326">
                  <c:v>4536.0</c:v>
                </c:pt>
                <c:pt idx="327">
                  <c:v>4537.0</c:v>
                </c:pt>
                <c:pt idx="328">
                  <c:v>4538.0</c:v>
                </c:pt>
                <c:pt idx="329">
                  <c:v>4539.0</c:v>
                </c:pt>
                <c:pt idx="330">
                  <c:v>4540.0</c:v>
                </c:pt>
                <c:pt idx="331">
                  <c:v>4541.0</c:v>
                </c:pt>
                <c:pt idx="332">
                  <c:v>4542.0</c:v>
                </c:pt>
                <c:pt idx="333">
                  <c:v>4543.0</c:v>
                </c:pt>
                <c:pt idx="334">
                  <c:v>4544.0</c:v>
                </c:pt>
                <c:pt idx="335">
                  <c:v>4545.0</c:v>
                </c:pt>
                <c:pt idx="336">
                  <c:v>4546.0</c:v>
                </c:pt>
                <c:pt idx="337">
                  <c:v>4547.0</c:v>
                </c:pt>
                <c:pt idx="338">
                  <c:v>4548.0</c:v>
                </c:pt>
                <c:pt idx="339">
                  <c:v>4549.0</c:v>
                </c:pt>
                <c:pt idx="340">
                  <c:v>4550.0</c:v>
                </c:pt>
                <c:pt idx="341">
                  <c:v>4551.0</c:v>
                </c:pt>
                <c:pt idx="342">
                  <c:v>4552.0</c:v>
                </c:pt>
                <c:pt idx="343">
                  <c:v>4553.0</c:v>
                </c:pt>
                <c:pt idx="344">
                  <c:v>4554.0</c:v>
                </c:pt>
                <c:pt idx="345">
                  <c:v>4555.0</c:v>
                </c:pt>
                <c:pt idx="346">
                  <c:v>4556.0</c:v>
                </c:pt>
                <c:pt idx="347">
                  <c:v>4557.0</c:v>
                </c:pt>
                <c:pt idx="348">
                  <c:v>4558.0</c:v>
                </c:pt>
                <c:pt idx="349">
                  <c:v>4559.0</c:v>
                </c:pt>
                <c:pt idx="350">
                  <c:v>4560.0</c:v>
                </c:pt>
                <c:pt idx="351">
                  <c:v>4561.0</c:v>
                </c:pt>
                <c:pt idx="352">
                  <c:v>4562.0</c:v>
                </c:pt>
                <c:pt idx="353">
                  <c:v>4563.0</c:v>
                </c:pt>
                <c:pt idx="354">
                  <c:v>4564.0</c:v>
                </c:pt>
                <c:pt idx="355">
                  <c:v>4565.0</c:v>
                </c:pt>
                <c:pt idx="356">
                  <c:v>4566.0</c:v>
                </c:pt>
                <c:pt idx="357">
                  <c:v>4567.0</c:v>
                </c:pt>
                <c:pt idx="358">
                  <c:v>4568.0</c:v>
                </c:pt>
                <c:pt idx="359">
                  <c:v>4569.0</c:v>
                </c:pt>
                <c:pt idx="360">
                  <c:v>4570.0</c:v>
                </c:pt>
                <c:pt idx="361">
                  <c:v>4571.0</c:v>
                </c:pt>
                <c:pt idx="362">
                  <c:v>4572.0</c:v>
                </c:pt>
                <c:pt idx="363">
                  <c:v>4573.0</c:v>
                </c:pt>
                <c:pt idx="364">
                  <c:v>4574.0</c:v>
                </c:pt>
                <c:pt idx="365">
                  <c:v>4575.0</c:v>
                </c:pt>
                <c:pt idx="366">
                  <c:v>4576.0</c:v>
                </c:pt>
                <c:pt idx="367">
                  <c:v>4577.0</c:v>
                </c:pt>
                <c:pt idx="368">
                  <c:v>4578.0</c:v>
                </c:pt>
                <c:pt idx="369">
                  <c:v>4579.0</c:v>
                </c:pt>
                <c:pt idx="370">
                  <c:v>4580.0</c:v>
                </c:pt>
                <c:pt idx="371">
                  <c:v>4581.0</c:v>
                </c:pt>
                <c:pt idx="372">
                  <c:v>4582.0</c:v>
                </c:pt>
                <c:pt idx="373">
                  <c:v>4583.0</c:v>
                </c:pt>
                <c:pt idx="374">
                  <c:v>4584.0</c:v>
                </c:pt>
                <c:pt idx="375">
                  <c:v>4585.0</c:v>
                </c:pt>
                <c:pt idx="376">
                  <c:v>4586.0</c:v>
                </c:pt>
                <c:pt idx="377">
                  <c:v>4587.0</c:v>
                </c:pt>
                <c:pt idx="378">
                  <c:v>4588.0</c:v>
                </c:pt>
                <c:pt idx="379">
                  <c:v>4589.0</c:v>
                </c:pt>
                <c:pt idx="380">
                  <c:v>4590.0</c:v>
                </c:pt>
                <c:pt idx="381">
                  <c:v>4591.0</c:v>
                </c:pt>
                <c:pt idx="382">
                  <c:v>4592.0</c:v>
                </c:pt>
                <c:pt idx="383">
                  <c:v>4593.0</c:v>
                </c:pt>
                <c:pt idx="384">
                  <c:v>4594.0</c:v>
                </c:pt>
                <c:pt idx="385">
                  <c:v>4595.0</c:v>
                </c:pt>
                <c:pt idx="386">
                  <c:v>4596.0</c:v>
                </c:pt>
                <c:pt idx="387">
                  <c:v>4597.0</c:v>
                </c:pt>
                <c:pt idx="388">
                  <c:v>4598.0</c:v>
                </c:pt>
                <c:pt idx="389">
                  <c:v>4599.0</c:v>
                </c:pt>
                <c:pt idx="390">
                  <c:v>4600.0</c:v>
                </c:pt>
                <c:pt idx="391">
                  <c:v>4601.0</c:v>
                </c:pt>
                <c:pt idx="392">
                  <c:v>4602.0</c:v>
                </c:pt>
                <c:pt idx="393">
                  <c:v>4603.0</c:v>
                </c:pt>
                <c:pt idx="394">
                  <c:v>4604.0</c:v>
                </c:pt>
                <c:pt idx="395">
                  <c:v>4605.0</c:v>
                </c:pt>
                <c:pt idx="396">
                  <c:v>4606.0</c:v>
                </c:pt>
                <c:pt idx="397">
                  <c:v>4607.0</c:v>
                </c:pt>
                <c:pt idx="398">
                  <c:v>4608.0</c:v>
                </c:pt>
                <c:pt idx="399">
                  <c:v>4609.0</c:v>
                </c:pt>
                <c:pt idx="400">
                  <c:v>4610.0</c:v>
                </c:pt>
                <c:pt idx="401">
                  <c:v>4611.0</c:v>
                </c:pt>
                <c:pt idx="402">
                  <c:v>4612.0</c:v>
                </c:pt>
                <c:pt idx="403">
                  <c:v>4613.0</c:v>
                </c:pt>
                <c:pt idx="404">
                  <c:v>4614.0</c:v>
                </c:pt>
                <c:pt idx="405">
                  <c:v>4615.0</c:v>
                </c:pt>
                <c:pt idx="406">
                  <c:v>4616.0</c:v>
                </c:pt>
                <c:pt idx="407">
                  <c:v>4617.0</c:v>
                </c:pt>
                <c:pt idx="408">
                  <c:v>4618.0</c:v>
                </c:pt>
                <c:pt idx="409">
                  <c:v>4619.0</c:v>
                </c:pt>
                <c:pt idx="410">
                  <c:v>4620.0</c:v>
                </c:pt>
                <c:pt idx="411">
                  <c:v>4621.0</c:v>
                </c:pt>
                <c:pt idx="412">
                  <c:v>4622.0</c:v>
                </c:pt>
                <c:pt idx="413">
                  <c:v>4623.0</c:v>
                </c:pt>
                <c:pt idx="414">
                  <c:v>4624.0</c:v>
                </c:pt>
                <c:pt idx="415">
                  <c:v>4625.0</c:v>
                </c:pt>
                <c:pt idx="416">
                  <c:v>4626.0</c:v>
                </c:pt>
                <c:pt idx="417">
                  <c:v>4627.0</c:v>
                </c:pt>
                <c:pt idx="418">
                  <c:v>4628.0</c:v>
                </c:pt>
                <c:pt idx="419">
                  <c:v>4629.0</c:v>
                </c:pt>
                <c:pt idx="420">
                  <c:v>4630.0</c:v>
                </c:pt>
                <c:pt idx="421">
                  <c:v>4631.0</c:v>
                </c:pt>
                <c:pt idx="422">
                  <c:v>4632.0</c:v>
                </c:pt>
                <c:pt idx="423">
                  <c:v>4633.0</c:v>
                </c:pt>
                <c:pt idx="424">
                  <c:v>4634.0</c:v>
                </c:pt>
                <c:pt idx="425">
                  <c:v>4635.0</c:v>
                </c:pt>
                <c:pt idx="426">
                  <c:v>4636.0</c:v>
                </c:pt>
                <c:pt idx="427">
                  <c:v>4637.0</c:v>
                </c:pt>
                <c:pt idx="428">
                  <c:v>4638.0</c:v>
                </c:pt>
                <c:pt idx="429">
                  <c:v>4639.0</c:v>
                </c:pt>
                <c:pt idx="430">
                  <c:v>4640.0</c:v>
                </c:pt>
                <c:pt idx="431">
                  <c:v>4641.0</c:v>
                </c:pt>
                <c:pt idx="432">
                  <c:v>4642.0</c:v>
                </c:pt>
                <c:pt idx="433">
                  <c:v>4643.0</c:v>
                </c:pt>
                <c:pt idx="434">
                  <c:v>4644.0</c:v>
                </c:pt>
                <c:pt idx="435">
                  <c:v>4645.0</c:v>
                </c:pt>
                <c:pt idx="436">
                  <c:v>4646.0</c:v>
                </c:pt>
                <c:pt idx="437">
                  <c:v>4647.0</c:v>
                </c:pt>
                <c:pt idx="438">
                  <c:v>4648.0</c:v>
                </c:pt>
                <c:pt idx="439">
                  <c:v>4649.0</c:v>
                </c:pt>
                <c:pt idx="440">
                  <c:v>4650.0</c:v>
                </c:pt>
                <c:pt idx="441">
                  <c:v>4651.0</c:v>
                </c:pt>
                <c:pt idx="442">
                  <c:v>4652.0</c:v>
                </c:pt>
                <c:pt idx="443">
                  <c:v>4653.0</c:v>
                </c:pt>
                <c:pt idx="444">
                  <c:v>4654.0</c:v>
                </c:pt>
                <c:pt idx="445">
                  <c:v>4655.0</c:v>
                </c:pt>
                <c:pt idx="446">
                  <c:v>4656.0</c:v>
                </c:pt>
                <c:pt idx="447">
                  <c:v>4657.0</c:v>
                </c:pt>
                <c:pt idx="448">
                  <c:v>4658.0</c:v>
                </c:pt>
                <c:pt idx="449">
                  <c:v>4659.0</c:v>
                </c:pt>
                <c:pt idx="450">
                  <c:v>4660.0</c:v>
                </c:pt>
                <c:pt idx="451">
                  <c:v>4661.0</c:v>
                </c:pt>
                <c:pt idx="452">
                  <c:v>4662.0</c:v>
                </c:pt>
                <c:pt idx="453">
                  <c:v>4663.0</c:v>
                </c:pt>
                <c:pt idx="454">
                  <c:v>4664.0</c:v>
                </c:pt>
                <c:pt idx="455">
                  <c:v>4665.0</c:v>
                </c:pt>
                <c:pt idx="456">
                  <c:v>4666.0</c:v>
                </c:pt>
                <c:pt idx="457">
                  <c:v>4667.0</c:v>
                </c:pt>
                <c:pt idx="458">
                  <c:v>4668.0</c:v>
                </c:pt>
                <c:pt idx="459">
                  <c:v>4669.0</c:v>
                </c:pt>
                <c:pt idx="460">
                  <c:v>4670.0</c:v>
                </c:pt>
                <c:pt idx="461">
                  <c:v>4671.0</c:v>
                </c:pt>
                <c:pt idx="462">
                  <c:v>4672.0</c:v>
                </c:pt>
                <c:pt idx="463">
                  <c:v>4673.0</c:v>
                </c:pt>
                <c:pt idx="464">
                  <c:v>4674.0</c:v>
                </c:pt>
                <c:pt idx="465">
                  <c:v>4675.0</c:v>
                </c:pt>
                <c:pt idx="466">
                  <c:v>4676.0</c:v>
                </c:pt>
                <c:pt idx="467">
                  <c:v>4677.0</c:v>
                </c:pt>
                <c:pt idx="468">
                  <c:v>4678.0</c:v>
                </c:pt>
                <c:pt idx="469">
                  <c:v>4679.0</c:v>
                </c:pt>
                <c:pt idx="470">
                  <c:v>4680.0</c:v>
                </c:pt>
                <c:pt idx="471">
                  <c:v>4681.0</c:v>
                </c:pt>
                <c:pt idx="472">
                  <c:v>4682.0</c:v>
                </c:pt>
                <c:pt idx="473">
                  <c:v>4683.0</c:v>
                </c:pt>
                <c:pt idx="474">
                  <c:v>4684.0</c:v>
                </c:pt>
                <c:pt idx="475">
                  <c:v>4685.0</c:v>
                </c:pt>
                <c:pt idx="476">
                  <c:v>4686.0</c:v>
                </c:pt>
                <c:pt idx="477">
                  <c:v>4687.0</c:v>
                </c:pt>
                <c:pt idx="478">
                  <c:v>4688.0</c:v>
                </c:pt>
                <c:pt idx="479">
                  <c:v>4689.0</c:v>
                </c:pt>
                <c:pt idx="480">
                  <c:v>4690.0</c:v>
                </c:pt>
                <c:pt idx="481">
                  <c:v>4691.0</c:v>
                </c:pt>
                <c:pt idx="482">
                  <c:v>4692.0</c:v>
                </c:pt>
                <c:pt idx="483">
                  <c:v>4693.0</c:v>
                </c:pt>
                <c:pt idx="484">
                  <c:v>4694.0</c:v>
                </c:pt>
                <c:pt idx="485">
                  <c:v>4695.0</c:v>
                </c:pt>
                <c:pt idx="486">
                  <c:v>4696.0</c:v>
                </c:pt>
                <c:pt idx="487">
                  <c:v>4697.0</c:v>
                </c:pt>
                <c:pt idx="488">
                  <c:v>4698.0</c:v>
                </c:pt>
                <c:pt idx="489">
                  <c:v>4699.0</c:v>
                </c:pt>
                <c:pt idx="490">
                  <c:v>4700.0</c:v>
                </c:pt>
                <c:pt idx="491">
                  <c:v>4701.0</c:v>
                </c:pt>
                <c:pt idx="492">
                  <c:v>4702.0</c:v>
                </c:pt>
                <c:pt idx="493">
                  <c:v>4703.0</c:v>
                </c:pt>
                <c:pt idx="494">
                  <c:v>4704.0</c:v>
                </c:pt>
                <c:pt idx="495">
                  <c:v>4705.0</c:v>
                </c:pt>
                <c:pt idx="496">
                  <c:v>4706.0</c:v>
                </c:pt>
                <c:pt idx="497">
                  <c:v>4707.0</c:v>
                </c:pt>
                <c:pt idx="498">
                  <c:v>4708.0</c:v>
                </c:pt>
                <c:pt idx="499">
                  <c:v>4709.0</c:v>
                </c:pt>
                <c:pt idx="500">
                  <c:v>4710.0</c:v>
                </c:pt>
                <c:pt idx="501">
                  <c:v>4711.0</c:v>
                </c:pt>
                <c:pt idx="502">
                  <c:v>4712.0</c:v>
                </c:pt>
                <c:pt idx="503">
                  <c:v>4713.0</c:v>
                </c:pt>
                <c:pt idx="504">
                  <c:v>4714.0</c:v>
                </c:pt>
                <c:pt idx="505">
                  <c:v>4715.0</c:v>
                </c:pt>
                <c:pt idx="506">
                  <c:v>4716.0</c:v>
                </c:pt>
                <c:pt idx="507">
                  <c:v>4717.0</c:v>
                </c:pt>
                <c:pt idx="508">
                  <c:v>4718.0</c:v>
                </c:pt>
                <c:pt idx="509">
                  <c:v>4719.0</c:v>
                </c:pt>
                <c:pt idx="510">
                  <c:v>4720.0</c:v>
                </c:pt>
                <c:pt idx="511">
                  <c:v>4721.0</c:v>
                </c:pt>
                <c:pt idx="512">
                  <c:v>4722.0</c:v>
                </c:pt>
                <c:pt idx="513">
                  <c:v>4723.0</c:v>
                </c:pt>
                <c:pt idx="514">
                  <c:v>4724.0</c:v>
                </c:pt>
                <c:pt idx="515">
                  <c:v>4725.0</c:v>
                </c:pt>
                <c:pt idx="516">
                  <c:v>4726.0</c:v>
                </c:pt>
                <c:pt idx="517">
                  <c:v>4727.0</c:v>
                </c:pt>
                <c:pt idx="518">
                  <c:v>4728.0</c:v>
                </c:pt>
                <c:pt idx="519">
                  <c:v>4729.0</c:v>
                </c:pt>
                <c:pt idx="520">
                  <c:v>4730.0</c:v>
                </c:pt>
                <c:pt idx="521">
                  <c:v>4731.0</c:v>
                </c:pt>
                <c:pt idx="522">
                  <c:v>4732.0</c:v>
                </c:pt>
                <c:pt idx="523">
                  <c:v>4733.0</c:v>
                </c:pt>
                <c:pt idx="524">
                  <c:v>4734.0</c:v>
                </c:pt>
                <c:pt idx="525">
                  <c:v>4735.0</c:v>
                </c:pt>
                <c:pt idx="526">
                  <c:v>4736.0</c:v>
                </c:pt>
                <c:pt idx="527">
                  <c:v>4737.0</c:v>
                </c:pt>
                <c:pt idx="528">
                  <c:v>4738.0</c:v>
                </c:pt>
                <c:pt idx="529">
                  <c:v>4739.0</c:v>
                </c:pt>
                <c:pt idx="530">
                  <c:v>4740.0</c:v>
                </c:pt>
                <c:pt idx="531">
                  <c:v>4741.0</c:v>
                </c:pt>
                <c:pt idx="532">
                  <c:v>4742.0</c:v>
                </c:pt>
                <c:pt idx="533">
                  <c:v>4743.0</c:v>
                </c:pt>
                <c:pt idx="534">
                  <c:v>4744.0</c:v>
                </c:pt>
                <c:pt idx="535">
                  <c:v>4745.0</c:v>
                </c:pt>
                <c:pt idx="536">
                  <c:v>4746.0</c:v>
                </c:pt>
                <c:pt idx="537">
                  <c:v>4747.0</c:v>
                </c:pt>
                <c:pt idx="538">
                  <c:v>4748.0</c:v>
                </c:pt>
                <c:pt idx="539">
                  <c:v>4749.0</c:v>
                </c:pt>
                <c:pt idx="540">
                  <c:v>4750.0</c:v>
                </c:pt>
                <c:pt idx="541">
                  <c:v>4751.0</c:v>
                </c:pt>
                <c:pt idx="542">
                  <c:v>4752.0</c:v>
                </c:pt>
                <c:pt idx="543">
                  <c:v>4753.0</c:v>
                </c:pt>
                <c:pt idx="544">
                  <c:v>4754.0</c:v>
                </c:pt>
                <c:pt idx="545">
                  <c:v>4755.0</c:v>
                </c:pt>
                <c:pt idx="546">
                  <c:v>4756.0</c:v>
                </c:pt>
                <c:pt idx="547">
                  <c:v>4757.0</c:v>
                </c:pt>
                <c:pt idx="548">
                  <c:v>4758.0</c:v>
                </c:pt>
                <c:pt idx="549">
                  <c:v>4759.0</c:v>
                </c:pt>
                <c:pt idx="550">
                  <c:v>4760.0</c:v>
                </c:pt>
                <c:pt idx="551">
                  <c:v>4761.0</c:v>
                </c:pt>
                <c:pt idx="552">
                  <c:v>4762.0</c:v>
                </c:pt>
                <c:pt idx="553">
                  <c:v>4763.0</c:v>
                </c:pt>
                <c:pt idx="554">
                  <c:v>4764.0</c:v>
                </c:pt>
                <c:pt idx="555">
                  <c:v>4765.0</c:v>
                </c:pt>
                <c:pt idx="556">
                  <c:v>4766.0</c:v>
                </c:pt>
                <c:pt idx="557">
                  <c:v>4767.0</c:v>
                </c:pt>
                <c:pt idx="558">
                  <c:v>4768.0</c:v>
                </c:pt>
                <c:pt idx="559">
                  <c:v>4769.0</c:v>
                </c:pt>
                <c:pt idx="560">
                  <c:v>4770.0</c:v>
                </c:pt>
                <c:pt idx="561">
                  <c:v>4771.0</c:v>
                </c:pt>
                <c:pt idx="562">
                  <c:v>4772.0</c:v>
                </c:pt>
                <c:pt idx="563">
                  <c:v>4773.0</c:v>
                </c:pt>
                <c:pt idx="564">
                  <c:v>4774.0</c:v>
                </c:pt>
                <c:pt idx="565">
                  <c:v>4775.0</c:v>
                </c:pt>
                <c:pt idx="566">
                  <c:v>4776.0</c:v>
                </c:pt>
                <c:pt idx="567">
                  <c:v>4777.0</c:v>
                </c:pt>
                <c:pt idx="568">
                  <c:v>4778.0</c:v>
                </c:pt>
                <c:pt idx="569">
                  <c:v>4779.0</c:v>
                </c:pt>
                <c:pt idx="570">
                  <c:v>4780.0</c:v>
                </c:pt>
                <c:pt idx="571">
                  <c:v>4781.0</c:v>
                </c:pt>
                <c:pt idx="572">
                  <c:v>4782.0</c:v>
                </c:pt>
                <c:pt idx="573">
                  <c:v>4783.0</c:v>
                </c:pt>
                <c:pt idx="574">
                  <c:v>4784.0</c:v>
                </c:pt>
                <c:pt idx="575">
                  <c:v>4785.0</c:v>
                </c:pt>
                <c:pt idx="576">
                  <c:v>4786.0</c:v>
                </c:pt>
                <c:pt idx="577">
                  <c:v>4787.0</c:v>
                </c:pt>
                <c:pt idx="578">
                  <c:v>4788.0</c:v>
                </c:pt>
                <c:pt idx="579">
                  <c:v>4789.0</c:v>
                </c:pt>
                <c:pt idx="580">
                  <c:v>4790.0</c:v>
                </c:pt>
                <c:pt idx="581">
                  <c:v>4791.0</c:v>
                </c:pt>
                <c:pt idx="582">
                  <c:v>4792.0</c:v>
                </c:pt>
                <c:pt idx="583">
                  <c:v>4793.0</c:v>
                </c:pt>
                <c:pt idx="584">
                  <c:v>4794.0</c:v>
                </c:pt>
                <c:pt idx="585">
                  <c:v>4795.0</c:v>
                </c:pt>
                <c:pt idx="586">
                  <c:v>4796.0</c:v>
                </c:pt>
                <c:pt idx="587">
                  <c:v>4797.0</c:v>
                </c:pt>
                <c:pt idx="588">
                  <c:v>4798.0</c:v>
                </c:pt>
                <c:pt idx="589">
                  <c:v>4799.0</c:v>
                </c:pt>
                <c:pt idx="590">
                  <c:v>4800.0</c:v>
                </c:pt>
                <c:pt idx="591">
                  <c:v>4801.0</c:v>
                </c:pt>
                <c:pt idx="592">
                  <c:v>4802.0</c:v>
                </c:pt>
                <c:pt idx="593">
                  <c:v>4803.0</c:v>
                </c:pt>
                <c:pt idx="594">
                  <c:v>4804.0</c:v>
                </c:pt>
                <c:pt idx="595">
                  <c:v>4805.0</c:v>
                </c:pt>
                <c:pt idx="596">
                  <c:v>4806.0</c:v>
                </c:pt>
                <c:pt idx="597">
                  <c:v>4807.0</c:v>
                </c:pt>
                <c:pt idx="598">
                  <c:v>4808.0</c:v>
                </c:pt>
                <c:pt idx="599">
                  <c:v>4809.0</c:v>
                </c:pt>
                <c:pt idx="600">
                  <c:v>4810.0</c:v>
                </c:pt>
                <c:pt idx="601">
                  <c:v>4811.0</c:v>
                </c:pt>
                <c:pt idx="602">
                  <c:v>4812.0</c:v>
                </c:pt>
                <c:pt idx="603">
                  <c:v>4813.0</c:v>
                </c:pt>
                <c:pt idx="604">
                  <c:v>4814.0</c:v>
                </c:pt>
                <c:pt idx="605">
                  <c:v>4815.0</c:v>
                </c:pt>
                <c:pt idx="606">
                  <c:v>4816.0</c:v>
                </c:pt>
                <c:pt idx="607">
                  <c:v>4817.0</c:v>
                </c:pt>
                <c:pt idx="608">
                  <c:v>4818.0</c:v>
                </c:pt>
                <c:pt idx="609">
                  <c:v>4819.0</c:v>
                </c:pt>
                <c:pt idx="610">
                  <c:v>4820.0</c:v>
                </c:pt>
                <c:pt idx="611">
                  <c:v>4821.0</c:v>
                </c:pt>
                <c:pt idx="612">
                  <c:v>4822.0</c:v>
                </c:pt>
                <c:pt idx="613">
                  <c:v>4823.0</c:v>
                </c:pt>
                <c:pt idx="614">
                  <c:v>4824.0</c:v>
                </c:pt>
                <c:pt idx="615">
                  <c:v>4825.0</c:v>
                </c:pt>
                <c:pt idx="616">
                  <c:v>4826.0</c:v>
                </c:pt>
                <c:pt idx="617">
                  <c:v>4827.0</c:v>
                </c:pt>
                <c:pt idx="618">
                  <c:v>4828.0</c:v>
                </c:pt>
                <c:pt idx="619">
                  <c:v>4829.0</c:v>
                </c:pt>
                <c:pt idx="620">
                  <c:v>4830.0</c:v>
                </c:pt>
                <c:pt idx="621">
                  <c:v>4831.0</c:v>
                </c:pt>
                <c:pt idx="622">
                  <c:v>4832.0</c:v>
                </c:pt>
                <c:pt idx="623">
                  <c:v>4833.0</c:v>
                </c:pt>
                <c:pt idx="624">
                  <c:v>4834.0</c:v>
                </c:pt>
                <c:pt idx="625">
                  <c:v>4835.0</c:v>
                </c:pt>
                <c:pt idx="626">
                  <c:v>4836.0</c:v>
                </c:pt>
                <c:pt idx="627">
                  <c:v>4837.0</c:v>
                </c:pt>
                <c:pt idx="628">
                  <c:v>4838.0</c:v>
                </c:pt>
                <c:pt idx="629">
                  <c:v>4839.0</c:v>
                </c:pt>
                <c:pt idx="630">
                  <c:v>4840.0</c:v>
                </c:pt>
                <c:pt idx="631">
                  <c:v>4841.0</c:v>
                </c:pt>
                <c:pt idx="632">
                  <c:v>4842.0</c:v>
                </c:pt>
                <c:pt idx="633">
                  <c:v>4843.0</c:v>
                </c:pt>
                <c:pt idx="634">
                  <c:v>4844.0</c:v>
                </c:pt>
                <c:pt idx="635">
                  <c:v>4845.0</c:v>
                </c:pt>
                <c:pt idx="636">
                  <c:v>4846.0</c:v>
                </c:pt>
                <c:pt idx="637">
                  <c:v>4847.0</c:v>
                </c:pt>
                <c:pt idx="638">
                  <c:v>4848.0</c:v>
                </c:pt>
                <c:pt idx="639">
                  <c:v>4849.0</c:v>
                </c:pt>
                <c:pt idx="640">
                  <c:v>4850.0</c:v>
                </c:pt>
                <c:pt idx="641">
                  <c:v>4851.0</c:v>
                </c:pt>
                <c:pt idx="642">
                  <c:v>4852.0</c:v>
                </c:pt>
                <c:pt idx="643">
                  <c:v>4853.0</c:v>
                </c:pt>
                <c:pt idx="644">
                  <c:v>4854.0</c:v>
                </c:pt>
                <c:pt idx="645">
                  <c:v>4855.0</c:v>
                </c:pt>
                <c:pt idx="646">
                  <c:v>4856.0</c:v>
                </c:pt>
                <c:pt idx="647">
                  <c:v>4857.0</c:v>
                </c:pt>
                <c:pt idx="648">
                  <c:v>4858.0</c:v>
                </c:pt>
                <c:pt idx="649">
                  <c:v>4859.0</c:v>
                </c:pt>
                <c:pt idx="650">
                  <c:v>4860.0</c:v>
                </c:pt>
                <c:pt idx="651">
                  <c:v>4861.0</c:v>
                </c:pt>
                <c:pt idx="652">
                  <c:v>4862.0</c:v>
                </c:pt>
                <c:pt idx="653">
                  <c:v>4863.0</c:v>
                </c:pt>
                <c:pt idx="654">
                  <c:v>4864.0</c:v>
                </c:pt>
                <c:pt idx="655">
                  <c:v>4865.0</c:v>
                </c:pt>
                <c:pt idx="656">
                  <c:v>4866.0</c:v>
                </c:pt>
                <c:pt idx="657">
                  <c:v>4867.0</c:v>
                </c:pt>
                <c:pt idx="658">
                  <c:v>4868.0</c:v>
                </c:pt>
                <c:pt idx="659">
                  <c:v>4869.0</c:v>
                </c:pt>
                <c:pt idx="660">
                  <c:v>4870.0</c:v>
                </c:pt>
                <c:pt idx="661">
                  <c:v>4871.0</c:v>
                </c:pt>
                <c:pt idx="662">
                  <c:v>4872.0</c:v>
                </c:pt>
                <c:pt idx="663">
                  <c:v>4873.0</c:v>
                </c:pt>
                <c:pt idx="664">
                  <c:v>4874.0</c:v>
                </c:pt>
                <c:pt idx="665">
                  <c:v>4875.0</c:v>
                </c:pt>
                <c:pt idx="666">
                  <c:v>4876.0</c:v>
                </c:pt>
                <c:pt idx="667">
                  <c:v>4877.0</c:v>
                </c:pt>
                <c:pt idx="668">
                  <c:v>4878.0</c:v>
                </c:pt>
                <c:pt idx="669">
                  <c:v>4879.0</c:v>
                </c:pt>
                <c:pt idx="670">
                  <c:v>4880.0</c:v>
                </c:pt>
                <c:pt idx="671">
                  <c:v>4881.0</c:v>
                </c:pt>
                <c:pt idx="672">
                  <c:v>4882.0</c:v>
                </c:pt>
                <c:pt idx="673">
                  <c:v>4883.0</c:v>
                </c:pt>
                <c:pt idx="674">
                  <c:v>4884.0</c:v>
                </c:pt>
                <c:pt idx="675">
                  <c:v>4885.0</c:v>
                </c:pt>
                <c:pt idx="676">
                  <c:v>4886.0</c:v>
                </c:pt>
                <c:pt idx="677">
                  <c:v>4887.0</c:v>
                </c:pt>
                <c:pt idx="678">
                  <c:v>4888.0</c:v>
                </c:pt>
                <c:pt idx="679">
                  <c:v>4889.0</c:v>
                </c:pt>
                <c:pt idx="680">
                  <c:v>4890.0</c:v>
                </c:pt>
                <c:pt idx="681">
                  <c:v>4891.0</c:v>
                </c:pt>
                <c:pt idx="682">
                  <c:v>4892.0</c:v>
                </c:pt>
                <c:pt idx="683">
                  <c:v>4893.0</c:v>
                </c:pt>
                <c:pt idx="684">
                  <c:v>4894.0</c:v>
                </c:pt>
                <c:pt idx="685">
                  <c:v>4895.0</c:v>
                </c:pt>
                <c:pt idx="686">
                  <c:v>4896.0</c:v>
                </c:pt>
                <c:pt idx="687">
                  <c:v>4897.0</c:v>
                </c:pt>
                <c:pt idx="688">
                  <c:v>4898.0</c:v>
                </c:pt>
                <c:pt idx="689">
                  <c:v>4899.0</c:v>
                </c:pt>
                <c:pt idx="690">
                  <c:v>4900.0</c:v>
                </c:pt>
                <c:pt idx="691">
                  <c:v>4901.0</c:v>
                </c:pt>
                <c:pt idx="692">
                  <c:v>4902.0</c:v>
                </c:pt>
                <c:pt idx="693">
                  <c:v>4903.0</c:v>
                </c:pt>
                <c:pt idx="694">
                  <c:v>4904.0</c:v>
                </c:pt>
                <c:pt idx="695">
                  <c:v>4905.0</c:v>
                </c:pt>
                <c:pt idx="696">
                  <c:v>4906.0</c:v>
                </c:pt>
                <c:pt idx="697">
                  <c:v>4907.0</c:v>
                </c:pt>
                <c:pt idx="698">
                  <c:v>4908.0</c:v>
                </c:pt>
                <c:pt idx="699">
                  <c:v>4909.0</c:v>
                </c:pt>
                <c:pt idx="700">
                  <c:v>4910.0</c:v>
                </c:pt>
                <c:pt idx="701">
                  <c:v>4911.0</c:v>
                </c:pt>
                <c:pt idx="702">
                  <c:v>4912.0</c:v>
                </c:pt>
                <c:pt idx="703">
                  <c:v>4913.0</c:v>
                </c:pt>
                <c:pt idx="704">
                  <c:v>4914.0</c:v>
                </c:pt>
                <c:pt idx="705">
                  <c:v>4915.0</c:v>
                </c:pt>
                <c:pt idx="706">
                  <c:v>4916.0</c:v>
                </c:pt>
                <c:pt idx="707">
                  <c:v>4917.0</c:v>
                </c:pt>
                <c:pt idx="708">
                  <c:v>4918.0</c:v>
                </c:pt>
                <c:pt idx="709">
                  <c:v>4919.0</c:v>
                </c:pt>
                <c:pt idx="710">
                  <c:v>4920.0</c:v>
                </c:pt>
                <c:pt idx="711">
                  <c:v>4921.0</c:v>
                </c:pt>
                <c:pt idx="712">
                  <c:v>4922.0</c:v>
                </c:pt>
                <c:pt idx="713">
                  <c:v>4923.0</c:v>
                </c:pt>
                <c:pt idx="714">
                  <c:v>4924.0</c:v>
                </c:pt>
                <c:pt idx="715">
                  <c:v>4925.0</c:v>
                </c:pt>
                <c:pt idx="716">
                  <c:v>4926.0</c:v>
                </c:pt>
                <c:pt idx="717">
                  <c:v>4927.0</c:v>
                </c:pt>
                <c:pt idx="718">
                  <c:v>4928.0</c:v>
                </c:pt>
                <c:pt idx="719">
                  <c:v>4929.0</c:v>
                </c:pt>
                <c:pt idx="720">
                  <c:v>4930.0</c:v>
                </c:pt>
                <c:pt idx="721">
                  <c:v>4931.0</c:v>
                </c:pt>
                <c:pt idx="722">
                  <c:v>4932.0</c:v>
                </c:pt>
                <c:pt idx="723">
                  <c:v>4933.0</c:v>
                </c:pt>
                <c:pt idx="724">
                  <c:v>4934.0</c:v>
                </c:pt>
                <c:pt idx="725">
                  <c:v>4935.0</c:v>
                </c:pt>
                <c:pt idx="726">
                  <c:v>4936.0</c:v>
                </c:pt>
                <c:pt idx="727">
                  <c:v>4937.0</c:v>
                </c:pt>
                <c:pt idx="728">
                  <c:v>4938.0</c:v>
                </c:pt>
                <c:pt idx="729">
                  <c:v>4939.0</c:v>
                </c:pt>
                <c:pt idx="730">
                  <c:v>4940.0</c:v>
                </c:pt>
                <c:pt idx="731">
                  <c:v>4941.0</c:v>
                </c:pt>
                <c:pt idx="732">
                  <c:v>4942.0</c:v>
                </c:pt>
                <c:pt idx="733">
                  <c:v>4943.0</c:v>
                </c:pt>
                <c:pt idx="734">
                  <c:v>4944.0</c:v>
                </c:pt>
                <c:pt idx="735">
                  <c:v>4945.0</c:v>
                </c:pt>
                <c:pt idx="736">
                  <c:v>4946.0</c:v>
                </c:pt>
                <c:pt idx="737">
                  <c:v>4947.0</c:v>
                </c:pt>
                <c:pt idx="738">
                  <c:v>4948.0</c:v>
                </c:pt>
                <c:pt idx="739">
                  <c:v>4949.0</c:v>
                </c:pt>
                <c:pt idx="740">
                  <c:v>4950.0</c:v>
                </c:pt>
                <c:pt idx="741">
                  <c:v>4951.0</c:v>
                </c:pt>
                <c:pt idx="742">
                  <c:v>4952.0</c:v>
                </c:pt>
                <c:pt idx="743">
                  <c:v>4953.0</c:v>
                </c:pt>
                <c:pt idx="744">
                  <c:v>4954.0</c:v>
                </c:pt>
                <c:pt idx="745">
                  <c:v>4955.0</c:v>
                </c:pt>
                <c:pt idx="746">
                  <c:v>4956.0</c:v>
                </c:pt>
                <c:pt idx="747">
                  <c:v>4957.0</c:v>
                </c:pt>
                <c:pt idx="748">
                  <c:v>4958.0</c:v>
                </c:pt>
                <c:pt idx="749">
                  <c:v>4959.0</c:v>
                </c:pt>
                <c:pt idx="750">
                  <c:v>4960.0</c:v>
                </c:pt>
                <c:pt idx="751">
                  <c:v>4961.0</c:v>
                </c:pt>
                <c:pt idx="752">
                  <c:v>4962.0</c:v>
                </c:pt>
                <c:pt idx="753">
                  <c:v>4963.0</c:v>
                </c:pt>
                <c:pt idx="754">
                  <c:v>4964.0</c:v>
                </c:pt>
                <c:pt idx="755">
                  <c:v>4965.0</c:v>
                </c:pt>
                <c:pt idx="756">
                  <c:v>4966.0</c:v>
                </c:pt>
                <c:pt idx="757">
                  <c:v>4967.0</c:v>
                </c:pt>
                <c:pt idx="758">
                  <c:v>4968.0</c:v>
                </c:pt>
                <c:pt idx="759">
                  <c:v>4969.0</c:v>
                </c:pt>
                <c:pt idx="760">
                  <c:v>4970.0</c:v>
                </c:pt>
                <c:pt idx="761">
                  <c:v>4971.0</c:v>
                </c:pt>
                <c:pt idx="762">
                  <c:v>4972.0</c:v>
                </c:pt>
                <c:pt idx="763">
                  <c:v>4973.0</c:v>
                </c:pt>
                <c:pt idx="764">
                  <c:v>4974.0</c:v>
                </c:pt>
                <c:pt idx="765">
                  <c:v>4975.0</c:v>
                </c:pt>
                <c:pt idx="766">
                  <c:v>4976.0</c:v>
                </c:pt>
                <c:pt idx="767">
                  <c:v>4977.0</c:v>
                </c:pt>
                <c:pt idx="768">
                  <c:v>4978.0</c:v>
                </c:pt>
                <c:pt idx="769">
                  <c:v>4979.0</c:v>
                </c:pt>
                <c:pt idx="770">
                  <c:v>4980.0</c:v>
                </c:pt>
                <c:pt idx="771">
                  <c:v>4981.0</c:v>
                </c:pt>
                <c:pt idx="772">
                  <c:v>4982.0</c:v>
                </c:pt>
                <c:pt idx="773">
                  <c:v>4983.0</c:v>
                </c:pt>
                <c:pt idx="774">
                  <c:v>4984.0</c:v>
                </c:pt>
                <c:pt idx="775">
                  <c:v>4985.0</c:v>
                </c:pt>
                <c:pt idx="776">
                  <c:v>4986.0</c:v>
                </c:pt>
                <c:pt idx="777">
                  <c:v>4987.0</c:v>
                </c:pt>
                <c:pt idx="778">
                  <c:v>4988.0</c:v>
                </c:pt>
                <c:pt idx="779">
                  <c:v>4989.0</c:v>
                </c:pt>
                <c:pt idx="780">
                  <c:v>4990.0</c:v>
                </c:pt>
                <c:pt idx="781">
                  <c:v>4991.0</c:v>
                </c:pt>
                <c:pt idx="782">
                  <c:v>4992.0</c:v>
                </c:pt>
                <c:pt idx="783">
                  <c:v>4993.0</c:v>
                </c:pt>
                <c:pt idx="784">
                  <c:v>4994.0</c:v>
                </c:pt>
                <c:pt idx="785">
                  <c:v>4995.0</c:v>
                </c:pt>
                <c:pt idx="786">
                  <c:v>4996.0</c:v>
                </c:pt>
                <c:pt idx="787">
                  <c:v>4997.0</c:v>
                </c:pt>
                <c:pt idx="788">
                  <c:v>4998.0</c:v>
                </c:pt>
                <c:pt idx="789">
                  <c:v>4999.0</c:v>
                </c:pt>
                <c:pt idx="790">
                  <c:v>5000.0</c:v>
                </c:pt>
                <c:pt idx="791">
                  <c:v>5001.0</c:v>
                </c:pt>
                <c:pt idx="792">
                  <c:v>5002.0</c:v>
                </c:pt>
                <c:pt idx="793">
                  <c:v>5003.0</c:v>
                </c:pt>
                <c:pt idx="794">
                  <c:v>5004.0</c:v>
                </c:pt>
                <c:pt idx="795">
                  <c:v>5005.0</c:v>
                </c:pt>
                <c:pt idx="796">
                  <c:v>5006.0</c:v>
                </c:pt>
                <c:pt idx="797">
                  <c:v>5007.0</c:v>
                </c:pt>
                <c:pt idx="798">
                  <c:v>5008.0</c:v>
                </c:pt>
                <c:pt idx="799">
                  <c:v>5009.0</c:v>
                </c:pt>
                <c:pt idx="800">
                  <c:v>5010.0</c:v>
                </c:pt>
                <c:pt idx="801">
                  <c:v>5011.0</c:v>
                </c:pt>
                <c:pt idx="802">
                  <c:v>5012.0</c:v>
                </c:pt>
                <c:pt idx="803">
                  <c:v>5013.0</c:v>
                </c:pt>
                <c:pt idx="804">
                  <c:v>5014.0</c:v>
                </c:pt>
                <c:pt idx="805">
                  <c:v>5015.0</c:v>
                </c:pt>
                <c:pt idx="806">
                  <c:v>5016.0</c:v>
                </c:pt>
                <c:pt idx="807">
                  <c:v>5017.0</c:v>
                </c:pt>
                <c:pt idx="808">
                  <c:v>5018.0</c:v>
                </c:pt>
                <c:pt idx="809">
                  <c:v>5019.0</c:v>
                </c:pt>
                <c:pt idx="810">
                  <c:v>5020.0</c:v>
                </c:pt>
                <c:pt idx="811">
                  <c:v>5021.0</c:v>
                </c:pt>
                <c:pt idx="812">
                  <c:v>5022.0</c:v>
                </c:pt>
                <c:pt idx="813">
                  <c:v>5023.0</c:v>
                </c:pt>
                <c:pt idx="814">
                  <c:v>5024.0</c:v>
                </c:pt>
                <c:pt idx="815">
                  <c:v>5025.0</c:v>
                </c:pt>
                <c:pt idx="816">
                  <c:v>5026.0</c:v>
                </c:pt>
                <c:pt idx="817">
                  <c:v>5027.0</c:v>
                </c:pt>
                <c:pt idx="818">
                  <c:v>5028.0</c:v>
                </c:pt>
                <c:pt idx="819">
                  <c:v>5029.0</c:v>
                </c:pt>
                <c:pt idx="820">
                  <c:v>5030.0</c:v>
                </c:pt>
                <c:pt idx="821">
                  <c:v>5031.0</c:v>
                </c:pt>
                <c:pt idx="822">
                  <c:v>5032.0</c:v>
                </c:pt>
                <c:pt idx="823">
                  <c:v>5033.0</c:v>
                </c:pt>
                <c:pt idx="824">
                  <c:v>5034.0</c:v>
                </c:pt>
                <c:pt idx="825">
                  <c:v>5035.0</c:v>
                </c:pt>
                <c:pt idx="826">
                  <c:v>5036.0</c:v>
                </c:pt>
                <c:pt idx="827">
                  <c:v>5037.0</c:v>
                </c:pt>
                <c:pt idx="828">
                  <c:v>5038.0</c:v>
                </c:pt>
                <c:pt idx="829">
                  <c:v>5039.0</c:v>
                </c:pt>
                <c:pt idx="830">
                  <c:v>5040.0</c:v>
                </c:pt>
                <c:pt idx="831">
                  <c:v>5041.0</c:v>
                </c:pt>
                <c:pt idx="832">
                  <c:v>5042.0</c:v>
                </c:pt>
                <c:pt idx="833">
                  <c:v>5043.0</c:v>
                </c:pt>
                <c:pt idx="834">
                  <c:v>5044.0</c:v>
                </c:pt>
                <c:pt idx="835">
                  <c:v>5045.0</c:v>
                </c:pt>
                <c:pt idx="836">
                  <c:v>5046.0</c:v>
                </c:pt>
                <c:pt idx="837">
                  <c:v>5047.0</c:v>
                </c:pt>
                <c:pt idx="838">
                  <c:v>5048.0</c:v>
                </c:pt>
                <c:pt idx="839">
                  <c:v>5049.0</c:v>
                </c:pt>
                <c:pt idx="840">
                  <c:v>5050.0</c:v>
                </c:pt>
                <c:pt idx="841">
                  <c:v>5051.0</c:v>
                </c:pt>
                <c:pt idx="842">
                  <c:v>5052.0</c:v>
                </c:pt>
                <c:pt idx="843">
                  <c:v>5053.0</c:v>
                </c:pt>
                <c:pt idx="844">
                  <c:v>5054.0</c:v>
                </c:pt>
                <c:pt idx="845">
                  <c:v>5055.0</c:v>
                </c:pt>
                <c:pt idx="846">
                  <c:v>5056.0</c:v>
                </c:pt>
                <c:pt idx="847">
                  <c:v>5057.0</c:v>
                </c:pt>
                <c:pt idx="848">
                  <c:v>5058.0</c:v>
                </c:pt>
                <c:pt idx="849">
                  <c:v>5059.0</c:v>
                </c:pt>
                <c:pt idx="850">
                  <c:v>5060.0</c:v>
                </c:pt>
                <c:pt idx="851">
                  <c:v>5061.0</c:v>
                </c:pt>
                <c:pt idx="852">
                  <c:v>5062.0</c:v>
                </c:pt>
                <c:pt idx="853">
                  <c:v>5063.0</c:v>
                </c:pt>
                <c:pt idx="854">
                  <c:v>5064.0</c:v>
                </c:pt>
                <c:pt idx="855">
                  <c:v>5065.0</c:v>
                </c:pt>
                <c:pt idx="856">
                  <c:v>5066.0</c:v>
                </c:pt>
                <c:pt idx="857">
                  <c:v>5067.0</c:v>
                </c:pt>
                <c:pt idx="858">
                  <c:v>5068.0</c:v>
                </c:pt>
                <c:pt idx="859">
                  <c:v>5069.0</c:v>
                </c:pt>
                <c:pt idx="860">
                  <c:v>5070.0</c:v>
                </c:pt>
                <c:pt idx="861">
                  <c:v>5071.0</c:v>
                </c:pt>
                <c:pt idx="862">
                  <c:v>5072.0</c:v>
                </c:pt>
                <c:pt idx="863">
                  <c:v>5073.0</c:v>
                </c:pt>
                <c:pt idx="864">
                  <c:v>5074.0</c:v>
                </c:pt>
                <c:pt idx="865">
                  <c:v>5075.0</c:v>
                </c:pt>
                <c:pt idx="866">
                  <c:v>5076.0</c:v>
                </c:pt>
                <c:pt idx="867">
                  <c:v>5077.0</c:v>
                </c:pt>
                <c:pt idx="868">
                  <c:v>5078.0</c:v>
                </c:pt>
                <c:pt idx="869">
                  <c:v>5079.0</c:v>
                </c:pt>
                <c:pt idx="870">
                  <c:v>5080.0</c:v>
                </c:pt>
                <c:pt idx="871">
                  <c:v>5081.0</c:v>
                </c:pt>
                <c:pt idx="872">
                  <c:v>5082.0</c:v>
                </c:pt>
                <c:pt idx="873">
                  <c:v>5083.0</c:v>
                </c:pt>
                <c:pt idx="874">
                  <c:v>5084.0</c:v>
                </c:pt>
                <c:pt idx="875">
                  <c:v>5085.0</c:v>
                </c:pt>
                <c:pt idx="876">
                  <c:v>5086.0</c:v>
                </c:pt>
                <c:pt idx="877">
                  <c:v>5087.0</c:v>
                </c:pt>
                <c:pt idx="878">
                  <c:v>5088.0</c:v>
                </c:pt>
                <c:pt idx="879">
                  <c:v>5089.0</c:v>
                </c:pt>
                <c:pt idx="880">
                  <c:v>5090.0</c:v>
                </c:pt>
                <c:pt idx="881">
                  <c:v>5091.0</c:v>
                </c:pt>
                <c:pt idx="882">
                  <c:v>5092.0</c:v>
                </c:pt>
                <c:pt idx="883">
                  <c:v>5093.0</c:v>
                </c:pt>
                <c:pt idx="884">
                  <c:v>5094.0</c:v>
                </c:pt>
                <c:pt idx="885">
                  <c:v>5095.0</c:v>
                </c:pt>
                <c:pt idx="886">
                  <c:v>5096.0</c:v>
                </c:pt>
                <c:pt idx="887">
                  <c:v>5097.0</c:v>
                </c:pt>
                <c:pt idx="888">
                  <c:v>5098.0</c:v>
                </c:pt>
                <c:pt idx="889">
                  <c:v>5099.0</c:v>
                </c:pt>
                <c:pt idx="890">
                  <c:v>5100.0</c:v>
                </c:pt>
                <c:pt idx="891">
                  <c:v>5101.0</c:v>
                </c:pt>
                <c:pt idx="892">
                  <c:v>5102.0</c:v>
                </c:pt>
                <c:pt idx="893">
                  <c:v>5103.0</c:v>
                </c:pt>
                <c:pt idx="894">
                  <c:v>5104.0</c:v>
                </c:pt>
                <c:pt idx="895">
                  <c:v>5105.0</c:v>
                </c:pt>
                <c:pt idx="896">
                  <c:v>5106.0</c:v>
                </c:pt>
                <c:pt idx="897">
                  <c:v>5107.0</c:v>
                </c:pt>
                <c:pt idx="898">
                  <c:v>5108.0</c:v>
                </c:pt>
                <c:pt idx="899">
                  <c:v>5109.0</c:v>
                </c:pt>
                <c:pt idx="900">
                  <c:v>5110.0</c:v>
                </c:pt>
                <c:pt idx="901">
                  <c:v>5111.0</c:v>
                </c:pt>
                <c:pt idx="902">
                  <c:v>5112.0</c:v>
                </c:pt>
                <c:pt idx="903">
                  <c:v>5113.0</c:v>
                </c:pt>
                <c:pt idx="904">
                  <c:v>5114.0</c:v>
                </c:pt>
                <c:pt idx="905">
                  <c:v>5115.0</c:v>
                </c:pt>
                <c:pt idx="906">
                  <c:v>5116.0</c:v>
                </c:pt>
                <c:pt idx="907">
                  <c:v>5117.0</c:v>
                </c:pt>
                <c:pt idx="908">
                  <c:v>5118.0</c:v>
                </c:pt>
                <c:pt idx="909">
                  <c:v>5119.0</c:v>
                </c:pt>
                <c:pt idx="910">
                  <c:v>5120.0</c:v>
                </c:pt>
                <c:pt idx="911">
                  <c:v>5121.0</c:v>
                </c:pt>
                <c:pt idx="912">
                  <c:v>5122.0</c:v>
                </c:pt>
                <c:pt idx="913">
                  <c:v>5123.0</c:v>
                </c:pt>
                <c:pt idx="914">
                  <c:v>5124.0</c:v>
                </c:pt>
                <c:pt idx="915">
                  <c:v>5125.0</c:v>
                </c:pt>
                <c:pt idx="916">
                  <c:v>5126.0</c:v>
                </c:pt>
                <c:pt idx="917">
                  <c:v>5127.0</c:v>
                </c:pt>
                <c:pt idx="918">
                  <c:v>5128.0</c:v>
                </c:pt>
                <c:pt idx="919">
                  <c:v>5129.0</c:v>
                </c:pt>
                <c:pt idx="920">
                  <c:v>5130.0</c:v>
                </c:pt>
                <c:pt idx="921">
                  <c:v>5131.0</c:v>
                </c:pt>
                <c:pt idx="922">
                  <c:v>5132.0</c:v>
                </c:pt>
                <c:pt idx="923">
                  <c:v>5133.0</c:v>
                </c:pt>
                <c:pt idx="924">
                  <c:v>5134.0</c:v>
                </c:pt>
                <c:pt idx="925">
                  <c:v>5135.0</c:v>
                </c:pt>
                <c:pt idx="926">
                  <c:v>5136.0</c:v>
                </c:pt>
                <c:pt idx="927">
                  <c:v>5137.0</c:v>
                </c:pt>
                <c:pt idx="928">
                  <c:v>5138.0</c:v>
                </c:pt>
                <c:pt idx="929">
                  <c:v>5139.0</c:v>
                </c:pt>
                <c:pt idx="930">
                  <c:v>5140.0</c:v>
                </c:pt>
                <c:pt idx="931">
                  <c:v>5141.0</c:v>
                </c:pt>
                <c:pt idx="932">
                  <c:v>5142.0</c:v>
                </c:pt>
                <c:pt idx="933">
                  <c:v>5143.0</c:v>
                </c:pt>
                <c:pt idx="934">
                  <c:v>5144.0</c:v>
                </c:pt>
                <c:pt idx="935">
                  <c:v>5145.0</c:v>
                </c:pt>
                <c:pt idx="936">
                  <c:v>5146.0</c:v>
                </c:pt>
                <c:pt idx="937">
                  <c:v>5147.0</c:v>
                </c:pt>
                <c:pt idx="938">
                  <c:v>5148.0</c:v>
                </c:pt>
                <c:pt idx="939">
                  <c:v>5149.0</c:v>
                </c:pt>
                <c:pt idx="940">
                  <c:v>5150.0</c:v>
                </c:pt>
                <c:pt idx="941">
                  <c:v>5151.0</c:v>
                </c:pt>
                <c:pt idx="942">
                  <c:v>5152.0</c:v>
                </c:pt>
                <c:pt idx="943">
                  <c:v>5153.0</c:v>
                </c:pt>
                <c:pt idx="944">
                  <c:v>5154.0</c:v>
                </c:pt>
                <c:pt idx="945">
                  <c:v>5155.0</c:v>
                </c:pt>
                <c:pt idx="946">
                  <c:v>5156.0</c:v>
                </c:pt>
                <c:pt idx="947">
                  <c:v>5157.0</c:v>
                </c:pt>
                <c:pt idx="948">
                  <c:v>5158.0</c:v>
                </c:pt>
                <c:pt idx="949">
                  <c:v>5159.0</c:v>
                </c:pt>
                <c:pt idx="950">
                  <c:v>5160.0</c:v>
                </c:pt>
                <c:pt idx="951">
                  <c:v>5161.0</c:v>
                </c:pt>
                <c:pt idx="952">
                  <c:v>5162.0</c:v>
                </c:pt>
                <c:pt idx="953">
                  <c:v>5163.0</c:v>
                </c:pt>
                <c:pt idx="954">
                  <c:v>5164.0</c:v>
                </c:pt>
                <c:pt idx="955">
                  <c:v>5165.0</c:v>
                </c:pt>
                <c:pt idx="956">
                  <c:v>5166.0</c:v>
                </c:pt>
                <c:pt idx="957">
                  <c:v>5167.0</c:v>
                </c:pt>
                <c:pt idx="958">
                  <c:v>5168.0</c:v>
                </c:pt>
                <c:pt idx="959">
                  <c:v>5169.0</c:v>
                </c:pt>
                <c:pt idx="960">
                  <c:v>5170.0</c:v>
                </c:pt>
                <c:pt idx="961">
                  <c:v>5171.0</c:v>
                </c:pt>
                <c:pt idx="962">
                  <c:v>5172.0</c:v>
                </c:pt>
                <c:pt idx="963">
                  <c:v>5173.0</c:v>
                </c:pt>
                <c:pt idx="964">
                  <c:v>5174.0</c:v>
                </c:pt>
                <c:pt idx="965">
                  <c:v>5175.0</c:v>
                </c:pt>
                <c:pt idx="966">
                  <c:v>5176.0</c:v>
                </c:pt>
                <c:pt idx="967">
                  <c:v>5177.0</c:v>
                </c:pt>
                <c:pt idx="968">
                  <c:v>5178.0</c:v>
                </c:pt>
                <c:pt idx="969">
                  <c:v>5179.0</c:v>
                </c:pt>
                <c:pt idx="970">
                  <c:v>5180.0</c:v>
                </c:pt>
                <c:pt idx="971">
                  <c:v>5181.0</c:v>
                </c:pt>
                <c:pt idx="972">
                  <c:v>5182.0</c:v>
                </c:pt>
                <c:pt idx="973">
                  <c:v>5183.0</c:v>
                </c:pt>
                <c:pt idx="974">
                  <c:v>5184.0</c:v>
                </c:pt>
                <c:pt idx="975">
                  <c:v>5185.0</c:v>
                </c:pt>
                <c:pt idx="976">
                  <c:v>5186.0</c:v>
                </c:pt>
                <c:pt idx="977">
                  <c:v>5187.0</c:v>
                </c:pt>
                <c:pt idx="978">
                  <c:v>5188.0</c:v>
                </c:pt>
                <c:pt idx="979">
                  <c:v>5189.0</c:v>
                </c:pt>
                <c:pt idx="980">
                  <c:v>5190.0</c:v>
                </c:pt>
                <c:pt idx="981">
                  <c:v>5191.0</c:v>
                </c:pt>
                <c:pt idx="982">
                  <c:v>5192.0</c:v>
                </c:pt>
                <c:pt idx="983">
                  <c:v>5193.0</c:v>
                </c:pt>
                <c:pt idx="984">
                  <c:v>5194.0</c:v>
                </c:pt>
                <c:pt idx="985">
                  <c:v>5195.0</c:v>
                </c:pt>
                <c:pt idx="986">
                  <c:v>5196.0</c:v>
                </c:pt>
                <c:pt idx="987">
                  <c:v>5197.0</c:v>
                </c:pt>
                <c:pt idx="988">
                  <c:v>5198.0</c:v>
                </c:pt>
                <c:pt idx="989">
                  <c:v>5199.0</c:v>
                </c:pt>
                <c:pt idx="990">
                  <c:v>5200.0</c:v>
                </c:pt>
                <c:pt idx="991">
                  <c:v>5201.0</c:v>
                </c:pt>
                <c:pt idx="992">
                  <c:v>5202.0</c:v>
                </c:pt>
                <c:pt idx="993">
                  <c:v>5203.0</c:v>
                </c:pt>
                <c:pt idx="994">
                  <c:v>5204.0</c:v>
                </c:pt>
                <c:pt idx="995">
                  <c:v>5205.0</c:v>
                </c:pt>
                <c:pt idx="996">
                  <c:v>5206.0</c:v>
                </c:pt>
                <c:pt idx="997">
                  <c:v>5207.0</c:v>
                </c:pt>
                <c:pt idx="998">
                  <c:v>5208.0</c:v>
                </c:pt>
                <c:pt idx="999">
                  <c:v>5209.0</c:v>
                </c:pt>
                <c:pt idx="1000">
                  <c:v>5210.0</c:v>
                </c:pt>
                <c:pt idx="1001">
                  <c:v>5211.0</c:v>
                </c:pt>
                <c:pt idx="1002">
                  <c:v>5212.0</c:v>
                </c:pt>
                <c:pt idx="1003">
                  <c:v>5213.0</c:v>
                </c:pt>
                <c:pt idx="1004">
                  <c:v>5214.0</c:v>
                </c:pt>
                <c:pt idx="1005">
                  <c:v>5215.0</c:v>
                </c:pt>
                <c:pt idx="1006">
                  <c:v>5216.0</c:v>
                </c:pt>
                <c:pt idx="1007">
                  <c:v>5217.0</c:v>
                </c:pt>
                <c:pt idx="1008">
                  <c:v>5218.0</c:v>
                </c:pt>
                <c:pt idx="1009">
                  <c:v>5219.0</c:v>
                </c:pt>
                <c:pt idx="1010">
                  <c:v>5220.0</c:v>
                </c:pt>
                <c:pt idx="1011">
                  <c:v>5221.0</c:v>
                </c:pt>
                <c:pt idx="1012">
                  <c:v>5222.0</c:v>
                </c:pt>
                <c:pt idx="1013">
                  <c:v>5223.0</c:v>
                </c:pt>
                <c:pt idx="1014">
                  <c:v>5224.0</c:v>
                </c:pt>
                <c:pt idx="1015">
                  <c:v>5225.0</c:v>
                </c:pt>
                <c:pt idx="1016">
                  <c:v>5226.0</c:v>
                </c:pt>
                <c:pt idx="1017">
                  <c:v>5227.0</c:v>
                </c:pt>
                <c:pt idx="1018">
                  <c:v>5228.0</c:v>
                </c:pt>
                <c:pt idx="1019">
                  <c:v>5229.0</c:v>
                </c:pt>
                <c:pt idx="1020">
                  <c:v>5230.0</c:v>
                </c:pt>
                <c:pt idx="1021">
                  <c:v>5231.0</c:v>
                </c:pt>
                <c:pt idx="1022">
                  <c:v>5232.0</c:v>
                </c:pt>
                <c:pt idx="1023">
                  <c:v>5233.0</c:v>
                </c:pt>
                <c:pt idx="1024">
                  <c:v>5234.0</c:v>
                </c:pt>
                <c:pt idx="1025">
                  <c:v>5235.0</c:v>
                </c:pt>
                <c:pt idx="1026">
                  <c:v>5236.0</c:v>
                </c:pt>
                <c:pt idx="1027">
                  <c:v>5237.0</c:v>
                </c:pt>
                <c:pt idx="1028">
                  <c:v>5238.0</c:v>
                </c:pt>
                <c:pt idx="1029">
                  <c:v>5239.0</c:v>
                </c:pt>
                <c:pt idx="1030">
                  <c:v>5240.0</c:v>
                </c:pt>
                <c:pt idx="1031">
                  <c:v>5241.0</c:v>
                </c:pt>
                <c:pt idx="1032">
                  <c:v>5242.0</c:v>
                </c:pt>
                <c:pt idx="1033">
                  <c:v>5243.0</c:v>
                </c:pt>
                <c:pt idx="1034">
                  <c:v>5244.0</c:v>
                </c:pt>
                <c:pt idx="1035">
                  <c:v>5245.0</c:v>
                </c:pt>
                <c:pt idx="1036">
                  <c:v>5246.0</c:v>
                </c:pt>
                <c:pt idx="1037">
                  <c:v>5247.0</c:v>
                </c:pt>
                <c:pt idx="1038">
                  <c:v>5248.0</c:v>
                </c:pt>
                <c:pt idx="1039">
                  <c:v>5249.0</c:v>
                </c:pt>
                <c:pt idx="1040">
                  <c:v>5250.0</c:v>
                </c:pt>
                <c:pt idx="1041">
                  <c:v>5251.0</c:v>
                </c:pt>
                <c:pt idx="1042">
                  <c:v>5252.0</c:v>
                </c:pt>
                <c:pt idx="1043">
                  <c:v>5253.0</c:v>
                </c:pt>
                <c:pt idx="1044">
                  <c:v>5254.0</c:v>
                </c:pt>
                <c:pt idx="1045">
                  <c:v>5255.0</c:v>
                </c:pt>
                <c:pt idx="1046">
                  <c:v>5256.0</c:v>
                </c:pt>
                <c:pt idx="1047">
                  <c:v>5257.0</c:v>
                </c:pt>
                <c:pt idx="1048">
                  <c:v>5258.0</c:v>
                </c:pt>
                <c:pt idx="1049">
                  <c:v>5259.0</c:v>
                </c:pt>
                <c:pt idx="1050">
                  <c:v>5260.0</c:v>
                </c:pt>
                <c:pt idx="1051">
                  <c:v>5261.0</c:v>
                </c:pt>
                <c:pt idx="1052">
                  <c:v>5262.0</c:v>
                </c:pt>
                <c:pt idx="1053">
                  <c:v>5263.0</c:v>
                </c:pt>
                <c:pt idx="1054">
                  <c:v>5264.0</c:v>
                </c:pt>
                <c:pt idx="1055">
                  <c:v>5265.0</c:v>
                </c:pt>
                <c:pt idx="1056">
                  <c:v>5266.0</c:v>
                </c:pt>
                <c:pt idx="1057">
                  <c:v>5267.0</c:v>
                </c:pt>
                <c:pt idx="1058">
                  <c:v>5268.0</c:v>
                </c:pt>
                <c:pt idx="1059">
                  <c:v>5269.0</c:v>
                </c:pt>
                <c:pt idx="1060">
                  <c:v>5270.0</c:v>
                </c:pt>
                <c:pt idx="1061">
                  <c:v>5271.0</c:v>
                </c:pt>
                <c:pt idx="1062">
                  <c:v>5272.0</c:v>
                </c:pt>
                <c:pt idx="1063">
                  <c:v>5273.0</c:v>
                </c:pt>
                <c:pt idx="1064">
                  <c:v>5274.0</c:v>
                </c:pt>
                <c:pt idx="1065">
                  <c:v>5275.0</c:v>
                </c:pt>
                <c:pt idx="1066">
                  <c:v>5276.0</c:v>
                </c:pt>
                <c:pt idx="1067">
                  <c:v>5277.0</c:v>
                </c:pt>
                <c:pt idx="1068">
                  <c:v>5278.0</c:v>
                </c:pt>
                <c:pt idx="1069">
                  <c:v>5279.0</c:v>
                </c:pt>
                <c:pt idx="1070">
                  <c:v>5280.0</c:v>
                </c:pt>
                <c:pt idx="1071">
                  <c:v>5281.0</c:v>
                </c:pt>
                <c:pt idx="1072">
                  <c:v>5282.0</c:v>
                </c:pt>
                <c:pt idx="1073">
                  <c:v>5283.0</c:v>
                </c:pt>
                <c:pt idx="1074">
                  <c:v>5284.0</c:v>
                </c:pt>
                <c:pt idx="1075">
                  <c:v>5285.0</c:v>
                </c:pt>
                <c:pt idx="1076">
                  <c:v>5286.0</c:v>
                </c:pt>
                <c:pt idx="1077">
                  <c:v>5287.0</c:v>
                </c:pt>
                <c:pt idx="1078">
                  <c:v>5288.0</c:v>
                </c:pt>
                <c:pt idx="1079">
                  <c:v>5289.0</c:v>
                </c:pt>
                <c:pt idx="1080">
                  <c:v>5290.0</c:v>
                </c:pt>
                <c:pt idx="1081">
                  <c:v>5291.0</c:v>
                </c:pt>
                <c:pt idx="1082">
                  <c:v>5292.0</c:v>
                </c:pt>
                <c:pt idx="1083">
                  <c:v>5293.0</c:v>
                </c:pt>
                <c:pt idx="1084">
                  <c:v>5294.0</c:v>
                </c:pt>
                <c:pt idx="1085">
                  <c:v>5295.0</c:v>
                </c:pt>
                <c:pt idx="1086">
                  <c:v>5296.0</c:v>
                </c:pt>
                <c:pt idx="1087">
                  <c:v>5297.0</c:v>
                </c:pt>
                <c:pt idx="1088">
                  <c:v>5298.0</c:v>
                </c:pt>
                <c:pt idx="1089">
                  <c:v>5299.0</c:v>
                </c:pt>
                <c:pt idx="1090">
                  <c:v>5300.0</c:v>
                </c:pt>
                <c:pt idx="1091">
                  <c:v>5301.0</c:v>
                </c:pt>
                <c:pt idx="1092">
                  <c:v>5302.0</c:v>
                </c:pt>
                <c:pt idx="1093">
                  <c:v>5303.0</c:v>
                </c:pt>
                <c:pt idx="1094">
                  <c:v>5304.0</c:v>
                </c:pt>
                <c:pt idx="1095">
                  <c:v>5305.0</c:v>
                </c:pt>
                <c:pt idx="1096">
                  <c:v>5306.0</c:v>
                </c:pt>
                <c:pt idx="1097">
                  <c:v>5307.0</c:v>
                </c:pt>
                <c:pt idx="1098">
                  <c:v>5308.0</c:v>
                </c:pt>
                <c:pt idx="1099">
                  <c:v>5309.0</c:v>
                </c:pt>
                <c:pt idx="1100">
                  <c:v>5310.0</c:v>
                </c:pt>
                <c:pt idx="1101">
                  <c:v>5311.0</c:v>
                </c:pt>
                <c:pt idx="1102">
                  <c:v>5312.0</c:v>
                </c:pt>
                <c:pt idx="1103">
                  <c:v>5313.0</c:v>
                </c:pt>
                <c:pt idx="1104">
                  <c:v>5314.0</c:v>
                </c:pt>
                <c:pt idx="1105">
                  <c:v>5315.0</c:v>
                </c:pt>
                <c:pt idx="1106">
                  <c:v>5316.0</c:v>
                </c:pt>
                <c:pt idx="1107">
                  <c:v>5317.0</c:v>
                </c:pt>
                <c:pt idx="1108">
                  <c:v>5318.0</c:v>
                </c:pt>
                <c:pt idx="1109">
                  <c:v>5319.0</c:v>
                </c:pt>
                <c:pt idx="1110">
                  <c:v>5320.0</c:v>
                </c:pt>
                <c:pt idx="1111">
                  <c:v>5321.0</c:v>
                </c:pt>
                <c:pt idx="1112">
                  <c:v>5322.0</c:v>
                </c:pt>
                <c:pt idx="1113">
                  <c:v>5323.0</c:v>
                </c:pt>
                <c:pt idx="1114">
                  <c:v>5324.0</c:v>
                </c:pt>
                <c:pt idx="1115">
                  <c:v>5325.0</c:v>
                </c:pt>
                <c:pt idx="1116">
                  <c:v>5326.0</c:v>
                </c:pt>
                <c:pt idx="1117">
                  <c:v>5327.0</c:v>
                </c:pt>
                <c:pt idx="1118">
                  <c:v>5328.0</c:v>
                </c:pt>
                <c:pt idx="1119">
                  <c:v>5329.0</c:v>
                </c:pt>
                <c:pt idx="1120">
                  <c:v>5330.0</c:v>
                </c:pt>
                <c:pt idx="1121">
                  <c:v>5331.0</c:v>
                </c:pt>
                <c:pt idx="1122">
                  <c:v>5332.0</c:v>
                </c:pt>
                <c:pt idx="1123">
                  <c:v>5333.0</c:v>
                </c:pt>
                <c:pt idx="1124">
                  <c:v>5334.0</c:v>
                </c:pt>
                <c:pt idx="1125">
                  <c:v>5335.0</c:v>
                </c:pt>
                <c:pt idx="1126">
                  <c:v>5336.0</c:v>
                </c:pt>
                <c:pt idx="1127">
                  <c:v>5337.0</c:v>
                </c:pt>
                <c:pt idx="1128">
                  <c:v>5338.0</c:v>
                </c:pt>
                <c:pt idx="1129">
                  <c:v>5339.0</c:v>
                </c:pt>
                <c:pt idx="1130">
                  <c:v>5340.0</c:v>
                </c:pt>
                <c:pt idx="1131">
                  <c:v>5341.0</c:v>
                </c:pt>
                <c:pt idx="1132">
                  <c:v>5342.0</c:v>
                </c:pt>
                <c:pt idx="1133">
                  <c:v>5343.0</c:v>
                </c:pt>
                <c:pt idx="1134">
                  <c:v>5344.0</c:v>
                </c:pt>
                <c:pt idx="1135">
                  <c:v>5345.0</c:v>
                </c:pt>
                <c:pt idx="1136">
                  <c:v>5346.0</c:v>
                </c:pt>
                <c:pt idx="1137">
                  <c:v>5347.0</c:v>
                </c:pt>
                <c:pt idx="1138">
                  <c:v>5348.0</c:v>
                </c:pt>
                <c:pt idx="1139">
                  <c:v>5349.0</c:v>
                </c:pt>
                <c:pt idx="1140">
                  <c:v>5350.0</c:v>
                </c:pt>
                <c:pt idx="1141">
                  <c:v>5351.0</c:v>
                </c:pt>
                <c:pt idx="1142">
                  <c:v>5352.0</c:v>
                </c:pt>
                <c:pt idx="1143">
                  <c:v>5353.0</c:v>
                </c:pt>
                <c:pt idx="1144">
                  <c:v>5354.0</c:v>
                </c:pt>
                <c:pt idx="1145">
                  <c:v>5355.0</c:v>
                </c:pt>
                <c:pt idx="1146">
                  <c:v>5356.0</c:v>
                </c:pt>
                <c:pt idx="1147">
                  <c:v>5357.0</c:v>
                </c:pt>
                <c:pt idx="1148">
                  <c:v>5358.0</c:v>
                </c:pt>
                <c:pt idx="1149">
                  <c:v>5359.0</c:v>
                </c:pt>
                <c:pt idx="1150">
                  <c:v>5360.0</c:v>
                </c:pt>
                <c:pt idx="1151">
                  <c:v>5361.0</c:v>
                </c:pt>
                <c:pt idx="1152">
                  <c:v>5362.0</c:v>
                </c:pt>
                <c:pt idx="1153">
                  <c:v>5363.0</c:v>
                </c:pt>
                <c:pt idx="1154">
                  <c:v>5364.0</c:v>
                </c:pt>
                <c:pt idx="1155">
                  <c:v>5365.0</c:v>
                </c:pt>
                <c:pt idx="1156">
                  <c:v>5366.0</c:v>
                </c:pt>
                <c:pt idx="1157">
                  <c:v>5367.0</c:v>
                </c:pt>
                <c:pt idx="1158">
                  <c:v>5368.0</c:v>
                </c:pt>
                <c:pt idx="1159">
                  <c:v>5369.0</c:v>
                </c:pt>
                <c:pt idx="1160">
                  <c:v>5370.0</c:v>
                </c:pt>
                <c:pt idx="1161">
                  <c:v>5371.0</c:v>
                </c:pt>
                <c:pt idx="1162">
                  <c:v>5372.0</c:v>
                </c:pt>
                <c:pt idx="1163">
                  <c:v>5373.0</c:v>
                </c:pt>
                <c:pt idx="1164">
                  <c:v>5374.0</c:v>
                </c:pt>
                <c:pt idx="1165">
                  <c:v>5375.0</c:v>
                </c:pt>
                <c:pt idx="1166">
                  <c:v>5376.0</c:v>
                </c:pt>
                <c:pt idx="1167">
                  <c:v>5377.0</c:v>
                </c:pt>
                <c:pt idx="1168">
                  <c:v>5378.0</c:v>
                </c:pt>
                <c:pt idx="1169">
                  <c:v>5379.0</c:v>
                </c:pt>
                <c:pt idx="1170">
                  <c:v>5380.0</c:v>
                </c:pt>
                <c:pt idx="1171">
                  <c:v>5381.0</c:v>
                </c:pt>
                <c:pt idx="1172">
                  <c:v>5382.0</c:v>
                </c:pt>
                <c:pt idx="1173">
                  <c:v>5383.0</c:v>
                </c:pt>
                <c:pt idx="1174">
                  <c:v>5384.0</c:v>
                </c:pt>
                <c:pt idx="1175">
                  <c:v>5385.0</c:v>
                </c:pt>
                <c:pt idx="1176">
                  <c:v>5386.0</c:v>
                </c:pt>
                <c:pt idx="1177">
                  <c:v>5387.0</c:v>
                </c:pt>
                <c:pt idx="1178">
                  <c:v>5388.0</c:v>
                </c:pt>
                <c:pt idx="1179">
                  <c:v>5389.0</c:v>
                </c:pt>
                <c:pt idx="1180">
                  <c:v>5390.0</c:v>
                </c:pt>
                <c:pt idx="1181">
                  <c:v>5391.0</c:v>
                </c:pt>
                <c:pt idx="1182">
                  <c:v>5392.0</c:v>
                </c:pt>
                <c:pt idx="1183">
                  <c:v>5393.0</c:v>
                </c:pt>
                <c:pt idx="1184">
                  <c:v>5394.0</c:v>
                </c:pt>
                <c:pt idx="1185">
                  <c:v>5395.0</c:v>
                </c:pt>
                <c:pt idx="1186">
                  <c:v>5396.0</c:v>
                </c:pt>
                <c:pt idx="1187">
                  <c:v>5397.0</c:v>
                </c:pt>
                <c:pt idx="1188">
                  <c:v>5398.0</c:v>
                </c:pt>
                <c:pt idx="1189">
                  <c:v>5399.0</c:v>
                </c:pt>
                <c:pt idx="1190">
                  <c:v>5400.0</c:v>
                </c:pt>
                <c:pt idx="1191">
                  <c:v>5401.0</c:v>
                </c:pt>
                <c:pt idx="1192">
                  <c:v>5402.0</c:v>
                </c:pt>
                <c:pt idx="1193">
                  <c:v>5403.0</c:v>
                </c:pt>
                <c:pt idx="1194">
                  <c:v>5404.0</c:v>
                </c:pt>
                <c:pt idx="1195">
                  <c:v>5405.0</c:v>
                </c:pt>
                <c:pt idx="1196">
                  <c:v>5406.0</c:v>
                </c:pt>
                <c:pt idx="1197">
                  <c:v>5407.0</c:v>
                </c:pt>
                <c:pt idx="1198">
                  <c:v>5408.0</c:v>
                </c:pt>
                <c:pt idx="1199">
                  <c:v>5409.0</c:v>
                </c:pt>
                <c:pt idx="1200">
                  <c:v>5410.0</c:v>
                </c:pt>
                <c:pt idx="1201">
                  <c:v>5411.0</c:v>
                </c:pt>
                <c:pt idx="1202">
                  <c:v>5412.0</c:v>
                </c:pt>
                <c:pt idx="1203">
                  <c:v>5413.0</c:v>
                </c:pt>
                <c:pt idx="1204">
                  <c:v>5414.0</c:v>
                </c:pt>
                <c:pt idx="1205">
                  <c:v>5415.0</c:v>
                </c:pt>
                <c:pt idx="1206">
                  <c:v>5416.0</c:v>
                </c:pt>
                <c:pt idx="1207">
                  <c:v>5417.0</c:v>
                </c:pt>
                <c:pt idx="1208">
                  <c:v>5418.0</c:v>
                </c:pt>
                <c:pt idx="1209">
                  <c:v>5419.0</c:v>
                </c:pt>
                <c:pt idx="1210">
                  <c:v>5420.0</c:v>
                </c:pt>
                <c:pt idx="1211">
                  <c:v>5421.0</c:v>
                </c:pt>
                <c:pt idx="1212">
                  <c:v>5422.0</c:v>
                </c:pt>
                <c:pt idx="1213">
                  <c:v>5423.0</c:v>
                </c:pt>
                <c:pt idx="1214">
                  <c:v>5424.0</c:v>
                </c:pt>
                <c:pt idx="1215">
                  <c:v>5425.0</c:v>
                </c:pt>
                <c:pt idx="1216">
                  <c:v>5426.0</c:v>
                </c:pt>
                <c:pt idx="1217">
                  <c:v>5427.0</c:v>
                </c:pt>
                <c:pt idx="1218">
                  <c:v>5428.0</c:v>
                </c:pt>
                <c:pt idx="1219">
                  <c:v>5429.0</c:v>
                </c:pt>
                <c:pt idx="1220">
                  <c:v>5430.0</c:v>
                </c:pt>
                <c:pt idx="1221">
                  <c:v>5431.0</c:v>
                </c:pt>
                <c:pt idx="1222">
                  <c:v>5432.0</c:v>
                </c:pt>
                <c:pt idx="1223">
                  <c:v>5433.0</c:v>
                </c:pt>
                <c:pt idx="1224">
                  <c:v>5434.0</c:v>
                </c:pt>
                <c:pt idx="1225">
                  <c:v>5435.0</c:v>
                </c:pt>
                <c:pt idx="1226">
                  <c:v>5436.0</c:v>
                </c:pt>
                <c:pt idx="1227">
                  <c:v>5437.0</c:v>
                </c:pt>
                <c:pt idx="1228">
                  <c:v>5438.0</c:v>
                </c:pt>
                <c:pt idx="1229">
                  <c:v>5439.0</c:v>
                </c:pt>
                <c:pt idx="1230">
                  <c:v>5440.0</c:v>
                </c:pt>
                <c:pt idx="1231">
                  <c:v>5441.0</c:v>
                </c:pt>
                <c:pt idx="1232">
                  <c:v>5442.0</c:v>
                </c:pt>
                <c:pt idx="1233">
                  <c:v>5443.0</c:v>
                </c:pt>
                <c:pt idx="1234">
                  <c:v>5444.0</c:v>
                </c:pt>
                <c:pt idx="1235">
                  <c:v>5445.0</c:v>
                </c:pt>
                <c:pt idx="1236">
                  <c:v>5446.0</c:v>
                </c:pt>
                <c:pt idx="1237">
                  <c:v>5447.0</c:v>
                </c:pt>
                <c:pt idx="1238">
                  <c:v>5448.0</c:v>
                </c:pt>
                <c:pt idx="1239">
                  <c:v>5449.0</c:v>
                </c:pt>
                <c:pt idx="1240">
                  <c:v>5450.0</c:v>
                </c:pt>
                <c:pt idx="1241">
                  <c:v>5451.0</c:v>
                </c:pt>
                <c:pt idx="1242">
                  <c:v>5452.0</c:v>
                </c:pt>
                <c:pt idx="1243">
                  <c:v>5453.0</c:v>
                </c:pt>
                <c:pt idx="1244">
                  <c:v>5454.0</c:v>
                </c:pt>
                <c:pt idx="1245">
                  <c:v>5455.0</c:v>
                </c:pt>
                <c:pt idx="1246">
                  <c:v>5456.0</c:v>
                </c:pt>
                <c:pt idx="1247">
                  <c:v>5457.0</c:v>
                </c:pt>
                <c:pt idx="1248">
                  <c:v>5458.0</c:v>
                </c:pt>
                <c:pt idx="1249">
                  <c:v>5459.0</c:v>
                </c:pt>
                <c:pt idx="1250">
                  <c:v>5460.0</c:v>
                </c:pt>
                <c:pt idx="1251">
                  <c:v>5461.0</c:v>
                </c:pt>
                <c:pt idx="1252">
                  <c:v>5462.0</c:v>
                </c:pt>
                <c:pt idx="1253">
                  <c:v>5463.0</c:v>
                </c:pt>
                <c:pt idx="1254">
                  <c:v>5464.0</c:v>
                </c:pt>
                <c:pt idx="1255">
                  <c:v>5465.0</c:v>
                </c:pt>
                <c:pt idx="1256">
                  <c:v>5466.0</c:v>
                </c:pt>
                <c:pt idx="1257">
                  <c:v>5467.0</c:v>
                </c:pt>
                <c:pt idx="1258">
                  <c:v>5468.0</c:v>
                </c:pt>
                <c:pt idx="1259">
                  <c:v>5469.0</c:v>
                </c:pt>
                <c:pt idx="1260">
                  <c:v>5470.0</c:v>
                </c:pt>
                <c:pt idx="1261">
                  <c:v>5471.0</c:v>
                </c:pt>
                <c:pt idx="1262">
                  <c:v>5472.0</c:v>
                </c:pt>
                <c:pt idx="1263">
                  <c:v>5473.0</c:v>
                </c:pt>
              </c:numCache>
            </c:numRef>
          </c:xVal>
          <c:yVal>
            <c:numRef>
              <c:f>Sheet1!$B$2:$B$1265</c:f>
              <c:numCache>
                <c:formatCode>General</c:formatCode>
                <c:ptCount val="1264"/>
                <c:pt idx="0">
                  <c:v>1.972497</c:v>
                </c:pt>
                <c:pt idx="1">
                  <c:v>1.9724918</c:v>
                </c:pt>
                <c:pt idx="2">
                  <c:v>1.9724862</c:v>
                </c:pt>
                <c:pt idx="3">
                  <c:v>1.9724803</c:v>
                </c:pt>
                <c:pt idx="4">
                  <c:v>1.972474</c:v>
                </c:pt>
                <c:pt idx="5">
                  <c:v>1.9724673</c:v>
                </c:pt>
                <c:pt idx="6">
                  <c:v>1.9724603</c:v>
                </c:pt>
                <c:pt idx="7">
                  <c:v>1.972453</c:v>
                </c:pt>
                <c:pt idx="8">
                  <c:v>1.9724452</c:v>
                </c:pt>
                <c:pt idx="9">
                  <c:v>1.9724372</c:v>
                </c:pt>
                <c:pt idx="10">
                  <c:v>1.9724287</c:v>
                </c:pt>
                <c:pt idx="11">
                  <c:v>1.97242</c:v>
                </c:pt>
                <c:pt idx="12">
                  <c:v>1.9724108</c:v>
                </c:pt>
                <c:pt idx="13">
                  <c:v>1.9724014</c:v>
                </c:pt>
                <c:pt idx="14">
                  <c:v>1.9723916</c:v>
                </c:pt>
                <c:pt idx="15">
                  <c:v>1.9723814</c:v>
                </c:pt>
                <c:pt idx="16">
                  <c:v>1.9723709</c:v>
                </c:pt>
                <c:pt idx="17">
                  <c:v>1.97236</c:v>
                </c:pt>
                <c:pt idx="18">
                  <c:v>1.9723489</c:v>
                </c:pt>
                <c:pt idx="19">
                  <c:v>1.9723373</c:v>
                </c:pt>
                <c:pt idx="20">
                  <c:v>1.9723255</c:v>
                </c:pt>
                <c:pt idx="21">
                  <c:v>1.9723133</c:v>
                </c:pt>
                <c:pt idx="22">
                  <c:v>1.9723007</c:v>
                </c:pt>
                <c:pt idx="23">
                  <c:v>1.9722878</c:v>
                </c:pt>
                <c:pt idx="24">
                  <c:v>1.9722746</c:v>
                </c:pt>
                <c:pt idx="25">
                  <c:v>1.9722888</c:v>
                </c:pt>
                <c:pt idx="26">
                  <c:v>1.9723865</c:v>
                </c:pt>
                <c:pt idx="27">
                  <c:v>1.9724841</c:v>
                </c:pt>
                <c:pt idx="28">
                  <c:v>1.9725818</c:v>
                </c:pt>
                <c:pt idx="29">
                  <c:v>1.9726795</c:v>
                </c:pt>
                <c:pt idx="30">
                  <c:v>1.9727772</c:v>
                </c:pt>
                <c:pt idx="31">
                  <c:v>1.9728749</c:v>
                </c:pt>
                <c:pt idx="32">
                  <c:v>1.9729727</c:v>
                </c:pt>
                <c:pt idx="33">
                  <c:v>1.9730705</c:v>
                </c:pt>
                <c:pt idx="34">
                  <c:v>1.9731683</c:v>
                </c:pt>
                <c:pt idx="35">
                  <c:v>1.9732661</c:v>
                </c:pt>
                <c:pt idx="36">
                  <c:v>1.9733639</c:v>
                </c:pt>
                <c:pt idx="37">
                  <c:v>1.9734617</c:v>
                </c:pt>
                <c:pt idx="38">
                  <c:v>1.9735594</c:v>
                </c:pt>
                <c:pt idx="39">
                  <c:v>1.9736572</c:v>
                </c:pt>
                <c:pt idx="40">
                  <c:v>1.9737549</c:v>
                </c:pt>
                <c:pt idx="41">
                  <c:v>1.9738527</c:v>
                </c:pt>
                <c:pt idx="42">
                  <c:v>1.9739503</c:v>
                </c:pt>
                <c:pt idx="43">
                  <c:v>1.9740479</c:v>
                </c:pt>
                <c:pt idx="44">
                  <c:v>1.9741455</c:v>
                </c:pt>
                <c:pt idx="45">
                  <c:v>1.9742431</c:v>
                </c:pt>
                <c:pt idx="46">
                  <c:v>1.9743407</c:v>
                </c:pt>
                <c:pt idx="47">
                  <c:v>1.9744381</c:v>
                </c:pt>
                <c:pt idx="48">
                  <c:v>1.9745356</c:v>
                </c:pt>
                <c:pt idx="49">
                  <c:v>1.9746329</c:v>
                </c:pt>
                <c:pt idx="50">
                  <c:v>1.9747301</c:v>
                </c:pt>
                <c:pt idx="51">
                  <c:v>1.9748274</c:v>
                </c:pt>
                <c:pt idx="52">
                  <c:v>1.9749246</c:v>
                </c:pt>
                <c:pt idx="53">
                  <c:v>1.9750217</c:v>
                </c:pt>
                <c:pt idx="54">
                  <c:v>1.9751187</c:v>
                </c:pt>
                <c:pt idx="55">
                  <c:v>1.9752156</c:v>
                </c:pt>
                <c:pt idx="56">
                  <c:v>1.9753123</c:v>
                </c:pt>
                <c:pt idx="57">
                  <c:v>1.975409</c:v>
                </c:pt>
                <c:pt idx="58">
                  <c:v>1.9755056</c:v>
                </c:pt>
                <c:pt idx="59">
                  <c:v>1.9756021</c:v>
                </c:pt>
                <c:pt idx="60">
                  <c:v>1.9756986</c:v>
                </c:pt>
                <c:pt idx="61">
                  <c:v>1.975795</c:v>
                </c:pt>
                <c:pt idx="62">
                  <c:v>1.9758912</c:v>
                </c:pt>
                <c:pt idx="63">
                  <c:v>1.9759874</c:v>
                </c:pt>
                <c:pt idx="64">
                  <c:v>1.9760834</c:v>
                </c:pt>
                <c:pt idx="65">
                  <c:v>1.9761793</c:v>
                </c:pt>
                <c:pt idx="66">
                  <c:v>1.9762747</c:v>
                </c:pt>
                <c:pt idx="67">
                  <c:v>1.97637</c:v>
                </c:pt>
                <c:pt idx="68">
                  <c:v>1.9764655</c:v>
                </c:pt>
                <c:pt idx="69">
                  <c:v>1.9765609</c:v>
                </c:pt>
                <c:pt idx="70">
                  <c:v>1.9766562</c:v>
                </c:pt>
                <c:pt idx="71">
                  <c:v>1.9767514</c:v>
                </c:pt>
                <c:pt idx="72">
                  <c:v>1.9768464</c:v>
                </c:pt>
                <c:pt idx="73">
                  <c:v>1.9769412</c:v>
                </c:pt>
                <c:pt idx="74">
                  <c:v>1.9770359</c:v>
                </c:pt>
                <c:pt idx="75">
                  <c:v>1.9771304</c:v>
                </c:pt>
                <c:pt idx="76">
                  <c:v>1.9772248</c:v>
                </c:pt>
                <c:pt idx="77">
                  <c:v>1.977319</c:v>
                </c:pt>
                <c:pt idx="78">
                  <c:v>1.9774131</c:v>
                </c:pt>
                <c:pt idx="79">
                  <c:v>1.977507</c:v>
                </c:pt>
                <c:pt idx="80">
                  <c:v>1.9776006</c:v>
                </c:pt>
                <c:pt idx="81">
                  <c:v>1.9776941</c:v>
                </c:pt>
                <c:pt idx="82">
                  <c:v>1.9777875</c:v>
                </c:pt>
                <c:pt idx="83">
                  <c:v>1.9778807</c:v>
                </c:pt>
                <c:pt idx="84">
                  <c:v>1.9779737</c:v>
                </c:pt>
                <c:pt idx="85">
                  <c:v>1.9780665</c:v>
                </c:pt>
                <c:pt idx="86">
                  <c:v>1.9781591</c:v>
                </c:pt>
                <c:pt idx="87">
                  <c:v>1.9782515</c:v>
                </c:pt>
                <c:pt idx="88">
                  <c:v>1.9783437</c:v>
                </c:pt>
                <c:pt idx="89">
                  <c:v>1.9784358</c:v>
                </c:pt>
                <c:pt idx="90">
                  <c:v>1.9785276</c:v>
                </c:pt>
                <c:pt idx="91">
                  <c:v>1.9786192</c:v>
                </c:pt>
                <c:pt idx="92">
                  <c:v>1.9787106</c:v>
                </c:pt>
                <c:pt idx="93">
                  <c:v>1.9788017</c:v>
                </c:pt>
                <c:pt idx="94">
                  <c:v>1.9788927</c:v>
                </c:pt>
                <c:pt idx="95">
                  <c:v>1.9789834</c:v>
                </c:pt>
                <c:pt idx="96">
                  <c:v>1.9790738</c:v>
                </c:pt>
                <c:pt idx="97">
                  <c:v>1.9791641</c:v>
                </c:pt>
                <c:pt idx="98">
                  <c:v>1.9792542</c:v>
                </c:pt>
                <c:pt idx="99">
                  <c:v>1.979344</c:v>
                </c:pt>
                <c:pt idx="100">
                  <c:v>1.9794336</c:v>
                </c:pt>
                <c:pt idx="101">
                  <c:v>1.979523</c:v>
                </c:pt>
                <c:pt idx="102">
                  <c:v>1.9796121</c:v>
                </c:pt>
                <c:pt idx="103">
                  <c:v>1.979701</c:v>
                </c:pt>
                <c:pt idx="104">
                  <c:v>1.9797896</c:v>
                </c:pt>
                <c:pt idx="105">
                  <c:v>1.9798779</c:v>
                </c:pt>
                <c:pt idx="106">
                  <c:v>1.9799661</c:v>
                </c:pt>
                <c:pt idx="107">
                  <c:v>1.9800539</c:v>
                </c:pt>
                <c:pt idx="108">
                  <c:v>1.9801415</c:v>
                </c:pt>
                <c:pt idx="109">
                  <c:v>1.9802287</c:v>
                </c:pt>
                <c:pt idx="110">
                  <c:v>1.9803158</c:v>
                </c:pt>
                <c:pt idx="111">
                  <c:v>1.9804027</c:v>
                </c:pt>
                <c:pt idx="112">
                  <c:v>1.9804892</c:v>
                </c:pt>
                <c:pt idx="113">
                  <c:v>1.9805754</c:v>
                </c:pt>
                <c:pt idx="114">
                  <c:v>1.9806615</c:v>
                </c:pt>
                <c:pt idx="115">
                  <c:v>1.9807472</c:v>
                </c:pt>
                <c:pt idx="116">
                  <c:v>1.9808326</c:v>
                </c:pt>
                <c:pt idx="117">
                  <c:v>1.9809178</c:v>
                </c:pt>
                <c:pt idx="118">
                  <c:v>1.9810027</c:v>
                </c:pt>
                <c:pt idx="119">
                  <c:v>1.9810873</c:v>
                </c:pt>
                <c:pt idx="120">
                  <c:v>1.9811716</c:v>
                </c:pt>
                <c:pt idx="121">
                  <c:v>1.9812556</c:v>
                </c:pt>
                <c:pt idx="122">
                  <c:v>1.9813393</c:v>
                </c:pt>
                <c:pt idx="123">
                  <c:v>1.9814227</c:v>
                </c:pt>
                <c:pt idx="124">
                  <c:v>1.9815058</c:v>
                </c:pt>
                <c:pt idx="125">
                  <c:v>1.9815886</c:v>
                </c:pt>
                <c:pt idx="126">
                  <c:v>1.9816711</c:v>
                </c:pt>
                <c:pt idx="127">
                  <c:v>1.9817533</c:v>
                </c:pt>
                <c:pt idx="128">
                  <c:v>1.9818351</c:v>
                </c:pt>
                <c:pt idx="129">
                  <c:v>1.9819167</c:v>
                </c:pt>
                <c:pt idx="130">
                  <c:v>1.9819979</c:v>
                </c:pt>
                <c:pt idx="131">
                  <c:v>1.9820788</c:v>
                </c:pt>
                <c:pt idx="132">
                  <c:v>1.9821594</c:v>
                </c:pt>
                <c:pt idx="133">
                  <c:v>1.9822397</c:v>
                </c:pt>
                <c:pt idx="134">
                  <c:v>1.9823196</c:v>
                </c:pt>
                <c:pt idx="135">
                  <c:v>1.9823992</c:v>
                </c:pt>
                <c:pt idx="136">
                  <c:v>1.9824785</c:v>
                </c:pt>
                <c:pt idx="137">
                  <c:v>1.9825575</c:v>
                </c:pt>
                <c:pt idx="138">
                  <c:v>1.9826361</c:v>
                </c:pt>
                <c:pt idx="139">
                  <c:v>1.9827144</c:v>
                </c:pt>
                <c:pt idx="140">
                  <c:v>1.9827923</c:v>
                </c:pt>
                <c:pt idx="141">
                  <c:v>1.9828699</c:v>
                </c:pt>
                <c:pt idx="142">
                  <c:v>1.9829472</c:v>
                </c:pt>
                <c:pt idx="143">
                  <c:v>1.9830241</c:v>
                </c:pt>
                <c:pt idx="144">
                  <c:v>1.9831006</c:v>
                </c:pt>
                <c:pt idx="145">
                  <c:v>1.9831768</c:v>
                </c:pt>
                <c:pt idx="146">
                  <c:v>1.9832527</c:v>
                </c:pt>
                <c:pt idx="147">
                  <c:v>1.9833281</c:v>
                </c:pt>
                <c:pt idx="148">
                  <c:v>1.9834032</c:v>
                </c:pt>
                <c:pt idx="149">
                  <c:v>1.9834779</c:v>
                </c:pt>
                <c:pt idx="150">
                  <c:v>1.9835522</c:v>
                </c:pt>
                <c:pt idx="151">
                  <c:v>1.9836263</c:v>
                </c:pt>
                <c:pt idx="152">
                  <c:v>1.9837</c:v>
                </c:pt>
                <c:pt idx="153">
                  <c:v>1.9837733</c:v>
                </c:pt>
                <c:pt idx="154">
                  <c:v>1.9838463</c:v>
                </c:pt>
                <c:pt idx="155">
                  <c:v>1.9839189</c:v>
                </c:pt>
                <c:pt idx="156">
                  <c:v>1.9839911</c:v>
                </c:pt>
                <c:pt idx="157">
                  <c:v>1.984063</c:v>
                </c:pt>
                <c:pt idx="158">
                  <c:v>1.9841346</c:v>
                </c:pt>
                <c:pt idx="159">
                  <c:v>1.9842057</c:v>
                </c:pt>
                <c:pt idx="160">
                  <c:v>1.9842765</c:v>
                </c:pt>
                <c:pt idx="161">
                  <c:v>1.9843468</c:v>
                </c:pt>
                <c:pt idx="162">
                  <c:v>1.9844167</c:v>
                </c:pt>
                <c:pt idx="163">
                  <c:v>1.9844864</c:v>
                </c:pt>
                <c:pt idx="164">
                  <c:v>1.9845556</c:v>
                </c:pt>
                <c:pt idx="165">
                  <c:v>1.9846245</c:v>
                </c:pt>
                <c:pt idx="166">
                  <c:v>1.984693</c:v>
                </c:pt>
                <c:pt idx="167">
                  <c:v>1.9847611</c:v>
                </c:pt>
                <c:pt idx="168">
                  <c:v>1.9848288</c:v>
                </c:pt>
                <c:pt idx="169">
                  <c:v>1.9848962</c:v>
                </c:pt>
                <c:pt idx="170">
                  <c:v>1.9849631</c:v>
                </c:pt>
                <c:pt idx="171">
                  <c:v>1.9850297</c:v>
                </c:pt>
                <c:pt idx="172">
                  <c:v>1.9850959</c:v>
                </c:pt>
                <c:pt idx="173">
                  <c:v>1.9851616</c:v>
                </c:pt>
                <c:pt idx="174">
                  <c:v>1.985227</c:v>
                </c:pt>
                <c:pt idx="175">
                  <c:v>1.985292</c:v>
                </c:pt>
                <c:pt idx="176">
                  <c:v>1.9853566</c:v>
                </c:pt>
                <c:pt idx="177">
                  <c:v>1.9854208</c:v>
                </c:pt>
                <c:pt idx="178">
                  <c:v>1.9854846</c:v>
                </c:pt>
                <c:pt idx="179">
                  <c:v>1.985548</c:v>
                </c:pt>
                <c:pt idx="180">
                  <c:v>1.985611</c:v>
                </c:pt>
                <c:pt idx="181">
                  <c:v>1.9856736</c:v>
                </c:pt>
                <c:pt idx="182">
                  <c:v>1.9857358</c:v>
                </c:pt>
                <c:pt idx="183">
                  <c:v>1.9857975</c:v>
                </c:pt>
                <c:pt idx="184">
                  <c:v>1.9858588</c:v>
                </c:pt>
                <c:pt idx="185">
                  <c:v>1.9859198</c:v>
                </c:pt>
                <c:pt idx="186">
                  <c:v>1.9859804</c:v>
                </c:pt>
                <c:pt idx="187">
                  <c:v>1.9860405</c:v>
                </c:pt>
                <c:pt idx="188">
                  <c:v>1.9861002</c:v>
                </c:pt>
                <c:pt idx="189">
                  <c:v>1.9861595</c:v>
                </c:pt>
                <c:pt idx="190">
                  <c:v>1.9862183</c:v>
                </c:pt>
                <c:pt idx="191">
                  <c:v>1.9862768</c:v>
                </c:pt>
                <c:pt idx="192">
                  <c:v>1.9863348</c:v>
                </c:pt>
                <c:pt idx="193">
                  <c:v>1.9863925</c:v>
                </c:pt>
                <c:pt idx="194">
                  <c:v>1.9864498</c:v>
                </c:pt>
                <c:pt idx="195">
                  <c:v>1.9865066</c:v>
                </c:pt>
                <c:pt idx="196">
                  <c:v>1.986563</c:v>
                </c:pt>
                <c:pt idx="197">
                  <c:v>1.986619</c:v>
                </c:pt>
                <c:pt idx="198">
                  <c:v>1.9866746</c:v>
                </c:pt>
                <c:pt idx="199">
                  <c:v>1.9867297</c:v>
                </c:pt>
                <c:pt idx="200">
                  <c:v>1.9867844</c:v>
                </c:pt>
                <c:pt idx="201">
                  <c:v>1.9868388</c:v>
                </c:pt>
                <c:pt idx="202">
                  <c:v>1.9868928</c:v>
                </c:pt>
                <c:pt idx="203">
                  <c:v>1.9869462</c:v>
                </c:pt>
                <c:pt idx="204">
                  <c:v>1.9869993</c:v>
                </c:pt>
                <c:pt idx="205">
                  <c:v>1.987052</c:v>
                </c:pt>
                <c:pt idx="206">
                  <c:v>1.9871043</c:v>
                </c:pt>
                <c:pt idx="207">
                  <c:v>1.9871561</c:v>
                </c:pt>
                <c:pt idx="208">
                  <c:v>1.9872076</c:v>
                </c:pt>
                <c:pt idx="209">
                  <c:v>1.9872585</c:v>
                </c:pt>
                <c:pt idx="210">
                  <c:v>1.9873091</c:v>
                </c:pt>
                <c:pt idx="211">
                  <c:v>1.9873593</c:v>
                </c:pt>
                <c:pt idx="212">
                  <c:v>1.987409</c:v>
                </c:pt>
                <c:pt idx="213">
                  <c:v>1.9874584</c:v>
                </c:pt>
                <c:pt idx="214">
                  <c:v>1.9875073</c:v>
                </c:pt>
                <c:pt idx="215">
                  <c:v>1.9875558</c:v>
                </c:pt>
                <c:pt idx="216">
                  <c:v>1.9876039</c:v>
                </c:pt>
                <c:pt idx="217">
                  <c:v>1.9876515</c:v>
                </c:pt>
                <c:pt idx="218">
                  <c:v>1.9876988</c:v>
                </c:pt>
                <c:pt idx="219">
                  <c:v>1.9877456</c:v>
                </c:pt>
                <c:pt idx="220">
                  <c:v>1.9877919</c:v>
                </c:pt>
                <c:pt idx="221">
                  <c:v>1.9878379</c:v>
                </c:pt>
                <c:pt idx="222">
                  <c:v>1.9878835</c:v>
                </c:pt>
                <c:pt idx="223">
                  <c:v>1.9879285</c:v>
                </c:pt>
                <c:pt idx="224">
                  <c:v>1.9879733</c:v>
                </c:pt>
                <c:pt idx="225">
                  <c:v>1.9880176</c:v>
                </c:pt>
                <c:pt idx="226">
                  <c:v>1.9880614</c:v>
                </c:pt>
                <c:pt idx="227">
                  <c:v>1.9881049</c:v>
                </c:pt>
                <c:pt idx="228">
                  <c:v>1.9881478</c:v>
                </c:pt>
                <c:pt idx="229">
                  <c:v>1.9881904</c:v>
                </c:pt>
                <c:pt idx="230">
                  <c:v>1.9882326</c:v>
                </c:pt>
                <c:pt idx="231">
                  <c:v>1.9882743</c:v>
                </c:pt>
                <c:pt idx="232">
                  <c:v>1.9883156</c:v>
                </c:pt>
                <c:pt idx="233">
                  <c:v>1.9883566</c:v>
                </c:pt>
                <c:pt idx="234">
                  <c:v>1.9883971</c:v>
                </c:pt>
                <c:pt idx="235">
                  <c:v>1.9884371</c:v>
                </c:pt>
                <c:pt idx="236">
                  <c:v>1.9884767</c:v>
                </c:pt>
                <c:pt idx="237">
                  <c:v>1.9885159</c:v>
                </c:pt>
                <c:pt idx="238">
                  <c:v>1.9885547</c:v>
                </c:pt>
                <c:pt idx="239">
                  <c:v>1.9885931</c:v>
                </c:pt>
                <c:pt idx="240">
                  <c:v>1.9886311</c:v>
                </c:pt>
                <c:pt idx="241">
                  <c:v>1.9886686</c:v>
                </c:pt>
                <c:pt idx="242">
                  <c:v>1.9887057</c:v>
                </c:pt>
                <c:pt idx="243">
                  <c:v>1.9887424</c:v>
                </c:pt>
                <c:pt idx="244">
                  <c:v>1.9887787</c:v>
                </c:pt>
                <c:pt idx="245">
                  <c:v>1.9888146</c:v>
                </c:pt>
                <c:pt idx="246">
                  <c:v>1.9888501</c:v>
                </c:pt>
                <c:pt idx="247">
                  <c:v>1.9888851</c:v>
                </c:pt>
                <c:pt idx="248">
                  <c:v>1.9889197</c:v>
                </c:pt>
                <c:pt idx="249">
                  <c:v>1.9889539</c:v>
                </c:pt>
                <c:pt idx="250">
                  <c:v>1.9889877</c:v>
                </c:pt>
                <c:pt idx="251">
                  <c:v>1.9890211</c:v>
                </c:pt>
                <c:pt idx="252">
                  <c:v>1.9890541</c:v>
                </c:pt>
                <c:pt idx="253">
                  <c:v>1.9890867</c:v>
                </c:pt>
                <c:pt idx="254">
                  <c:v>1.9891188</c:v>
                </c:pt>
                <c:pt idx="255">
                  <c:v>1.9891505</c:v>
                </c:pt>
                <c:pt idx="256">
                  <c:v>1.9891819</c:v>
                </c:pt>
                <c:pt idx="257">
                  <c:v>1.9892128</c:v>
                </c:pt>
                <c:pt idx="258">
                  <c:v>1.9892433</c:v>
                </c:pt>
                <c:pt idx="259">
                  <c:v>1.9892735</c:v>
                </c:pt>
                <c:pt idx="260">
                  <c:v>1.9893032</c:v>
                </c:pt>
                <c:pt idx="261">
                  <c:v>1.9893324</c:v>
                </c:pt>
                <c:pt idx="262">
                  <c:v>1.9893614</c:v>
                </c:pt>
                <c:pt idx="263">
                  <c:v>1.9893899</c:v>
                </c:pt>
                <c:pt idx="264">
                  <c:v>1.9894179</c:v>
                </c:pt>
                <c:pt idx="265">
                  <c:v>1.9894456</c:v>
                </c:pt>
                <c:pt idx="266">
                  <c:v>1.9894729</c:v>
                </c:pt>
                <c:pt idx="267">
                  <c:v>1.9894999</c:v>
                </c:pt>
                <c:pt idx="268">
                  <c:v>1.9895264</c:v>
                </c:pt>
                <c:pt idx="269">
                  <c:v>1.9895525</c:v>
                </c:pt>
                <c:pt idx="270">
                  <c:v>1.9895782</c:v>
                </c:pt>
                <c:pt idx="271">
                  <c:v>1.9896036</c:v>
                </c:pt>
                <c:pt idx="272">
                  <c:v>1.9896285</c:v>
                </c:pt>
                <c:pt idx="273">
                  <c:v>1.9896531</c:v>
                </c:pt>
                <c:pt idx="274">
                  <c:v>1.9896773</c:v>
                </c:pt>
                <c:pt idx="275">
                  <c:v>1.9897011</c:v>
                </c:pt>
                <c:pt idx="276">
                  <c:v>1.9897245</c:v>
                </c:pt>
                <c:pt idx="277">
                  <c:v>1.9897475</c:v>
                </c:pt>
                <c:pt idx="278">
                  <c:v>1.9897701</c:v>
                </c:pt>
                <c:pt idx="279">
                  <c:v>1.9897924</c:v>
                </c:pt>
                <c:pt idx="280">
                  <c:v>1.9898143</c:v>
                </c:pt>
                <c:pt idx="281">
                  <c:v>1.9898358</c:v>
                </c:pt>
                <c:pt idx="282">
                  <c:v>1.9898569</c:v>
                </c:pt>
                <c:pt idx="283">
                  <c:v>1.9898777</c:v>
                </c:pt>
                <c:pt idx="284">
                  <c:v>1.9898981</c:v>
                </c:pt>
                <c:pt idx="285">
                  <c:v>1.9899181</c:v>
                </c:pt>
                <c:pt idx="286">
                  <c:v>1.9899377</c:v>
                </c:pt>
                <c:pt idx="287">
                  <c:v>1.989957</c:v>
                </c:pt>
                <c:pt idx="288">
                  <c:v>1.9899759</c:v>
                </c:pt>
                <c:pt idx="289">
                  <c:v>1.9899945</c:v>
                </c:pt>
                <c:pt idx="290">
                  <c:v>1.9900127</c:v>
                </c:pt>
                <c:pt idx="291">
                  <c:v>1.9900305</c:v>
                </c:pt>
                <c:pt idx="292">
                  <c:v>1.990048</c:v>
                </c:pt>
                <c:pt idx="293">
                  <c:v>1.9900651</c:v>
                </c:pt>
                <c:pt idx="294">
                  <c:v>1.9900819</c:v>
                </c:pt>
                <c:pt idx="295">
                  <c:v>1.9900983</c:v>
                </c:pt>
                <c:pt idx="296">
                  <c:v>1.9901144</c:v>
                </c:pt>
                <c:pt idx="297">
                  <c:v>1.99013</c:v>
                </c:pt>
                <c:pt idx="298">
                  <c:v>1.9901454</c:v>
                </c:pt>
                <c:pt idx="299">
                  <c:v>1.9901604</c:v>
                </c:pt>
                <c:pt idx="300">
                  <c:v>1.9901751</c:v>
                </c:pt>
                <c:pt idx="301">
                  <c:v>1.9901895</c:v>
                </c:pt>
                <c:pt idx="302">
                  <c:v>1.9902034</c:v>
                </c:pt>
                <c:pt idx="303">
                  <c:v>1.990217</c:v>
                </c:pt>
                <c:pt idx="304">
                  <c:v>1.9902304</c:v>
                </c:pt>
                <c:pt idx="305">
                  <c:v>1.9902434</c:v>
                </c:pt>
                <c:pt idx="306">
                  <c:v>1.9902561</c:v>
                </c:pt>
                <c:pt idx="307">
                  <c:v>1.9902684</c:v>
                </c:pt>
                <c:pt idx="308">
                  <c:v>1.9902805</c:v>
                </c:pt>
                <c:pt idx="309">
                  <c:v>1.9902922</c:v>
                </c:pt>
                <c:pt idx="310">
                  <c:v>1.9903036</c:v>
                </c:pt>
                <c:pt idx="311">
                  <c:v>1.9903146</c:v>
                </c:pt>
                <c:pt idx="312">
                  <c:v>1.9903254</c:v>
                </c:pt>
                <c:pt idx="313">
                  <c:v>1.9903358</c:v>
                </c:pt>
                <c:pt idx="314">
                  <c:v>1.9903459</c:v>
                </c:pt>
                <c:pt idx="315">
                  <c:v>1.9903557</c:v>
                </c:pt>
                <c:pt idx="316">
                  <c:v>1.9903652</c:v>
                </c:pt>
                <c:pt idx="317">
                  <c:v>1.9903743</c:v>
                </c:pt>
                <c:pt idx="318">
                  <c:v>1.9903832</c:v>
                </c:pt>
                <c:pt idx="319">
                  <c:v>1.9903918</c:v>
                </c:pt>
                <c:pt idx="320">
                  <c:v>1.9904002</c:v>
                </c:pt>
                <c:pt idx="321">
                  <c:v>1.9904082</c:v>
                </c:pt>
                <c:pt idx="322">
                  <c:v>1.990416</c:v>
                </c:pt>
                <c:pt idx="323">
                  <c:v>1.9904234</c:v>
                </c:pt>
                <c:pt idx="324">
                  <c:v>1.9904306</c:v>
                </c:pt>
                <c:pt idx="325">
                  <c:v>1.9904375</c:v>
                </c:pt>
                <c:pt idx="326">
                  <c:v>1.9904441</c:v>
                </c:pt>
                <c:pt idx="327">
                  <c:v>1.9904504</c:v>
                </c:pt>
                <c:pt idx="328">
                  <c:v>1.9904565</c:v>
                </c:pt>
                <c:pt idx="329">
                  <c:v>1.9904623</c:v>
                </c:pt>
                <c:pt idx="330">
                  <c:v>1.9904678</c:v>
                </c:pt>
                <c:pt idx="331">
                  <c:v>1.990473</c:v>
                </c:pt>
                <c:pt idx="332">
                  <c:v>1.9904781</c:v>
                </c:pt>
                <c:pt idx="333">
                  <c:v>1.9904828</c:v>
                </c:pt>
                <c:pt idx="334">
                  <c:v>1.9904872</c:v>
                </c:pt>
                <c:pt idx="335">
                  <c:v>1.9904914</c:v>
                </c:pt>
                <c:pt idx="336">
                  <c:v>1.9904954</c:v>
                </c:pt>
                <c:pt idx="337">
                  <c:v>1.9904991</c:v>
                </c:pt>
                <c:pt idx="338">
                  <c:v>1.9905025</c:v>
                </c:pt>
                <c:pt idx="339">
                  <c:v>1.9905057</c:v>
                </c:pt>
                <c:pt idx="340">
                  <c:v>1.9905087</c:v>
                </c:pt>
                <c:pt idx="341">
                  <c:v>1.9905115</c:v>
                </c:pt>
                <c:pt idx="342">
                  <c:v>1.990514</c:v>
                </c:pt>
                <c:pt idx="343">
                  <c:v>1.9905163</c:v>
                </c:pt>
                <c:pt idx="344">
                  <c:v>1.9905184</c:v>
                </c:pt>
                <c:pt idx="345">
                  <c:v>1.9905202</c:v>
                </c:pt>
                <c:pt idx="346">
                  <c:v>1.9905218</c:v>
                </c:pt>
                <c:pt idx="347">
                  <c:v>1.9905232</c:v>
                </c:pt>
                <c:pt idx="348">
                  <c:v>1.9905244</c:v>
                </c:pt>
                <c:pt idx="349">
                  <c:v>1.9905253</c:v>
                </c:pt>
                <c:pt idx="350">
                  <c:v>1.990526</c:v>
                </c:pt>
                <c:pt idx="351">
                  <c:v>1.9905265</c:v>
                </c:pt>
                <c:pt idx="352">
                  <c:v>1.9905268</c:v>
                </c:pt>
                <c:pt idx="353">
                  <c:v>1.9905269</c:v>
                </c:pt>
                <c:pt idx="354">
                  <c:v>1.9905269</c:v>
                </c:pt>
                <c:pt idx="355">
                  <c:v>1.9905265</c:v>
                </c:pt>
                <c:pt idx="356">
                  <c:v>1.990526</c:v>
                </c:pt>
                <c:pt idx="357">
                  <c:v>1.9905254</c:v>
                </c:pt>
                <c:pt idx="358">
                  <c:v>1.9905245</c:v>
                </c:pt>
                <c:pt idx="359">
                  <c:v>1.9905235</c:v>
                </c:pt>
                <c:pt idx="360">
                  <c:v>1.9905222</c:v>
                </c:pt>
                <c:pt idx="361">
                  <c:v>1.9905208</c:v>
                </c:pt>
                <c:pt idx="362">
                  <c:v>1.9905192</c:v>
                </c:pt>
                <c:pt idx="363">
                  <c:v>1.9905175</c:v>
                </c:pt>
                <c:pt idx="364">
                  <c:v>1.9905155</c:v>
                </c:pt>
                <c:pt idx="365">
                  <c:v>1.9905134</c:v>
                </c:pt>
                <c:pt idx="366">
                  <c:v>1.9905112</c:v>
                </c:pt>
                <c:pt idx="367">
                  <c:v>1.9905087</c:v>
                </c:pt>
                <c:pt idx="368">
                  <c:v>1.9905062</c:v>
                </c:pt>
                <c:pt idx="369">
                  <c:v>1.9905034</c:v>
                </c:pt>
                <c:pt idx="370">
                  <c:v>1.9905005</c:v>
                </c:pt>
                <c:pt idx="371">
                  <c:v>1.9904975</c:v>
                </c:pt>
                <c:pt idx="372">
                  <c:v>1.9904943</c:v>
                </c:pt>
                <c:pt idx="373">
                  <c:v>1.9904909</c:v>
                </c:pt>
                <c:pt idx="374">
                  <c:v>1.9904875</c:v>
                </c:pt>
                <c:pt idx="375">
                  <c:v>1.9904838</c:v>
                </c:pt>
                <c:pt idx="376">
                  <c:v>1.9904801</c:v>
                </c:pt>
                <c:pt idx="377">
                  <c:v>1.9904762</c:v>
                </c:pt>
                <c:pt idx="378">
                  <c:v>1.9904722</c:v>
                </c:pt>
                <c:pt idx="379">
                  <c:v>1.9904681</c:v>
                </c:pt>
                <c:pt idx="380">
                  <c:v>1.9904638</c:v>
                </c:pt>
                <c:pt idx="381">
                  <c:v>1.9904594</c:v>
                </c:pt>
                <c:pt idx="382">
                  <c:v>1.9904549</c:v>
                </c:pt>
                <c:pt idx="383">
                  <c:v>1.9904503</c:v>
                </c:pt>
                <c:pt idx="384">
                  <c:v>1.9904456</c:v>
                </c:pt>
                <c:pt idx="385">
                  <c:v>1.9904408</c:v>
                </c:pt>
                <c:pt idx="386">
                  <c:v>1.9904359</c:v>
                </c:pt>
                <c:pt idx="387">
                  <c:v>1.9904308</c:v>
                </c:pt>
                <c:pt idx="388">
                  <c:v>1.9904257</c:v>
                </c:pt>
                <c:pt idx="389">
                  <c:v>1.9904205</c:v>
                </c:pt>
                <c:pt idx="390">
                  <c:v>1.9904152</c:v>
                </c:pt>
                <c:pt idx="391">
                  <c:v>1.9904098</c:v>
                </c:pt>
                <c:pt idx="392">
                  <c:v>1.9904043</c:v>
                </c:pt>
                <c:pt idx="393">
                  <c:v>1.9903987</c:v>
                </c:pt>
                <c:pt idx="394">
                  <c:v>1.9903931</c:v>
                </c:pt>
                <c:pt idx="395">
                  <c:v>1.9903873</c:v>
                </c:pt>
                <c:pt idx="396">
                  <c:v>1.9903815</c:v>
                </c:pt>
                <c:pt idx="397">
                  <c:v>1.9903756</c:v>
                </c:pt>
                <c:pt idx="398">
                  <c:v>1.9903696</c:v>
                </c:pt>
                <c:pt idx="399">
                  <c:v>1.9903636</c:v>
                </c:pt>
                <c:pt idx="400">
                  <c:v>1.9903576</c:v>
                </c:pt>
                <c:pt idx="401">
                  <c:v>1.9903515</c:v>
                </c:pt>
                <c:pt idx="402">
                  <c:v>1.9903453</c:v>
                </c:pt>
                <c:pt idx="403">
                  <c:v>1.990339</c:v>
                </c:pt>
                <c:pt idx="404">
                  <c:v>1.9903328</c:v>
                </c:pt>
                <c:pt idx="405">
                  <c:v>1.9903265</c:v>
                </c:pt>
                <c:pt idx="406">
                  <c:v>1.99032</c:v>
                </c:pt>
                <c:pt idx="407">
                  <c:v>1.9903136</c:v>
                </c:pt>
                <c:pt idx="408">
                  <c:v>1.9903072</c:v>
                </c:pt>
                <c:pt idx="409">
                  <c:v>1.9903007</c:v>
                </c:pt>
                <c:pt idx="410">
                  <c:v>1.9902942</c:v>
                </c:pt>
                <c:pt idx="411">
                  <c:v>1.9902876</c:v>
                </c:pt>
                <c:pt idx="412">
                  <c:v>1.9902811</c:v>
                </c:pt>
                <c:pt idx="413">
                  <c:v>1.9902745</c:v>
                </c:pt>
                <c:pt idx="414">
                  <c:v>1.9902679</c:v>
                </c:pt>
                <c:pt idx="415">
                  <c:v>1.9902613</c:v>
                </c:pt>
                <c:pt idx="416">
                  <c:v>1.9903157</c:v>
                </c:pt>
                <c:pt idx="417">
                  <c:v>1.9904236</c:v>
                </c:pt>
                <c:pt idx="418">
                  <c:v>1.9905314</c:v>
                </c:pt>
                <c:pt idx="419">
                  <c:v>1.9906393</c:v>
                </c:pt>
                <c:pt idx="420">
                  <c:v>1.9907471</c:v>
                </c:pt>
                <c:pt idx="421">
                  <c:v>1.9908548</c:v>
                </c:pt>
                <c:pt idx="422">
                  <c:v>1.9909626</c:v>
                </c:pt>
                <c:pt idx="423">
                  <c:v>1.9910703</c:v>
                </c:pt>
                <c:pt idx="424">
                  <c:v>1.9911779</c:v>
                </c:pt>
                <c:pt idx="425">
                  <c:v>1.9912856</c:v>
                </c:pt>
                <c:pt idx="426">
                  <c:v>1.9913931</c:v>
                </c:pt>
                <c:pt idx="427">
                  <c:v>1.9915006</c:v>
                </c:pt>
                <c:pt idx="428">
                  <c:v>1.9916081</c:v>
                </c:pt>
                <c:pt idx="429">
                  <c:v>1.9917155</c:v>
                </c:pt>
                <c:pt idx="430">
                  <c:v>1.9918229</c:v>
                </c:pt>
                <c:pt idx="431">
                  <c:v>1.9919302</c:v>
                </c:pt>
                <c:pt idx="432">
                  <c:v>1.9920375</c:v>
                </c:pt>
                <c:pt idx="433">
                  <c:v>1.9921446</c:v>
                </c:pt>
                <c:pt idx="434">
                  <c:v>1.9922518</c:v>
                </c:pt>
                <c:pt idx="435">
                  <c:v>1.9923588</c:v>
                </c:pt>
                <c:pt idx="436">
                  <c:v>1.9924658</c:v>
                </c:pt>
                <c:pt idx="437">
                  <c:v>1.9925727</c:v>
                </c:pt>
                <c:pt idx="438">
                  <c:v>1.9926795</c:v>
                </c:pt>
                <c:pt idx="439">
                  <c:v>1.9927863</c:v>
                </c:pt>
                <c:pt idx="440">
                  <c:v>1.9928929</c:v>
                </c:pt>
                <c:pt idx="441">
                  <c:v>1.9929995</c:v>
                </c:pt>
                <c:pt idx="442">
                  <c:v>1.993106</c:v>
                </c:pt>
                <c:pt idx="443">
                  <c:v>1.9932124</c:v>
                </c:pt>
                <c:pt idx="444">
                  <c:v>1.9933187</c:v>
                </c:pt>
                <c:pt idx="445">
                  <c:v>1.9934249</c:v>
                </c:pt>
                <c:pt idx="446">
                  <c:v>1.993531</c:v>
                </c:pt>
                <c:pt idx="447">
                  <c:v>1.993637</c:v>
                </c:pt>
                <c:pt idx="448">
                  <c:v>1.9937429</c:v>
                </c:pt>
                <c:pt idx="449">
                  <c:v>1.9938487</c:v>
                </c:pt>
                <c:pt idx="450">
                  <c:v>1.9939544</c:v>
                </c:pt>
                <c:pt idx="451">
                  <c:v>1.99406</c:v>
                </c:pt>
                <c:pt idx="452">
                  <c:v>1.9941655</c:v>
                </c:pt>
                <c:pt idx="453">
                  <c:v>1.9942708</c:v>
                </c:pt>
                <c:pt idx="454">
                  <c:v>1.994376</c:v>
                </c:pt>
                <c:pt idx="455">
                  <c:v>1.9944811</c:v>
                </c:pt>
                <c:pt idx="456">
                  <c:v>1.9945861</c:v>
                </c:pt>
                <c:pt idx="457">
                  <c:v>1.9946909</c:v>
                </c:pt>
                <c:pt idx="458">
                  <c:v>1.9947956</c:v>
                </c:pt>
                <c:pt idx="459">
                  <c:v>1.9949001</c:v>
                </c:pt>
                <c:pt idx="460">
                  <c:v>1.9950045</c:v>
                </c:pt>
                <c:pt idx="461">
                  <c:v>1.9951088</c:v>
                </c:pt>
                <c:pt idx="462">
                  <c:v>1.9952129</c:v>
                </c:pt>
                <c:pt idx="463">
                  <c:v>1.9953169</c:v>
                </c:pt>
                <c:pt idx="464">
                  <c:v>1.9954207</c:v>
                </c:pt>
                <c:pt idx="465">
                  <c:v>1.9955244</c:v>
                </c:pt>
                <c:pt idx="466">
                  <c:v>1.9956279</c:v>
                </c:pt>
                <c:pt idx="467">
                  <c:v>1.9957312</c:v>
                </c:pt>
                <c:pt idx="468">
                  <c:v>1.9958344</c:v>
                </c:pt>
                <c:pt idx="469">
                  <c:v>1.9959374</c:v>
                </c:pt>
                <c:pt idx="470">
                  <c:v>1.9960402</c:v>
                </c:pt>
                <c:pt idx="471">
                  <c:v>1.9961428</c:v>
                </c:pt>
                <c:pt idx="472">
                  <c:v>1.9962453</c:v>
                </c:pt>
                <c:pt idx="473">
                  <c:v>1.9963476</c:v>
                </c:pt>
                <c:pt idx="474">
                  <c:v>1.9964497</c:v>
                </c:pt>
                <c:pt idx="475">
                  <c:v>1.9965516</c:v>
                </c:pt>
                <c:pt idx="476">
                  <c:v>1.9966533</c:v>
                </c:pt>
                <c:pt idx="477">
                  <c:v>1.9967548</c:v>
                </c:pt>
                <c:pt idx="478">
                  <c:v>1.9968562</c:v>
                </c:pt>
                <c:pt idx="479">
                  <c:v>1.9969573</c:v>
                </c:pt>
                <c:pt idx="480">
                  <c:v>1.9970582</c:v>
                </c:pt>
                <c:pt idx="481">
                  <c:v>1.9971589</c:v>
                </c:pt>
                <c:pt idx="482">
                  <c:v>1.9972595</c:v>
                </c:pt>
                <c:pt idx="483">
                  <c:v>1.9973597</c:v>
                </c:pt>
                <c:pt idx="484">
                  <c:v>1.9974598</c:v>
                </c:pt>
                <c:pt idx="485">
                  <c:v>1.9975597</c:v>
                </c:pt>
                <c:pt idx="486">
                  <c:v>1.9976593</c:v>
                </c:pt>
                <c:pt idx="487">
                  <c:v>1.9977587</c:v>
                </c:pt>
                <c:pt idx="488">
                  <c:v>1.9978579</c:v>
                </c:pt>
                <c:pt idx="489">
                  <c:v>1.9979568</c:v>
                </c:pt>
                <c:pt idx="490">
                  <c:v>1.9980555</c:v>
                </c:pt>
                <c:pt idx="491">
                  <c:v>1.998154</c:v>
                </c:pt>
                <c:pt idx="492">
                  <c:v>1.9982522</c:v>
                </c:pt>
                <c:pt idx="493">
                  <c:v>1.9983502</c:v>
                </c:pt>
                <c:pt idx="494">
                  <c:v>1.998448</c:v>
                </c:pt>
                <c:pt idx="495">
                  <c:v>1.9985455</c:v>
                </c:pt>
                <c:pt idx="496">
                  <c:v>1.9986427</c:v>
                </c:pt>
                <c:pt idx="497">
                  <c:v>1.9987397</c:v>
                </c:pt>
                <c:pt idx="498">
                  <c:v>1.9988364</c:v>
                </c:pt>
                <c:pt idx="499">
                  <c:v>1.9989329</c:v>
                </c:pt>
                <c:pt idx="500">
                  <c:v>1.999029</c:v>
                </c:pt>
                <c:pt idx="501">
                  <c:v>1.999125</c:v>
                </c:pt>
                <c:pt idx="502">
                  <c:v>1.9992206</c:v>
                </c:pt>
                <c:pt idx="503">
                  <c:v>1.999316</c:v>
                </c:pt>
                <c:pt idx="504">
                  <c:v>1.9994111</c:v>
                </c:pt>
                <c:pt idx="505">
                  <c:v>1.9995059</c:v>
                </c:pt>
                <c:pt idx="506">
                  <c:v>1.9996005</c:v>
                </c:pt>
                <c:pt idx="507">
                  <c:v>1.9996947</c:v>
                </c:pt>
                <c:pt idx="508">
                  <c:v>1.9997887</c:v>
                </c:pt>
                <c:pt idx="509">
                  <c:v>1.9998824</c:v>
                </c:pt>
                <c:pt idx="510">
                  <c:v>1.9999758</c:v>
                </c:pt>
                <c:pt idx="511">
                  <c:v>2.0000689</c:v>
                </c:pt>
                <c:pt idx="512">
                  <c:v>2.0001617</c:v>
                </c:pt>
                <c:pt idx="513">
                  <c:v>2.0002542</c:v>
                </c:pt>
                <c:pt idx="514">
                  <c:v>2.0003464</c:v>
                </c:pt>
                <c:pt idx="515">
                  <c:v>2.0004383</c:v>
                </c:pt>
                <c:pt idx="516">
                  <c:v>2.0005298</c:v>
                </c:pt>
                <c:pt idx="517">
                  <c:v>2.0006211</c:v>
                </c:pt>
                <c:pt idx="518">
                  <c:v>2.0007121</c:v>
                </c:pt>
                <c:pt idx="519">
                  <c:v>2.0008027</c:v>
                </c:pt>
                <c:pt idx="520">
                  <c:v>2.0008931</c:v>
                </c:pt>
                <c:pt idx="521">
                  <c:v>2.0009831</c:v>
                </c:pt>
                <c:pt idx="522">
                  <c:v>2.0010728</c:v>
                </c:pt>
                <c:pt idx="523">
                  <c:v>2.0011621</c:v>
                </c:pt>
                <c:pt idx="524">
                  <c:v>2.0012512</c:v>
                </c:pt>
                <c:pt idx="525">
                  <c:v>2.0013399</c:v>
                </c:pt>
                <c:pt idx="526">
                  <c:v>2.0014283</c:v>
                </c:pt>
                <c:pt idx="527">
                  <c:v>2.0015163</c:v>
                </c:pt>
                <c:pt idx="528">
                  <c:v>2.001604</c:v>
                </c:pt>
                <c:pt idx="529">
                  <c:v>2.0016914</c:v>
                </c:pt>
                <c:pt idx="530">
                  <c:v>2.0017784</c:v>
                </c:pt>
                <c:pt idx="531">
                  <c:v>2.0018651</c:v>
                </c:pt>
                <c:pt idx="532">
                  <c:v>2.0019515</c:v>
                </c:pt>
                <c:pt idx="533">
                  <c:v>2.0020374</c:v>
                </c:pt>
                <c:pt idx="534">
                  <c:v>2.0021231</c:v>
                </c:pt>
                <c:pt idx="535">
                  <c:v>2.0022084</c:v>
                </c:pt>
                <c:pt idx="536">
                  <c:v>2.0022933</c:v>
                </c:pt>
                <c:pt idx="537">
                  <c:v>2.0023779</c:v>
                </c:pt>
                <c:pt idx="538">
                  <c:v>2.0024621</c:v>
                </c:pt>
                <c:pt idx="539">
                  <c:v>2.002546</c:v>
                </c:pt>
                <c:pt idx="540">
                  <c:v>2.0026295</c:v>
                </c:pt>
                <c:pt idx="541">
                  <c:v>2.0027126</c:v>
                </c:pt>
                <c:pt idx="542">
                  <c:v>2.0027954</c:v>
                </c:pt>
                <c:pt idx="543">
                  <c:v>2.0028778</c:v>
                </c:pt>
                <c:pt idx="544">
                  <c:v>2.0029599</c:v>
                </c:pt>
                <c:pt idx="545">
                  <c:v>2.0030415</c:v>
                </c:pt>
                <c:pt idx="546">
                  <c:v>2.0031228</c:v>
                </c:pt>
                <c:pt idx="547">
                  <c:v>2.0032038</c:v>
                </c:pt>
                <c:pt idx="548">
                  <c:v>2.0032843</c:v>
                </c:pt>
                <c:pt idx="549">
                  <c:v>2.0033645</c:v>
                </c:pt>
                <c:pt idx="550">
                  <c:v>2.0034443</c:v>
                </c:pt>
                <c:pt idx="551">
                  <c:v>2.0035237</c:v>
                </c:pt>
                <c:pt idx="552">
                  <c:v>2.0036027</c:v>
                </c:pt>
                <c:pt idx="553">
                  <c:v>2.0036814</c:v>
                </c:pt>
                <c:pt idx="554">
                  <c:v>2.0037597</c:v>
                </c:pt>
                <c:pt idx="555">
                  <c:v>2.0038376</c:v>
                </c:pt>
                <c:pt idx="556">
                  <c:v>2.0039151</c:v>
                </c:pt>
                <c:pt idx="557">
                  <c:v>2.0039922</c:v>
                </c:pt>
                <c:pt idx="558">
                  <c:v>2.0040689</c:v>
                </c:pt>
                <c:pt idx="559">
                  <c:v>2.0041452</c:v>
                </c:pt>
                <c:pt idx="560">
                  <c:v>2.0042212</c:v>
                </c:pt>
                <c:pt idx="561">
                  <c:v>2.0042967</c:v>
                </c:pt>
                <c:pt idx="562">
                  <c:v>2.0043719</c:v>
                </c:pt>
                <c:pt idx="563">
                  <c:v>2.0044466</c:v>
                </c:pt>
                <c:pt idx="564">
                  <c:v>2.004521</c:v>
                </c:pt>
                <c:pt idx="565">
                  <c:v>2.004595</c:v>
                </c:pt>
                <c:pt idx="566">
                  <c:v>2.0046685</c:v>
                </c:pt>
                <c:pt idx="567">
                  <c:v>2.0047417</c:v>
                </c:pt>
                <c:pt idx="568">
                  <c:v>2.0048145</c:v>
                </c:pt>
                <c:pt idx="569">
                  <c:v>2.0048869</c:v>
                </c:pt>
                <c:pt idx="570">
                  <c:v>2.0049588</c:v>
                </c:pt>
                <c:pt idx="571">
                  <c:v>2.0050304</c:v>
                </c:pt>
                <c:pt idx="572">
                  <c:v>2.0051015</c:v>
                </c:pt>
                <c:pt idx="573">
                  <c:v>2.0051723</c:v>
                </c:pt>
                <c:pt idx="574">
                  <c:v>2.0052427</c:v>
                </c:pt>
                <c:pt idx="575">
                  <c:v>2.0053126</c:v>
                </c:pt>
                <c:pt idx="576">
                  <c:v>2.0053821</c:v>
                </c:pt>
                <c:pt idx="577">
                  <c:v>2.0054513</c:v>
                </c:pt>
                <c:pt idx="578">
                  <c:v>2.00552</c:v>
                </c:pt>
                <c:pt idx="579">
                  <c:v>2.0055883</c:v>
                </c:pt>
                <c:pt idx="580">
                  <c:v>2.0056562</c:v>
                </c:pt>
                <c:pt idx="581">
                  <c:v>2.0057237</c:v>
                </c:pt>
                <c:pt idx="582">
                  <c:v>2.0057908</c:v>
                </c:pt>
                <c:pt idx="583">
                  <c:v>2.0058574</c:v>
                </c:pt>
                <c:pt idx="584">
                  <c:v>2.0059237</c:v>
                </c:pt>
                <c:pt idx="585">
                  <c:v>2.0059895</c:v>
                </c:pt>
                <c:pt idx="586">
                  <c:v>2.006055</c:v>
                </c:pt>
                <c:pt idx="587">
                  <c:v>2.00612</c:v>
                </c:pt>
                <c:pt idx="588">
                  <c:v>2.0061846</c:v>
                </c:pt>
                <c:pt idx="589">
                  <c:v>2.0062488</c:v>
                </c:pt>
                <c:pt idx="590">
                  <c:v>2.0063126</c:v>
                </c:pt>
                <c:pt idx="591">
                  <c:v>2.0063759</c:v>
                </c:pt>
                <c:pt idx="592">
                  <c:v>2.0064389</c:v>
                </c:pt>
                <c:pt idx="593">
                  <c:v>2.0065014</c:v>
                </c:pt>
                <c:pt idx="594">
                  <c:v>2.0065635</c:v>
                </c:pt>
                <c:pt idx="595">
                  <c:v>2.0066252</c:v>
                </c:pt>
                <c:pt idx="596">
                  <c:v>2.0066865</c:v>
                </c:pt>
                <c:pt idx="597">
                  <c:v>2.0067474</c:v>
                </c:pt>
                <c:pt idx="598">
                  <c:v>2.0068079</c:v>
                </c:pt>
                <c:pt idx="599">
                  <c:v>2.0068679</c:v>
                </c:pt>
                <c:pt idx="600">
                  <c:v>2.0069275</c:v>
                </c:pt>
                <c:pt idx="601">
                  <c:v>2.0069867</c:v>
                </c:pt>
                <c:pt idx="602">
                  <c:v>2.0070455</c:v>
                </c:pt>
                <c:pt idx="603">
                  <c:v>2.0071039</c:v>
                </c:pt>
                <c:pt idx="604">
                  <c:v>2.0071618</c:v>
                </c:pt>
                <c:pt idx="605">
                  <c:v>2.0072194</c:v>
                </c:pt>
                <c:pt idx="606">
                  <c:v>2.0072765</c:v>
                </c:pt>
                <c:pt idx="607">
                  <c:v>2.0073332</c:v>
                </c:pt>
                <c:pt idx="608">
                  <c:v>2.0073895</c:v>
                </c:pt>
                <c:pt idx="609">
                  <c:v>2.0074454</c:v>
                </c:pt>
                <c:pt idx="610">
                  <c:v>2.0075009</c:v>
                </c:pt>
                <c:pt idx="611">
                  <c:v>2.0075559</c:v>
                </c:pt>
                <c:pt idx="612">
                  <c:v>2.0076105</c:v>
                </c:pt>
                <c:pt idx="613">
                  <c:v>2.0076647</c:v>
                </c:pt>
                <c:pt idx="614">
                  <c:v>2.0077186</c:v>
                </c:pt>
                <c:pt idx="615">
                  <c:v>2.0077719</c:v>
                </c:pt>
                <c:pt idx="616">
                  <c:v>2.0078249</c:v>
                </c:pt>
                <c:pt idx="617">
                  <c:v>2.0078775</c:v>
                </c:pt>
                <c:pt idx="618">
                  <c:v>2.0079296</c:v>
                </c:pt>
                <c:pt idx="619">
                  <c:v>2.0079814</c:v>
                </c:pt>
                <c:pt idx="620">
                  <c:v>2.0080327</c:v>
                </c:pt>
                <c:pt idx="621">
                  <c:v>2.0080836</c:v>
                </c:pt>
                <c:pt idx="622">
                  <c:v>2.0081341</c:v>
                </c:pt>
                <c:pt idx="623">
                  <c:v>2.0081842</c:v>
                </c:pt>
                <c:pt idx="624">
                  <c:v>2.0082339</c:v>
                </c:pt>
                <c:pt idx="625">
                  <c:v>2.0082831</c:v>
                </c:pt>
                <c:pt idx="626">
                  <c:v>2.008332</c:v>
                </c:pt>
                <c:pt idx="627">
                  <c:v>2.0083805</c:v>
                </c:pt>
                <c:pt idx="628">
                  <c:v>2.0084285</c:v>
                </c:pt>
                <c:pt idx="629">
                  <c:v>2.0084761</c:v>
                </c:pt>
                <c:pt idx="630">
                  <c:v>2.0085234</c:v>
                </c:pt>
                <c:pt idx="631">
                  <c:v>2.0085702</c:v>
                </c:pt>
                <c:pt idx="632">
                  <c:v>2.0086166</c:v>
                </c:pt>
                <c:pt idx="633">
                  <c:v>2.0086627</c:v>
                </c:pt>
                <c:pt idx="634">
                  <c:v>2.0087083</c:v>
                </c:pt>
                <c:pt idx="635">
                  <c:v>2.0087535</c:v>
                </c:pt>
                <c:pt idx="636">
                  <c:v>2.0087983</c:v>
                </c:pt>
                <c:pt idx="637">
                  <c:v>2.0088428</c:v>
                </c:pt>
                <c:pt idx="638">
                  <c:v>2.0088868</c:v>
                </c:pt>
                <c:pt idx="639">
                  <c:v>2.0089304</c:v>
                </c:pt>
                <c:pt idx="640">
                  <c:v>2.0089737</c:v>
                </c:pt>
                <c:pt idx="641">
                  <c:v>2.0090165</c:v>
                </c:pt>
                <c:pt idx="642">
                  <c:v>2.009059</c:v>
                </c:pt>
                <c:pt idx="643">
                  <c:v>2.0091011</c:v>
                </c:pt>
                <c:pt idx="644">
                  <c:v>2.0091428</c:v>
                </c:pt>
                <c:pt idx="645">
                  <c:v>2.0091841</c:v>
                </c:pt>
                <c:pt idx="646">
                  <c:v>2.009225</c:v>
                </c:pt>
                <c:pt idx="647">
                  <c:v>2.0092655</c:v>
                </c:pt>
                <c:pt idx="648">
                  <c:v>2.0093057</c:v>
                </c:pt>
                <c:pt idx="649">
                  <c:v>2.0093455</c:v>
                </c:pt>
                <c:pt idx="650">
                  <c:v>2.0093849</c:v>
                </c:pt>
                <c:pt idx="651">
                  <c:v>2.0094239</c:v>
                </c:pt>
                <c:pt idx="652">
                  <c:v>2.0094625</c:v>
                </c:pt>
                <c:pt idx="653">
                  <c:v>2.0095008</c:v>
                </c:pt>
                <c:pt idx="654">
                  <c:v>2.0095387</c:v>
                </c:pt>
                <c:pt idx="655">
                  <c:v>2.0095762</c:v>
                </c:pt>
                <c:pt idx="656">
                  <c:v>2.0096133</c:v>
                </c:pt>
                <c:pt idx="657">
                  <c:v>2.0096501</c:v>
                </c:pt>
                <c:pt idx="658">
                  <c:v>2.0096865</c:v>
                </c:pt>
                <c:pt idx="659">
                  <c:v>2.0097225</c:v>
                </c:pt>
                <c:pt idx="660">
                  <c:v>2.0097582</c:v>
                </c:pt>
                <c:pt idx="661">
                  <c:v>2.0097935</c:v>
                </c:pt>
                <c:pt idx="662">
                  <c:v>2.0098285</c:v>
                </c:pt>
                <c:pt idx="663">
                  <c:v>2.009863</c:v>
                </c:pt>
                <c:pt idx="664">
                  <c:v>2.0098972</c:v>
                </c:pt>
                <c:pt idx="665">
                  <c:v>2.0099311</c:v>
                </c:pt>
                <c:pt idx="666">
                  <c:v>2.0099646</c:v>
                </c:pt>
                <c:pt idx="667">
                  <c:v>2.0099977</c:v>
                </c:pt>
                <c:pt idx="668">
                  <c:v>2.0100305</c:v>
                </c:pt>
                <c:pt idx="669">
                  <c:v>2.010063</c:v>
                </c:pt>
                <c:pt idx="670">
                  <c:v>2.010095</c:v>
                </c:pt>
                <c:pt idx="671">
                  <c:v>2.0101268</c:v>
                </c:pt>
                <c:pt idx="672">
                  <c:v>2.0101581</c:v>
                </c:pt>
                <c:pt idx="673">
                  <c:v>2.0101892</c:v>
                </c:pt>
                <c:pt idx="674">
                  <c:v>2.0102199</c:v>
                </c:pt>
                <c:pt idx="675">
                  <c:v>2.0102502</c:v>
                </c:pt>
                <c:pt idx="676">
                  <c:v>2.0102802</c:v>
                </c:pt>
                <c:pt idx="677">
                  <c:v>2.0103099</c:v>
                </c:pt>
                <c:pt idx="678">
                  <c:v>2.0103392</c:v>
                </c:pt>
                <c:pt idx="679">
                  <c:v>2.0103682</c:v>
                </c:pt>
                <c:pt idx="680">
                  <c:v>2.0103968</c:v>
                </c:pt>
                <c:pt idx="681">
                  <c:v>2.0104251</c:v>
                </c:pt>
                <c:pt idx="682">
                  <c:v>2.0104531</c:v>
                </c:pt>
                <c:pt idx="683">
                  <c:v>2.0104807</c:v>
                </c:pt>
                <c:pt idx="684">
                  <c:v>2.010508</c:v>
                </c:pt>
                <c:pt idx="685">
                  <c:v>2.010535</c:v>
                </c:pt>
                <c:pt idx="686">
                  <c:v>2.0105617</c:v>
                </c:pt>
                <c:pt idx="687">
                  <c:v>2.010588</c:v>
                </c:pt>
                <c:pt idx="688">
                  <c:v>2.0106141</c:v>
                </c:pt>
                <c:pt idx="689">
                  <c:v>2.0106397</c:v>
                </c:pt>
                <c:pt idx="690">
                  <c:v>2.0106651</c:v>
                </c:pt>
                <c:pt idx="691">
                  <c:v>2.0106902</c:v>
                </c:pt>
                <c:pt idx="692">
                  <c:v>2.0107149</c:v>
                </c:pt>
                <c:pt idx="693">
                  <c:v>2.0107394</c:v>
                </c:pt>
                <c:pt idx="694">
                  <c:v>2.0107635</c:v>
                </c:pt>
                <c:pt idx="695">
                  <c:v>2.0107873</c:v>
                </c:pt>
                <c:pt idx="696">
                  <c:v>2.0108108</c:v>
                </c:pt>
                <c:pt idx="697">
                  <c:v>2.010834</c:v>
                </c:pt>
                <c:pt idx="698">
                  <c:v>2.0108569</c:v>
                </c:pt>
                <c:pt idx="699">
                  <c:v>2.0108795</c:v>
                </c:pt>
                <c:pt idx="700">
                  <c:v>2.0109018</c:v>
                </c:pt>
                <c:pt idx="701">
                  <c:v>2.0109239</c:v>
                </c:pt>
                <c:pt idx="702">
                  <c:v>2.0109456</c:v>
                </c:pt>
                <c:pt idx="703">
                  <c:v>2.010967</c:v>
                </c:pt>
                <c:pt idx="704">
                  <c:v>2.0109881</c:v>
                </c:pt>
                <c:pt idx="705">
                  <c:v>2.011009</c:v>
                </c:pt>
                <c:pt idx="706">
                  <c:v>2.0110296</c:v>
                </c:pt>
                <c:pt idx="707">
                  <c:v>2.0110498</c:v>
                </c:pt>
                <c:pt idx="708">
                  <c:v>2.0110699</c:v>
                </c:pt>
                <c:pt idx="709">
                  <c:v>2.0110896</c:v>
                </c:pt>
                <c:pt idx="710">
                  <c:v>2.011109</c:v>
                </c:pt>
                <c:pt idx="711">
                  <c:v>2.0111282</c:v>
                </c:pt>
                <c:pt idx="712">
                  <c:v>2.0111471</c:v>
                </c:pt>
                <c:pt idx="713">
                  <c:v>2.0111657</c:v>
                </c:pt>
                <c:pt idx="714">
                  <c:v>2.0111841</c:v>
                </c:pt>
                <c:pt idx="715">
                  <c:v>2.0112022</c:v>
                </c:pt>
                <c:pt idx="716">
                  <c:v>2.0112201</c:v>
                </c:pt>
                <c:pt idx="717">
                  <c:v>2.0112376</c:v>
                </c:pt>
                <c:pt idx="718">
                  <c:v>2.011255</c:v>
                </c:pt>
                <c:pt idx="719">
                  <c:v>2.011272</c:v>
                </c:pt>
                <c:pt idx="720">
                  <c:v>2.0112889</c:v>
                </c:pt>
                <c:pt idx="721">
                  <c:v>2.0113054</c:v>
                </c:pt>
                <c:pt idx="722">
                  <c:v>2.0113217</c:v>
                </c:pt>
                <c:pt idx="723">
                  <c:v>2.0113378</c:v>
                </c:pt>
                <c:pt idx="724">
                  <c:v>2.0113536</c:v>
                </c:pt>
                <c:pt idx="725">
                  <c:v>2.0113692</c:v>
                </c:pt>
                <c:pt idx="726">
                  <c:v>2.0113846</c:v>
                </c:pt>
                <c:pt idx="727">
                  <c:v>2.0113997</c:v>
                </c:pt>
                <c:pt idx="728">
                  <c:v>2.0114146</c:v>
                </c:pt>
                <c:pt idx="729">
                  <c:v>2.0114292</c:v>
                </c:pt>
                <c:pt idx="730">
                  <c:v>2.0114436</c:v>
                </c:pt>
                <c:pt idx="731">
                  <c:v>2.0114578</c:v>
                </c:pt>
                <c:pt idx="732">
                  <c:v>2.0114718</c:v>
                </c:pt>
                <c:pt idx="733">
                  <c:v>2.0114855</c:v>
                </c:pt>
                <c:pt idx="734">
                  <c:v>2.0114991</c:v>
                </c:pt>
                <c:pt idx="735">
                  <c:v>2.0115124</c:v>
                </c:pt>
                <c:pt idx="736">
                  <c:v>2.0115255</c:v>
                </c:pt>
                <c:pt idx="737">
                  <c:v>2.0115384</c:v>
                </c:pt>
                <c:pt idx="738">
                  <c:v>2.0115511</c:v>
                </c:pt>
                <c:pt idx="739">
                  <c:v>2.0115635</c:v>
                </c:pt>
                <c:pt idx="740">
                  <c:v>2.0115758</c:v>
                </c:pt>
                <c:pt idx="741">
                  <c:v>2.0115879</c:v>
                </c:pt>
                <c:pt idx="742">
                  <c:v>2.0115997</c:v>
                </c:pt>
                <c:pt idx="743">
                  <c:v>2.0116114</c:v>
                </c:pt>
                <c:pt idx="744">
                  <c:v>2.0116229</c:v>
                </c:pt>
                <c:pt idx="745">
                  <c:v>2.0116342</c:v>
                </c:pt>
                <c:pt idx="746">
                  <c:v>2.0116453</c:v>
                </c:pt>
                <c:pt idx="747">
                  <c:v>2.0116562</c:v>
                </c:pt>
                <c:pt idx="748">
                  <c:v>2.0116669</c:v>
                </c:pt>
                <c:pt idx="749">
                  <c:v>2.0116775</c:v>
                </c:pt>
                <c:pt idx="750">
                  <c:v>2.0116879</c:v>
                </c:pt>
                <c:pt idx="751">
                  <c:v>2.0116981</c:v>
                </c:pt>
                <c:pt idx="752">
                  <c:v>2.0117081</c:v>
                </c:pt>
                <c:pt idx="753">
                  <c:v>2.0117179</c:v>
                </c:pt>
                <c:pt idx="754">
                  <c:v>2.0117276</c:v>
                </c:pt>
                <c:pt idx="755">
                  <c:v>2.0117371</c:v>
                </c:pt>
                <c:pt idx="756">
                  <c:v>2.0117465</c:v>
                </c:pt>
                <c:pt idx="757">
                  <c:v>2.0117557</c:v>
                </c:pt>
                <c:pt idx="758">
                  <c:v>2.0117647</c:v>
                </c:pt>
                <c:pt idx="759">
                  <c:v>2.0117736</c:v>
                </c:pt>
                <c:pt idx="760">
                  <c:v>2.0117823</c:v>
                </c:pt>
                <c:pt idx="761">
                  <c:v>2.0117909</c:v>
                </c:pt>
                <c:pt idx="762">
                  <c:v>2.0117993</c:v>
                </c:pt>
                <c:pt idx="763">
                  <c:v>2.0118076</c:v>
                </c:pt>
                <c:pt idx="764">
                  <c:v>2.0118158</c:v>
                </c:pt>
                <c:pt idx="765">
                  <c:v>2.0118238</c:v>
                </c:pt>
                <c:pt idx="766">
                  <c:v>2.0118316</c:v>
                </c:pt>
                <c:pt idx="767">
                  <c:v>2.0118393</c:v>
                </c:pt>
                <c:pt idx="768">
                  <c:v>2.0118469</c:v>
                </c:pt>
                <c:pt idx="769">
                  <c:v>2.0118544</c:v>
                </c:pt>
                <c:pt idx="770">
                  <c:v>2.0118617</c:v>
                </c:pt>
                <c:pt idx="771">
                  <c:v>2.0118689</c:v>
                </c:pt>
                <c:pt idx="772">
                  <c:v>2.011876</c:v>
                </c:pt>
                <c:pt idx="773">
                  <c:v>2.011883</c:v>
                </c:pt>
                <c:pt idx="774">
                  <c:v>2.0118899</c:v>
                </c:pt>
                <c:pt idx="775">
                  <c:v>2.0118966</c:v>
                </c:pt>
                <c:pt idx="776">
                  <c:v>2.0119033</c:v>
                </c:pt>
                <c:pt idx="777">
                  <c:v>2.0119098</c:v>
                </c:pt>
                <c:pt idx="778">
                  <c:v>2.0119162</c:v>
                </c:pt>
                <c:pt idx="779">
                  <c:v>2.0119226</c:v>
                </c:pt>
                <c:pt idx="780">
                  <c:v>2.0119288</c:v>
                </c:pt>
                <c:pt idx="781">
                  <c:v>2.0119349</c:v>
                </c:pt>
                <c:pt idx="782">
                  <c:v>2.0119409</c:v>
                </c:pt>
                <c:pt idx="783">
                  <c:v>2.0119469</c:v>
                </c:pt>
                <c:pt idx="784">
                  <c:v>2.0119527</c:v>
                </c:pt>
                <c:pt idx="785">
                  <c:v>2.0119585</c:v>
                </c:pt>
                <c:pt idx="786">
                  <c:v>2.0119642</c:v>
                </c:pt>
                <c:pt idx="787">
                  <c:v>2.0119697</c:v>
                </c:pt>
                <c:pt idx="788">
                  <c:v>2.0119753</c:v>
                </c:pt>
                <c:pt idx="789">
                  <c:v>2.0119807</c:v>
                </c:pt>
                <c:pt idx="790">
                  <c:v>2.011986</c:v>
                </c:pt>
                <c:pt idx="791">
                  <c:v>2.0119913</c:v>
                </c:pt>
                <c:pt idx="792">
                  <c:v>2.0119965</c:v>
                </c:pt>
                <c:pt idx="793">
                  <c:v>2.0120017</c:v>
                </c:pt>
                <c:pt idx="794">
                  <c:v>2.0120067</c:v>
                </c:pt>
                <c:pt idx="795">
                  <c:v>2.0120117</c:v>
                </c:pt>
                <c:pt idx="796">
                  <c:v>2.0120167</c:v>
                </c:pt>
                <c:pt idx="797">
                  <c:v>2.0120216</c:v>
                </c:pt>
                <c:pt idx="798">
                  <c:v>2.0120264</c:v>
                </c:pt>
                <c:pt idx="799">
                  <c:v>2.0120312</c:v>
                </c:pt>
                <c:pt idx="800">
                  <c:v>2.0120359</c:v>
                </c:pt>
                <c:pt idx="801">
                  <c:v>2.0120405</c:v>
                </c:pt>
                <c:pt idx="802">
                  <c:v>2.0120451</c:v>
                </c:pt>
                <c:pt idx="803">
                  <c:v>2.0120497</c:v>
                </c:pt>
                <c:pt idx="804">
                  <c:v>2.0120542</c:v>
                </c:pt>
                <c:pt idx="805">
                  <c:v>2.0120587</c:v>
                </c:pt>
                <c:pt idx="806">
                  <c:v>2.0120632</c:v>
                </c:pt>
                <c:pt idx="807">
                  <c:v>2.0120676</c:v>
                </c:pt>
                <c:pt idx="808">
                  <c:v>2.0120719</c:v>
                </c:pt>
                <c:pt idx="809">
                  <c:v>2.0120762</c:v>
                </c:pt>
                <c:pt idx="810">
                  <c:v>2.0120805</c:v>
                </c:pt>
                <c:pt idx="811">
                  <c:v>2.0120848</c:v>
                </c:pt>
                <c:pt idx="812">
                  <c:v>2.012089</c:v>
                </c:pt>
                <c:pt idx="813">
                  <c:v>2.0120933</c:v>
                </c:pt>
                <c:pt idx="814">
                  <c:v>2.0120975</c:v>
                </c:pt>
                <c:pt idx="815">
                  <c:v>2.0121016</c:v>
                </c:pt>
                <c:pt idx="816">
                  <c:v>2.0121058</c:v>
                </c:pt>
                <c:pt idx="817">
                  <c:v>2.0121099</c:v>
                </c:pt>
                <c:pt idx="818">
                  <c:v>2.012114</c:v>
                </c:pt>
                <c:pt idx="819">
                  <c:v>2.0121181</c:v>
                </c:pt>
                <c:pt idx="820">
                  <c:v>2.0121222</c:v>
                </c:pt>
                <c:pt idx="821">
                  <c:v>2.0121263</c:v>
                </c:pt>
                <c:pt idx="822">
                  <c:v>2.0121304</c:v>
                </c:pt>
                <c:pt idx="823">
                  <c:v>2.0121345</c:v>
                </c:pt>
                <c:pt idx="824">
                  <c:v>2.0121386</c:v>
                </c:pt>
                <c:pt idx="825">
                  <c:v>2.0121426</c:v>
                </c:pt>
                <c:pt idx="826">
                  <c:v>2.0121467</c:v>
                </c:pt>
                <c:pt idx="827">
                  <c:v>2.0121508</c:v>
                </c:pt>
                <c:pt idx="828">
                  <c:v>2.0121549</c:v>
                </c:pt>
                <c:pt idx="829">
                  <c:v>2.012159</c:v>
                </c:pt>
                <c:pt idx="830">
                  <c:v>2.0121631</c:v>
                </c:pt>
                <c:pt idx="831">
                  <c:v>2.0121672</c:v>
                </c:pt>
                <c:pt idx="832">
                  <c:v>2.0121713</c:v>
                </c:pt>
                <c:pt idx="833">
                  <c:v>2.0121755</c:v>
                </c:pt>
                <c:pt idx="834">
                  <c:v>2.0121796</c:v>
                </c:pt>
                <c:pt idx="835">
                  <c:v>2.0121838</c:v>
                </c:pt>
                <c:pt idx="836">
                  <c:v>2.012188</c:v>
                </c:pt>
                <c:pt idx="837">
                  <c:v>2.0121922</c:v>
                </c:pt>
                <c:pt idx="838">
                  <c:v>2.0121965</c:v>
                </c:pt>
                <c:pt idx="839">
                  <c:v>2.0122008</c:v>
                </c:pt>
                <c:pt idx="840">
                  <c:v>2.0122051</c:v>
                </c:pt>
                <c:pt idx="841">
                  <c:v>2.0122094</c:v>
                </c:pt>
                <c:pt idx="842">
                  <c:v>2.0122138</c:v>
                </c:pt>
                <c:pt idx="843">
                  <c:v>2.0122182</c:v>
                </c:pt>
                <c:pt idx="844">
                  <c:v>2.0122226</c:v>
                </c:pt>
                <c:pt idx="845">
                  <c:v>2.0122271</c:v>
                </c:pt>
                <c:pt idx="846">
                  <c:v>2.0122316</c:v>
                </c:pt>
                <c:pt idx="847">
                  <c:v>2.0122362</c:v>
                </c:pt>
                <c:pt idx="848">
                  <c:v>2.0122408</c:v>
                </c:pt>
                <c:pt idx="849">
                  <c:v>2.0122454</c:v>
                </c:pt>
                <c:pt idx="850">
                  <c:v>2.0122501</c:v>
                </c:pt>
                <c:pt idx="851">
                  <c:v>2.0122549</c:v>
                </c:pt>
                <c:pt idx="852">
                  <c:v>2.0122597</c:v>
                </c:pt>
                <c:pt idx="853">
                  <c:v>2.0122645</c:v>
                </c:pt>
                <c:pt idx="854">
                  <c:v>2.0122694</c:v>
                </c:pt>
                <c:pt idx="855">
                  <c:v>2.0122744</c:v>
                </c:pt>
                <c:pt idx="856">
                  <c:v>2.0122794</c:v>
                </c:pt>
                <c:pt idx="857">
                  <c:v>2.0122845</c:v>
                </c:pt>
                <c:pt idx="858">
                  <c:v>2.0122896</c:v>
                </c:pt>
                <c:pt idx="859">
                  <c:v>2.0122948</c:v>
                </c:pt>
                <c:pt idx="860">
                  <c:v>2.0123001</c:v>
                </c:pt>
                <c:pt idx="861">
                  <c:v>2.0123054</c:v>
                </c:pt>
                <c:pt idx="862">
                  <c:v>2.0123108</c:v>
                </c:pt>
                <c:pt idx="863">
                  <c:v>2.0123163</c:v>
                </c:pt>
                <c:pt idx="864">
                  <c:v>2.0123218</c:v>
                </c:pt>
                <c:pt idx="865">
                  <c:v>2.0123274</c:v>
                </c:pt>
                <c:pt idx="866">
                  <c:v>2.0123331</c:v>
                </c:pt>
                <c:pt idx="867">
                  <c:v>2.0123389</c:v>
                </c:pt>
                <c:pt idx="868">
                  <c:v>2.0123447</c:v>
                </c:pt>
                <c:pt idx="869">
                  <c:v>2.0123506</c:v>
                </c:pt>
                <c:pt idx="870">
                  <c:v>2.0123566</c:v>
                </c:pt>
                <c:pt idx="871">
                  <c:v>2.0123627</c:v>
                </c:pt>
                <c:pt idx="872">
                  <c:v>2.0123689</c:v>
                </c:pt>
                <c:pt idx="873">
                  <c:v>2.0123751</c:v>
                </c:pt>
                <c:pt idx="874">
                  <c:v>2.0123814</c:v>
                </c:pt>
                <c:pt idx="875">
                  <c:v>2.0123879</c:v>
                </c:pt>
                <c:pt idx="876">
                  <c:v>2.0123944</c:v>
                </c:pt>
                <c:pt idx="877">
                  <c:v>2.012401</c:v>
                </c:pt>
                <c:pt idx="878">
                  <c:v>2.0124076</c:v>
                </c:pt>
                <c:pt idx="879">
                  <c:v>2.0124144</c:v>
                </c:pt>
                <c:pt idx="880">
                  <c:v>2.0124213</c:v>
                </c:pt>
                <c:pt idx="881">
                  <c:v>2.0124283</c:v>
                </c:pt>
                <c:pt idx="882">
                  <c:v>2.0124353</c:v>
                </c:pt>
                <c:pt idx="883">
                  <c:v>2.0124425</c:v>
                </c:pt>
                <c:pt idx="884">
                  <c:v>2.0124498</c:v>
                </c:pt>
                <c:pt idx="885">
                  <c:v>2.0124572</c:v>
                </c:pt>
                <c:pt idx="886">
                  <c:v>2.0124646</c:v>
                </c:pt>
                <c:pt idx="887">
                  <c:v>2.0124722</c:v>
                </c:pt>
                <c:pt idx="888">
                  <c:v>2.0124799</c:v>
                </c:pt>
                <c:pt idx="889">
                  <c:v>2.0124877</c:v>
                </c:pt>
                <c:pt idx="890">
                  <c:v>2.0124956</c:v>
                </c:pt>
                <c:pt idx="891">
                  <c:v>2.0125036</c:v>
                </c:pt>
                <c:pt idx="892">
                  <c:v>2.0125117</c:v>
                </c:pt>
                <c:pt idx="893">
                  <c:v>2.01252</c:v>
                </c:pt>
                <c:pt idx="894">
                  <c:v>2.0125283</c:v>
                </c:pt>
                <c:pt idx="895">
                  <c:v>2.0125368</c:v>
                </c:pt>
                <c:pt idx="896">
                  <c:v>2.0125453</c:v>
                </c:pt>
                <c:pt idx="897">
                  <c:v>2.012554</c:v>
                </c:pt>
                <c:pt idx="898">
                  <c:v>2.0125629</c:v>
                </c:pt>
                <c:pt idx="899">
                  <c:v>2.0125718</c:v>
                </c:pt>
                <c:pt idx="900">
                  <c:v>2.0125808</c:v>
                </c:pt>
                <c:pt idx="901">
                  <c:v>2.01259</c:v>
                </c:pt>
                <c:pt idx="902">
                  <c:v>2.0125993</c:v>
                </c:pt>
                <c:pt idx="903">
                  <c:v>2.0126087</c:v>
                </c:pt>
                <c:pt idx="904">
                  <c:v>2.0126183</c:v>
                </c:pt>
                <c:pt idx="905">
                  <c:v>2.012628</c:v>
                </c:pt>
                <c:pt idx="906">
                  <c:v>2.0126378</c:v>
                </c:pt>
                <c:pt idx="907">
                  <c:v>2.0126477</c:v>
                </c:pt>
                <c:pt idx="908">
                  <c:v>2.0126578</c:v>
                </c:pt>
                <c:pt idx="909">
                  <c:v>2.012668</c:v>
                </c:pt>
                <c:pt idx="910">
                  <c:v>2.0126783</c:v>
                </c:pt>
                <c:pt idx="911">
                  <c:v>2.0126887</c:v>
                </c:pt>
                <c:pt idx="912">
                  <c:v>2.0126993</c:v>
                </c:pt>
                <c:pt idx="913">
                  <c:v>2.01271</c:v>
                </c:pt>
                <c:pt idx="914">
                  <c:v>2.0127209</c:v>
                </c:pt>
                <c:pt idx="915">
                  <c:v>2.0127319</c:v>
                </c:pt>
                <c:pt idx="916">
                  <c:v>2.012743</c:v>
                </c:pt>
                <c:pt idx="917">
                  <c:v>2.0127543</c:v>
                </c:pt>
                <c:pt idx="918">
                  <c:v>2.0127657</c:v>
                </c:pt>
                <c:pt idx="919">
                  <c:v>2.0127773</c:v>
                </c:pt>
                <c:pt idx="920">
                  <c:v>2.012789</c:v>
                </c:pt>
                <c:pt idx="921">
                  <c:v>2.0128008</c:v>
                </c:pt>
                <c:pt idx="922">
                  <c:v>2.0128128</c:v>
                </c:pt>
                <c:pt idx="923">
                  <c:v>2.0128249</c:v>
                </c:pt>
                <c:pt idx="924">
                  <c:v>2.0128372</c:v>
                </c:pt>
                <c:pt idx="925">
                  <c:v>2.0128496</c:v>
                </c:pt>
                <c:pt idx="926">
                  <c:v>2.0128622</c:v>
                </c:pt>
                <c:pt idx="927">
                  <c:v>2.0128749</c:v>
                </c:pt>
                <c:pt idx="928">
                  <c:v>2.0128877</c:v>
                </c:pt>
                <c:pt idx="929">
                  <c:v>2.0129008</c:v>
                </c:pt>
                <c:pt idx="930">
                  <c:v>2.0129139</c:v>
                </c:pt>
                <c:pt idx="931">
                  <c:v>2.0129272</c:v>
                </c:pt>
                <c:pt idx="932">
                  <c:v>2.0129407</c:v>
                </c:pt>
                <c:pt idx="933">
                  <c:v>2.0129543</c:v>
                </c:pt>
                <c:pt idx="934">
                  <c:v>2.0129681</c:v>
                </c:pt>
                <c:pt idx="935">
                  <c:v>2.012982</c:v>
                </c:pt>
                <c:pt idx="936">
                  <c:v>2.0129961</c:v>
                </c:pt>
                <c:pt idx="937">
                  <c:v>2.0130103</c:v>
                </c:pt>
                <c:pt idx="938">
                  <c:v>2.0130247</c:v>
                </c:pt>
                <c:pt idx="939">
                  <c:v>2.0130393</c:v>
                </c:pt>
                <c:pt idx="940">
                  <c:v>2.013054</c:v>
                </c:pt>
                <c:pt idx="941">
                  <c:v>2.0130689</c:v>
                </c:pt>
                <c:pt idx="942">
                  <c:v>2.0130839</c:v>
                </c:pt>
                <c:pt idx="943">
                  <c:v>2.0130991</c:v>
                </c:pt>
                <c:pt idx="944">
                  <c:v>2.0131145</c:v>
                </c:pt>
                <c:pt idx="945">
                  <c:v>2.01313</c:v>
                </c:pt>
                <c:pt idx="946">
                  <c:v>2.0131457</c:v>
                </c:pt>
                <c:pt idx="947">
                  <c:v>2.0131615</c:v>
                </c:pt>
                <c:pt idx="948">
                  <c:v>2.0131775</c:v>
                </c:pt>
                <c:pt idx="949">
                  <c:v>2.0131937</c:v>
                </c:pt>
                <c:pt idx="950">
                  <c:v>2.0132101</c:v>
                </c:pt>
                <c:pt idx="951">
                  <c:v>2.0132266</c:v>
                </c:pt>
                <c:pt idx="952">
                  <c:v>2.0132433</c:v>
                </c:pt>
                <c:pt idx="953">
                  <c:v>2.0132601</c:v>
                </c:pt>
                <c:pt idx="954">
                  <c:v>2.0132771</c:v>
                </c:pt>
                <c:pt idx="955">
                  <c:v>2.0132943</c:v>
                </c:pt>
                <c:pt idx="956">
                  <c:v>2.0133117</c:v>
                </c:pt>
                <c:pt idx="957">
                  <c:v>2.0133292</c:v>
                </c:pt>
                <c:pt idx="958">
                  <c:v>2.0133469</c:v>
                </c:pt>
                <c:pt idx="959">
                  <c:v>2.0133648</c:v>
                </c:pt>
                <c:pt idx="960">
                  <c:v>2.0133828</c:v>
                </c:pt>
                <c:pt idx="961">
                  <c:v>2.013401</c:v>
                </c:pt>
                <c:pt idx="962">
                  <c:v>2.0134194</c:v>
                </c:pt>
                <c:pt idx="963">
                  <c:v>2.013438</c:v>
                </c:pt>
                <c:pt idx="964">
                  <c:v>2.0134567</c:v>
                </c:pt>
                <c:pt idx="965">
                  <c:v>2.0134756</c:v>
                </c:pt>
                <c:pt idx="966">
                  <c:v>2.0134947</c:v>
                </c:pt>
                <c:pt idx="967">
                  <c:v>2.013514</c:v>
                </c:pt>
                <c:pt idx="968">
                  <c:v>2.0135334</c:v>
                </c:pt>
                <c:pt idx="969">
                  <c:v>2.0135531</c:v>
                </c:pt>
                <c:pt idx="970">
                  <c:v>2.0135729</c:v>
                </c:pt>
                <c:pt idx="971">
                  <c:v>2.0135929</c:v>
                </c:pt>
                <c:pt idx="972">
                  <c:v>2.013613</c:v>
                </c:pt>
                <c:pt idx="973">
                  <c:v>2.0136334</c:v>
                </c:pt>
                <c:pt idx="974">
                  <c:v>2.0136539</c:v>
                </c:pt>
                <c:pt idx="975">
                  <c:v>2.0136746</c:v>
                </c:pt>
                <c:pt idx="976">
                  <c:v>2.0136955</c:v>
                </c:pt>
                <c:pt idx="977">
                  <c:v>2.0137166</c:v>
                </c:pt>
                <c:pt idx="978">
                  <c:v>2.0137378</c:v>
                </c:pt>
                <c:pt idx="979">
                  <c:v>2.0137592</c:v>
                </c:pt>
                <c:pt idx="980">
                  <c:v>2.0137809</c:v>
                </c:pt>
                <c:pt idx="981">
                  <c:v>2.0138027</c:v>
                </c:pt>
                <c:pt idx="982">
                  <c:v>2.0138247</c:v>
                </c:pt>
                <c:pt idx="983">
                  <c:v>2.0138468</c:v>
                </c:pt>
                <c:pt idx="984">
                  <c:v>2.0138692</c:v>
                </c:pt>
                <c:pt idx="985">
                  <c:v>2.0139106</c:v>
                </c:pt>
                <c:pt idx="986">
                  <c:v>2.0139772</c:v>
                </c:pt>
                <c:pt idx="987">
                  <c:v>2.0140438</c:v>
                </c:pt>
                <c:pt idx="988">
                  <c:v>2.0141102</c:v>
                </c:pt>
                <c:pt idx="989">
                  <c:v>2.0141764</c:v>
                </c:pt>
                <c:pt idx="990">
                  <c:v>2.0142426</c:v>
                </c:pt>
                <c:pt idx="991">
                  <c:v>2.0143085</c:v>
                </c:pt>
                <c:pt idx="992">
                  <c:v>2.0143744</c:v>
                </c:pt>
                <c:pt idx="993">
                  <c:v>2.0144401</c:v>
                </c:pt>
                <c:pt idx="994">
                  <c:v>2.0145056</c:v>
                </c:pt>
                <c:pt idx="995">
                  <c:v>2.014571</c:v>
                </c:pt>
                <c:pt idx="996">
                  <c:v>2.0146363</c:v>
                </c:pt>
                <c:pt idx="997">
                  <c:v>2.0147014</c:v>
                </c:pt>
                <c:pt idx="998">
                  <c:v>2.0147663</c:v>
                </c:pt>
                <c:pt idx="999">
                  <c:v>2.0148312</c:v>
                </c:pt>
                <c:pt idx="1000">
                  <c:v>2.0148958</c:v>
                </c:pt>
                <c:pt idx="1001">
                  <c:v>2.0149602</c:v>
                </c:pt>
                <c:pt idx="1002">
                  <c:v>2.0150246</c:v>
                </c:pt>
                <c:pt idx="1003">
                  <c:v>2.0150889</c:v>
                </c:pt>
                <c:pt idx="1004">
                  <c:v>2.0151529</c:v>
                </c:pt>
                <c:pt idx="1005">
                  <c:v>2.0152168</c:v>
                </c:pt>
                <c:pt idx="1006">
                  <c:v>2.0152805</c:v>
                </c:pt>
                <c:pt idx="1007">
                  <c:v>2.0153441</c:v>
                </c:pt>
                <c:pt idx="1008">
                  <c:v>2.0154074</c:v>
                </c:pt>
                <c:pt idx="1009">
                  <c:v>2.0154707</c:v>
                </c:pt>
                <c:pt idx="1010">
                  <c:v>2.0155336</c:v>
                </c:pt>
                <c:pt idx="1011">
                  <c:v>2.0155965</c:v>
                </c:pt>
                <c:pt idx="1012">
                  <c:v>2.0156592</c:v>
                </c:pt>
                <c:pt idx="1013">
                  <c:v>2.0157217</c:v>
                </c:pt>
                <c:pt idx="1014">
                  <c:v>2.0157841</c:v>
                </c:pt>
                <c:pt idx="1015">
                  <c:v>2.0158463</c:v>
                </c:pt>
                <c:pt idx="1016">
                  <c:v>2.0159084</c:v>
                </c:pt>
                <c:pt idx="1017">
                  <c:v>2.0159704</c:v>
                </c:pt>
                <c:pt idx="1018">
                  <c:v>2.016032</c:v>
                </c:pt>
                <c:pt idx="1019">
                  <c:v>2.0160935</c:v>
                </c:pt>
                <c:pt idx="1020">
                  <c:v>2.0161549</c:v>
                </c:pt>
                <c:pt idx="1021">
                  <c:v>2.0162159</c:v>
                </c:pt>
                <c:pt idx="1022">
                  <c:v>2.016277</c:v>
                </c:pt>
                <c:pt idx="1023">
                  <c:v>2.0163377</c:v>
                </c:pt>
                <c:pt idx="1024">
                  <c:v>2.0163983</c:v>
                </c:pt>
                <c:pt idx="1025">
                  <c:v>2.0164588</c:v>
                </c:pt>
                <c:pt idx="1026">
                  <c:v>2.016519</c:v>
                </c:pt>
                <c:pt idx="1027">
                  <c:v>2.0165791</c:v>
                </c:pt>
                <c:pt idx="1028">
                  <c:v>2.016639</c:v>
                </c:pt>
                <c:pt idx="1029">
                  <c:v>2.0166988</c:v>
                </c:pt>
                <c:pt idx="1030">
                  <c:v>2.0167584</c:v>
                </c:pt>
                <c:pt idx="1031">
                  <c:v>2.0168178</c:v>
                </c:pt>
                <c:pt idx="1032">
                  <c:v>2.016877</c:v>
                </c:pt>
                <c:pt idx="1033">
                  <c:v>2.0169359</c:v>
                </c:pt>
                <c:pt idx="1034">
                  <c:v>2.0169947</c:v>
                </c:pt>
                <c:pt idx="1035">
                  <c:v>2.0170534</c:v>
                </c:pt>
                <c:pt idx="1036">
                  <c:v>2.0171118</c:v>
                </c:pt>
                <c:pt idx="1037">
                  <c:v>2.01717</c:v>
                </c:pt>
                <c:pt idx="1038">
                  <c:v>2.017228</c:v>
                </c:pt>
                <c:pt idx="1039">
                  <c:v>2.0172859</c:v>
                </c:pt>
                <c:pt idx="1040">
                  <c:v>2.0173435</c:v>
                </c:pt>
                <c:pt idx="1041">
                  <c:v>2.017401</c:v>
                </c:pt>
                <c:pt idx="1042">
                  <c:v>2.0174583</c:v>
                </c:pt>
                <c:pt idx="1043">
                  <c:v>2.0175154</c:v>
                </c:pt>
                <c:pt idx="1044">
                  <c:v>2.0175722</c:v>
                </c:pt>
                <c:pt idx="1045">
                  <c:v>2.0176289</c:v>
                </c:pt>
                <c:pt idx="1046">
                  <c:v>2.0176855</c:v>
                </c:pt>
                <c:pt idx="1047">
                  <c:v>2.0177418</c:v>
                </c:pt>
                <c:pt idx="1048">
                  <c:v>2.0177978</c:v>
                </c:pt>
                <c:pt idx="1049">
                  <c:v>2.0178537</c:v>
                </c:pt>
                <c:pt idx="1050">
                  <c:v>2.0179094</c:v>
                </c:pt>
                <c:pt idx="1051">
                  <c:v>2.0179649</c:v>
                </c:pt>
                <c:pt idx="1052">
                  <c:v>2.0180202</c:v>
                </c:pt>
                <c:pt idx="1053">
                  <c:v>2.0180753</c:v>
                </c:pt>
                <c:pt idx="1054">
                  <c:v>2.0181302</c:v>
                </c:pt>
                <c:pt idx="1055">
                  <c:v>2.0181848</c:v>
                </c:pt>
                <c:pt idx="1056">
                  <c:v>2.0182392</c:v>
                </c:pt>
                <c:pt idx="1057">
                  <c:v>2.0182935</c:v>
                </c:pt>
                <c:pt idx="1058">
                  <c:v>2.0183475</c:v>
                </c:pt>
                <c:pt idx="1059">
                  <c:v>2.0184013</c:v>
                </c:pt>
                <c:pt idx="1060">
                  <c:v>2.018455</c:v>
                </c:pt>
                <c:pt idx="1061">
                  <c:v>2.0185083</c:v>
                </c:pt>
                <c:pt idx="1062">
                  <c:v>2.0185615</c:v>
                </c:pt>
                <c:pt idx="1063">
                  <c:v>2.0186144</c:v>
                </c:pt>
                <c:pt idx="1064">
                  <c:v>2.0186672</c:v>
                </c:pt>
                <c:pt idx="1065">
                  <c:v>2.0187198</c:v>
                </c:pt>
                <c:pt idx="1066">
                  <c:v>2.0187721</c:v>
                </c:pt>
                <c:pt idx="1067">
                  <c:v>2.0188242</c:v>
                </c:pt>
                <c:pt idx="1068">
                  <c:v>2.0188762</c:v>
                </c:pt>
                <c:pt idx="1069">
                  <c:v>2.0189278</c:v>
                </c:pt>
                <c:pt idx="1070">
                  <c:v>2.0189794</c:v>
                </c:pt>
                <c:pt idx="1071">
                  <c:v>2.0190305</c:v>
                </c:pt>
                <c:pt idx="1072">
                  <c:v>2.0190815</c:v>
                </c:pt>
                <c:pt idx="1073">
                  <c:v>2.0191323</c:v>
                </c:pt>
                <c:pt idx="1074">
                  <c:v>2.0191829</c:v>
                </c:pt>
                <c:pt idx="1075">
                  <c:v>2.0192333</c:v>
                </c:pt>
                <c:pt idx="1076">
                  <c:v>2.0192834</c:v>
                </c:pt>
                <c:pt idx="1077">
                  <c:v>2.0193334</c:v>
                </c:pt>
                <c:pt idx="1078">
                  <c:v>2.0193831</c:v>
                </c:pt>
                <c:pt idx="1079">
                  <c:v>2.0194327</c:v>
                </c:pt>
                <c:pt idx="1080">
                  <c:v>2.0194819</c:v>
                </c:pt>
                <c:pt idx="1081">
                  <c:v>2.0195308</c:v>
                </c:pt>
                <c:pt idx="1082">
                  <c:v>2.0195796</c:v>
                </c:pt>
                <c:pt idx="1083">
                  <c:v>2.0196283</c:v>
                </c:pt>
                <c:pt idx="1084">
                  <c:v>2.0196767</c:v>
                </c:pt>
                <c:pt idx="1085">
                  <c:v>2.0197248</c:v>
                </c:pt>
                <c:pt idx="1086">
                  <c:v>2.0197727</c:v>
                </c:pt>
                <c:pt idx="1087">
                  <c:v>2.0198205</c:v>
                </c:pt>
                <c:pt idx="1088">
                  <c:v>2.019868</c:v>
                </c:pt>
                <c:pt idx="1089">
                  <c:v>2.0199151</c:v>
                </c:pt>
                <c:pt idx="1090">
                  <c:v>2.0199621</c:v>
                </c:pt>
                <c:pt idx="1091">
                  <c:v>2.0200089</c:v>
                </c:pt>
                <c:pt idx="1092">
                  <c:v>2.0200555</c:v>
                </c:pt>
                <c:pt idx="1093">
                  <c:v>2.0201019</c:v>
                </c:pt>
                <c:pt idx="1094">
                  <c:v>2.0201479</c:v>
                </c:pt>
                <c:pt idx="1095">
                  <c:v>2.0201938</c:v>
                </c:pt>
                <c:pt idx="1096">
                  <c:v>2.0202394</c:v>
                </c:pt>
                <c:pt idx="1097">
                  <c:v>2.0202848</c:v>
                </c:pt>
                <c:pt idx="1098">
                  <c:v>2.0203301</c:v>
                </c:pt>
                <c:pt idx="1099">
                  <c:v>2.020375</c:v>
                </c:pt>
                <c:pt idx="1100">
                  <c:v>2.0204197</c:v>
                </c:pt>
                <c:pt idx="1101">
                  <c:v>2.0204642</c:v>
                </c:pt>
                <c:pt idx="1102">
                  <c:v>2.0205085</c:v>
                </c:pt>
                <c:pt idx="1103">
                  <c:v>2.0205525</c:v>
                </c:pt>
                <c:pt idx="1104">
                  <c:v>2.0205963</c:v>
                </c:pt>
                <c:pt idx="1105">
                  <c:v>2.0206399</c:v>
                </c:pt>
                <c:pt idx="1106">
                  <c:v>2.0206833</c:v>
                </c:pt>
                <c:pt idx="1107">
                  <c:v>2.0207264</c:v>
                </c:pt>
                <c:pt idx="1108">
                  <c:v>2.0207693</c:v>
                </c:pt>
                <c:pt idx="1109">
                  <c:v>2.0208119</c:v>
                </c:pt>
                <c:pt idx="1110">
                  <c:v>2.0208543</c:v>
                </c:pt>
                <c:pt idx="1111">
                  <c:v>2.0208964</c:v>
                </c:pt>
                <c:pt idx="1112">
                  <c:v>2.0209384</c:v>
                </c:pt>
                <c:pt idx="1113">
                  <c:v>2.02098</c:v>
                </c:pt>
                <c:pt idx="1114">
                  <c:v>2.0210215</c:v>
                </c:pt>
                <c:pt idx="1115">
                  <c:v>2.0210626</c:v>
                </c:pt>
                <c:pt idx="1116">
                  <c:v>2.0211037</c:v>
                </c:pt>
                <c:pt idx="1117">
                  <c:v>2.0211444</c:v>
                </c:pt>
                <c:pt idx="1118">
                  <c:v>2.021185</c:v>
                </c:pt>
                <c:pt idx="1119">
                  <c:v>2.0212252</c:v>
                </c:pt>
                <c:pt idx="1120">
                  <c:v>2.0212654</c:v>
                </c:pt>
                <c:pt idx="1121">
                  <c:v>2.0213052</c:v>
                </c:pt>
                <c:pt idx="1122">
                  <c:v>2.0213448</c:v>
                </c:pt>
                <c:pt idx="1123">
                  <c:v>2.0213841</c:v>
                </c:pt>
                <c:pt idx="1124">
                  <c:v>2.0214232</c:v>
                </c:pt>
                <c:pt idx="1125">
                  <c:v>2.0214621</c:v>
                </c:pt>
                <c:pt idx="1126">
                  <c:v>2.0215008</c:v>
                </c:pt>
                <c:pt idx="1127">
                  <c:v>2.0215391</c:v>
                </c:pt>
                <c:pt idx="1128">
                  <c:v>2.0215774</c:v>
                </c:pt>
                <c:pt idx="1129">
                  <c:v>2.0216154</c:v>
                </c:pt>
                <c:pt idx="1130">
                  <c:v>2.0216532</c:v>
                </c:pt>
                <c:pt idx="1131">
                  <c:v>2.0216907</c:v>
                </c:pt>
                <c:pt idx="1132">
                  <c:v>2.021728</c:v>
                </c:pt>
                <c:pt idx="1133">
                  <c:v>2.0217651</c:v>
                </c:pt>
                <c:pt idx="1134">
                  <c:v>2.021802</c:v>
                </c:pt>
                <c:pt idx="1135">
                  <c:v>2.0218385</c:v>
                </c:pt>
                <c:pt idx="1136">
                  <c:v>2.0218748</c:v>
                </c:pt>
                <c:pt idx="1137">
                  <c:v>2.0219109</c:v>
                </c:pt>
                <c:pt idx="1138">
                  <c:v>2.0219469</c:v>
                </c:pt>
                <c:pt idx="1139">
                  <c:v>2.0219825</c:v>
                </c:pt>
                <c:pt idx="1140">
                  <c:v>2.0220179</c:v>
                </c:pt>
                <c:pt idx="1141">
                  <c:v>2.0220532</c:v>
                </c:pt>
                <c:pt idx="1142">
                  <c:v>2.0220881</c:v>
                </c:pt>
                <c:pt idx="1143">
                  <c:v>2.0221229</c:v>
                </c:pt>
                <c:pt idx="1144">
                  <c:v>2.0221574</c:v>
                </c:pt>
                <c:pt idx="1145">
                  <c:v>2.0221917</c:v>
                </c:pt>
                <c:pt idx="1146">
                  <c:v>2.0222257</c:v>
                </c:pt>
                <c:pt idx="1147">
                  <c:v>2.0222596</c:v>
                </c:pt>
                <c:pt idx="1148">
                  <c:v>2.0222931</c:v>
                </c:pt>
                <c:pt idx="1149">
                  <c:v>2.0223265</c:v>
                </c:pt>
                <c:pt idx="1150">
                  <c:v>2.0223596</c:v>
                </c:pt>
                <c:pt idx="1151">
                  <c:v>2.0223924</c:v>
                </c:pt>
                <c:pt idx="1152">
                  <c:v>2.022425</c:v>
                </c:pt>
                <c:pt idx="1153">
                  <c:v>2.0224574</c:v>
                </c:pt>
                <c:pt idx="1154">
                  <c:v>2.0224896</c:v>
                </c:pt>
                <c:pt idx="1155">
                  <c:v>2.0225216</c:v>
                </c:pt>
                <c:pt idx="1156">
                  <c:v>2.0225533</c:v>
                </c:pt>
                <c:pt idx="1157">
                  <c:v>2.0225849</c:v>
                </c:pt>
                <c:pt idx="1158">
                  <c:v>2.0226162</c:v>
                </c:pt>
                <c:pt idx="1159">
                  <c:v>2.0226473</c:v>
                </c:pt>
                <c:pt idx="1160">
                  <c:v>2.0226781</c:v>
                </c:pt>
                <c:pt idx="1161">
                  <c:v>2.0227087</c:v>
                </c:pt>
                <c:pt idx="1162">
                  <c:v>2.0227391</c:v>
                </c:pt>
                <c:pt idx="1163">
                  <c:v>2.0227693</c:v>
                </c:pt>
                <c:pt idx="1164">
                  <c:v>2.0227992</c:v>
                </c:pt>
                <c:pt idx="1165">
                  <c:v>2.0228288</c:v>
                </c:pt>
                <c:pt idx="1166">
                  <c:v>2.0228583</c:v>
                </c:pt>
                <c:pt idx="1167">
                  <c:v>2.0228875</c:v>
                </c:pt>
                <c:pt idx="1168">
                  <c:v>2.0229165</c:v>
                </c:pt>
                <c:pt idx="1169">
                  <c:v>2.0229454</c:v>
                </c:pt>
                <c:pt idx="1170">
                  <c:v>2.022974</c:v>
                </c:pt>
                <c:pt idx="1171">
                  <c:v>2.0230023</c:v>
                </c:pt>
                <c:pt idx="1172">
                  <c:v>2.0230305</c:v>
                </c:pt>
                <c:pt idx="1173">
                  <c:v>2.0230584</c:v>
                </c:pt>
                <c:pt idx="1174">
                  <c:v>2.0230861</c:v>
                </c:pt>
                <c:pt idx="1175">
                  <c:v>2.0231135</c:v>
                </c:pt>
                <c:pt idx="1176">
                  <c:v>2.0231408</c:v>
                </c:pt>
                <c:pt idx="1177">
                  <c:v>2.0231679</c:v>
                </c:pt>
                <c:pt idx="1178">
                  <c:v>2.0231947</c:v>
                </c:pt>
                <c:pt idx="1179">
                  <c:v>2.0232214</c:v>
                </c:pt>
                <c:pt idx="1180">
                  <c:v>2.0232478</c:v>
                </c:pt>
                <c:pt idx="1181">
                  <c:v>2.0232739</c:v>
                </c:pt>
                <c:pt idx="1182">
                  <c:v>2.0232999</c:v>
                </c:pt>
                <c:pt idx="1183">
                  <c:v>2.0233256</c:v>
                </c:pt>
                <c:pt idx="1184">
                  <c:v>2.0233512</c:v>
                </c:pt>
                <c:pt idx="1185">
                  <c:v>2.0233765</c:v>
                </c:pt>
                <c:pt idx="1186">
                  <c:v>2.0234016</c:v>
                </c:pt>
                <c:pt idx="1187">
                  <c:v>2.0234265</c:v>
                </c:pt>
                <c:pt idx="1188">
                  <c:v>2.0234512</c:v>
                </c:pt>
                <c:pt idx="1189">
                  <c:v>2.0234756</c:v>
                </c:pt>
                <c:pt idx="1190">
                  <c:v>2.0234999</c:v>
                </c:pt>
                <c:pt idx="1191">
                  <c:v>2.023524</c:v>
                </c:pt>
                <c:pt idx="1192">
                  <c:v>2.0235478</c:v>
                </c:pt>
                <c:pt idx="1193">
                  <c:v>2.0235715</c:v>
                </c:pt>
                <c:pt idx="1194">
                  <c:v>2.0235949</c:v>
                </c:pt>
                <c:pt idx="1195">
                  <c:v>2.0236181</c:v>
                </c:pt>
                <c:pt idx="1196">
                  <c:v>2.0236411</c:v>
                </c:pt>
                <c:pt idx="1197">
                  <c:v>2.023664</c:v>
                </c:pt>
                <c:pt idx="1198">
                  <c:v>2.0236866</c:v>
                </c:pt>
                <c:pt idx="1199">
                  <c:v>2.023709</c:v>
                </c:pt>
                <c:pt idx="1200">
                  <c:v>2.0237312</c:v>
                </c:pt>
                <c:pt idx="1201">
                  <c:v>2.0237532</c:v>
                </c:pt>
                <c:pt idx="1202">
                  <c:v>2.023775</c:v>
                </c:pt>
                <c:pt idx="1203">
                  <c:v>2.0237967</c:v>
                </c:pt>
                <c:pt idx="1204">
                  <c:v>2.0238181</c:v>
                </c:pt>
                <c:pt idx="1205">
                  <c:v>2.0238392</c:v>
                </c:pt>
                <c:pt idx="1206">
                  <c:v>2.0238603</c:v>
                </c:pt>
                <c:pt idx="1207">
                  <c:v>2.023881</c:v>
                </c:pt>
                <c:pt idx="1208">
                  <c:v>2.0239016</c:v>
                </c:pt>
                <c:pt idx="1209">
                  <c:v>2.0239221</c:v>
                </c:pt>
                <c:pt idx="1210">
                  <c:v>2.0239422</c:v>
                </c:pt>
                <c:pt idx="1211">
                  <c:v>2.0239622</c:v>
                </c:pt>
                <c:pt idx="1212">
                  <c:v>2.0239821</c:v>
                </c:pt>
                <c:pt idx="1213">
                  <c:v>2.0240018</c:v>
                </c:pt>
                <c:pt idx="1214">
                  <c:v>2.0240214</c:v>
                </c:pt>
                <c:pt idx="1215">
                  <c:v>2.0240407</c:v>
                </c:pt>
                <c:pt idx="1216">
                  <c:v>2.0240598</c:v>
                </c:pt>
                <c:pt idx="1217">
                  <c:v>2.0240788</c:v>
                </c:pt>
                <c:pt idx="1218">
                  <c:v>2.0240975</c:v>
                </c:pt>
                <c:pt idx="1219">
                  <c:v>2.0241161</c:v>
                </c:pt>
                <c:pt idx="1220">
                  <c:v>2.0241345</c:v>
                </c:pt>
                <c:pt idx="1221">
                  <c:v>2.0241526</c:v>
                </c:pt>
                <c:pt idx="1222">
                  <c:v>2.0241706</c:v>
                </c:pt>
                <c:pt idx="1223">
                  <c:v>2.0241884</c:v>
                </c:pt>
                <c:pt idx="1224">
                  <c:v>2.024206</c:v>
                </c:pt>
                <c:pt idx="1225">
                  <c:v>2.0242235</c:v>
                </c:pt>
                <c:pt idx="1226">
                  <c:v>2.0242407</c:v>
                </c:pt>
                <c:pt idx="1227">
                  <c:v>2.0242578</c:v>
                </c:pt>
                <c:pt idx="1228">
                  <c:v>2.0242747</c:v>
                </c:pt>
                <c:pt idx="1229">
                  <c:v>2.0242962</c:v>
                </c:pt>
                <c:pt idx="1230">
                  <c:v>2.0243507</c:v>
                </c:pt>
                <c:pt idx="1231">
                  <c:v>2.0244051</c:v>
                </c:pt>
                <c:pt idx="1232">
                  <c:v>2.0244595</c:v>
                </c:pt>
                <c:pt idx="1233">
                  <c:v>2.0245139</c:v>
                </c:pt>
                <c:pt idx="1234">
                  <c:v>2.0245683</c:v>
                </c:pt>
                <c:pt idx="1235">
                  <c:v>2.0246227</c:v>
                </c:pt>
                <c:pt idx="1236">
                  <c:v>2.0246771</c:v>
                </c:pt>
                <c:pt idx="1237">
                  <c:v>2.0247315</c:v>
                </c:pt>
                <c:pt idx="1238">
                  <c:v>2.0247859</c:v>
                </c:pt>
                <c:pt idx="1239">
                  <c:v>2.0248402</c:v>
                </c:pt>
                <c:pt idx="1240">
                  <c:v>2.0248945</c:v>
                </c:pt>
                <c:pt idx="1241">
                  <c:v>2.0249488</c:v>
                </c:pt>
                <c:pt idx="1242">
                  <c:v>2.0250031</c:v>
                </c:pt>
                <c:pt idx="1243">
                  <c:v>2.0250574</c:v>
                </c:pt>
                <c:pt idx="1244">
                  <c:v>2.0251117</c:v>
                </c:pt>
                <c:pt idx="1245">
                  <c:v>2.0251659</c:v>
                </c:pt>
                <c:pt idx="1246">
                  <c:v>2.0252201</c:v>
                </c:pt>
                <c:pt idx="1247">
                  <c:v>2.0252743</c:v>
                </c:pt>
                <c:pt idx="1248">
                  <c:v>2.0253285</c:v>
                </c:pt>
                <c:pt idx="1249">
                  <c:v>2.0253826</c:v>
                </c:pt>
                <c:pt idx="1250">
                  <c:v>2.0254367</c:v>
                </c:pt>
                <c:pt idx="1251">
                  <c:v>2.0254908</c:v>
                </c:pt>
                <c:pt idx="1252">
                  <c:v>2.0255448</c:v>
                </c:pt>
                <c:pt idx="1253">
                  <c:v>2.0255988</c:v>
                </c:pt>
                <c:pt idx="1254">
                  <c:v>2.0256528</c:v>
                </c:pt>
                <c:pt idx="1255">
                  <c:v>2.0257068</c:v>
                </c:pt>
                <c:pt idx="1256">
                  <c:v>2.0257607</c:v>
                </c:pt>
                <c:pt idx="1257">
                  <c:v>2.0258145</c:v>
                </c:pt>
                <c:pt idx="1258">
                  <c:v>2.0258684</c:v>
                </c:pt>
                <c:pt idx="1259">
                  <c:v>2.0259222</c:v>
                </c:pt>
                <c:pt idx="1260">
                  <c:v>2.0259759</c:v>
                </c:pt>
                <c:pt idx="1261">
                  <c:v>2.0260296</c:v>
                </c:pt>
                <c:pt idx="1262">
                  <c:v>2.0260833</c:v>
                </c:pt>
                <c:pt idx="1263">
                  <c:v>2.0261369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iteration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Expression: report-def-0 ()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6618E0-4A20-C3E4-EF6E-6FE109F712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75320-5D97-7B49-7831-8593F5360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B41B2-2F64-4A50-B697-32B2FFAF6A18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22171-62D2-A3A0-1ECA-8E41A3C521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716BE-50D3-07D4-C65E-C513B02368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AD41B-BF82-4D4B-9860-B0AEF8593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91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A50AE-3EA1-4D83-B5DA-96E75DC571B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C9A20-3693-43FD-997B-0E90FA7F0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1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119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CEED26B-D93E-50A6-47C7-4342EA2E45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resenter">
            <a:extLst>
              <a:ext uri="{FF2B5EF4-FFF2-40B4-BE49-F238E27FC236}">
                <a16:creationId xmlns:a16="http://schemas.microsoft.com/office/drawing/2014/main" id="{9AFE08CF-AC0B-7143-9A94-E8A35CBC7D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664" y="4155984"/>
            <a:ext cx="5394325" cy="8483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500" b="0" i="0">
                <a:solidFill>
                  <a:schemeClr val="accent2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23B808CC-F74C-B743-BAB4-F4C99E1956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orient="horz" pos="261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9" y="735808"/>
            <a:ext cx="10972800" cy="5633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4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89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A1CF486-8139-B9ED-4840-6BC7FB37F2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Nexus:toc_link">
            <a:extLst>
              <a:ext uri="{FF2B5EF4-FFF2-40B4-BE49-F238E27FC236}">
                <a16:creationId xmlns:a16="http://schemas.microsoft.com/office/drawing/2014/main" id="{B963AE51-EFC8-2773-CBA9-60631CED46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8B9D080D-15E5-8FB5-B5F3-78231DCF0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5" name="Nexus:comments">
            <a:extLst>
              <a:ext uri="{FF2B5EF4-FFF2-40B4-BE49-F238E27FC236}">
                <a16:creationId xmlns:a16="http://schemas.microsoft.com/office/drawing/2014/main" id="{E9587B0A-FFC8-52AA-CDBE-5E1F1BDC42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4449096"/>
            <a:ext cx="10972800" cy="768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5A7A9E02-9DDC-E3B7-3F9A-0CBFA2C2BF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25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2648" y="1636776"/>
            <a:ext cx="10972800" cy="47321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62AD4A8-3439-4073-C4B8-23456EAC5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Nexus:breadcrumbs">
            <a:extLst>
              <a:ext uri="{FF2B5EF4-FFF2-40B4-BE49-F238E27FC236}">
                <a16:creationId xmlns:a16="http://schemas.microsoft.com/office/drawing/2014/main" id="{809D2074-158F-8839-0F33-44CCECDF70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4053E460-5B51-F640-1250-486034E984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48585"/>
            <a:ext cx="10972799" cy="427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654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4C5F8081-5E16-4801-8E6F-2E3312D5787D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09602" y="1636776"/>
            <a:ext cx="10972800" cy="473659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4D5D914-82C0-0148-3392-BF28090AF0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468AEF22-4557-6775-386C-88E6D3981A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08068" y="6493036"/>
            <a:ext cx="187738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D1CF6FE0-1215-16B9-D742-B8FDF2285F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C1B25A9B-7D96-B69C-07CB-679EA12C3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2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99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91C4973A-6811-43AE-B46D-74F27A5E8E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2" y="1636776"/>
            <a:ext cx="10972799" cy="47365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D78FA5C3-1F44-C010-7501-CCB84E42CC2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FE0F0B4B-1989-4D7C-4658-6E852A6D49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B95A29DA-2234-C7DE-D36C-27FD09BAD5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EDAD3441-1F31-769E-67CE-4F271FCBC4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903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6ECC26B2-C67D-490A-A762-73CBC5C13F0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09601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43547F9-14B7-192A-DE8F-4CF6B66384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2416ACCD-8B61-6353-56DB-5975A9524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B4BABA50-9F87-457A-27D1-E561C7187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D4AEA23C-8BB8-8D59-F52C-2040A5F46B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862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E9FF20B6-8B82-429F-AEEF-D9E0D5B0552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09600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90BA0ECC-3B3D-81BB-C03F-BC7DA1919A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52CF12DE-4979-541A-F3BC-7BEA560518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9159CFF0-23A4-04DF-BB88-DD44CF29B8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A825564B-7CFD-89BB-B346-BA3F5DFE02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8E8E82C-B438-4701-92A5-0DDD4944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28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627076D-4247-3C98-AC7E-62CB8D4D6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195" y="6566315"/>
            <a:ext cx="457200" cy="246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3AC52-F1B0-4671-BA92-58020EC92B3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Fluent Burn">
            <a:extLst>
              <a:ext uri="{FF2B5EF4-FFF2-40B4-BE49-F238E27FC236}">
                <a16:creationId xmlns:a16="http://schemas.microsoft.com/office/drawing/2014/main" id="{72D1D4B2-5D9E-C49B-F0F6-C5E4F596132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5802" y="6566315"/>
            <a:ext cx="2181627" cy="246221"/>
            <a:chOff x="578620" y="6530065"/>
            <a:chExt cx="2446049" cy="276064"/>
          </a:xfrm>
        </p:grpSpPr>
        <p:pic>
          <p:nvPicPr>
            <p:cNvPr id="4" name="Ansys Fluent Logo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C8958358-8D02-6FC4-7AAF-C169099602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541494" y="6552055"/>
              <a:ext cx="1483175" cy="232086"/>
            </a:xfrm>
            <a:prstGeom prst="rect">
              <a:avLst/>
            </a:prstGeom>
          </p:spPr>
        </p:pic>
        <p:sp>
          <p:nvSpPr>
            <p:cNvPr id="7" name="Created With">
              <a:extLst>
                <a:ext uri="{FF2B5EF4-FFF2-40B4-BE49-F238E27FC236}">
                  <a16:creationId xmlns:a16="http://schemas.microsoft.com/office/drawing/2014/main" id="{0A0381EF-D2B2-0464-0EA6-670F80396F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78620" y="6530065"/>
              <a:ext cx="978088" cy="276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  <a:cs typeface="Kalinga" panose="020B0502040204020203" pitchFamily="34" charset="0"/>
                </a:rPr>
                <a:t>Created with</a:t>
              </a:r>
            </a:p>
          </p:txBody>
        </p:sp>
      </p:grpSp>
      <p:sp>
        <p:nvSpPr>
          <p:cNvPr id="8" name="Top Right Decoration">
            <a:extLst>
              <a:ext uri="{FF2B5EF4-FFF2-40B4-BE49-F238E27FC236}">
                <a16:creationId xmlns:a16="http://schemas.microsoft.com/office/drawing/2014/main" id="{83BA1A1C-776B-1B57-9E82-5F92796C7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748976" y="0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op Left Decoration">
            <a:extLst>
              <a:ext uri="{FF2B5EF4-FFF2-40B4-BE49-F238E27FC236}">
                <a16:creationId xmlns:a16="http://schemas.microsoft.com/office/drawing/2014/main" id="{A0D740A8-4B06-E244-1787-06D16049E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53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44" r:id="rId2"/>
    <p:sldLayoutId id="2147483748" r:id="rId3"/>
    <p:sldLayoutId id="2147483750" r:id="rId4"/>
    <p:sldLayoutId id="2147483745" r:id="rId5"/>
    <p:sldLayoutId id="2147483749" r:id="rId6"/>
    <p:sldLayoutId id="2147483746" r:id="rId7"/>
    <p:sldLayoutId id="2147483747" r:id="rId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61963" marR="0" indent="-23177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alibri" panose="020F0502020204030204" pitchFamily="34" charset="0"/>
        <a:buChar char="‐"/>
        <a:tabLst/>
        <a:defRPr sz="20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746125" marR="0" indent="-28892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969963" marR="0" indent="-223838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203325" marR="0" indent="-233363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2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2.xml"/><Relationship Id="rId22" Type="http://schemas.openxmlformats.org/officeDocument/2006/relationships/slide" Target="slide23.xml"/><Relationship Id="rId23" Type="http://schemas.openxmlformats.org/officeDocument/2006/relationships/slide" Target="slide25.xml"/><Relationship Id="rId24" Type="http://schemas.openxmlformats.org/officeDocument/2006/relationships/slide" Target="slide27.xml"/><Relationship Id="rId25" Type="http://schemas.openxmlformats.org/officeDocument/2006/relationships/slide" Target="slide29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3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slide" Target="slide3.xml"/><Relationship Id="rId4" Type="http://schemas.openxmlformats.org/officeDocument/2006/relationships/slide" Target="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Relationship Id="rId3" Type="http://schemas.openxmlformats.org/officeDocument/2006/relationships/slide" Target="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slide" Target="slide3.xml"/><Relationship Id="rId4" Type="http://schemas.openxmlformats.org/officeDocument/2006/relationships/slide" Target="slide21.xml"/><Relationship Id="rId5" Type="http://schemas.openxmlformats.org/officeDocument/2006/relationships/slide" Target="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slide" Target="slide3.xml"/><Relationship Id="rId4" Type="http://schemas.openxmlformats.org/officeDocument/2006/relationships/slide" Target="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slide" Target="slide3.xml"/><Relationship Id="rId4" Type="http://schemas.openxmlformats.org/officeDocument/2006/relationships/slide" Target="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slide" Target="slide3.xml"/><Relationship Id="rId4" Type="http://schemas.openxmlformats.org/officeDocument/2006/relationships/slide" Target="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slide" Target="slide3.xml"/><Relationship Id="rId4" Type="http://schemas.openxmlformats.org/officeDocument/2006/relationships/slide" Target="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slide" Target="slide3.xml"/><Relationship Id="rId4" Type="http://schemas.openxmlformats.org/officeDocument/2006/relationships/slide" Target="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2B969168-07A6-18D1-6196-37729E4CBF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Presenter">
            <a:extLst>
              <a:ext uri="{FF2B5EF4-FFF2-40B4-BE49-F238E27FC236}">
                <a16:creationId xmlns:a16="http://schemas.microsoft.com/office/drawing/2014/main" id="{E369EDDE-3F24-65AC-C5A7-FEAA88E6E2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Nexus:html_header">
            <a:extLst>
              <a:ext uri="{FF2B5EF4-FFF2-40B4-BE49-F238E27FC236}">
                <a16:creationId xmlns:a16="http://schemas.microsoft.com/office/drawing/2014/main" id="{E7FA8ABC-BCFD-8F4D-EEF6-8BBA9B8C6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3200"/>
              <a:t>Ansys Fluent Simulation Report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4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Nexus:query=A|i_type|eq|table;A|i_name|eq|Header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ShubhamR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2/8/2026 10:26 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Slide Number Placeholder">
            <a:extLst>
              <a:ext uri="{FF2B5EF4-FFF2-40B4-BE49-F238E27FC236}">
                <a16:creationId xmlns:a16="http://schemas.microsoft.com/office/drawing/2014/main" id="{316B0EEE-2178-FDF6-C813-0D0D003F0A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</a:t>
            </a:fld>
            <a:endParaRPr lang="en-US"/>
          </a:p>
        </p:txBody>
      </p:sp>
      <p:sp>
        <p:nvSpPr>
          <p:cNvPr id="21" name="Nexus:toc_link">
            <a:extLst>
              <a:ext uri="{FF2B5EF4-FFF2-40B4-BE49-F238E27FC236}">
                <a16:creationId xmlns:a16="http://schemas.microsoft.com/office/drawing/2014/main" id="{137A8142-4054-4A80-8E90-D5802D16DB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comments">
            <a:extLst>
              <a:ext uri="{FF2B5EF4-FFF2-40B4-BE49-F238E27FC236}">
                <a16:creationId xmlns:a16="http://schemas.microsoft.com/office/drawing/2014/main" id="{90405174-D87E-54AD-839A-506233810F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Nexus:html_header">
            <a:extLst>
              <a:ext uri="{FF2B5EF4-FFF2-40B4-BE49-F238E27FC236}">
                <a16:creationId xmlns:a16="http://schemas.microsoft.com/office/drawing/2014/main" id="{EEA59AF0-A3CC-8216-2422-167C976B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2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exus:toc&amp;amp;lines=28">
            <a:extLst>
              <a:ext uri="{FF2B5EF4-FFF2-40B4-BE49-F238E27FC236}">
                <a16:creationId xmlns:a16="http://schemas.microsoft.com/office/drawing/2014/main" id="{5B0F6D94-062E-04B5-FA68-04D6CF3632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numCol="2"/>
          <a:lstStyle/>
          <a:p>
            <a:pPr/>
            <a:r>
              <a:rPr>
                <a:hlinkClick r:id="rId3" action="ppaction://hlinksldjump"/>
              </a:rPr>
              <a:t>System Information</a:t>
            </a:r>
            <a:endParaRPr lang="en-US" dirty="0"/>
          </a:p>
          <a:p>
            <a:pPr/>
            <a:r>
              <a:rPr>
                <a:hlinkClick r:id="rId4" action="ppaction://hlinksldjump"/>
              </a:rPr>
              <a:t>Geometry and Mesh</a:t>
            </a:r>
          </a:p>
          <a:p>
            <a:pPr lvl="1"/>
            <a:r>
              <a:rPr>
                <a:hlinkClick r:id="rId5" action="ppaction://hlinksldjump"/>
              </a:rPr>
              <a:t>Mesh Size</a:t>
            </a:r>
          </a:p>
          <a:p>
            <a:pPr lvl="1"/>
            <a:r>
              <a:rPr>
                <a:hlinkClick r:id="rId6" action="ppaction://hlinksldjump"/>
              </a:rPr>
              <a:t>Mesh Quality</a:t>
            </a:r>
          </a:p>
          <a:p>
            <a:pPr lvl="1"/>
            <a:r>
              <a:rPr>
                <a:hlinkClick r:id="rId7" action="ppaction://hlinksldjump"/>
              </a:rPr>
              <a:t>Orthogonal Quality</a:t>
            </a:r>
          </a:p>
          <a:p>
            <a:pPr/>
            <a:r>
              <a:rPr>
                <a:hlinkClick r:id="rId8" action="ppaction://hlinksldjump"/>
              </a:rPr>
              <a:t>Simulation Setup</a:t>
            </a:r>
          </a:p>
          <a:p>
            <a:pPr lvl="1"/>
            <a:r>
              <a:rPr>
                <a:hlinkClick r:id="rId9" action="ppaction://hlinksldjump"/>
              </a:rPr>
              <a:t>Physics</a:t>
            </a:r>
          </a:p>
          <a:p>
            <a:pPr lvl="2"/>
            <a:r>
              <a:rPr>
                <a:hlinkClick r:id="rId10" action="ppaction://hlinksldjump"/>
              </a:rPr>
              <a:t>Models</a:t>
            </a:r>
          </a:p>
          <a:p>
            <a:pPr lvl="2"/>
            <a:r>
              <a:rPr>
                <a:hlinkClick r:id="rId11" action="ppaction://hlinksldjump"/>
              </a:rPr>
              <a:t>Material Properties</a:t>
            </a:r>
          </a:p>
          <a:p>
            <a:pPr lvl="2"/>
            <a:r>
              <a:rPr>
                <a:hlinkClick r:id="rId12" action="ppaction://hlinksldjump"/>
              </a:rPr>
              <a:t>Cell Zone Conditions</a:t>
            </a:r>
          </a:p>
          <a:p>
            <a:pPr lvl="2"/>
            <a:r>
              <a:rPr>
                <a:hlinkClick r:id="rId13" action="ppaction://hlinksldjump"/>
              </a:rPr>
              <a:t>Boundary Conditions</a:t>
            </a:r>
          </a:p>
          <a:p>
            <a:pPr lvl="2"/>
            <a:r>
              <a:rPr>
                <a:hlinkClick r:id="rId14" action="ppaction://hlinksldjump"/>
              </a:rPr>
              <a:t>Reference Values</a:t>
            </a:r>
          </a:p>
          <a:p>
            <a:pPr lvl="1"/>
            <a:r>
              <a:rPr>
                <a:hlinkClick r:id="rId15" action="ppaction://hlinksldjump"/>
              </a:rPr>
              <a:t>Solver Settings</a:t>
            </a:r>
          </a:p>
          <a:p>
            <a:pPr/>
            <a:r>
              <a:rPr>
                <a:hlinkClick r:id="rId16" action="ppaction://hlinksldjump"/>
              </a:rPr>
              <a:t>Run Information</a:t>
            </a:r>
          </a:p>
          <a:p>
            <a:pPr/>
            <a:r>
              <a:rPr>
                <a:hlinkClick r:id="rId17" action="ppaction://hlinksldjump"/>
              </a:rPr>
              <a:t>Solution Status</a:t>
            </a:r>
          </a:p>
          <a:p>
            <a:pPr/>
            <a:r>
              <a:rPr>
                <a:hlinkClick r:id="rId18" action="ppaction://hlinksldjump"/>
              </a:rPr>
              <a:t>Named Expressions</a:t>
            </a:r>
          </a:p>
          <a:p>
            <a:pPr/>
            <a:r>
              <a:rPr>
                <a:hlinkClick r:id="rId19" action="ppaction://hlinksldjump"/>
              </a:rPr>
              <a:t>Report Definitions</a:t>
            </a:r>
          </a:p>
          <a:p>
            <a:pPr/>
            <a:r>
              <a:rPr>
                <a:hlinkClick r:id="rId20" action="ppaction://hlinksldjump"/>
              </a:rPr>
              <a:t>Plots</a:t>
            </a:r>
          </a:p>
          <a:p>
            <a:pPr lvl="1"/>
            <a:r>
              <a:rPr>
                <a:hlinkClick r:id="rId21" action="ppaction://hlinksldjump"/>
              </a:rPr>
              <a:t>Residuals</a:t>
            </a:r>
          </a:p>
          <a:p>
            <a:pPr lvl="1"/>
            <a:r>
              <a:rPr>
                <a:hlinkClick r:id="rId22" action="ppaction://hlinksldjump"/>
              </a:rPr>
              <a:t>Report Plots</a:t>
            </a:r>
          </a:p>
          <a:p>
            <a:pPr/>
            <a:r>
              <a:rPr>
                <a:hlinkClick r:id="rId23" action="ppaction://hlinksldjump"/>
              </a:rPr>
              <a:t>Contours</a:t>
            </a:r>
          </a:p>
          <a:p>
            <a:pPr/>
            <a:r>
              <a:rPr>
                <a:hlinkClick r:id="rId24" action="ppaction://hlinksldjump"/>
              </a:rPr>
              <a:t>Vectors</a:t>
            </a:r>
          </a:p>
          <a:p>
            <a:pPr/>
            <a:r>
              <a:rPr>
                <a:hlinkClick r:id="rId25" action="ppaction://hlinksldjump"/>
              </a:rPr>
              <a:t>Pathlines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9109BF0-C254-4285-2184-C5FA6E9F03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Nexus:html_header">
            <a:extLst>
              <a:ext uri="{FF2B5EF4-FFF2-40B4-BE49-F238E27FC236}">
                <a16:creationId xmlns:a16="http://schemas.microsoft.com/office/drawing/2014/main" id="{CAF235EE-7880-782C-D627-81180C02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Table of Contents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2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Nexus:query=A|i_type|eq|table;A|i_name|eq|System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2d, double precision, density-based explicit, laminar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25.2.0-10204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Source Revision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5eecd5d865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Build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16 2025 10:44:41 EDT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Ryzen 7 6800H with Radeon Graphics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Windows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47C80AA-B0DA-3FE3-D386-A6F9C8548C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4</a:t>
            </a:fld>
            <a:endParaRPr lang="en-US"/>
          </a:p>
        </p:txBody>
      </p:sp>
      <p:sp>
        <p:nvSpPr>
          <p:cNvPr id="5" name="Nexus:toc_link">
            <a:extLst>
              <a:ext uri="{FF2B5EF4-FFF2-40B4-BE49-F238E27FC236}">
                <a16:creationId xmlns:a16="http://schemas.microsoft.com/office/drawing/2014/main" id="{364F9CC1-7F5E-222E-29FB-7FF583EA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5CED10BD-E6D7-8748-708E-9A4BA0359B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System Information</a:t>
            </a:r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898626FD-6EFA-69B5-D843-A2B881FA5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E3572AD1-D036-60CE-33FD-17851B6D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System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Geometry and Mesh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Geometry and Mesh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7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SizeTabl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22914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12153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068187C-864B-3A84-B10D-F5E02F947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08048986-8A8D-7BFD-704A-44A4DCC5DF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2F76A126-F617-D73B-A39D-EBEEED7A0E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Size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C8837272-F6DD-6A01-A30C-B9788A2DEE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29A8D270-99C6-D4EF-18F8-EB279FBA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Size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6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Quality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 Orthogonal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Aspect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0.65988415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3.7977613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0.65917937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3.7967206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8BA2B70-78DC-64F5-D8BB-919211646C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50E482C7-DF94-B301-EF4D-DD51C44EB7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761B8C9D-22BC-FC3B-15F0-AABFDE9C5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Quality</a:t>
            </a:r>
            <a:endParaRPr lang="en-US" dirty="0"/>
          </a:p>
        </p:txBody>
      </p:sp>
      <p:sp>
        <p:nvSpPr>
          <p:cNvPr id="9" name="Nexus:comments">
            <a:extLst>
              <a:ext uri="{FF2B5EF4-FFF2-40B4-BE49-F238E27FC236}">
                <a16:creationId xmlns:a16="http://schemas.microsoft.com/office/drawing/2014/main" id="{1D76154C-63D8-4B9D-2AA6-1B252507AB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3FEA23B-41A7-D7F9-8DE9-BA3E52C3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Nexus:query=A|i_type|eq|image;A|i_name|eq|MeshOrthogonalHistogram;" descr="9035d40f-04aa-11f1-a761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8484F504-0E75-5075-5421-A5DA8F908C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8</a:t>
            </a:fld>
            <a:endParaRPr lang="en-US"/>
          </a:p>
        </p:txBody>
      </p:sp>
      <p:sp>
        <p:nvSpPr>
          <p:cNvPr id="15" name="Nexus:toc_link">
            <a:extLst>
              <a:ext uri="{FF2B5EF4-FFF2-40B4-BE49-F238E27FC236}">
                <a16:creationId xmlns:a16="http://schemas.microsoft.com/office/drawing/2014/main" id="{9C81D07F-C360-90AE-510F-20B9BDC5E0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16" name="Nexus:breadcrumbs">
            <a:extLst>
              <a:ext uri="{FF2B5EF4-FFF2-40B4-BE49-F238E27FC236}">
                <a16:creationId xmlns:a16="http://schemas.microsoft.com/office/drawing/2014/main" id="{51910BFF-D4DC-C08E-B4F7-1FDF6FA364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Geometry and Mesh</a:t>
            </a:r>
            <a:r>
              <a:t> / </a:t>
            </a:r>
            <a:r>
              <a:t>Orthogonal Quality</a:t>
            </a:r>
            <a:endParaRPr lang="en-US"/>
          </a:p>
        </p:txBody>
      </p:sp>
      <p:sp>
        <p:nvSpPr>
          <p:cNvPr id="17" name="Nexus:comments">
            <a:extLst>
              <a:ext uri="{FF2B5EF4-FFF2-40B4-BE49-F238E27FC236}">
                <a16:creationId xmlns:a16="http://schemas.microsoft.com/office/drawing/2014/main" id="{615B8E7E-BFB4-837A-58FD-AE1598A56E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Nexus:html_header">
            <a:extLst>
              <a:ext uri="{FF2B5EF4-FFF2-40B4-BE49-F238E27FC236}">
                <a16:creationId xmlns:a16="http://schemas.microsoft.com/office/drawing/2014/main" id="{98105E92-6C4C-3CDF-AE0D-7FA94601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Orthogonal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Simulation Setup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Simulation Setup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Physics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Physics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4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odel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Steady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Laminar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Heat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Enabled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163766E6-D86C-8402-FF1A-86B4CC85F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11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DB1FD212-8615-8499-2894-85FA61A519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7" name="Nexus:breadcrumbs">
            <a:extLst>
              <a:ext uri="{FF2B5EF4-FFF2-40B4-BE49-F238E27FC236}">
                <a16:creationId xmlns:a16="http://schemas.microsoft.com/office/drawing/2014/main" id="{FB05F6F5-35F3-4559-50CD-7200E3B32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Models</a:t>
            </a:r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624D1C98-6F74-1EAF-0C78-F04E6DDE32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C246425-3A42-46F6-2462-97EE1661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7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Material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ideal gas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Cp (Specific Heat)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1006.43 J/(kg 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0.0242 W/(m 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Molecular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28.966 kg/kmol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2719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Cp (Specific Heat)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871 J/(kg 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202.4 W/(m K)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1EE0CA5-5BBC-526B-3CCA-83E6BFC824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12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E0B99DE9-7326-CD6D-38C6-0D822856F6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01B82FF-726C-A182-53DF-9C628AF6A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Material Properties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0B3FC4F-F5A2-0F11-95DC-F6FBB79B88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C44F8980-8793-1979-26DE-6C26D834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Material Properties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4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source terms?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fixed values?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Porous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source terms?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Solid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1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101325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Mach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Component of Flow Direction (x,y)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(1, 0)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101325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Mach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Component of Flow Direction (x,y)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(1, 0)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soild_wall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(1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2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ReferenceValue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m^2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Enthalpy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J/kg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Pa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288.16 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m/s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Ratio of Specific Heats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Yplus for Heat Tran. Coef.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Reference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CE05950C-BEC2-D166-B635-0E74C31F86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15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BB39B6EA-900A-988A-907B-40C56628F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942593D-2BC8-08B5-4A98-76372B9EA9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Reference Values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9D4F2939-18BE-E4C5-186C-CAB51F519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3B5D49C-56BD-5C36-3247-7D44FC1A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Reference Values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Equations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Numerics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Absolute Velocity Formulation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Under-Relaxation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Discretization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Time Marching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Explicit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Courant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Residual Smoothing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(disabled)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Residual Smoothing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(1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,tree;A|i_name|eq|RunTableItem,Run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Number of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Number of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Case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7.168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142.937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Current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1.07743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Peak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1.13433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Memory Per M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18.6047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7D4E5229-FFF5-992E-04A7-85E306BDC6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C6AB8E1-8EA1-32E6-7460-748237C41A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9F57948-A9E7-80A3-6664-8AFC929F9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Run Information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FDFEF095-6F0D-3AFB-A36C-E6EE03CCEA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4B23AA27-1A00-4996-D120-2B6C90BB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Run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SolverStatus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854200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Convergence 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0.0009993356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x-velocity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0.0001674192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0.0003978381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0.0008814828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D12D6BE-533D-A290-BF38-79344B516E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18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22F55DAC-D6FA-FED0-2C49-8C3A57326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87B8336-3E7D-F8EB-BB7F-93A450B6ED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Solution Status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A573B82-C8C1-2774-CB33-F284699B2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2" y="927872"/>
            <a:ext cx="10972800" cy="624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BBFE23C9-AE3B-8432-5C05-960A9776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2"/>
            <a:ext cx="10972799" cy="747529"/>
          </a:xfrm>
        </p:spPr>
        <p:txBody>
          <a:bodyPr/>
          <a:lstStyle/>
          <a:p>
            <a:r>
              <a:rPr sz="3200"/>
              <a:t>Solution Status</a:t>
            </a:r>
            <a:endParaRPr lang="en-US" dirty="0"/>
          </a:p>
          <a:p>
            <a:r>
              <a:rPr sz="2400"/>
              <a:t>Iterations: 5473</a:t>
            </a:r>
          </a:p>
        </p:txBody>
      </p:sp>
    </p:spTree>
    <p:extLst>
      <p:ext uri="{BB962C8B-B14F-4D97-AF65-F5344CB8AC3E}">
        <p14:creationId xmlns:p14="http://schemas.microsoft.com/office/powerpoint/2010/main" val="21901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ExpressionsTableItem;&amp;rows=13&amp;cols=6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Used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expr1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Maximum(MachNumber, ['fluid'])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2.0261369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report-def-0 (Report Definition)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A2DA0F8-A77B-AFA3-8C6A-09519F957B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19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BB5D788F-A11D-432F-B256-574EC5DB87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768DC257-CA24-D936-0E04-9FD32E6A1C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Named Expressions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689C1C6D-9306-846C-F60F-6453379175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13F04CCB-332F-0000-46B6-B989E2D3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Named Expressions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ReportDefinitionsTre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report-def-0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2.026137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9F2B33ED-A19A-827B-7D05-D2FB22EE3D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20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60921038-1786-2C55-F7B6-2C87E299A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F470453C-B566-F89B-053B-B70BCAB51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Report Definitions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55361083-EB71-0A5B-20C5-CDAF08B77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5A5C1EC-6E99-5173-62CA-0BB32A54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Report Definitions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0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Plots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Nexus:query=A|i_type|eq|table;A|i_name|eq|residuals_plot;"/>
          <p:cNvGraphicFramePr>
            <a:graphicFrameLocks noGrp="1"/>
          </p:cNvGraphicFramePr>
          <p:nvPr>
            <p:ph type="chart" sz="quarter" idx="11"/>
          </p:nvPr>
        </p:nvGraphicFramePr>
        <p:xfrm>
          <a:off x="609601" y="1636776"/>
          <a:ext cx="10972800" cy="473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413D48AD-F9DD-18CD-C3DC-B259C827B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5195" y="6566315"/>
            <a:ext cx="457200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Nexus:toc_link">
            <a:extLst>
              <a:ext uri="{FF2B5EF4-FFF2-40B4-BE49-F238E27FC236}">
                <a16:creationId xmlns:a16="http://schemas.microsoft.com/office/drawing/2014/main" id="{C4176366-C6CE-41EC-14AF-09D11575D5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10" name="Nexus:breadcrumbs">
            <a:extLst>
              <a:ext uri="{FF2B5EF4-FFF2-40B4-BE49-F238E27FC236}">
                <a16:creationId xmlns:a16="http://schemas.microsoft.com/office/drawing/2014/main" id="{535D6246-17F0-F596-7D2B-1B9400424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Plots</a:t>
            </a:r>
            <a:r>
              <a:t> / </a:t>
            </a:r>
            <a:r>
              <a:t>Residuals</a:t>
            </a:r>
            <a:endParaRPr lang="en-US"/>
          </a:p>
        </p:txBody>
      </p:sp>
      <p:sp>
        <p:nvSpPr>
          <p:cNvPr id="11" name="Nexus:comments">
            <a:extLst>
              <a:ext uri="{FF2B5EF4-FFF2-40B4-BE49-F238E27FC236}">
                <a16:creationId xmlns:a16="http://schemas.microsoft.com/office/drawing/2014/main" id="{E494AC99-C935-287B-F456-5C4649A5F9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exus:html_header">
            <a:extLst>
              <a:ext uri="{FF2B5EF4-FFF2-40B4-BE49-F238E27FC236}">
                <a16:creationId xmlns:a16="http://schemas.microsoft.com/office/drawing/2014/main" id="{0FCB03A3-A939-817A-F2F7-794F1DFD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Residuals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Plots</a:t>
            </a:r>
            <a:r>
              <a:t> / </a:t>
            </a:r>
            <a:r>
              <a:t>Report Plots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Report 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37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Nexus:query=A|i_type|eq|table;A|i_name|cont|_plot;A|i_name|neq|residuals_plot;"/>
          <p:cNvGraphicFramePr>
            <a:graphicFrameLocks noGrp="1"/>
          </p:cNvGraphicFramePr>
          <p:nvPr>
            <p:ph type="chart" sz="quarter" idx="11"/>
          </p:nvPr>
        </p:nvGraphicFramePr>
        <p:xfrm>
          <a:off x="609601" y="1636776"/>
          <a:ext cx="10972800" cy="473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223E14-EFEB-050D-0BB4-5870DCDDDA1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5195" y="6566315"/>
            <a:ext cx="457200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Nexus:toc_link">
            <a:extLst>
              <a:ext uri="{FF2B5EF4-FFF2-40B4-BE49-F238E27FC236}">
                <a16:creationId xmlns:a16="http://schemas.microsoft.com/office/drawing/2014/main" id="{A547CD24-71F0-1C60-6867-B0A4011C80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10" name="Nexus:breadcrumbs">
            <a:extLst>
              <a:ext uri="{FF2B5EF4-FFF2-40B4-BE49-F238E27FC236}">
                <a16:creationId xmlns:a16="http://schemas.microsoft.com/office/drawing/2014/main" id="{304B0302-B98D-CC06-7978-BF01015868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Plots</a:t>
            </a:r>
            <a:r>
              <a:t> / </a:t>
            </a:r>
            <a:r>
              <a:rPr>
                <a:hlinkClick r:id="rId5" action="ppaction://hlinksldjump"/>
              </a:rPr>
              <a:t>Report Plots</a:t>
            </a:r>
            <a:r>
              <a:t> / </a:t>
            </a:r>
            <a:r>
              <a:t>report-def-0-rplot</a:t>
            </a:r>
            <a:endParaRPr lang="en-US"/>
          </a:p>
        </p:txBody>
      </p:sp>
      <p:sp>
        <p:nvSpPr>
          <p:cNvPr id="11" name="Nexus:comments">
            <a:extLst>
              <a:ext uri="{FF2B5EF4-FFF2-40B4-BE49-F238E27FC236}">
                <a16:creationId xmlns:a16="http://schemas.microsoft.com/office/drawing/2014/main" id="{8E91EB1E-DFA6-072B-6692-6DF8A2E701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exus:html_header">
            <a:extLst>
              <a:ext uri="{FF2B5EF4-FFF2-40B4-BE49-F238E27FC236}">
                <a16:creationId xmlns:a16="http://schemas.microsoft.com/office/drawing/2014/main" id="{6043653E-7DE1-82CF-E848-498B533B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report-def-0-rplot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8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Contours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Contours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7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contour;" descr="9145151c-04aa-11f1-af69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contour-3-x_velocity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contour-3-x_velocity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1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Vectors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Vectors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vector;" descr="9506bb42-04aa-11f1-99e9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B6A812F3-F7D6-3797-70D4-59372BCA9A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30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81FF30A6-1AE2-D3B5-4E1E-5C15CF7D70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A47FDFC0-2EBB-4940-799C-2D50941429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Vectors</a:t>
            </a:r>
            <a:r>
              <a:t> / </a:t>
            </a:r>
            <a:r>
              <a:t>vector-1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83CE124-35E4-7373-9A0C-A3C967D7DF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FB275495-E66F-E24E-467E-63F597C94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1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Pathlines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Pathlines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pathline;" descr="9b5f6d6d-04aa-11f1-a762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E548135-C4A5-EFBE-8EA1-44E9B37AE4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32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BB1F4609-51A5-4E03-9A86-2871E0177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484C7630-F3DE-3017-E429-885C1A2B98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Pathlines</a:t>
            </a:r>
            <a:r>
              <a:t> / </a:t>
            </a:r>
            <a:r>
              <a:t>pathlines-2-mach_number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51EBC050-67EC-C815-04B1-999A63C5E6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4E2F4A0-6324-5D14-0C39-42F73F8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pathlines-2-mach_number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5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Wall Thickness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Generation Rate [W/m^3]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BC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 Flux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Flux [W/m^2]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Convective Augmentation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soild_wall:001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Thickness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Generation Rate [W/m^3]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BC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Coupled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(2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Convective Augmentation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soild_wall:001-shadow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Thickness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Generation Rate [W/m^3]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BC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Coupled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Convective Augmentation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(3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Multigrid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Coarse Grid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Fine Grid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Final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Time Step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Correction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Species Correction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Correction Smoothing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Multi-Stage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0.2075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0.5915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Solution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(2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Minimum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5e+10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(3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928dce72-04aa-11f1-bb5b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contour-2-total_temperature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contour-2-total_temperature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93785fa2-04aa-11f1-8b7e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contour-1-static_pressure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contour-1-static_pressure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pathline;" descr="a21eda65-04aa-11f1-9dfe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E548135-C4A5-EFBE-8EA1-44E9B37AE4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32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BB1F4609-51A5-4E03-9A86-2871E0177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484C7630-F3DE-3017-E429-885C1A2B98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Pathlines</a:t>
            </a:r>
            <a:r>
              <a:t> / </a:t>
            </a:r>
            <a:r>
              <a:t>pathlines-1-density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51EBC050-67EC-C815-04B1-999A63C5E6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4E2F4A0-6324-5D14-0C39-42F73F8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pathlines-1-density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sys - Slide Master">
  <a:themeElements>
    <a:clrScheme name="Custom 2">
      <a:dk1>
        <a:sysClr val="windowText" lastClr="000000"/>
      </a:dk1>
      <a:lt1>
        <a:sysClr val="window" lastClr="FFFFFF"/>
      </a:lt1>
      <a:dk2>
        <a:srgbClr val="898A8D"/>
      </a:dk2>
      <a:lt2>
        <a:srgbClr val="D9D8D6"/>
      </a:lt2>
      <a:accent1>
        <a:srgbClr val="FFB71B"/>
      </a:accent1>
      <a:accent2>
        <a:srgbClr val="0070C0"/>
      </a:accent2>
      <a:accent3>
        <a:srgbClr val="00B050"/>
      </a:accent3>
      <a:accent4>
        <a:srgbClr val="FFB71B"/>
      </a:accent4>
      <a:accent5>
        <a:srgbClr val="FF0000"/>
      </a:accent5>
      <a:accent6>
        <a:srgbClr val="7030A0"/>
      </a:accent6>
      <a:hlink>
        <a:srgbClr val="000000"/>
      </a:hlink>
      <a:folHlink>
        <a:srgbClr val="0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Presentation 2021 Confidential (1)" id="{BCE29331-CD87-4C7F-9347-8FFC45714815}" vid="{9A4FE274-3FD9-4EEB-80C5-5F4C7627D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22542</TotalTime>
  <Words>49</Words>
  <Application>Microsoft Office PowerPoint</Application>
  <PresentationFormat>Widescreen</PresentationFormat>
  <Paragraphs>49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Courier New</vt:lpstr>
      <vt:lpstr>Source Sans Pro</vt:lpstr>
      <vt:lpstr>Wingdings</vt:lpstr>
      <vt:lpstr>Ansys -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Hello, World!</dc:title>
  <dc:subject/>
  <dc:creator>Visesh Rajendraprasad</dc:creator>
  <cp:keywords/>
  <dc:description>generated using python-pptx</dc:description>
  <cp:lastModifiedBy>Chris Tevere</cp:lastModifiedBy>
  <cp:revision>166</cp:revision>
  <dcterms:created xsi:type="dcterms:W3CDTF">2013-01-27T09:14:16Z</dcterms:created>
  <dcterms:modified xsi:type="dcterms:W3CDTF">2024-08-23T14:00:08Z</dcterms:modified>
  <cp:category/>
</cp:coreProperties>
</file>