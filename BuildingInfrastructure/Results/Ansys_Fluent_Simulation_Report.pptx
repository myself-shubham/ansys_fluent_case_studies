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8"/>
  </p:notesMasterIdLst>
  <p:handoutMasterIdLst>
    <p:handoutMasterId r:id="rId49"/>
  </p:handoutMasterIdLst>
  <p:sldIdLst>
    <p:sldId id="341" r:id="rId2"/>
    <p:sldId id="336" r:id="rId3"/>
    <p:sldId id="315" r:id="rId4"/>
    <p:sldId id="316" r:id="rId5"/>
    <p:sldId id="340" r:id="rId6"/>
    <p:sldId id="317" r:id="rId7"/>
    <p:sldId id="268" r:id="rId8"/>
    <p:sldId id="269" r:id="rId9"/>
    <p:sldId id="342" r:id="rId10"/>
    <p:sldId id="343" r:id="rId11"/>
    <p:sldId id="270" r:id="rId12"/>
    <p:sldId id="308" r:id="rId13"/>
    <p:sldId id="309" r:id="rId14"/>
    <p:sldId id="310" r:id="rId15"/>
    <p:sldId id="350" r:id="rId20"/>
    <p:sldId id="351" r:id="rId21"/>
    <p:sldId id="274" r:id="rId16"/>
    <p:sldId id="311" r:id="rId17"/>
    <p:sldId id="352" r:id="rId24"/>
    <p:sldId id="353" r:id="rId25"/>
    <p:sldId id="276" r:id="rId18"/>
    <p:sldId id="278" r:id="rId19"/>
    <p:sldId id="344" r:id="rId22"/>
    <p:sldId id="281" r:id="rId23"/>
    <p:sldId id="347" r:id="rId28"/>
    <p:sldId id="283" r:id="rId29"/>
    <p:sldId id="354" r:id="rId26"/>
    <p:sldId id="349" r:id="rId32"/>
    <p:sldId id="28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55" autoAdjust="0"/>
    <p:restoredTop sz="86389" autoAdjust="0"/>
  </p:normalViewPr>
  <p:slideViewPr>
    <p:cSldViewPr snapToGrid="0" snapToObjects="1">
      <p:cViewPr varScale="1">
        <p:scale>
          <a:sx n="79" d="100"/>
          <a:sy n="79" d="100"/>
        </p:scale>
        <p:origin x="132" y="4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3162" y="9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2.xml"/><Relationship Id="rId11" Type="http://schemas.openxmlformats.org/officeDocument/2006/relationships/slide" Target="slides/slide10.xml"/><Relationship Id="rId32" Type="http://schemas.openxmlformats.org/officeDocument/2006/relationships/slide" Target="slides/slide23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1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0.xml"/><Relationship Id="rId28" Type="http://schemas.openxmlformats.org/officeDocument/2006/relationships/slide" Target="slides/slide21.xml"/><Relationship Id="rId49" Type="http://schemas.openxmlformats.org/officeDocument/2006/relationships/handoutMaster" Target="handoutMasters/handoutMaster1.xml"/><Relationship Id="rId20" Type="http://schemas.openxmlformats.org/officeDocument/2006/relationships/slide" Target="slides/slide25.xml"/><Relationship Id="rId21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Residuals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continuity</c:v>
                </c:pt>
              </c:strCache>
            </c:strRef>
          </c:tx>
          <c:xVal>
            <c:numRef>
              <c:f>Sheet1!$A$2:$A$59</c:f>
              <c:numCache>
                <c:formatCode>General</c:formatCode>
                <c:ptCount val="58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  <c:pt idx="8">
                  <c:v>9.0</c:v>
                </c:pt>
                <c:pt idx="9">
                  <c:v>10.0</c:v>
                </c:pt>
                <c:pt idx="10">
                  <c:v>11.0</c:v>
                </c:pt>
                <c:pt idx="11">
                  <c:v>12.0</c:v>
                </c:pt>
                <c:pt idx="12">
                  <c:v>13.0</c:v>
                </c:pt>
                <c:pt idx="13">
                  <c:v>14.0</c:v>
                </c:pt>
                <c:pt idx="14">
                  <c:v>15.0</c:v>
                </c:pt>
                <c:pt idx="15">
                  <c:v>16.0</c:v>
                </c:pt>
                <c:pt idx="16">
                  <c:v>17.0</c:v>
                </c:pt>
                <c:pt idx="17">
                  <c:v>18.0</c:v>
                </c:pt>
                <c:pt idx="18">
                  <c:v>19.0</c:v>
                </c:pt>
                <c:pt idx="19">
                  <c:v>20.0</c:v>
                </c:pt>
                <c:pt idx="20">
                  <c:v>21.0</c:v>
                </c:pt>
                <c:pt idx="21">
                  <c:v>22.0</c:v>
                </c:pt>
                <c:pt idx="22">
                  <c:v>23.0</c:v>
                </c:pt>
                <c:pt idx="23">
                  <c:v>24.0</c:v>
                </c:pt>
                <c:pt idx="24">
                  <c:v>25.0</c:v>
                </c:pt>
                <c:pt idx="25">
                  <c:v>26.0</c:v>
                </c:pt>
                <c:pt idx="26">
                  <c:v>27.0</c:v>
                </c:pt>
                <c:pt idx="27">
                  <c:v>28.0</c:v>
                </c:pt>
                <c:pt idx="28">
                  <c:v>29.0</c:v>
                </c:pt>
                <c:pt idx="29">
                  <c:v>30.0</c:v>
                </c:pt>
                <c:pt idx="30">
                  <c:v>31.0</c:v>
                </c:pt>
                <c:pt idx="31">
                  <c:v>32.0</c:v>
                </c:pt>
                <c:pt idx="32">
                  <c:v>33.0</c:v>
                </c:pt>
                <c:pt idx="33">
                  <c:v>34.0</c:v>
                </c:pt>
                <c:pt idx="34">
                  <c:v>35.0</c:v>
                </c:pt>
                <c:pt idx="35">
                  <c:v>36.0</c:v>
                </c:pt>
                <c:pt idx="36">
                  <c:v>37.0</c:v>
                </c:pt>
                <c:pt idx="37">
                  <c:v>38.0</c:v>
                </c:pt>
                <c:pt idx="38">
                  <c:v>39.0</c:v>
                </c:pt>
                <c:pt idx="39">
                  <c:v>40.0</c:v>
                </c:pt>
                <c:pt idx="40">
                  <c:v>41.0</c:v>
                </c:pt>
                <c:pt idx="41">
                  <c:v>42.0</c:v>
                </c:pt>
                <c:pt idx="42">
                  <c:v>43.0</c:v>
                </c:pt>
                <c:pt idx="43">
                  <c:v>44.0</c:v>
                </c:pt>
                <c:pt idx="44">
                  <c:v>45.0</c:v>
                </c:pt>
                <c:pt idx="45">
                  <c:v>46.0</c:v>
                </c:pt>
                <c:pt idx="46">
                  <c:v>47.0</c:v>
                </c:pt>
                <c:pt idx="47">
                  <c:v>48.0</c:v>
                </c:pt>
                <c:pt idx="48">
                  <c:v>49.0</c:v>
                </c:pt>
                <c:pt idx="49">
                  <c:v>50.0</c:v>
                </c:pt>
                <c:pt idx="50">
                  <c:v>51.0</c:v>
                </c:pt>
                <c:pt idx="51">
                  <c:v>52.0</c:v>
                </c:pt>
                <c:pt idx="52">
                  <c:v>53.0</c:v>
                </c:pt>
                <c:pt idx="53">
                  <c:v>54.0</c:v>
                </c:pt>
                <c:pt idx="54">
                  <c:v>55.0</c:v>
                </c:pt>
                <c:pt idx="55">
                  <c:v>56.0</c:v>
                </c:pt>
                <c:pt idx="56">
                  <c:v>57.0</c:v>
                </c:pt>
                <c:pt idx="57">
                  <c:v>58.0</c:v>
                </c:pt>
              </c:numCache>
            </c:numRef>
          </c:xVal>
          <c:yVal>
            <c:numRef>
              <c:f>Sheet1!$B$2:$B$59</c:f>
              <c:numCache>
                <c:formatCode>General</c:formatCode>
                <c:ptCount val="58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0.48598274</c:v>
                </c:pt>
                <c:pt idx="4">
                  <c:v>0.31724332</c:v>
                </c:pt>
                <c:pt idx="5">
                  <c:v>0.21792029</c:v>
                </c:pt>
                <c:pt idx="6">
                  <c:v>0.15338278</c:v>
                </c:pt>
                <c:pt idx="7">
                  <c:v>0.10924002</c:v>
                </c:pt>
                <c:pt idx="8">
                  <c:v>0.077556481</c:v>
                </c:pt>
                <c:pt idx="9">
                  <c:v>0.056169659</c:v>
                </c:pt>
                <c:pt idx="10">
                  <c:v>0.040641108</c:v>
                </c:pt>
                <c:pt idx="11">
                  <c:v>0.029625729</c:v>
                </c:pt>
                <c:pt idx="12">
                  <c:v>0.021758965</c:v>
                </c:pt>
                <c:pt idx="13">
                  <c:v>0.016224211</c:v>
                </c:pt>
                <c:pt idx="14">
                  <c:v>0.012343958</c:v>
                </c:pt>
                <c:pt idx="15">
                  <c:v>0.0096907993</c:v>
                </c:pt>
                <c:pt idx="16">
                  <c:v>0.0077775412</c:v>
                </c:pt>
                <c:pt idx="17">
                  <c:v>0.0063846819</c:v>
                </c:pt>
                <c:pt idx="18">
                  <c:v>0.0053890753</c:v>
                </c:pt>
                <c:pt idx="19">
                  <c:v>0.0046690572</c:v>
                </c:pt>
                <c:pt idx="20">
                  <c:v>0.0040667767</c:v>
                </c:pt>
                <c:pt idx="21">
                  <c:v>0.0036009515</c:v>
                </c:pt>
                <c:pt idx="22">
                  <c:v>0.0031907802</c:v>
                </c:pt>
                <c:pt idx="23">
                  <c:v>0.0029122506</c:v>
                </c:pt>
                <c:pt idx="24">
                  <c:v>0.0026041915</c:v>
                </c:pt>
                <c:pt idx="25">
                  <c:v>0.0023319664</c:v>
                </c:pt>
                <c:pt idx="26">
                  <c:v>0.0020863961</c:v>
                </c:pt>
                <c:pt idx="27">
                  <c:v>0.0019237443</c:v>
                </c:pt>
                <c:pt idx="28">
                  <c:v>0.0017862917</c:v>
                </c:pt>
                <c:pt idx="29">
                  <c:v>0.0016552084</c:v>
                </c:pt>
                <c:pt idx="30">
                  <c:v>0.0015257662</c:v>
                </c:pt>
                <c:pt idx="31">
                  <c:v>0.0014156482</c:v>
                </c:pt>
                <c:pt idx="32">
                  <c:v>0.0012594745</c:v>
                </c:pt>
                <c:pt idx="33">
                  <c:v>0.0012043018</c:v>
                </c:pt>
                <c:pt idx="34">
                  <c:v>0.001107777</c:v>
                </c:pt>
                <c:pt idx="35">
                  <c:v>0.00098520404</c:v>
                </c:pt>
                <c:pt idx="36">
                  <c:v>0.0008891285</c:v>
                </c:pt>
                <c:pt idx="37">
                  <c:v>0.00082013088</c:v>
                </c:pt>
                <c:pt idx="38">
                  <c:v>0.00077339499</c:v>
                </c:pt>
                <c:pt idx="39">
                  <c:v>0.00085340873</c:v>
                </c:pt>
                <c:pt idx="40">
                  <c:v>0.00078290402</c:v>
                </c:pt>
                <c:pt idx="41">
                  <c:v>0.00066303017</c:v>
                </c:pt>
                <c:pt idx="42">
                  <c:v>0.00059770861</c:v>
                </c:pt>
                <c:pt idx="43">
                  <c:v>0.00056279813</c:v>
                </c:pt>
                <c:pt idx="44">
                  <c:v>0.00054750035</c:v>
                </c:pt>
                <c:pt idx="45">
                  <c:v>0.00048782337</c:v>
                </c:pt>
                <c:pt idx="46">
                  <c:v>0.00046604844</c:v>
                </c:pt>
                <c:pt idx="47">
                  <c:v>0.00042812839</c:v>
                </c:pt>
                <c:pt idx="48">
                  <c:v>0.00041651528</c:v>
                </c:pt>
                <c:pt idx="49">
                  <c:v>0.00040170653</c:v>
                </c:pt>
                <c:pt idx="50">
                  <c:v>0.00038169202</c:v>
                </c:pt>
                <c:pt idx="51">
                  <c:v>0.00033935438</c:v>
                </c:pt>
                <c:pt idx="52">
                  <c:v>0.00051604097</c:v>
                </c:pt>
                <c:pt idx="53">
                  <c:v>0.00050047288</c:v>
                </c:pt>
                <c:pt idx="54">
                  <c:v>0.00053611258</c:v>
                </c:pt>
                <c:pt idx="55">
                  <c:v>0.00056035481</c:v>
                </c:pt>
                <c:pt idx="56">
                  <c:v>0.00053538622</c:v>
                </c:pt>
                <c:pt idx="57">
                  <c:v>0.0004872403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Sheet1!$B$61</c:f>
              <c:strCache>
                <c:ptCount val="1"/>
                <c:pt idx="0">
                  <c:v>x-velocity</c:v>
                </c:pt>
              </c:strCache>
            </c:strRef>
          </c:tx>
          <c:xVal>
            <c:numRef>
              <c:f>Sheet1!$A$62:$A$119</c:f>
              <c:numCache>
                <c:formatCode>General</c:formatCode>
                <c:ptCount val="58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  <c:pt idx="8">
                  <c:v>9.0</c:v>
                </c:pt>
                <c:pt idx="9">
                  <c:v>10.0</c:v>
                </c:pt>
                <c:pt idx="10">
                  <c:v>11.0</c:v>
                </c:pt>
                <c:pt idx="11">
                  <c:v>12.0</c:v>
                </c:pt>
                <c:pt idx="12">
                  <c:v>13.0</c:v>
                </c:pt>
                <c:pt idx="13">
                  <c:v>14.0</c:v>
                </c:pt>
                <c:pt idx="14">
                  <c:v>15.0</c:v>
                </c:pt>
                <c:pt idx="15">
                  <c:v>16.0</c:v>
                </c:pt>
                <c:pt idx="16">
                  <c:v>17.0</c:v>
                </c:pt>
                <c:pt idx="17">
                  <c:v>18.0</c:v>
                </c:pt>
                <c:pt idx="18">
                  <c:v>19.0</c:v>
                </c:pt>
                <c:pt idx="19">
                  <c:v>20.0</c:v>
                </c:pt>
                <c:pt idx="20">
                  <c:v>21.0</c:v>
                </c:pt>
                <c:pt idx="21">
                  <c:v>22.0</c:v>
                </c:pt>
                <c:pt idx="22">
                  <c:v>23.0</c:v>
                </c:pt>
                <c:pt idx="23">
                  <c:v>24.0</c:v>
                </c:pt>
                <c:pt idx="24">
                  <c:v>25.0</c:v>
                </c:pt>
                <c:pt idx="25">
                  <c:v>26.0</c:v>
                </c:pt>
                <c:pt idx="26">
                  <c:v>27.0</c:v>
                </c:pt>
                <c:pt idx="27">
                  <c:v>28.0</c:v>
                </c:pt>
                <c:pt idx="28">
                  <c:v>29.0</c:v>
                </c:pt>
                <c:pt idx="29">
                  <c:v>30.0</c:v>
                </c:pt>
                <c:pt idx="30">
                  <c:v>31.0</c:v>
                </c:pt>
                <c:pt idx="31">
                  <c:v>32.0</c:v>
                </c:pt>
                <c:pt idx="32">
                  <c:v>33.0</c:v>
                </c:pt>
                <c:pt idx="33">
                  <c:v>34.0</c:v>
                </c:pt>
                <c:pt idx="34">
                  <c:v>35.0</c:v>
                </c:pt>
                <c:pt idx="35">
                  <c:v>36.0</c:v>
                </c:pt>
                <c:pt idx="36">
                  <c:v>37.0</c:v>
                </c:pt>
                <c:pt idx="37">
                  <c:v>38.0</c:v>
                </c:pt>
                <c:pt idx="38">
                  <c:v>39.0</c:v>
                </c:pt>
                <c:pt idx="39">
                  <c:v>40.0</c:v>
                </c:pt>
                <c:pt idx="40">
                  <c:v>41.0</c:v>
                </c:pt>
                <c:pt idx="41">
                  <c:v>42.0</c:v>
                </c:pt>
                <c:pt idx="42">
                  <c:v>43.0</c:v>
                </c:pt>
                <c:pt idx="43">
                  <c:v>44.0</c:v>
                </c:pt>
                <c:pt idx="44">
                  <c:v>45.0</c:v>
                </c:pt>
                <c:pt idx="45">
                  <c:v>46.0</c:v>
                </c:pt>
                <c:pt idx="46">
                  <c:v>47.0</c:v>
                </c:pt>
                <c:pt idx="47">
                  <c:v>48.0</c:v>
                </c:pt>
                <c:pt idx="48">
                  <c:v>49.0</c:v>
                </c:pt>
                <c:pt idx="49">
                  <c:v>50.0</c:v>
                </c:pt>
                <c:pt idx="50">
                  <c:v>51.0</c:v>
                </c:pt>
                <c:pt idx="51">
                  <c:v>52.0</c:v>
                </c:pt>
                <c:pt idx="52">
                  <c:v>53.0</c:v>
                </c:pt>
                <c:pt idx="53">
                  <c:v>54.0</c:v>
                </c:pt>
                <c:pt idx="54">
                  <c:v>55.0</c:v>
                </c:pt>
                <c:pt idx="55">
                  <c:v>56.0</c:v>
                </c:pt>
                <c:pt idx="56">
                  <c:v>57.0</c:v>
                </c:pt>
                <c:pt idx="57">
                  <c:v>58.0</c:v>
                </c:pt>
              </c:numCache>
            </c:numRef>
          </c:xVal>
          <c:yVal>
            <c:numRef>
              <c:f>Sheet1!$B$62:$B$119</c:f>
              <c:numCache>
                <c:formatCode>General</c:formatCode>
                <c:ptCount val="58"/>
                <c:pt idx="0">
                  <c:v>0.00052481734</c:v>
                </c:pt>
                <c:pt idx="1">
                  <c:v>0.0075402076</c:v>
                </c:pt>
                <c:pt idx="2">
                  <c:v>0.0042963718</c:v>
                </c:pt>
                <c:pt idx="3">
                  <c:v>0.002445039</c:v>
                </c:pt>
                <c:pt idx="4">
                  <c:v>0.001774524</c:v>
                </c:pt>
                <c:pt idx="5">
                  <c:v>0.0013990418</c:v>
                </c:pt>
                <c:pt idx="6">
                  <c:v>0.0011974689</c:v>
                </c:pt>
                <c:pt idx="7">
                  <c:v>0.0010645436</c:v>
                </c:pt>
                <c:pt idx="8">
                  <c:v>0.00095516917</c:v>
                </c:pt>
                <c:pt idx="9">
                  <c:v>0.00092153512</c:v>
                </c:pt>
                <c:pt idx="10">
                  <c:v>0.00087203941</c:v>
                </c:pt>
                <c:pt idx="11">
                  <c:v>0.00082867822</c:v>
                </c:pt>
                <c:pt idx="12">
                  <c:v>0.0007866571</c:v>
                </c:pt>
                <c:pt idx="13">
                  <c:v>0.00073730135</c:v>
                </c:pt>
                <c:pt idx="14">
                  <c:v>0.00068439837</c:v>
                </c:pt>
                <c:pt idx="15">
                  <c:v>0.00063084343</c:v>
                </c:pt>
                <c:pt idx="16">
                  <c:v>0.00058246648</c:v>
                </c:pt>
                <c:pt idx="17">
                  <c:v>0.00054039282</c:v>
                </c:pt>
                <c:pt idx="18">
                  <c:v>0.00050895364</c:v>
                </c:pt>
                <c:pt idx="19">
                  <c:v>0.00048216341</c:v>
                </c:pt>
                <c:pt idx="20">
                  <c:v>0.00045368606</c:v>
                </c:pt>
                <c:pt idx="21">
                  <c:v>0.00042513609</c:v>
                </c:pt>
                <c:pt idx="22">
                  <c:v>0.00039608948</c:v>
                </c:pt>
                <c:pt idx="23">
                  <c:v>0.00037901723</c:v>
                </c:pt>
                <c:pt idx="24">
                  <c:v>0.00035901756</c:v>
                </c:pt>
                <c:pt idx="25">
                  <c:v>0.00033451604</c:v>
                </c:pt>
                <c:pt idx="26">
                  <c:v>0.00030745176</c:v>
                </c:pt>
                <c:pt idx="27">
                  <c:v>0.00027920368</c:v>
                </c:pt>
                <c:pt idx="28">
                  <c:v>0.00025191309</c:v>
                </c:pt>
                <c:pt idx="29">
                  <c:v>0.00022807411</c:v>
                </c:pt>
                <c:pt idx="30">
                  <c:v>0.0002029549</c:v>
                </c:pt>
                <c:pt idx="31">
                  <c:v>0.00018318914</c:v>
                </c:pt>
                <c:pt idx="32">
                  <c:v>0.00017125199</c:v>
                </c:pt>
                <c:pt idx="33">
                  <c:v>0.00016371244</c:v>
                </c:pt>
                <c:pt idx="34">
                  <c:v>0.00015605853</c:v>
                </c:pt>
                <c:pt idx="35">
                  <c:v>0.00014821337</c:v>
                </c:pt>
                <c:pt idx="36">
                  <c:v>0.00014160367</c:v>
                </c:pt>
                <c:pt idx="37">
                  <c:v>0.00013549683</c:v>
                </c:pt>
                <c:pt idx="38">
                  <c:v>0.00012849474</c:v>
                </c:pt>
                <c:pt idx="39">
                  <c:v>0.00011971742</c:v>
                </c:pt>
                <c:pt idx="40">
                  <c:v>0.00011081167</c:v>
                </c:pt>
                <c:pt idx="41">
                  <c:v>0.00010058979</c:v>
                </c:pt>
                <c:pt idx="42">
                  <c:v>9.0965954e-05</c:v>
                </c:pt>
                <c:pt idx="43">
                  <c:v>8.1736431e-05</c:v>
                </c:pt>
                <c:pt idx="44">
                  <c:v>7.3522988e-05</c:v>
                </c:pt>
                <c:pt idx="45">
                  <c:v>6.5359487e-05</c:v>
                </c:pt>
                <c:pt idx="46">
                  <c:v>5.7492667e-05</c:v>
                </c:pt>
                <c:pt idx="47">
                  <c:v>4.8804666e-05</c:v>
                </c:pt>
                <c:pt idx="48">
                  <c:v>4.1220263e-05</c:v>
                </c:pt>
                <c:pt idx="49">
                  <c:v>3.5357928e-05</c:v>
                </c:pt>
                <c:pt idx="50">
                  <c:v>3.1135085e-05</c:v>
                </c:pt>
                <c:pt idx="51">
                  <c:v>3.2639269e-05</c:v>
                </c:pt>
                <c:pt idx="52">
                  <c:v>2.8664095e-05</c:v>
                </c:pt>
                <c:pt idx="53">
                  <c:v>2.2632879e-05</c:v>
                </c:pt>
                <c:pt idx="54">
                  <c:v>1.9762777e-05</c:v>
                </c:pt>
                <c:pt idx="55">
                  <c:v>1.7635134e-05</c:v>
                </c:pt>
                <c:pt idx="56">
                  <c:v>1.5757768e-05</c:v>
                </c:pt>
                <c:pt idx="57">
                  <c:v>1.451376e-05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Sheet1!$B$121</c:f>
              <c:strCache>
                <c:ptCount val="1"/>
                <c:pt idx="0">
                  <c:v>y-velocity</c:v>
                </c:pt>
              </c:strCache>
            </c:strRef>
          </c:tx>
          <c:xVal>
            <c:numRef>
              <c:f>Sheet1!$A$122:$A$179</c:f>
              <c:numCache>
                <c:formatCode>General</c:formatCode>
                <c:ptCount val="58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  <c:pt idx="8">
                  <c:v>9.0</c:v>
                </c:pt>
                <c:pt idx="9">
                  <c:v>10.0</c:v>
                </c:pt>
                <c:pt idx="10">
                  <c:v>11.0</c:v>
                </c:pt>
                <c:pt idx="11">
                  <c:v>12.0</c:v>
                </c:pt>
                <c:pt idx="12">
                  <c:v>13.0</c:v>
                </c:pt>
                <c:pt idx="13">
                  <c:v>14.0</c:v>
                </c:pt>
                <c:pt idx="14">
                  <c:v>15.0</c:v>
                </c:pt>
                <c:pt idx="15">
                  <c:v>16.0</c:v>
                </c:pt>
                <c:pt idx="16">
                  <c:v>17.0</c:v>
                </c:pt>
                <c:pt idx="17">
                  <c:v>18.0</c:v>
                </c:pt>
                <c:pt idx="18">
                  <c:v>19.0</c:v>
                </c:pt>
                <c:pt idx="19">
                  <c:v>20.0</c:v>
                </c:pt>
                <c:pt idx="20">
                  <c:v>21.0</c:v>
                </c:pt>
                <c:pt idx="21">
                  <c:v>22.0</c:v>
                </c:pt>
                <c:pt idx="22">
                  <c:v>23.0</c:v>
                </c:pt>
                <c:pt idx="23">
                  <c:v>24.0</c:v>
                </c:pt>
                <c:pt idx="24">
                  <c:v>25.0</c:v>
                </c:pt>
                <c:pt idx="25">
                  <c:v>26.0</c:v>
                </c:pt>
                <c:pt idx="26">
                  <c:v>27.0</c:v>
                </c:pt>
                <c:pt idx="27">
                  <c:v>28.0</c:v>
                </c:pt>
                <c:pt idx="28">
                  <c:v>29.0</c:v>
                </c:pt>
                <c:pt idx="29">
                  <c:v>30.0</c:v>
                </c:pt>
                <c:pt idx="30">
                  <c:v>31.0</c:v>
                </c:pt>
                <c:pt idx="31">
                  <c:v>32.0</c:v>
                </c:pt>
                <c:pt idx="32">
                  <c:v>33.0</c:v>
                </c:pt>
                <c:pt idx="33">
                  <c:v>34.0</c:v>
                </c:pt>
                <c:pt idx="34">
                  <c:v>35.0</c:v>
                </c:pt>
                <c:pt idx="35">
                  <c:v>36.0</c:v>
                </c:pt>
                <c:pt idx="36">
                  <c:v>37.0</c:v>
                </c:pt>
                <c:pt idx="37">
                  <c:v>38.0</c:v>
                </c:pt>
                <c:pt idx="38">
                  <c:v>39.0</c:v>
                </c:pt>
                <c:pt idx="39">
                  <c:v>40.0</c:v>
                </c:pt>
                <c:pt idx="40">
                  <c:v>41.0</c:v>
                </c:pt>
                <c:pt idx="41">
                  <c:v>42.0</c:v>
                </c:pt>
                <c:pt idx="42">
                  <c:v>43.0</c:v>
                </c:pt>
                <c:pt idx="43">
                  <c:v>44.0</c:v>
                </c:pt>
                <c:pt idx="44">
                  <c:v>45.0</c:v>
                </c:pt>
                <c:pt idx="45">
                  <c:v>46.0</c:v>
                </c:pt>
                <c:pt idx="46">
                  <c:v>47.0</c:v>
                </c:pt>
                <c:pt idx="47">
                  <c:v>48.0</c:v>
                </c:pt>
                <c:pt idx="48">
                  <c:v>49.0</c:v>
                </c:pt>
                <c:pt idx="49">
                  <c:v>50.0</c:v>
                </c:pt>
                <c:pt idx="50">
                  <c:v>51.0</c:v>
                </c:pt>
                <c:pt idx="51">
                  <c:v>52.0</c:v>
                </c:pt>
                <c:pt idx="52">
                  <c:v>53.0</c:v>
                </c:pt>
                <c:pt idx="53">
                  <c:v>54.0</c:v>
                </c:pt>
                <c:pt idx="54">
                  <c:v>55.0</c:v>
                </c:pt>
                <c:pt idx="55">
                  <c:v>56.0</c:v>
                </c:pt>
                <c:pt idx="56">
                  <c:v>57.0</c:v>
                </c:pt>
                <c:pt idx="57">
                  <c:v>58.0</c:v>
                </c:pt>
              </c:numCache>
            </c:numRef>
          </c:xVal>
          <c:yVal>
            <c:numRef>
              <c:f>Sheet1!$B$122:$B$179</c:f>
              <c:numCache>
                <c:formatCode>General</c:formatCode>
                <c:ptCount val="58"/>
                <c:pt idx="0">
                  <c:v>0.00082218327</c:v>
                </c:pt>
                <c:pt idx="1">
                  <c:v>0.0093356763</c:v>
                </c:pt>
                <c:pt idx="2">
                  <c:v>0.0044894193</c:v>
                </c:pt>
                <c:pt idx="3">
                  <c:v>0.0021223313</c:v>
                </c:pt>
                <c:pt idx="4">
                  <c:v>0.0012290915</c:v>
                </c:pt>
                <c:pt idx="5">
                  <c:v>0.00075383921</c:v>
                </c:pt>
                <c:pt idx="6">
                  <c:v>0.00051816654</c:v>
                </c:pt>
                <c:pt idx="7">
                  <c:v>0.00039683395</c:v>
                </c:pt>
                <c:pt idx="8">
                  <c:v>0.00029628635</c:v>
                </c:pt>
                <c:pt idx="9">
                  <c:v>0.00024635853</c:v>
                </c:pt>
                <c:pt idx="10">
                  <c:v>0.0002030824</c:v>
                </c:pt>
                <c:pt idx="11">
                  <c:v>0.0001710208</c:v>
                </c:pt>
                <c:pt idx="12">
                  <c:v>0.00014599402</c:v>
                </c:pt>
                <c:pt idx="13">
                  <c:v>0.00012756142</c:v>
                </c:pt>
                <c:pt idx="14">
                  <c:v>0.00011321428</c:v>
                </c:pt>
                <c:pt idx="15">
                  <c:v>0.00010220959</c:v>
                </c:pt>
                <c:pt idx="16">
                  <c:v>9.382155e-05</c:v>
                </c:pt>
                <c:pt idx="17">
                  <c:v>8.6084766e-05</c:v>
                </c:pt>
                <c:pt idx="18">
                  <c:v>8.0223251e-05</c:v>
                </c:pt>
                <c:pt idx="19">
                  <c:v>7.5621056e-05</c:v>
                </c:pt>
                <c:pt idx="20">
                  <c:v>7.1837447e-05</c:v>
                </c:pt>
                <c:pt idx="21">
                  <c:v>6.6891111e-05</c:v>
                </c:pt>
                <c:pt idx="22">
                  <c:v>6.1342313e-05</c:v>
                </c:pt>
                <c:pt idx="23">
                  <c:v>5.6347264e-05</c:v>
                </c:pt>
                <c:pt idx="24">
                  <c:v>5.163489e-05</c:v>
                </c:pt>
                <c:pt idx="25">
                  <c:v>4.6336223e-05</c:v>
                </c:pt>
                <c:pt idx="26">
                  <c:v>4.2243909e-05</c:v>
                </c:pt>
                <c:pt idx="27">
                  <c:v>3.8630544e-05</c:v>
                </c:pt>
                <c:pt idx="28">
                  <c:v>3.5312667e-05</c:v>
                </c:pt>
                <c:pt idx="29">
                  <c:v>3.228933e-05</c:v>
                </c:pt>
                <c:pt idx="30">
                  <c:v>2.9038923e-05</c:v>
                </c:pt>
                <c:pt idx="31">
                  <c:v>2.5878318e-05</c:v>
                </c:pt>
                <c:pt idx="32">
                  <c:v>2.2875489e-05</c:v>
                </c:pt>
                <c:pt idx="33">
                  <c:v>2.0120483e-05</c:v>
                </c:pt>
                <c:pt idx="34">
                  <c:v>1.7816923e-05</c:v>
                </c:pt>
                <c:pt idx="35">
                  <c:v>1.5718098e-05</c:v>
                </c:pt>
                <c:pt idx="36">
                  <c:v>1.3966001e-05</c:v>
                </c:pt>
                <c:pt idx="37">
                  <c:v>1.22327e-05</c:v>
                </c:pt>
                <c:pt idx="38">
                  <c:v>1.079067e-05</c:v>
                </c:pt>
                <c:pt idx="39">
                  <c:v>9.5581914e-06</c:v>
                </c:pt>
                <c:pt idx="40">
                  <c:v>8.7304926e-06</c:v>
                </c:pt>
                <c:pt idx="41">
                  <c:v>7.7137051e-06</c:v>
                </c:pt>
                <c:pt idx="42">
                  <c:v>6.9828023e-06</c:v>
                </c:pt>
                <c:pt idx="43">
                  <c:v>6.3509705e-06</c:v>
                </c:pt>
                <c:pt idx="44">
                  <c:v>5.7163941e-06</c:v>
                </c:pt>
                <c:pt idx="45">
                  <c:v>5.3266743e-06</c:v>
                </c:pt>
                <c:pt idx="46">
                  <c:v>4.6964959e-06</c:v>
                </c:pt>
                <c:pt idx="47">
                  <c:v>4.3506838e-06</c:v>
                </c:pt>
                <c:pt idx="48">
                  <c:v>3.9129595e-06</c:v>
                </c:pt>
                <c:pt idx="49">
                  <c:v>3.4828897e-06</c:v>
                </c:pt>
                <c:pt idx="50">
                  <c:v>3.2537248e-06</c:v>
                </c:pt>
                <c:pt idx="51">
                  <c:v>3.0534378e-06</c:v>
                </c:pt>
                <c:pt idx="52">
                  <c:v>3.6434101e-06</c:v>
                </c:pt>
                <c:pt idx="53">
                  <c:v>3.1377101e-06</c:v>
                </c:pt>
                <c:pt idx="54">
                  <c:v>2.7178109e-06</c:v>
                </c:pt>
                <c:pt idx="55">
                  <c:v>2.4391903e-06</c:v>
                </c:pt>
                <c:pt idx="56">
                  <c:v>2.1853047e-06</c:v>
                </c:pt>
                <c:pt idx="57">
                  <c:v>1.971207e-06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Sheet1!$B$181</c:f>
              <c:strCache>
                <c:ptCount val="1"/>
                <c:pt idx="0">
                  <c:v>k</c:v>
                </c:pt>
              </c:strCache>
            </c:strRef>
          </c:tx>
          <c:xVal>
            <c:numRef>
              <c:f>Sheet1!$A$182:$A$239</c:f>
              <c:numCache>
                <c:formatCode>General</c:formatCode>
                <c:ptCount val="58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  <c:pt idx="8">
                  <c:v>9.0</c:v>
                </c:pt>
                <c:pt idx="9">
                  <c:v>10.0</c:v>
                </c:pt>
                <c:pt idx="10">
                  <c:v>11.0</c:v>
                </c:pt>
                <c:pt idx="11">
                  <c:v>12.0</c:v>
                </c:pt>
                <c:pt idx="12">
                  <c:v>13.0</c:v>
                </c:pt>
                <c:pt idx="13">
                  <c:v>14.0</c:v>
                </c:pt>
                <c:pt idx="14">
                  <c:v>15.0</c:v>
                </c:pt>
                <c:pt idx="15">
                  <c:v>16.0</c:v>
                </c:pt>
                <c:pt idx="16">
                  <c:v>17.0</c:v>
                </c:pt>
                <c:pt idx="17">
                  <c:v>18.0</c:v>
                </c:pt>
                <c:pt idx="18">
                  <c:v>19.0</c:v>
                </c:pt>
                <c:pt idx="19">
                  <c:v>20.0</c:v>
                </c:pt>
                <c:pt idx="20">
                  <c:v>21.0</c:v>
                </c:pt>
                <c:pt idx="21">
                  <c:v>22.0</c:v>
                </c:pt>
                <c:pt idx="22">
                  <c:v>23.0</c:v>
                </c:pt>
                <c:pt idx="23">
                  <c:v>24.0</c:v>
                </c:pt>
                <c:pt idx="24">
                  <c:v>25.0</c:v>
                </c:pt>
                <c:pt idx="25">
                  <c:v>26.0</c:v>
                </c:pt>
                <c:pt idx="26">
                  <c:v>27.0</c:v>
                </c:pt>
                <c:pt idx="27">
                  <c:v>28.0</c:v>
                </c:pt>
                <c:pt idx="28">
                  <c:v>29.0</c:v>
                </c:pt>
                <c:pt idx="29">
                  <c:v>30.0</c:v>
                </c:pt>
                <c:pt idx="30">
                  <c:v>31.0</c:v>
                </c:pt>
                <c:pt idx="31">
                  <c:v>32.0</c:v>
                </c:pt>
                <c:pt idx="32">
                  <c:v>33.0</c:v>
                </c:pt>
                <c:pt idx="33">
                  <c:v>34.0</c:v>
                </c:pt>
                <c:pt idx="34">
                  <c:v>35.0</c:v>
                </c:pt>
                <c:pt idx="35">
                  <c:v>36.0</c:v>
                </c:pt>
                <c:pt idx="36">
                  <c:v>37.0</c:v>
                </c:pt>
                <c:pt idx="37">
                  <c:v>38.0</c:v>
                </c:pt>
                <c:pt idx="38">
                  <c:v>39.0</c:v>
                </c:pt>
                <c:pt idx="39">
                  <c:v>40.0</c:v>
                </c:pt>
                <c:pt idx="40">
                  <c:v>41.0</c:v>
                </c:pt>
                <c:pt idx="41">
                  <c:v>42.0</c:v>
                </c:pt>
                <c:pt idx="42">
                  <c:v>43.0</c:v>
                </c:pt>
                <c:pt idx="43">
                  <c:v>44.0</c:v>
                </c:pt>
                <c:pt idx="44">
                  <c:v>45.0</c:v>
                </c:pt>
                <c:pt idx="45">
                  <c:v>46.0</c:v>
                </c:pt>
                <c:pt idx="46">
                  <c:v>47.0</c:v>
                </c:pt>
                <c:pt idx="47">
                  <c:v>48.0</c:v>
                </c:pt>
                <c:pt idx="48">
                  <c:v>49.0</c:v>
                </c:pt>
                <c:pt idx="49">
                  <c:v>50.0</c:v>
                </c:pt>
                <c:pt idx="50">
                  <c:v>51.0</c:v>
                </c:pt>
                <c:pt idx="51">
                  <c:v>52.0</c:v>
                </c:pt>
                <c:pt idx="52">
                  <c:v>53.0</c:v>
                </c:pt>
                <c:pt idx="53">
                  <c:v>54.0</c:v>
                </c:pt>
                <c:pt idx="54">
                  <c:v>55.0</c:v>
                </c:pt>
                <c:pt idx="55">
                  <c:v>56.0</c:v>
                </c:pt>
                <c:pt idx="56">
                  <c:v>57.0</c:v>
                </c:pt>
                <c:pt idx="57">
                  <c:v>58.0</c:v>
                </c:pt>
              </c:numCache>
            </c:numRef>
          </c:xVal>
          <c:yVal>
            <c:numRef>
              <c:f>Sheet1!$B$182:$B$239</c:f>
              <c:numCache>
                <c:formatCode>General</c:formatCode>
                <c:ptCount val="58"/>
                <c:pt idx="0">
                  <c:v>0.2008837</c:v>
                </c:pt>
                <c:pt idx="1">
                  <c:v>0.73975078</c:v>
                </c:pt>
                <c:pt idx="2">
                  <c:v>0.42156284</c:v>
                </c:pt>
                <c:pt idx="3">
                  <c:v>0.36169182</c:v>
                </c:pt>
                <c:pt idx="4">
                  <c:v>0.24243711</c:v>
                </c:pt>
                <c:pt idx="5">
                  <c:v>0.13808209</c:v>
                </c:pt>
                <c:pt idx="6">
                  <c:v>0.078503148</c:v>
                </c:pt>
                <c:pt idx="7">
                  <c:v>0.049215907</c:v>
                </c:pt>
                <c:pt idx="8">
                  <c:v>0.037097694</c:v>
                </c:pt>
                <c:pt idx="9">
                  <c:v>0.031521621</c:v>
                </c:pt>
                <c:pt idx="10">
                  <c:v>0.028178549</c:v>
                </c:pt>
                <c:pt idx="11">
                  <c:v>0.025941388</c:v>
                </c:pt>
                <c:pt idx="12">
                  <c:v>0.024451739</c:v>
                </c:pt>
                <c:pt idx="13">
                  <c:v>0.022760783</c:v>
                </c:pt>
                <c:pt idx="14">
                  <c:v>0.021179726</c:v>
                </c:pt>
                <c:pt idx="15">
                  <c:v>0.019758869</c:v>
                </c:pt>
                <c:pt idx="16">
                  <c:v>0.018452673</c:v>
                </c:pt>
                <c:pt idx="17">
                  <c:v>0.017250946</c:v>
                </c:pt>
                <c:pt idx="18">
                  <c:v>0.016462834</c:v>
                </c:pt>
                <c:pt idx="19">
                  <c:v>0.015545336</c:v>
                </c:pt>
                <c:pt idx="20">
                  <c:v>0.014025197</c:v>
                </c:pt>
                <c:pt idx="21">
                  <c:v>0.012987885</c:v>
                </c:pt>
                <c:pt idx="22">
                  <c:v>0.012488304</c:v>
                </c:pt>
                <c:pt idx="23">
                  <c:v>0.011860013</c:v>
                </c:pt>
                <c:pt idx="24">
                  <c:v>0.012436264</c:v>
                </c:pt>
                <c:pt idx="25">
                  <c:v>0.011573681</c:v>
                </c:pt>
                <c:pt idx="26">
                  <c:v>0.010884511</c:v>
                </c:pt>
                <c:pt idx="27">
                  <c:v>0.0097372457</c:v>
                </c:pt>
                <c:pt idx="28">
                  <c:v>0.0084556812</c:v>
                </c:pt>
                <c:pt idx="29">
                  <c:v>0.0080279273</c:v>
                </c:pt>
                <c:pt idx="30">
                  <c:v>0.007366229</c:v>
                </c:pt>
                <c:pt idx="31">
                  <c:v>0.0066003071</c:v>
                </c:pt>
                <c:pt idx="32">
                  <c:v>0.0059956677</c:v>
                </c:pt>
                <c:pt idx="33">
                  <c:v>0.0055140457</c:v>
                </c:pt>
                <c:pt idx="34">
                  <c:v>0.0053373145</c:v>
                </c:pt>
                <c:pt idx="35">
                  <c:v>0.0058585438</c:v>
                </c:pt>
                <c:pt idx="36">
                  <c:v>0.0083359123</c:v>
                </c:pt>
                <c:pt idx="37">
                  <c:v>0.015529255</c:v>
                </c:pt>
                <c:pt idx="38">
                  <c:v>0.026797739</c:v>
                </c:pt>
                <c:pt idx="39">
                  <c:v>0.024925431</c:v>
                </c:pt>
                <c:pt idx="40">
                  <c:v>0.021649153</c:v>
                </c:pt>
                <c:pt idx="41">
                  <c:v>0.056444302</c:v>
                </c:pt>
                <c:pt idx="42">
                  <c:v>0.041448033</c:v>
                </c:pt>
                <c:pt idx="43">
                  <c:v>0.048700944</c:v>
                </c:pt>
                <c:pt idx="44">
                  <c:v>0.013422964</c:v>
                </c:pt>
                <c:pt idx="45">
                  <c:v>0.013629417</c:v>
                </c:pt>
                <c:pt idx="46">
                  <c:v>0.020738451</c:v>
                </c:pt>
                <c:pt idx="47">
                  <c:v>0.0051702045</c:v>
                </c:pt>
                <c:pt idx="48">
                  <c:v>0.013442007</c:v>
                </c:pt>
                <c:pt idx="49">
                  <c:v>0.022650399</c:v>
                </c:pt>
                <c:pt idx="50">
                  <c:v>0.010771134</c:v>
                </c:pt>
                <c:pt idx="51">
                  <c:v>0.12822177</c:v>
                </c:pt>
                <c:pt idx="52">
                  <c:v>0.028347072</c:v>
                </c:pt>
                <c:pt idx="53">
                  <c:v>0.0055798775</c:v>
                </c:pt>
                <c:pt idx="54">
                  <c:v>0.0020994866</c:v>
                </c:pt>
                <c:pt idx="55">
                  <c:v>0.00098944538</c:v>
                </c:pt>
                <c:pt idx="56">
                  <c:v>0.0013688199</c:v>
                </c:pt>
                <c:pt idx="57">
                  <c:v>0.00097869997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Sheet1!$B$241</c:f>
              <c:strCache>
                <c:ptCount val="1"/>
                <c:pt idx="0">
                  <c:v>omega</c:v>
                </c:pt>
              </c:strCache>
            </c:strRef>
          </c:tx>
          <c:xVal>
            <c:numRef>
              <c:f>Sheet1!$A$242:$A$299</c:f>
              <c:numCache>
                <c:formatCode>General</c:formatCode>
                <c:ptCount val="58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  <c:pt idx="8">
                  <c:v>9.0</c:v>
                </c:pt>
                <c:pt idx="9">
                  <c:v>10.0</c:v>
                </c:pt>
                <c:pt idx="10">
                  <c:v>11.0</c:v>
                </c:pt>
                <c:pt idx="11">
                  <c:v>12.0</c:v>
                </c:pt>
                <c:pt idx="12">
                  <c:v>13.0</c:v>
                </c:pt>
                <c:pt idx="13">
                  <c:v>14.0</c:v>
                </c:pt>
                <c:pt idx="14">
                  <c:v>15.0</c:v>
                </c:pt>
                <c:pt idx="15">
                  <c:v>16.0</c:v>
                </c:pt>
                <c:pt idx="16">
                  <c:v>17.0</c:v>
                </c:pt>
                <c:pt idx="17">
                  <c:v>18.0</c:v>
                </c:pt>
                <c:pt idx="18">
                  <c:v>19.0</c:v>
                </c:pt>
                <c:pt idx="19">
                  <c:v>20.0</c:v>
                </c:pt>
                <c:pt idx="20">
                  <c:v>21.0</c:v>
                </c:pt>
                <c:pt idx="21">
                  <c:v>22.0</c:v>
                </c:pt>
                <c:pt idx="22">
                  <c:v>23.0</c:v>
                </c:pt>
                <c:pt idx="23">
                  <c:v>24.0</c:v>
                </c:pt>
                <c:pt idx="24">
                  <c:v>25.0</c:v>
                </c:pt>
                <c:pt idx="25">
                  <c:v>26.0</c:v>
                </c:pt>
                <c:pt idx="26">
                  <c:v>27.0</c:v>
                </c:pt>
                <c:pt idx="27">
                  <c:v>28.0</c:v>
                </c:pt>
                <c:pt idx="28">
                  <c:v>29.0</c:v>
                </c:pt>
                <c:pt idx="29">
                  <c:v>30.0</c:v>
                </c:pt>
                <c:pt idx="30">
                  <c:v>31.0</c:v>
                </c:pt>
                <c:pt idx="31">
                  <c:v>32.0</c:v>
                </c:pt>
                <c:pt idx="32">
                  <c:v>33.0</c:v>
                </c:pt>
                <c:pt idx="33">
                  <c:v>34.0</c:v>
                </c:pt>
                <c:pt idx="34">
                  <c:v>35.0</c:v>
                </c:pt>
                <c:pt idx="35">
                  <c:v>36.0</c:v>
                </c:pt>
                <c:pt idx="36">
                  <c:v>37.0</c:v>
                </c:pt>
                <c:pt idx="37">
                  <c:v>38.0</c:v>
                </c:pt>
                <c:pt idx="38">
                  <c:v>39.0</c:v>
                </c:pt>
                <c:pt idx="39">
                  <c:v>40.0</c:v>
                </c:pt>
                <c:pt idx="40">
                  <c:v>41.0</c:v>
                </c:pt>
                <c:pt idx="41">
                  <c:v>42.0</c:v>
                </c:pt>
                <c:pt idx="42">
                  <c:v>43.0</c:v>
                </c:pt>
                <c:pt idx="43">
                  <c:v>44.0</c:v>
                </c:pt>
                <c:pt idx="44">
                  <c:v>45.0</c:v>
                </c:pt>
                <c:pt idx="45">
                  <c:v>46.0</c:v>
                </c:pt>
                <c:pt idx="46">
                  <c:v>47.0</c:v>
                </c:pt>
                <c:pt idx="47">
                  <c:v>48.0</c:v>
                </c:pt>
                <c:pt idx="48">
                  <c:v>49.0</c:v>
                </c:pt>
                <c:pt idx="49">
                  <c:v>50.0</c:v>
                </c:pt>
                <c:pt idx="50">
                  <c:v>51.0</c:v>
                </c:pt>
                <c:pt idx="51">
                  <c:v>52.0</c:v>
                </c:pt>
                <c:pt idx="52">
                  <c:v>53.0</c:v>
                </c:pt>
                <c:pt idx="53">
                  <c:v>54.0</c:v>
                </c:pt>
                <c:pt idx="54">
                  <c:v>55.0</c:v>
                </c:pt>
                <c:pt idx="55">
                  <c:v>56.0</c:v>
                </c:pt>
                <c:pt idx="56">
                  <c:v>57.0</c:v>
                </c:pt>
                <c:pt idx="57">
                  <c:v>58.0</c:v>
                </c:pt>
              </c:numCache>
            </c:numRef>
          </c:xVal>
          <c:yVal>
            <c:numRef>
              <c:f>Sheet1!$B$242:$B$299</c:f>
              <c:numCache>
                <c:formatCode>General</c:formatCode>
                <c:ptCount val="58"/>
                <c:pt idx="0">
                  <c:v>0.54083849</c:v>
                </c:pt>
                <c:pt idx="1">
                  <c:v>0.66118818</c:v>
                </c:pt>
                <c:pt idx="2">
                  <c:v>0.30782316</c:v>
                </c:pt>
                <c:pt idx="3">
                  <c:v>0.3085763</c:v>
                </c:pt>
                <c:pt idx="4">
                  <c:v>0.27069138</c:v>
                </c:pt>
                <c:pt idx="5">
                  <c:v>0.20942768</c:v>
                </c:pt>
                <c:pt idx="6">
                  <c:v>0.15234942</c:v>
                </c:pt>
                <c:pt idx="7">
                  <c:v>0.10134973</c:v>
                </c:pt>
                <c:pt idx="8">
                  <c:v>0.066060154</c:v>
                </c:pt>
                <c:pt idx="9">
                  <c:v>0.043640904</c:v>
                </c:pt>
                <c:pt idx="10">
                  <c:v>0.03045373</c:v>
                </c:pt>
                <c:pt idx="11">
                  <c:v>0.022475687</c:v>
                </c:pt>
                <c:pt idx="12">
                  <c:v>0.018061517</c:v>
                </c:pt>
                <c:pt idx="13">
                  <c:v>0.015527202</c:v>
                </c:pt>
                <c:pt idx="14">
                  <c:v>0.013871504</c:v>
                </c:pt>
                <c:pt idx="15">
                  <c:v>0.012792615</c:v>
                </c:pt>
                <c:pt idx="16">
                  <c:v>0.011718251</c:v>
                </c:pt>
                <c:pt idx="17">
                  <c:v>0.010795865</c:v>
                </c:pt>
                <c:pt idx="18">
                  <c:v>0.010028281</c:v>
                </c:pt>
                <c:pt idx="19">
                  <c:v>0.0091293874</c:v>
                </c:pt>
                <c:pt idx="20">
                  <c:v>0.0080075282</c:v>
                </c:pt>
                <c:pt idx="21">
                  <c:v>0.0074452364</c:v>
                </c:pt>
                <c:pt idx="22">
                  <c:v>0.0074792015</c:v>
                </c:pt>
                <c:pt idx="23">
                  <c:v>0.00720828</c:v>
                </c:pt>
                <c:pt idx="24">
                  <c:v>0.0074618129</c:v>
                </c:pt>
                <c:pt idx="25">
                  <c:v>0.0070642414</c:v>
                </c:pt>
                <c:pt idx="26">
                  <c:v>0.0066228549</c:v>
                </c:pt>
                <c:pt idx="27">
                  <c:v>0.0060468118</c:v>
                </c:pt>
                <c:pt idx="28">
                  <c:v>0.0055335893</c:v>
                </c:pt>
                <c:pt idx="29">
                  <c:v>0.0054799644</c:v>
                </c:pt>
                <c:pt idx="30">
                  <c:v>0.0051216711</c:v>
                </c:pt>
                <c:pt idx="31">
                  <c:v>0.0047582541</c:v>
                </c:pt>
                <c:pt idx="32">
                  <c:v>0.0045112815</c:v>
                </c:pt>
                <c:pt idx="33">
                  <c:v>0.0043534301</c:v>
                </c:pt>
                <c:pt idx="34">
                  <c:v>0.0045070339</c:v>
                </c:pt>
                <c:pt idx="35">
                  <c:v>0.0054244585</c:v>
                </c:pt>
                <c:pt idx="36">
                  <c:v>0.0078096458</c:v>
                </c:pt>
                <c:pt idx="37">
                  <c:v>0.012019377</c:v>
                </c:pt>
                <c:pt idx="38">
                  <c:v>0.014363758</c:v>
                </c:pt>
                <c:pt idx="39">
                  <c:v>0.0090014764</c:v>
                </c:pt>
                <c:pt idx="40">
                  <c:v>0.0055569607</c:v>
                </c:pt>
                <c:pt idx="41">
                  <c:v>0.015639604</c:v>
                </c:pt>
                <c:pt idx="42">
                  <c:v>0.0086261722</c:v>
                </c:pt>
                <c:pt idx="43">
                  <c:v>0.0080988076</c:v>
                </c:pt>
                <c:pt idx="44">
                  <c:v>0.0099581954</c:v>
                </c:pt>
                <c:pt idx="45">
                  <c:v>0.0094258471</c:v>
                </c:pt>
                <c:pt idx="46">
                  <c:v>0.010648872</c:v>
                </c:pt>
                <c:pt idx="47">
                  <c:v>0.0062484628</c:v>
                </c:pt>
                <c:pt idx="48">
                  <c:v>0.0035041623</c:v>
                </c:pt>
                <c:pt idx="49">
                  <c:v>0.0017957633</c:v>
                </c:pt>
                <c:pt idx="50">
                  <c:v>0.0029603149</c:v>
                </c:pt>
                <c:pt idx="51">
                  <c:v>0.020418352</c:v>
                </c:pt>
                <c:pt idx="52">
                  <c:v>0.011547431</c:v>
                </c:pt>
                <c:pt idx="53">
                  <c:v>0.0056062021</c:v>
                </c:pt>
                <c:pt idx="54">
                  <c:v>0.0030936349</c:v>
                </c:pt>
                <c:pt idx="55">
                  <c:v>0.0016141282</c:v>
                </c:pt>
                <c:pt idx="56">
                  <c:v>0.0013883476</c:v>
                </c:pt>
                <c:pt idx="57">
                  <c:v>0.00097500847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Iterations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  <c:logBase val="1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Residuals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6618E0-4A20-C3E4-EF6E-6FE109F712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175320-5D97-7B49-7831-8593F53606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B41B2-2F64-4A50-B697-32B2FFAF6A18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22171-62D2-A3A0-1ECA-8E41A3C521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716BE-50D3-07D4-C65E-C513B02368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AD41B-BF82-4D4B-9860-B0AEF8593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91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A50AE-3EA1-4D83-B5DA-96E75DC571B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C9A20-3693-43FD-997B-0E90FA7F0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0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C9A20-3693-43FD-997B-0E90FA7F05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12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C9A20-3693-43FD-997B-0E90FA7F05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119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8CEED26B-D93E-50A6-47C7-4342EA2E45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resenter">
            <a:extLst>
              <a:ext uri="{FF2B5EF4-FFF2-40B4-BE49-F238E27FC236}">
                <a16:creationId xmlns:a16="http://schemas.microsoft.com/office/drawing/2014/main" id="{9AFE08CF-AC0B-7143-9A94-E8A35CBC7D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1664" y="4155984"/>
            <a:ext cx="5394325" cy="84831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500" b="0" i="0">
                <a:solidFill>
                  <a:schemeClr val="accent2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Nexus:html_header">
            <a:extLst>
              <a:ext uri="{FF2B5EF4-FFF2-40B4-BE49-F238E27FC236}">
                <a16:creationId xmlns:a16="http://schemas.microsoft.com/office/drawing/2014/main" id="{23B808CC-F74C-B743-BAB4-F4C99E1956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664" y="2501900"/>
            <a:ext cx="5394325" cy="1449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700" b="1" i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24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 userDrawn="1">
          <p15:clr>
            <a:srgbClr val="FBAE40"/>
          </p15:clr>
        </p15:guide>
        <p15:guide id="2" orient="horz" pos="261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FFB903E0-BF8E-4DCE-8880-AD10293D4B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599" y="735808"/>
            <a:ext cx="10972800" cy="56331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4F718BF-E1C1-2689-A326-E93B558F47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4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4892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A1CF486-8139-B9ED-4840-6BC7FB37F2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Nexus:toc_link">
            <a:extLst>
              <a:ext uri="{FF2B5EF4-FFF2-40B4-BE49-F238E27FC236}">
                <a16:creationId xmlns:a16="http://schemas.microsoft.com/office/drawing/2014/main" id="{B963AE51-EFC8-2773-CBA9-60631CED46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8B9D080D-15E5-8FB5-B5F3-78231DCF01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5" name="Nexus:comments">
            <a:extLst>
              <a:ext uri="{FF2B5EF4-FFF2-40B4-BE49-F238E27FC236}">
                <a16:creationId xmlns:a16="http://schemas.microsoft.com/office/drawing/2014/main" id="{E9587B0A-FFC8-52AA-CDBE-5E1F1BDC42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648" y="4449096"/>
            <a:ext cx="10972800" cy="7680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Nexus:html_header">
            <a:extLst>
              <a:ext uri="{FF2B5EF4-FFF2-40B4-BE49-F238E27FC236}">
                <a16:creationId xmlns:a16="http://schemas.microsoft.com/office/drawing/2014/main" id="{5A7A9E02-9DDC-E3B7-3F9A-0CBFA2C2BF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664" y="2501900"/>
            <a:ext cx="5394325" cy="1449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700" b="1" i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225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FFB903E0-BF8E-4DCE-8880-AD10293D4B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2648" y="1636776"/>
            <a:ext cx="10972800" cy="473217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4F718BF-E1C1-2689-A326-E93B558F47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62AD4A8-3439-4073-C4B8-23456EAC54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2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Nexus:breadcrumbs">
            <a:extLst>
              <a:ext uri="{FF2B5EF4-FFF2-40B4-BE49-F238E27FC236}">
                <a16:creationId xmlns:a16="http://schemas.microsoft.com/office/drawing/2014/main" id="{809D2074-158F-8839-0F33-44CCECDF70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4053E460-5B51-F640-1250-486034E984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648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48585"/>
            <a:ext cx="10972799" cy="4274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654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4C5F8081-5E16-4801-8E6F-2E3312D5787D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09602" y="1636776"/>
            <a:ext cx="10972800" cy="4736592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4D5D914-82C0-0148-3392-BF28090AF0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468AEF22-4557-6775-386C-88E6D3981A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08068" y="6493036"/>
            <a:ext cx="187738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D1CF6FE0-1215-16B9-D742-B8FDF2285F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2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</a:lstStyle>
          <a:p>
            <a:pPr lvl="0"/>
            <a:endParaRPr lang="en-US" dirty="0"/>
          </a:p>
        </p:txBody>
      </p:sp>
      <p:sp>
        <p:nvSpPr>
          <p:cNvPr id="8" name="Nexus:comments">
            <a:extLst>
              <a:ext uri="{FF2B5EF4-FFF2-40B4-BE49-F238E27FC236}">
                <a16:creationId xmlns:a16="http://schemas.microsoft.com/office/drawing/2014/main" id="{C1B25A9B-7D96-B69C-07CB-679EA12C3A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2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499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91C4973A-6811-43AE-B46D-74F27A5E8E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2" y="1636776"/>
            <a:ext cx="10972799" cy="47365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D78FA5C3-1F44-C010-7501-CCB84E42CC2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FE0F0B4B-1989-4D7C-4658-6E852A6D49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B95A29DA-2234-C7DE-D36C-27FD09BAD5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EDAD3441-1F31-769E-67CE-4F271FCBC4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903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6ECC26B2-C67D-490A-A762-73CBC5C13F04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609601" y="1636776"/>
            <a:ext cx="10972800" cy="473659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43547F9-14B7-192A-DE8F-4CF6B663841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2416ACCD-8B61-6353-56DB-5975A95243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B4BABA50-9F87-457A-27D1-E561C71874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D4AEA23C-8BB8-8D59-F52C-2040A5F46B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8625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E9FF20B6-8B82-429F-AEEF-D9E0D5B0552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09600" y="1636776"/>
            <a:ext cx="10972800" cy="473659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90BA0ECC-3B3D-81BB-C03F-BC7DA1919A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52CF12DE-4979-541A-F3BC-7BEA560518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9159CFF0-23A4-04DF-BB88-DD44CF29B8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A825564B-7CFD-89BB-B346-BA3F5DFE02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8E8E82C-B438-4701-92A5-0DDD49442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128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627076D-4247-3C98-AC7E-62CB8D4D6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195" y="6566315"/>
            <a:ext cx="457200" cy="246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3AC52-F1B0-4671-BA92-58020EC92B3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Fluent Burn">
            <a:extLst>
              <a:ext uri="{FF2B5EF4-FFF2-40B4-BE49-F238E27FC236}">
                <a16:creationId xmlns:a16="http://schemas.microsoft.com/office/drawing/2014/main" id="{72D1D4B2-5D9E-C49B-F0F6-C5E4F596132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05802" y="6566315"/>
            <a:ext cx="2181627" cy="246221"/>
            <a:chOff x="578620" y="6530065"/>
            <a:chExt cx="2446049" cy="276064"/>
          </a:xfrm>
        </p:grpSpPr>
        <p:pic>
          <p:nvPicPr>
            <p:cNvPr id="4" name="Ansys Fluent Logo" descr="A picture containing logo&#10;&#10;Description automatically generated">
              <a:extLst>
                <a:ext uri="{FF2B5EF4-FFF2-40B4-BE49-F238E27FC236}">
                  <a16:creationId xmlns:a16="http://schemas.microsoft.com/office/drawing/2014/main" id="{C8958358-8D02-6FC4-7AAF-C169099602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1541494" y="6552055"/>
              <a:ext cx="1483175" cy="232086"/>
            </a:xfrm>
            <a:prstGeom prst="rect">
              <a:avLst/>
            </a:prstGeom>
          </p:spPr>
        </p:pic>
        <p:sp>
          <p:nvSpPr>
            <p:cNvPr id="7" name="Created With">
              <a:extLst>
                <a:ext uri="{FF2B5EF4-FFF2-40B4-BE49-F238E27FC236}">
                  <a16:creationId xmlns:a16="http://schemas.microsoft.com/office/drawing/2014/main" id="{0A0381EF-D2B2-0464-0EA6-670F80396FB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78620" y="6530065"/>
              <a:ext cx="978088" cy="276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Source Sans Pro" panose="020B0503030403020204" pitchFamily="34" charset="0"/>
                  <a:ea typeface="Source Sans Pro" panose="020B0503030403020204" pitchFamily="34" charset="0"/>
                  <a:cs typeface="Kalinga" panose="020B0502040204020203" pitchFamily="34" charset="0"/>
                </a:rPr>
                <a:t>Created with</a:t>
              </a:r>
            </a:p>
          </p:txBody>
        </p:sp>
      </p:grpSp>
      <p:sp>
        <p:nvSpPr>
          <p:cNvPr id="8" name="Top Right Decoration">
            <a:extLst>
              <a:ext uri="{FF2B5EF4-FFF2-40B4-BE49-F238E27FC236}">
                <a16:creationId xmlns:a16="http://schemas.microsoft.com/office/drawing/2014/main" id="{83BA1A1C-776B-1B57-9E82-5F92796C73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11748976" y="0"/>
            <a:ext cx="457200" cy="845837"/>
          </a:xfrm>
          <a:prstGeom prst="halfFrame">
            <a:avLst>
              <a:gd name="adj1" fmla="val 18933"/>
              <a:gd name="adj2" fmla="val 1893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op Left Decoration">
            <a:extLst>
              <a:ext uri="{FF2B5EF4-FFF2-40B4-BE49-F238E27FC236}">
                <a16:creationId xmlns:a16="http://schemas.microsoft.com/office/drawing/2014/main" id="{A0D740A8-4B06-E244-1787-06D16049EF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457200" cy="845837"/>
          </a:xfrm>
          <a:prstGeom prst="halfFrame">
            <a:avLst>
              <a:gd name="adj1" fmla="val 18933"/>
              <a:gd name="adj2" fmla="val 1893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53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744" r:id="rId2"/>
    <p:sldLayoutId id="2147483748" r:id="rId3"/>
    <p:sldLayoutId id="2147483750" r:id="rId4"/>
    <p:sldLayoutId id="2147483745" r:id="rId5"/>
    <p:sldLayoutId id="2147483749" r:id="rId6"/>
    <p:sldLayoutId id="2147483746" r:id="rId7"/>
    <p:sldLayoutId id="2147483747" r:id="rId8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marR="0" indent="-22860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461963" marR="0" indent="-231775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Calibri" panose="020F0502020204030204" pitchFamily="34" charset="0"/>
        <a:buChar char="‐"/>
        <a:tabLst/>
        <a:defRPr sz="2000" b="0" i="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746125" marR="0" indent="-288925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969963" marR="0" indent="-223838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Wingdings" panose="05000000000000000000" pitchFamily="2" charset="2"/>
        <a:buChar char="§"/>
        <a:tabLst/>
        <a:defRPr sz="14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203325" marR="0" indent="-233363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Courier New" panose="02070309020205020404" pitchFamily="49" charset="0"/>
        <a:buChar char="o"/>
        <a:tabLst/>
        <a:defRPr sz="12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8.xml"/><Relationship Id="rId18" Type="http://schemas.openxmlformats.org/officeDocument/2006/relationships/slide" Target="slide19.xml"/><Relationship Id="rId19" Type="http://schemas.openxmlformats.org/officeDocument/2006/relationships/slide" Target="slide20.xml"/><Relationship Id="rId20" Type="http://schemas.openxmlformats.org/officeDocument/2006/relationships/slide" Target="slide21.xml"/><Relationship Id="rId21" Type="http://schemas.openxmlformats.org/officeDocument/2006/relationships/slide" Target="slide23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3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slide" Target="slide3.xml"/><Relationship Id="rId4" Type="http://schemas.openxmlformats.org/officeDocument/2006/relationships/slide" Target="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slide" Target="slide3.xml"/><Relationship Id="rId4" Type="http://schemas.openxmlformats.org/officeDocument/2006/relationships/slide" Target="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slide" Target="slide3.xml"/><Relationship Id="rId4" Type="http://schemas.openxmlformats.org/officeDocument/2006/relationships/slide" Target="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slide" Target="slide3.xml"/><Relationship Id="rId4" Type="http://schemas.openxmlformats.org/officeDocument/2006/relationships/slide" Target="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2B969168-07A6-18D1-6196-37729E4CBF7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2" name="Presenter">
            <a:extLst>
              <a:ext uri="{FF2B5EF4-FFF2-40B4-BE49-F238E27FC236}">
                <a16:creationId xmlns:a16="http://schemas.microsoft.com/office/drawing/2014/main" id="{E369EDDE-3F24-65AC-C5A7-FEAA88E6E2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Nexus:html_header">
            <a:extLst>
              <a:ext uri="{FF2B5EF4-FFF2-40B4-BE49-F238E27FC236}">
                <a16:creationId xmlns:a16="http://schemas.microsoft.com/office/drawing/2014/main" id="{E7FA8ABC-BCFD-8F4D-EEF6-8BBA9B8C6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3200"/>
              <a:t>Ansys Fluent Simulation Report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4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Nexus:query=A|i_type|eq|table;A|i_name|eq|Header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7416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ShubhamR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7/5/2026 06:45 PM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Slide Number Placeholder">
            <a:extLst>
              <a:ext uri="{FF2B5EF4-FFF2-40B4-BE49-F238E27FC236}">
                <a16:creationId xmlns:a16="http://schemas.microsoft.com/office/drawing/2014/main" id="{316B0EEE-2178-FDF6-C813-0D0D003F0A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</a:t>
            </a:fld>
            <a:endParaRPr lang="en-US"/>
          </a:p>
        </p:txBody>
      </p:sp>
      <p:sp>
        <p:nvSpPr>
          <p:cNvPr id="21" name="Nexus:toc_link">
            <a:extLst>
              <a:ext uri="{FF2B5EF4-FFF2-40B4-BE49-F238E27FC236}">
                <a16:creationId xmlns:a16="http://schemas.microsoft.com/office/drawing/2014/main" id="{137A8142-4054-4A80-8E90-D5802D16DB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comments">
            <a:extLst>
              <a:ext uri="{FF2B5EF4-FFF2-40B4-BE49-F238E27FC236}">
                <a16:creationId xmlns:a16="http://schemas.microsoft.com/office/drawing/2014/main" id="{90405174-D87E-54AD-839A-506233810F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Nexus:html_header">
            <a:extLst>
              <a:ext uri="{FF2B5EF4-FFF2-40B4-BE49-F238E27FC236}">
                <a16:creationId xmlns:a16="http://schemas.microsoft.com/office/drawing/2014/main" id="{EEA59AF0-A3CC-8216-2422-167C976BA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2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exus:toc&amp;amp;lines=28">
            <a:extLst>
              <a:ext uri="{FF2B5EF4-FFF2-40B4-BE49-F238E27FC236}">
                <a16:creationId xmlns:a16="http://schemas.microsoft.com/office/drawing/2014/main" id="{5B0F6D94-062E-04B5-FA68-04D6CF3632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numCol="2"/>
          <a:lstStyle/>
          <a:p>
            <a:pPr/>
            <a:r>
              <a:rPr>
                <a:hlinkClick r:id="rId3" action="ppaction://hlinksldjump"/>
              </a:rPr>
              <a:t>System Information</a:t>
            </a:r>
            <a:endParaRPr lang="en-US" dirty="0"/>
          </a:p>
          <a:p>
            <a:pPr/>
            <a:r>
              <a:rPr>
                <a:hlinkClick r:id="rId4" action="ppaction://hlinksldjump"/>
              </a:rPr>
              <a:t>Geometry and Mesh</a:t>
            </a:r>
          </a:p>
          <a:p>
            <a:pPr lvl="1"/>
            <a:r>
              <a:rPr>
                <a:hlinkClick r:id="rId5" action="ppaction://hlinksldjump"/>
              </a:rPr>
              <a:t>Mesh Size</a:t>
            </a:r>
          </a:p>
          <a:p>
            <a:pPr lvl="1"/>
            <a:r>
              <a:rPr>
                <a:hlinkClick r:id="rId6" action="ppaction://hlinksldjump"/>
              </a:rPr>
              <a:t>Mesh Quality</a:t>
            </a:r>
          </a:p>
          <a:p>
            <a:pPr lvl="1"/>
            <a:r>
              <a:rPr>
                <a:hlinkClick r:id="rId7" action="ppaction://hlinksldjump"/>
              </a:rPr>
              <a:t>Orthogonal Quality</a:t>
            </a:r>
          </a:p>
          <a:p>
            <a:pPr/>
            <a:r>
              <a:rPr>
                <a:hlinkClick r:id="rId8" action="ppaction://hlinksldjump"/>
              </a:rPr>
              <a:t>Simulation Setup</a:t>
            </a:r>
          </a:p>
          <a:p>
            <a:pPr lvl="1"/>
            <a:r>
              <a:rPr>
                <a:hlinkClick r:id="rId9" action="ppaction://hlinksldjump"/>
              </a:rPr>
              <a:t>Physics</a:t>
            </a:r>
          </a:p>
          <a:p>
            <a:pPr lvl="2"/>
            <a:r>
              <a:rPr>
                <a:hlinkClick r:id="rId10" action="ppaction://hlinksldjump"/>
              </a:rPr>
              <a:t>Models</a:t>
            </a:r>
          </a:p>
          <a:p>
            <a:pPr lvl="2"/>
            <a:r>
              <a:rPr>
                <a:hlinkClick r:id="rId11" action="ppaction://hlinksldjump"/>
              </a:rPr>
              <a:t>Material Properties</a:t>
            </a:r>
          </a:p>
          <a:p>
            <a:pPr lvl="2"/>
            <a:r>
              <a:rPr>
                <a:hlinkClick r:id="rId12" action="ppaction://hlinksldjump"/>
              </a:rPr>
              <a:t>Cell Zone Conditions</a:t>
            </a:r>
          </a:p>
          <a:p>
            <a:pPr lvl="2"/>
            <a:r>
              <a:rPr>
                <a:hlinkClick r:id="rId13" action="ppaction://hlinksldjump"/>
              </a:rPr>
              <a:t>Boundary Conditions</a:t>
            </a:r>
          </a:p>
          <a:p>
            <a:pPr lvl="2"/>
            <a:r>
              <a:rPr>
                <a:hlinkClick r:id="rId14" action="ppaction://hlinksldjump"/>
              </a:rPr>
              <a:t>Reference Values</a:t>
            </a:r>
          </a:p>
          <a:p>
            <a:pPr lvl="1"/>
            <a:r>
              <a:rPr>
                <a:hlinkClick r:id="rId15" action="ppaction://hlinksldjump"/>
              </a:rPr>
              <a:t>Solver Settings</a:t>
            </a:r>
          </a:p>
          <a:p>
            <a:pPr/>
            <a:r>
              <a:rPr>
                <a:hlinkClick r:id="rId16" action="ppaction://hlinksldjump"/>
              </a:rPr>
              <a:t>Run Information</a:t>
            </a:r>
          </a:p>
          <a:p>
            <a:pPr/>
            <a:r>
              <a:rPr>
                <a:hlinkClick r:id="rId17" action="ppaction://hlinksldjump"/>
              </a:rPr>
              <a:t>Solution Status</a:t>
            </a:r>
          </a:p>
          <a:p>
            <a:pPr/>
            <a:r>
              <a:rPr>
                <a:hlinkClick r:id="rId18" action="ppaction://hlinksldjump"/>
              </a:rPr>
              <a:t>Plots</a:t>
            </a:r>
          </a:p>
          <a:p>
            <a:pPr lvl="1"/>
            <a:r>
              <a:rPr>
                <a:hlinkClick r:id="rId19" action="ppaction://hlinksldjump"/>
              </a:rPr>
              <a:t>Residuals</a:t>
            </a:r>
          </a:p>
          <a:p>
            <a:pPr/>
            <a:r>
              <a:rPr>
                <a:hlinkClick r:id="rId20" action="ppaction://hlinksldjump"/>
              </a:rPr>
              <a:t>Contours</a:t>
            </a:r>
          </a:p>
          <a:p>
            <a:pPr/>
            <a:r>
              <a:rPr>
                <a:hlinkClick r:id="rId21" action="ppaction://hlinksldjump"/>
              </a:rPr>
              <a:t>Pathlines</a:t>
            </a:r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9109BF0-C254-4285-2184-C5FA6E9F03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Nexus:html_header">
            <a:extLst>
              <a:ext uri="{FF2B5EF4-FFF2-40B4-BE49-F238E27FC236}">
                <a16:creationId xmlns:a16="http://schemas.microsoft.com/office/drawing/2014/main" id="{CAF235EE-7880-782C-D627-81180C02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Table of Contents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2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Nexus:query=A|i_type|eq|table;A|i_name|eq|System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5958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Fluent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2d, double precision, pressure-based, SST k-omega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25.2.0-10204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Source Revision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5eecd5d865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Build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 16 2025 10:44:41 EDT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AMD Ryzen 7 6800H with Radeon Graphics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Windows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E47C80AA-B0DA-3FE3-D386-A6F9C8548C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4</a:t>
            </a:fld>
            <a:endParaRPr lang="en-US"/>
          </a:p>
        </p:txBody>
      </p:sp>
      <p:sp>
        <p:nvSpPr>
          <p:cNvPr id="5" name="Nexus:toc_link">
            <a:extLst>
              <a:ext uri="{FF2B5EF4-FFF2-40B4-BE49-F238E27FC236}">
                <a16:creationId xmlns:a16="http://schemas.microsoft.com/office/drawing/2014/main" id="{364F9CC1-7F5E-222E-29FB-7FF583EA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5CED10BD-E6D7-8748-708E-9A4BA0359B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System Information</a:t>
            </a:r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898626FD-6EFA-69B5-D843-A2B881FA58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E3572AD1-D036-60CE-33FD-17851B6DF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System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5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Geometry and Mesh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Geometry and Mesh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7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eshSizeTableItem;&amp;rows=13&amp;cols=3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70840">
                <a:tc>
                  <a:txBody>
                    <a:bodyPr/>
                    <a:lstStyle/>
                    <a:p>
                      <a:r>
                        <a:t>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Nodes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36476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22612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A068187C-864B-3A84-B10D-F5E02F947C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08048986-8A8D-7BFD-704A-44A4DCC5DF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2F76A126-F617-D73B-A39D-EBEEED7A0E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Geometry and Mesh</a:t>
            </a:r>
            <a:r>
              <a:t> / </a:t>
            </a:r>
            <a:r>
              <a:t>Mesh Size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C8837272-F6DD-6A01-A30C-B9788A2DEE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29A8D270-99C6-D4EF-18F8-EB279FBAF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Mesh Size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6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eshQualityTableItem;&amp;rows=13&amp;cols=4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 Orthogonal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 Aspect Ratio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Mixed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0.085059045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43.171374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28BA2B70-78DC-64F5-D8BB-919211646CA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7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50E482C7-DF94-B301-EF4D-DD51C44EB7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761B8C9D-22BC-FC3B-15F0-AABFDE9C5C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Geometry and Mesh</a:t>
            </a:r>
            <a:r>
              <a:t> / </a:t>
            </a:r>
            <a:r>
              <a:t>Mesh Quality</a:t>
            </a:r>
            <a:endParaRPr lang="en-US" dirty="0"/>
          </a:p>
        </p:txBody>
      </p:sp>
      <p:sp>
        <p:nvSpPr>
          <p:cNvPr id="9" name="Nexus:comments">
            <a:extLst>
              <a:ext uri="{FF2B5EF4-FFF2-40B4-BE49-F238E27FC236}">
                <a16:creationId xmlns:a16="http://schemas.microsoft.com/office/drawing/2014/main" id="{1D76154C-63D8-4B9D-2AA6-1B252507AB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E3FEA23B-41A7-D7F9-8DE9-BA3E52C3A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Mesh Quality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5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Nexus:query=A|i_type|eq|image;A|i_name|eq|MeshOrthogonalHistogram;" descr="937303ed-7873-11f1-82c3-83bb7ab7bf33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8484F504-0E75-5075-5421-A5DA8F908CB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8</a:t>
            </a:fld>
            <a:endParaRPr lang="en-US"/>
          </a:p>
        </p:txBody>
      </p:sp>
      <p:sp>
        <p:nvSpPr>
          <p:cNvPr id="15" name="Nexus:toc_link">
            <a:extLst>
              <a:ext uri="{FF2B5EF4-FFF2-40B4-BE49-F238E27FC236}">
                <a16:creationId xmlns:a16="http://schemas.microsoft.com/office/drawing/2014/main" id="{9C81D07F-C360-90AE-510F-20B9BDC5E0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 dirty="0"/>
          </a:p>
        </p:txBody>
      </p:sp>
      <p:sp>
        <p:nvSpPr>
          <p:cNvPr id="16" name="Nexus:breadcrumbs">
            <a:extLst>
              <a:ext uri="{FF2B5EF4-FFF2-40B4-BE49-F238E27FC236}">
                <a16:creationId xmlns:a16="http://schemas.microsoft.com/office/drawing/2014/main" id="{51910BFF-D4DC-C08E-B4F7-1FDF6FA364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Geometry and Mesh</a:t>
            </a:r>
            <a:r>
              <a:t> / </a:t>
            </a:r>
            <a:r>
              <a:t>Orthogonal Quality</a:t>
            </a:r>
            <a:endParaRPr lang="en-US"/>
          </a:p>
        </p:txBody>
      </p:sp>
      <p:sp>
        <p:nvSpPr>
          <p:cNvPr id="17" name="Nexus:comments">
            <a:extLst>
              <a:ext uri="{FF2B5EF4-FFF2-40B4-BE49-F238E27FC236}">
                <a16:creationId xmlns:a16="http://schemas.microsoft.com/office/drawing/2014/main" id="{615B8E7E-BFB4-837A-58FD-AE1598A56E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Nexus:html_header">
            <a:extLst>
              <a:ext uri="{FF2B5EF4-FFF2-40B4-BE49-F238E27FC236}">
                <a16:creationId xmlns:a16="http://schemas.microsoft.com/office/drawing/2014/main" id="{98105E92-6C4C-3CDF-AE0D-7FA94601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Orthogonal Quality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9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Simulation Setup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Simulation Setup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1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Physics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Physics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4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odels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Settings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Steady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Viscous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SST k-omega turbulence model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163766E6-D86C-8402-FF1A-86B4CC85F5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11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DB1FD212-8615-8499-2894-85FA61A519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7" name="Nexus:breadcrumbs">
            <a:extLst>
              <a:ext uri="{FF2B5EF4-FFF2-40B4-BE49-F238E27FC236}">
                <a16:creationId xmlns:a16="http://schemas.microsoft.com/office/drawing/2014/main" id="{FB05F6F5-35F3-4559-50CD-7200E3B325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Models</a:t>
            </a:r>
            <a:endParaRPr lang="en-US" dirty="0"/>
          </a:p>
        </p:txBody>
      </p:sp>
      <p:sp>
        <p:nvSpPr>
          <p:cNvPr id="8" name="Nexus:comments">
            <a:extLst>
              <a:ext uri="{FF2B5EF4-FFF2-40B4-BE49-F238E27FC236}">
                <a16:creationId xmlns:a16="http://schemas.microsoft.com/office/drawing/2014/main" id="{624D1C98-6F74-1EAF-0C78-F04E6DDE32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EC246425-3A42-46F6-2462-97EE1661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Models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72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Material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595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1.225 kg/m^3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1.7894e-05 kg/(m 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aluminum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2719 kg/m^3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E1EE0CA5-5BBC-526B-3CCA-83E6BFC8244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12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E0B99DE9-7326-CD6D-38C6-0D822856F6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01B82FF-726C-A182-53DF-9C628AF6A8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Material Properties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80B3FC4F-F5A2-0F11-95DC-F6FBB79B88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C44F8980-8793-1979-26DE-6C26D8346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Material Properties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4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Cell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966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source terms?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fixed values?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Frame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Laminar zone?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Porous zone?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B91B9A75-6847-7E41-845C-65D34E4AFE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13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342A25B6-524A-8598-5C74-D70FA3DA91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837E3960-7200-F9C1-E027-64D80F2AFC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Cell Zone Conditions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2B797919-E906-7712-2ED3-37DE3E033D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643A17EB-CD1C-E870-17B8-63E810EE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Cell Zone Conditions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1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Inlet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inlet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Velocity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Components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Reference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Absolute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Supersonic/Initial Gauge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X-Velocity [m/s]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-30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Y-Velocity [m/s]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-30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Turbulence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Intensity and Viscosity Ratio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Turbulent Intensity [%]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Turbulent Viscosity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Outlet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outlet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Reference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Absolute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(1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2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ReferenceValues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4500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m^2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1.225 kg/m^3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Enthalpy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J/kg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Pa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288.16 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m/s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1.7894e-05 kg/(m 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Ratio of Specific Heats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Yplus for Heat Tran. Coef.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Reference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surface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CE05950C-BEC2-D166-B635-0E74C31F86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15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BB39B6EA-900A-988A-907B-40C56628F7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942593D-2BC8-08B5-4A98-76372B9EA9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Reference Values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9D4F2939-18BE-E4C5-186C-CAB51F5199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33B5D49C-56BD-5C36-3247-7D44FC1A9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Reference Values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6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SolverSetting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Equations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Turbulence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Numerics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Absolute Velocity Formulation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Pseudo Time Explicit Relaxation Factors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Body Forces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Turbulent Kinetic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Specific Dissipation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Turbulent 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Explicit 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Explicit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B5FECF6-428E-D835-2627-4523324C44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AAD4C54-4822-4B9A-1BCB-11FBB60A7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C7D7BE66-DD6F-63B1-98A9-ED5D907AF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Solver Settings (1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25D3AE5-D035-6AD0-1180-87F21DC18F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F696281E-40DC-7498-070B-5E21BE0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Solver Settings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1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,tree;A|i_name|eq|RunTableItem,Run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96672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Number of Machines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Number of 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Case 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8.763 seconds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Iteration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3.58 seconds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AMG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2.305 seconds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Virtual Current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1.40772 GB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Virtual Peak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1.61416 GB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Memory Per M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20.9894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7D4E5229-FFF5-992E-04A7-85E306BDC6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17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C6AB8E1-8EA1-32E6-7460-748237C41A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9F57948-A9E7-80A3-6664-8AFC929F97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Run Information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FDFEF095-6F0D-3AFB-A36C-E6EE03CCEA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4B23AA27-1A00-4996-D120-2B6C90BB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Run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6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SolverStatusTableItem;&amp;rows=13&amp;cols=4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225040"/>
        </p:xfrm>
        <a:graphic>
          <a:graphicData uri="http://schemas.openxmlformats.org/drawingml/2006/table">
            <a:tbl>
              <a:tblPr firstRow="1" bandRow="1" firstCol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Absolute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Convergence Status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continuity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0.0004872403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x-velocity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1.451376e-05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y-velocity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1.971207e-06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0.0009787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omega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0.0009750085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D12D6BE-533D-A290-BF38-79344B516E9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18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22F55DAC-D6FA-FED0-2C49-8C3A57326B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87B8336-3E7D-F8EB-BB7F-93A450B6ED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Solution Status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8A573B82-C8C1-2774-CB33-F284699B27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2" y="927872"/>
            <a:ext cx="10972800" cy="6242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BBFE23C9-AE3B-8432-5C05-960A9776F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2"/>
            <a:ext cx="10972799" cy="747529"/>
          </a:xfrm>
        </p:spPr>
        <p:txBody>
          <a:bodyPr/>
          <a:lstStyle/>
          <a:p>
            <a:r>
              <a:rPr sz="3200"/>
              <a:t>Solution Status</a:t>
            </a:r>
            <a:endParaRPr lang="en-US" dirty="0"/>
          </a:p>
          <a:p>
            <a:r>
              <a:rPr sz="2400"/>
              <a:t>Iterations: 58</a:t>
            </a:r>
          </a:p>
        </p:txBody>
      </p:sp>
    </p:spTree>
    <p:extLst>
      <p:ext uri="{BB962C8B-B14F-4D97-AF65-F5344CB8AC3E}">
        <p14:creationId xmlns:p14="http://schemas.microsoft.com/office/powerpoint/2010/main" val="219017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Plots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Plots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7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Nexus:query=A|i_type|eq|table;A|i_name|eq|residuals_plot;"/>
          <p:cNvGraphicFramePr>
            <a:graphicFrameLocks noGrp="1"/>
          </p:cNvGraphicFramePr>
          <p:nvPr>
            <p:ph type="chart" sz="quarter" idx="11"/>
          </p:nvPr>
        </p:nvGraphicFramePr>
        <p:xfrm>
          <a:off x="609601" y="1636776"/>
          <a:ext cx="10972800" cy="47365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413D48AD-F9DD-18CD-C3DC-B259C827B87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15195" y="6566315"/>
            <a:ext cx="457200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Nexus:toc_link">
            <a:extLst>
              <a:ext uri="{FF2B5EF4-FFF2-40B4-BE49-F238E27FC236}">
                <a16:creationId xmlns:a16="http://schemas.microsoft.com/office/drawing/2014/main" id="{C4176366-C6CE-41EC-14AF-09D11575D5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10" name="Nexus:breadcrumbs">
            <a:extLst>
              <a:ext uri="{FF2B5EF4-FFF2-40B4-BE49-F238E27FC236}">
                <a16:creationId xmlns:a16="http://schemas.microsoft.com/office/drawing/2014/main" id="{535D6246-17F0-F596-7D2B-1B9400424E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Plots</a:t>
            </a:r>
            <a:r>
              <a:t> / </a:t>
            </a:r>
            <a:r>
              <a:t>Residuals</a:t>
            </a:r>
            <a:endParaRPr lang="en-US"/>
          </a:p>
        </p:txBody>
      </p:sp>
      <p:sp>
        <p:nvSpPr>
          <p:cNvPr id="11" name="Nexus:comments">
            <a:extLst>
              <a:ext uri="{FF2B5EF4-FFF2-40B4-BE49-F238E27FC236}">
                <a16:creationId xmlns:a16="http://schemas.microsoft.com/office/drawing/2014/main" id="{E494AC99-C935-287B-F456-5C4649A5F9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exus:html_header">
            <a:extLst>
              <a:ext uri="{FF2B5EF4-FFF2-40B4-BE49-F238E27FC236}">
                <a16:creationId xmlns:a16="http://schemas.microsoft.com/office/drawing/2014/main" id="{0FCB03A3-A939-817A-F2F7-794F1DFD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Residuals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4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Contours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Contours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7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xus:query=A|i_type|eq|image;A|i_name|cont|_contour;" descr="9496596e-7873-11f1-b16d-83bb7ab7bf33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80E6085-4A97-210A-D5AA-840A8B4B4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28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909E574-0939-BFF7-389D-42E9EA149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80A81224-921A-39F2-AD50-976A7ACE5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Contours</a:t>
            </a:r>
            <a:r>
              <a:t> / </a:t>
            </a:r>
            <a:r>
              <a:t>contour-2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6F62ED1-3C05-CCDC-08FD-801E039A86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707DEA5-1A7E-D358-AC6B-78972A65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contour-2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19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Pathlines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Pathlines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1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xus:query=A|i_type|eq|image;A|i_name|cont|_pathline;" descr="979ba230-7873-11f1-af86-83bb7ab7bf33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E548135-C4A5-EFBE-8EA1-44E9B37AE43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32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BB1F4609-51A5-4E03-9A86-2871E01771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484C7630-F3DE-3017-E429-885C1A2B98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Pathlines</a:t>
            </a:r>
            <a:r>
              <a:t> / </a:t>
            </a:r>
            <a:r>
              <a:t>pathlines-1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51EBC050-67EC-C815-04B1-999A63C5E6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4E2F4A0-6324-5D14-0C39-42F73F8F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pathlines-1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5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      Gauge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Pressure Profile Multiplier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Direction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Normal to Boundary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Turbulence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Intensity and Viscosity Ratio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Turbulent Intensity [%]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Turbulent Viscosity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Pressure 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Pressure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Build artificial walls to prevent reverse flow?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Average Pressure Specification?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targeted mass flow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part-boundary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Stationary Wall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(2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3708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      Shear Boundary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Slip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Surface Roughness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Standard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Roughness Height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Roughness 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Stationary Wall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Shear Boundary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Slip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Surface Roughness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Standard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Roughness Height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Roughness 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(3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SolverSetting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Pressure-Velocity 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Coupled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Pseudo Time Method (Global Time Step)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Discretization Scheme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 Order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 Order Upwind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Turbulent Kinetic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 Order Upwind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Specific Dissipation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 Order Upwind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Solution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Absolute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Maximum Absolute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5e+10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Static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Maximum Static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B5FECF6-428E-D835-2627-4523324C44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AAD4C54-4822-4B9A-1BCB-11FBB60A7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C7D7BE66-DD6F-63B1-98A9-ED5D907AF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Solver Settings (2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25D3AE5-D035-6AD0-1180-87F21DC18F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F696281E-40DC-7498-070B-5E21BE0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Solver Settings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SolverSetting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111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Minimum Turb. Kinetic Energy [m^2/s^2]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1e-14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Spec. Dissipation Rate [s^-1]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1e-20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Maximum Turb. Viscosity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B5FECF6-428E-D835-2627-4523324C44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AAD4C54-4822-4B9A-1BCB-11FBB60A7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C7D7BE66-DD6F-63B1-98A9-ED5D907AF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Solver Settings (3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25D3AE5-D035-6AD0-1180-87F21DC18F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F696281E-40DC-7498-070B-5E21BE0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Solver Settings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Nexus:query=A|i_type|eq|image;A|i_name|cont|_contour;" descr="95a224c5-7873-11f1-b5e7-83bb7ab7bf33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80E6085-4A97-210A-D5AA-840A8B4B4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28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909E574-0939-BFF7-389D-42E9EA149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80A81224-921A-39F2-AD50-976A7ACE5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Contours</a:t>
            </a:r>
            <a:r>
              <a:t> / </a:t>
            </a:r>
            <a:r>
              <a:t>contour-1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6F62ED1-3C05-CCDC-08FD-801E039A86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707DEA5-1A7E-D358-AC6B-78972A65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contour-1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sys - Slide Master">
  <a:themeElements>
    <a:clrScheme name="Custom 2">
      <a:dk1>
        <a:sysClr val="windowText" lastClr="000000"/>
      </a:dk1>
      <a:lt1>
        <a:sysClr val="window" lastClr="FFFFFF"/>
      </a:lt1>
      <a:dk2>
        <a:srgbClr val="898A8D"/>
      </a:dk2>
      <a:lt2>
        <a:srgbClr val="D9D8D6"/>
      </a:lt2>
      <a:accent1>
        <a:srgbClr val="FFB71B"/>
      </a:accent1>
      <a:accent2>
        <a:srgbClr val="0070C0"/>
      </a:accent2>
      <a:accent3>
        <a:srgbClr val="00B050"/>
      </a:accent3>
      <a:accent4>
        <a:srgbClr val="FFB71B"/>
      </a:accent4>
      <a:accent5>
        <a:srgbClr val="FF0000"/>
      </a:accent5>
      <a:accent6>
        <a:srgbClr val="7030A0"/>
      </a:accent6>
      <a:hlink>
        <a:srgbClr val="000000"/>
      </a:hlink>
      <a:folHlink>
        <a:srgbClr val="0000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Presentation 2021 Confidential (1)" id="{BCE29331-CD87-4C7F-9347-8FFC45714815}" vid="{9A4FE274-3FD9-4EEB-80C5-5F4C7627D6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22542</TotalTime>
  <Words>49</Words>
  <Application>Microsoft Office PowerPoint</Application>
  <PresentationFormat>Widescreen</PresentationFormat>
  <Paragraphs>49</Paragraphs>
  <Slides>46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Courier New</vt:lpstr>
      <vt:lpstr>Source Sans Pro</vt:lpstr>
      <vt:lpstr>Wingdings</vt:lpstr>
      <vt:lpstr>Ansys -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Hello, World!</dc:title>
  <dc:subject/>
  <dc:creator>Visesh Rajendraprasad</dc:creator>
  <cp:keywords/>
  <dc:description>generated using python-pptx</dc:description>
  <cp:lastModifiedBy>Chris Tevere</cp:lastModifiedBy>
  <cp:revision>166</cp:revision>
  <dcterms:created xsi:type="dcterms:W3CDTF">2013-01-27T09:14:16Z</dcterms:created>
  <dcterms:modified xsi:type="dcterms:W3CDTF">2024-08-23T14:00:08Z</dcterms:modified>
  <cp:category/>
</cp:coreProperties>
</file>